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cbd46d9d604866" /><Relationship Type="http://schemas.openxmlformats.org/officeDocument/2006/relationships/extended-properties" Target="/docProps/app.xml" Id="R86851b47b6a54688" /><Relationship Type="http://schemas.openxmlformats.org/officeDocument/2006/relationships/officeDocument" Target="/ppt/presentation.xml" Id="R135926ceca484b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7271e59728402b"/>
  </p:sldMasterIdLst>
  <p:notesMasterIdLst>
    <p:notesMasterId xmlns:r="http://schemas.openxmlformats.org/officeDocument/2006/relationships" r:id="R6db0fa1f9cb44f50"/>
  </p:notesMasterIdLst>
  <p:sldIdLst>
    <p:sldId xmlns:r="http://schemas.openxmlformats.org/officeDocument/2006/relationships" id="256" r:id="Reaf17b6c5f9940ae"/>
  </p:sldIdLst>
  <p:sldSz cx="13744575" cy="8601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78aca6134e4da0" /><Relationship Type="http://schemas.openxmlformats.org/officeDocument/2006/relationships/slideMaster" Target="/ppt/slideMasters/slideMaster1.xml" Id="Rb17271e59728402b" /><Relationship Type="http://schemas.openxmlformats.org/officeDocument/2006/relationships/notesMaster" Target="/ppt/notesMasters/notesMaster1.xml" Id="R6db0fa1f9cb44f50" /><Relationship Type="http://schemas.openxmlformats.org/officeDocument/2006/relationships/presProps" Target="/ppt/presProps.xml" Id="Rc915ca30adea457d" /><Relationship Type="http://schemas.openxmlformats.org/officeDocument/2006/relationships/tableStyles" Target="/ppt/tableStyles.xml" Id="Re21970af22f54851" /><Relationship Type="http://schemas.openxmlformats.org/officeDocument/2006/relationships/slide" Target="/ppt/slides/slide1.xml" Id="Reaf17b6c5f9940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c0d1677dfe42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ca8bda82a94075" /><Relationship Type="http://schemas.openxmlformats.org/officeDocument/2006/relationships/notesMaster" Target="/ppt/notesMasters/notesMaster1.xml" Id="Rc0a9f2765d6b451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素材ID：SE-031</ns1:t>
            </ns1:r>
          </ns1:p>
          <ns1:p>
            <ns1:r>
              <ns1:t>论文：ROCAS: Root Cause Analysis of Autonomous Driving Accidents via Cyber-Physical Co-mutation</ns1:t>
            </ns1:r>
          </ns1:p>
          <ns1:p>
            <ns1:r>
              <ns1:t>会议：ASE 2024</ns1:t>
            </ns1:r>
          </ns1:p>
          <ns1:p>
            <ns1:r>
              <ns1:t>奖项：ACM SIGSOFT Distinguished Paper Award</ns1:t>
            </ns1:r>
          </ns1:p>
          <ns1:p>
            <ns1:r>
              <ns1:t>图号：Figure 6，PDF第6页</ns1:t>
            </ns1:r>
          </ns1:p>
          <ns1:p>
            <ns1:r>
              <ns1:t>类型：系统架构</ns1:t>
            </ns1:r>
          </ns1:p>
          <ns1:p>
            <ns1:r>
              <ns1:t>借鉴点：双份执行记录包围四阶段分析，交通场景、模块依赖图和配置距离共同说明物理事件如何定位到软件配置。</ns1:t>
            </ns1:r>
          </ns1:p>
          <ns1:p>
            <ns1:r>
              <ns1:t>论文URL：https://www.cs.purdue.edu/homes/cheng535/static/papers/ase24_rocas.pdf</ns1:t>
            </ns1:r>
          </ns1:p>
          <ns1:p>
            <ns1:r>
              <ns1:t>官方获奖URL：https://conf.researchr.org/info/ase-2024/awards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9c93d1f75f43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7731625d6a4622" /><Relationship Type="http://schemas.openxmlformats.org/officeDocument/2006/relationships/slideLayout" Target="/ppt/slideLayouts/slideLayout1.xml" Id="Rb8b97714ad8046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8b97714ad8046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154462ebd4788" /><Relationship Type="http://schemas.openxmlformats.org/officeDocument/2006/relationships/image" Target="/ppt/media/image.png" Id="R2eec573c147a440b" /><Relationship Type="http://schemas.openxmlformats.org/officeDocument/2006/relationships/image" Target="/ppt/media/image2.png" Id="R3941ca3ed5174375" /><Relationship Type="http://schemas.openxmlformats.org/officeDocument/2006/relationships/image" Target="/ppt/media/image3.png" Id="Rb04f55a0027d4f8b" /><Relationship Type="http://schemas.openxmlformats.org/officeDocument/2006/relationships/image" Target="/ppt/media/image4.png" Id="Rd8b4b2f18bb0421c" /><Relationship Type="http://schemas.openxmlformats.org/officeDocument/2006/relationships/image" Target="/ppt/media/image5.png" Id="Rd41ab8da5cff4407" /><Relationship Type="http://schemas.openxmlformats.org/officeDocument/2006/relationships/image" Target="/ppt/media/image6.png" Id="Re68244346bd34b06" /><Relationship Type="http://schemas.openxmlformats.org/officeDocument/2006/relationships/image" Target="/ppt/media/image7.png" Id="R1db9b401731546a5" /><Relationship Type="http://schemas.openxmlformats.org/officeDocument/2006/relationships/image" Target="/ppt/media/image8.png" Id="R91cfa0d2be4d4da8" /><Relationship Type="http://schemas.openxmlformats.org/officeDocument/2006/relationships/image" Target="/ppt/media/image9.png" Id="R7f83c0aba2c14f37" /><Relationship Type="http://schemas.openxmlformats.org/officeDocument/2006/relationships/image" Target="/ppt/media/image10.png" Id="R59f5a516ba104a8b" /><Relationship Type="http://schemas.openxmlformats.org/officeDocument/2006/relationships/image" Target="/ppt/media/image11.png" Id="R94d92cde45e74073" /><Relationship Type="http://schemas.openxmlformats.org/officeDocument/2006/relationships/image" Target="/ppt/media/image12.png" Id="Rcfa92c09df274f4e" /><Relationship Type="http://schemas.openxmlformats.org/officeDocument/2006/relationships/image" Target="/ppt/media/image13.png" Id="R9cff8a73012347d7" /><Relationship Type="http://schemas.openxmlformats.org/officeDocument/2006/relationships/image" Target="/ppt/media/image14.png" Id="Rae1f86db92d14e10" /><Relationship Type="http://schemas.openxmlformats.org/officeDocument/2006/relationships/image" Target="/ppt/media/image15.png" Id="R49012b270633453e" /><Relationship Type="http://schemas.openxmlformats.org/officeDocument/2006/relationships/image" Target="/ppt/media/image16.png" Id="R200a5e0112f84110" /><Relationship Type="http://schemas.openxmlformats.org/officeDocument/2006/relationships/image" Target="/ppt/media/image17.png" Id="R60f8cbc179c542c6" /><Relationship Type="http://schemas.openxmlformats.org/officeDocument/2006/relationships/image" Target="/ppt/media/image18.png" Id="R66955f4e54504b9d" /><Relationship Type="http://schemas.openxmlformats.org/officeDocument/2006/relationships/image" Target="/ppt/media/image19.png" Id="Re4a269e970004d65" /><Relationship Type="http://schemas.openxmlformats.org/officeDocument/2006/relationships/image" Target="/ppt/media/image20.png" Id="Rb2c08b82be2244e3" /><Relationship Type="http://schemas.openxmlformats.org/officeDocument/2006/relationships/image" Target="/ppt/media/image21.png" Id="R7616d01994dd49fc" /><Relationship Type="http://schemas.openxmlformats.org/officeDocument/2006/relationships/image" Target="/ppt/media/image22.png" Id="R818084c03a5b43dc" /><Relationship Type="http://schemas.openxmlformats.org/officeDocument/2006/relationships/image" Target="/ppt/media/image23.png" Id="Rb2e3c0ba3f254bcf" /><Relationship Type="http://schemas.openxmlformats.org/officeDocument/2006/relationships/image" Target="/ppt/media/image24.png" Id="R3b625b0414e04039" /><Relationship Type="http://schemas.openxmlformats.org/officeDocument/2006/relationships/image" Target="/ppt/media/image25.png" Id="Rf1b0bed25f904f11" /><Relationship Type="http://schemas.openxmlformats.org/officeDocument/2006/relationships/image" Target="/ppt/media/image26.png" Id="R8a867759c0d34106" /><Relationship Type="http://schemas.openxmlformats.org/officeDocument/2006/relationships/image" Target="/ppt/media/image27.png" Id="Rf9757946b6b64429" /><Relationship Type="http://schemas.openxmlformats.org/officeDocument/2006/relationships/image" Target="/ppt/media/image28.png" Id="R853f463911394cc4" /><Relationship Type="http://schemas.openxmlformats.org/officeDocument/2006/relationships/image" Target="/ppt/media/image29.png" Id="Rf06ce010c14b4378" /><Relationship Type="http://schemas.openxmlformats.org/officeDocument/2006/relationships/image" Target="/ppt/media/image30.png" Id="R25ae822c25ac442e" /><Relationship Type="http://schemas.openxmlformats.org/officeDocument/2006/relationships/image" Target="/ppt/media/image31.png" Id="Re2aa38ac0c724418" /><Relationship Type="http://schemas.openxmlformats.org/officeDocument/2006/relationships/image" Target="/ppt/media/image32.png" Id="Ra11f499813c0430a" /><Relationship Type="http://schemas.openxmlformats.org/officeDocument/2006/relationships/image" Target="/ppt/media/image33.png" Id="R3c1adddc58f24e8a" /><Relationship Type="http://schemas.openxmlformats.org/officeDocument/2006/relationships/image" Target="/ppt/media/image34.png" Id="Rdb4e0a892b3b4357" /><Relationship Type="http://schemas.openxmlformats.org/officeDocument/2006/relationships/image" Target="/ppt/media/image35.png" Id="Rfd0ad276de0e43d1" /><Relationship Type="http://schemas.openxmlformats.org/officeDocument/2006/relationships/image" Target="/ppt/media/image36.png" Id="Rd267d0e136de4a18" /><Relationship Type="http://schemas.openxmlformats.org/officeDocument/2006/relationships/image" Target="/ppt/media/image37.png" Id="Raadaa21abf454bd2" /><Relationship Type="http://schemas.openxmlformats.org/officeDocument/2006/relationships/image" Target="/ppt/media/image38.png" Id="R9a81aef23d64469e" /><Relationship Type="http://schemas.openxmlformats.org/officeDocument/2006/relationships/image" Target="/ppt/media/image39.png" Id="R1646386ff448451c" /><Relationship Type="http://schemas.openxmlformats.org/officeDocument/2006/relationships/image" Target="/ppt/media/image40.png" Id="Rfde45b5f35814ffe" /><Relationship Type="http://schemas.openxmlformats.org/officeDocument/2006/relationships/image" Target="/ppt/media/image41.png" Id="R1e9bb66d4e1045bd" /><Relationship Type="http://schemas.openxmlformats.org/officeDocument/2006/relationships/image" Target="/ppt/media/image42.png" Id="R9fd14b7b505e4b7b" /><Relationship Type="http://schemas.openxmlformats.org/officeDocument/2006/relationships/image" Target="/ppt/media/image43.png" Id="Recd9b40d74844add" /><Relationship Type="http://schemas.openxmlformats.org/officeDocument/2006/relationships/image" Target="/ppt/media/image44.png" Id="Ra86237545bcd47a6" /><Relationship Type="http://schemas.openxmlformats.org/officeDocument/2006/relationships/notesSlide" Target="/ppt/notesSlides/notesSlide1.xml" Id="Rdf23319acebf44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103BC-99BD-4478-A6A3-CD87FB1F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184" y="1057749"/>
            <a:ext cx="740936" cy="10"/>
          </a:xfrm>
          <a:custGeom xmlns:a="http://schemas.openxmlformats.org/drawingml/2006/main">
            <a:pathLst>
              <a:path w="740936" h="1" fill="none">
                <a:moveTo>
                  <a:pt x="0" y="0"/>
                </a:moveTo>
                <a:lnTo>
                  <a:pt x="740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custDash>
              <a:ds d="301700" sp="201700"/>
            </a:custDash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3698C-AC7E-466A-BCF9-F634E301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4590" y="1014068"/>
            <a:ext cx="120020" cy="87362"/>
          </a:xfrm>
          <a:custGeom xmlns:a="http://schemas.openxmlformats.org/drawingml/2006/main">
            <a:pathLst>
              <a:path w="120020" h="87362">
                <a:moveTo>
                  <a:pt x="120020" y="43681"/>
                </a:moveTo>
                <a:lnTo>
                  <a:pt x="0" y="0"/>
                </a:lnTo>
                <a:lnTo>
                  <a:pt x="0" y="87362"/>
                </a:lnTo>
                <a:lnTo>
                  <a:pt x="120020" y="4368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DB4EA-DD27-4250-8217-D7CEF800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854" y="506546"/>
            <a:ext cx="2431337" cy="1349853"/>
          </a:xfrm>
          <a:custGeom xmlns:a="http://schemas.openxmlformats.org/drawingml/2006/main">
            <a:pathLst>
              <a:path w="2431337" h="1349853">
                <a:moveTo>
                  <a:pt x="75386" y="3668"/>
                </a:moveTo>
                <a:lnTo>
                  <a:pt x="68956" y="5668"/>
                </a:lnTo>
                <a:lnTo>
                  <a:pt x="62714" y="8070"/>
                </a:lnTo>
                <a:lnTo>
                  <a:pt x="56676" y="10859"/>
                </a:lnTo>
                <a:lnTo>
                  <a:pt x="50857" y="14020"/>
                </a:lnTo>
                <a:lnTo>
                  <a:pt x="45272" y="17538"/>
                </a:lnTo>
                <a:lnTo>
                  <a:pt x="39937" y="21397"/>
                </a:lnTo>
                <a:lnTo>
                  <a:pt x="34866" y="25582"/>
                </a:lnTo>
                <a:lnTo>
                  <a:pt x="30076" y="30078"/>
                </a:lnTo>
                <a:lnTo>
                  <a:pt x="25580" y="34869"/>
                </a:lnTo>
                <a:lnTo>
                  <a:pt x="21396" y="39940"/>
                </a:lnTo>
                <a:lnTo>
                  <a:pt x="17537" y="45277"/>
                </a:lnTo>
                <a:lnTo>
                  <a:pt x="14020" y="50862"/>
                </a:lnTo>
                <a:lnTo>
                  <a:pt x="10859" y="56682"/>
                </a:lnTo>
                <a:lnTo>
                  <a:pt x="8070" y="62722"/>
                </a:lnTo>
                <a:lnTo>
                  <a:pt x="5668" y="68964"/>
                </a:lnTo>
                <a:lnTo>
                  <a:pt x="3668" y="75395"/>
                </a:lnTo>
                <a:lnTo>
                  <a:pt x="2086" y="82000"/>
                </a:lnTo>
                <a:lnTo>
                  <a:pt x="937" y="88762"/>
                </a:lnTo>
                <a:lnTo>
                  <a:pt x="237" y="95667"/>
                </a:lnTo>
                <a:lnTo>
                  <a:pt x="0" y="102699"/>
                </a:lnTo>
                <a:lnTo>
                  <a:pt x="0" y="1247171"/>
                </a:lnTo>
                <a:lnTo>
                  <a:pt x="237" y="1254203"/>
                </a:lnTo>
                <a:lnTo>
                  <a:pt x="937" y="1261107"/>
                </a:lnTo>
                <a:lnTo>
                  <a:pt x="2086" y="1267869"/>
                </a:lnTo>
                <a:lnTo>
                  <a:pt x="3668" y="1274473"/>
                </a:lnTo>
                <a:lnTo>
                  <a:pt x="5668" y="1280904"/>
                </a:lnTo>
                <a:lnTo>
                  <a:pt x="8070" y="1287146"/>
                </a:lnTo>
                <a:lnTo>
                  <a:pt x="10859" y="1293184"/>
                </a:lnTo>
                <a:lnTo>
                  <a:pt x="14020" y="1299003"/>
                </a:lnTo>
                <a:lnTo>
                  <a:pt x="17537" y="1304588"/>
                </a:lnTo>
                <a:lnTo>
                  <a:pt x="21396" y="1309923"/>
                </a:lnTo>
                <a:lnTo>
                  <a:pt x="25580" y="1314993"/>
                </a:lnTo>
                <a:lnTo>
                  <a:pt x="30076" y="1319783"/>
                </a:lnTo>
                <a:lnTo>
                  <a:pt x="34866" y="1324278"/>
                </a:lnTo>
                <a:lnTo>
                  <a:pt x="39937" y="1328462"/>
                </a:lnTo>
                <a:lnTo>
                  <a:pt x="45272" y="1332320"/>
                </a:lnTo>
                <a:lnTo>
                  <a:pt x="50857" y="1335837"/>
                </a:lnTo>
                <a:lnTo>
                  <a:pt x="56676" y="1338997"/>
                </a:lnTo>
                <a:lnTo>
                  <a:pt x="62714" y="1341785"/>
                </a:lnTo>
                <a:lnTo>
                  <a:pt x="68956" y="1344187"/>
                </a:lnTo>
                <a:lnTo>
                  <a:pt x="75386" y="1346186"/>
                </a:lnTo>
                <a:lnTo>
                  <a:pt x="81988" y="1347767"/>
                </a:lnTo>
                <a:lnTo>
                  <a:pt x="88749" y="1348916"/>
                </a:lnTo>
                <a:lnTo>
                  <a:pt x="95652" y="1349616"/>
                </a:lnTo>
                <a:lnTo>
                  <a:pt x="102681" y="1349853"/>
                </a:lnTo>
                <a:lnTo>
                  <a:pt x="2328621" y="1349853"/>
                </a:lnTo>
                <a:lnTo>
                  <a:pt x="2335653" y="1349616"/>
                </a:lnTo>
                <a:lnTo>
                  <a:pt x="2342558" y="1348916"/>
                </a:lnTo>
                <a:lnTo>
                  <a:pt x="2349321" y="1347767"/>
                </a:lnTo>
                <a:lnTo>
                  <a:pt x="2355925" y="1346186"/>
                </a:lnTo>
                <a:lnTo>
                  <a:pt x="2362357" y="1344187"/>
                </a:lnTo>
                <a:lnTo>
                  <a:pt x="2368601" y="1341785"/>
                </a:lnTo>
                <a:lnTo>
                  <a:pt x="2374641" y="1338997"/>
                </a:lnTo>
                <a:lnTo>
                  <a:pt x="2380462" y="1335837"/>
                </a:lnTo>
                <a:lnTo>
                  <a:pt x="2386048" y="1332320"/>
                </a:lnTo>
                <a:lnTo>
                  <a:pt x="2391386" y="1328462"/>
                </a:lnTo>
                <a:lnTo>
                  <a:pt x="2396458" y="1324278"/>
                </a:lnTo>
                <a:lnTo>
                  <a:pt x="2401250" y="1319783"/>
                </a:lnTo>
                <a:lnTo>
                  <a:pt x="2405747" y="1314993"/>
                </a:lnTo>
                <a:lnTo>
                  <a:pt x="2409933" y="1309923"/>
                </a:lnTo>
                <a:lnTo>
                  <a:pt x="2413793" y="1304588"/>
                </a:lnTo>
                <a:lnTo>
                  <a:pt x="2417312" y="1299003"/>
                </a:lnTo>
                <a:lnTo>
                  <a:pt x="2420474" y="1293184"/>
                </a:lnTo>
                <a:lnTo>
                  <a:pt x="2423264" y="1287146"/>
                </a:lnTo>
                <a:lnTo>
                  <a:pt x="2425667" y="1280904"/>
                </a:lnTo>
                <a:lnTo>
                  <a:pt x="2427667" y="1274473"/>
                </a:lnTo>
                <a:lnTo>
                  <a:pt x="2429250" y="1267869"/>
                </a:lnTo>
                <a:lnTo>
                  <a:pt x="2430399" y="1261107"/>
                </a:lnTo>
                <a:lnTo>
                  <a:pt x="2431100" y="1254203"/>
                </a:lnTo>
                <a:lnTo>
                  <a:pt x="2431337" y="1247171"/>
                </a:lnTo>
                <a:lnTo>
                  <a:pt x="2431337" y="102699"/>
                </a:lnTo>
                <a:lnTo>
                  <a:pt x="2431100" y="95667"/>
                </a:lnTo>
                <a:lnTo>
                  <a:pt x="2430399" y="88762"/>
                </a:lnTo>
                <a:lnTo>
                  <a:pt x="2429250" y="82000"/>
                </a:lnTo>
                <a:lnTo>
                  <a:pt x="2427667" y="75395"/>
                </a:lnTo>
                <a:lnTo>
                  <a:pt x="2425667" y="68964"/>
                </a:lnTo>
                <a:lnTo>
                  <a:pt x="2423264" y="62722"/>
                </a:lnTo>
                <a:lnTo>
                  <a:pt x="2420474" y="56682"/>
                </a:lnTo>
                <a:lnTo>
                  <a:pt x="2417312" y="50862"/>
                </a:lnTo>
                <a:lnTo>
                  <a:pt x="2413793" y="45277"/>
                </a:lnTo>
                <a:lnTo>
                  <a:pt x="2409933" y="39940"/>
                </a:lnTo>
                <a:lnTo>
                  <a:pt x="2405747" y="34869"/>
                </a:lnTo>
                <a:lnTo>
                  <a:pt x="2401250" y="30078"/>
                </a:lnTo>
                <a:lnTo>
                  <a:pt x="2396458" y="25582"/>
                </a:lnTo>
                <a:lnTo>
                  <a:pt x="2391386" y="21397"/>
                </a:lnTo>
                <a:lnTo>
                  <a:pt x="2386048" y="17538"/>
                </a:lnTo>
                <a:lnTo>
                  <a:pt x="2380462" y="14020"/>
                </a:lnTo>
                <a:lnTo>
                  <a:pt x="2374641" y="10859"/>
                </a:lnTo>
                <a:lnTo>
                  <a:pt x="2368601" y="8070"/>
                </a:lnTo>
                <a:lnTo>
                  <a:pt x="2362357" y="5668"/>
                </a:lnTo>
                <a:lnTo>
                  <a:pt x="2355925" y="3668"/>
                </a:lnTo>
                <a:lnTo>
                  <a:pt x="2349321" y="2086"/>
                </a:lnTo>
                <a:lnTo>
                  <a:pt x="2342558" y="937"/>
                </a:lnTo>
                <a:lnTo>
                  <a:pt x="2335653" y="237"/>
                </a:lnTo>
                <a:lnTo>
                  <a:pt x="2328621" y="0"/>
                </a:lnTo>
                <a:lnTo>
                  <a:pt x="102681" y="0"/>
                </a:lnTo>
                <a:lnTo>
                  <a:pt x="95652" y="237"/>
                </a:lnTo>
                <a:lnTo>
                  <a:pt x="88749" y="937"/>
                </a:lnTo>
                <a:lnTo>
                  <a:pt x="81988" y="2086"/>
                </a:lnTo>
                <a:lnTo>
                  <a:pt x="75386" y="36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7F7B3-43EE-4B6B-9428-CAB9F904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854" y="506546"/>
            <a:ext cx="2431337" cy="1349853"/>
          </a:xfrm>
          <a:custGeom xmlns:a="http://schemas.openxmlformats.org/drawingml/2006/main">
            <a:pathLst>
              <a:path w="2431337" h="1349853">
                <a:moveTo>
                  <a:pt x="75386" y="3668"/>
                </a:moveTo>
                <a:lnTo>
                  <a:pt x="68956" y="5668"/>
                </a:lnTo>
                <a:lnTo>
                  <a:pt x="62714" y="8070"/>
                </a:lnTo>
                <a:lnTo>
                  <a:pt x="56676" y="10859"/>
                </a:lnTo>
                <a:lnTo>
                  <a:pt x="50857" y="14020"/>
                </a:lnTo>
                <a:lnTo>
                  <a:pt x="45272" y="17538"/>
                </a:lnTo>
                <a:lnTo>
                  <a:pt x="39937" y="21397"/>
                </a:lnTo>
                <a:lnTo>
                  <a:pt x="34866" y="25582"/>
                </a:lnTo>
                <a:lnTo>
                  <a:pt x="30076" y="30078"/>
                </a:lnTo>
                <a:lnTo>
                  <a:pt x="25580" y="34869"/>
                </a:lnTo>
                <a:lnTo>
                  <a:pt x="21396" y="39940"/>
                </a:lnTo>
                <a:lnTo>
                  <a:pt x="17537" y="45277"/>
                </a:lnTo>
                <a:lnTo>
                  <a:pt x="14020" y="50862"/>
                </a:lnTo>
                <a:lnTo>
                  <a:pt x="10859" y="56682"/>
                </a:lnTo>
                <a:lnTo>
                  <a:pt x="8070" y="62722"/>
                </a:lnTo>
                <a:lnTo>
                  <a:pt x="5668" y="68964"/>
                </a:lnTo>
                <a:lnTo>
                  <a:pt x="3668" y="75395"/>
                </a:lnTo>
                <a:lnTo>
                  <a:pt x="2086" y="82000"/>
                </a:lnTo>
                <a:lnTo>
                  <a:pt x="937" y="88762"/>
                </a:lnTo>
                <a:lnTo>
                  <a:pt x="237" y="95667"/>
                </a:lnTo>
                <a:lnTo>
                  <a:pt x="0" y="102699"/>
                </a:lnTo>
                <a:lnTo>
                  <a:pt x="0" y="1247171"/>
                </a:lnTo>
                <a:lnTo>
                  <a:pt x="237" y="1254203"/>
                </a:lnTo>
                <a:lnTo>
                  <a:pt x="937" y="1261107"/>
                </a:lnTo>
                <a:lnTo>
                  <a:pt x="2086" y="1267869"/>
                </a:lnTo>
                <a:lnTo>
                  <a:pt x="3668" y="1274473"/>
                </a:lnTo>
                <a:lnTo>
                  <a:pt x="5668" y="1280904"/>
                </a:lnTo>
                <a:lnTo>
                  <a:pt x="8070" y="1287146"/>
                </a:lnTo>
                <a:lnTo>
                  <a:pt x="10859" y="1293184"/>
                </a:lnTo>
                <a:lnTo>
                  <a:pt x="14020" y="1299003"/>
                </a:lnTo>
                <a:lnTo>
                  <a:pt x="17537" y="1304588"/>
                </a:lnTo>
                <a:lnTo>
                  <a:pt x="21396" y="1309923"/>
                </a:lnTo>
                <a:lnTo>
                  <a:pt x="25580" y="1314993"/>
                </a:lnTo>
                <a:lnTo>
                  <a:pt x="30076" y="1319783"/>
                </a:lnTo>
                <a:lnTo>
                  <a:pt x="34866" y="1324278"/>
                </a:lnTo>
                <a:lnTo>
                  <a:pt x="39937" y="1328462"/>
                </a:lnTo>
                <a:lnTo>
                  <a:pt x="45272" y="1332320"/>
                </a:lnTo>
                <a:lnTo>
                  <a:pt x="50857" y="1335837"/>
                </a:lnTo>
                <a:lnTo>
                  <a:pt x="56676" y="1338997"/>
                </a:lnTo>
                <a:lnTo>
                  <a:pt x="62714" y="1341785"/>
                </a:lnTo>
                <a:lnTo>
                  <a:pt x="68956" y="1344187"/>
                </a:lnTo>
                <a:lnTo>
                  <a:pt x="75386" y="1346186"/>
                </a:lnTo>
                <a:lnTo>
                  <a:pt x="81988" y="1347767"/>
                </a:lnTo>
                <a:lnTo>
                  <a:pt x="88749" y="1348916"/>
                </a:lnTo>
                <a:lnTo>
                  <a:pt x="95652" y="1349616"/>
                </a:lnTo>
                <a:lnTo>
                  <a:pt x="102681" y="1349853"/>
                </a:lnTo>
                <a:lnTo>
                  <a:pt x="2328621" y="1349853"/>
                </a:lnTo>
                <a:lnTo>
                  <a:pt x="2335653" y="1349616"/>
                </a:lnTo>
                <a:lnTo>
                  <a:pt x="2342558" y="1348916"/>
                </a:lnTo>
                <a:lnTo>
                  <a:pt x="2349321" y="1347767"/>
                </a:lnTo>
                <a:lnTo>
                  <a:pt x="2355925" y="1346186"/>
                </a:lnTo>
                <a:lnTo>
                  <a:pt x="2362357" y="1344187"/>
                </a:lnTo>
                <a:lnTo>
                  <a:pt x="2368601" y="1341785"/>
                </a:lnTo>
                <a:lnTo>
                  <a:pt x="2374641" y="1338997"/>
                </a:lnTo>
                <a:lnTo>
                  <a:pt x="2380462" y="1335837"/>
                </a:lnTo>
                <a:lnTo>
                  <a:pt x="2386048" y="1332320"/>
                </a:lnTo>
                <a:lnTo>
                  <a:pt x="2391386" y="1328462"/>
                </a:lnTo>
                <a:lnTo>
                  <a:pt x="2396458" y="1324278"/>
                </a:lnTo>
                <a:lnTo>
                  <a:pt x="2401250" y="1319783"/>
                </a:lnTo>
                <a:lnTo>
                  <a:pt x="2405747" y="1314993"/>
                </a:lnTo>
                <a:lnTo>
                  <a:pt x="2409933" y="1309923"/>
                </a:lnTo>
                <a:lnTo>
                  <a:pt x="2413793" y="1304588"/>
                </a:lnTo>
                <a:lnTo>
                  <a:pt x="2417312" y="1299003"/>
                </a:lnTo>
                <a:lnTo>
                  <a:pt x="2420474" y="1293184"/>
                </a:lnTo>
                <a:lnTo>
                  <a:pt x="2423264" y="1287146"/>
                </a:lnTo>
                <a:lnTo>
                  <a:pt x="2425667" y="1280904"/>
                </a:lnTo>
                <a:lnTo>
                  <a:pt x="2427667" y="1274473"/>
                </a:lnTo>
                <a:lnTo>
                  <a:pt x="2429250" y="1267869"/>
                </a:lnTo>
                <a:lnTo>
                  <a:pt x="2430399" y="1261107"/>
                </a:lnTo>
                <a:lnTo>
                  <a:pt x="2431100" y="1254203"/>
                </a:lnTo>
                <a:lnTo>
                  <a:pt x="2431337" y="1247171"/>
                </a:lnTo>
                <a:lnTo>
                  <a:pt x="2431337" y="102699"/>
                </a:lnTo>
                <a:lnTo>
                  <a:pt x="2431100" y="95667"/>
                </a:lnTo>
                <a:lnTo>
                  <a:pt x="2430399" y="88762"/>
                </a:lnTo>
                <a:lnTo>
                  <a:pt x="2429250" y="82000"/>
                </a:lnTo>
                <a:lnTo>
                  <a:pt x="2427667" y="75395"/>
                </a:lnTo>
                <a:lnTo>
                  <a:pt x="2425667" y="68964"/>
                </a:lnTo>
                <a:lnTo>
                  <a:pt x="2423264" y="62722"/>
                </a:lnTo>
                <a:lnTo>
                  <a:pt x="2420474" y="56682"/>
                </a:lnTo>
                <a:lnTo>
                  <a:pt x="2417312" y="50862"/>
                </a:lnTo>
                <a:lnTo>
                  <a:pt x="2413793" y="45277"/>
                </a:lnTo>
                <a:lnTo>
                  <a:pt x="2409933" y="39940"/>
                </a:lnTo>
                <a:lnTo>
                  <a:pt x="2405747" y="34869"/>
                </a:lnTo>
                <a:lnTo>
                  <a:pt x="2401250" y="30078"/>
                </a:lnTo>
                <a:lnTo>
                  <a:pt x="2396458" y="25582"/>
                </a:lnTo>
                <a:lnTo>
                  <a:pt x="2391386" y="21397"/>
                </a:lnTo>
                <a:lnTo>
                  <a:pt x="2386048" y="17538"/>
                </a:lnTo>
                <a:lnTo>
                  <a:pt x="2380462" y="14020"/>
                </a:lnTo>
                <a:lnTo>
                  <a:pt x="2374641" y="10859"/>
                </a:lnTo>
                <a:lnTo>
                  <a:pt x="2368601" y="8070"/>
                </a:lnTo>
                <a:lnTo>
                  <a:pt x="2362357" y="5668"/>
                </a:lnTo>
                <a:lnTo>
                  <a:pt x="2355925" y="3668"/>
                </a:lnTo>
                <a:lnTo>
                  <a:pt x="2349321" y="2086"/>
                </a:lnTo>
                <a:lnTo>
                  <a:pt x="2342558" y="937"/>
                </a:lnTo>
                <a:lnTo>
                  <a:pt x="2335653" y="237"/>
                </a:lnTo>
                <a:lnTo>
                  <a:pt x="2328621" y="0"/>
                </a:lnTo>
                <a:lnTo>
                  <a:pt x="102681" y="0"/>
                </a:lnTo>
                <a:lnTo>
                  <a:pt x="95652" y="237"/>
                </a:lnTo>
                <a:lnTo>
                  <a:pt x="88749" y="937"/>
                </a:lnTo>
                <a:lnTo>
                  <a:pt x="81988" y="2086"/>
                </a:lnTo>
                <a:lnTo>
                  <a:pt x="75386" y="36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c573c147a440b"/>
          <a:stretch xmlns:a="http://schemas.openxmlformats.org/drawingml/2006/main"/>
        </p:blipFill>
        <p:spPr>
          <a:xfrm xmlns:a="http://schemas.openxmlformats.org/drawingml/2006/main">
            <a:off x="4898854" y="507012"/>
            <a:ext cx="2431337" cy="1348920"/>
          </a:xfrm>
          <a:prstGeom xmlns:a="http://schemas.openxmlformats.org/drawingml/2006/main" prst="rect">
            <a:avLst/>
          </a:prstGeom>
        </p:spPr>
      </p:pic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AC5B2-BB73-412D-B2D1-CB7BA8E5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854" y="1233924"/>
            <a:ext cx="2431337" cy="10"/>
          </a:xfrm>
          <a:custGeom xmlns:a="http://schemas.openxmlformats.org/drawingml/2006/main">
            <a:pathLst>
              <a:path w="2431337" h="1" fill="none">
                <a:moveTo>
                  <a:pt x="0" y="0"/>
                </a:moveTo>
                <a:lnTo>
                  <a:pt x="24313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03" cap="flat">
            <a:solidFill>
              <a:srgbClr val="FFC000"/>
            </a:solidFill>
            <a:custDash>
              <a:ds d="2325527" sp="1744145"/>
            </a:custDash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4D88D-546F-4CF8-8111-EACC7A2B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0507" y="1357660"/>
            <a:ext cx="320865" cy="187374"/>
          </a:xfrm>
          <a:custGeom xmlns:a="http://schemas.openxmlformats.org/drawingml/2006/main">
            <a:pathLst>
              <a:path w="320865" h="187374">
                <a:moveTo>
                  <a:pt x="320865" y="187374"/>
                </a:moveTo>
                <a:lnTo>
                  <a:pt x="0" y="187374"/>
                </a:lnTo>
                <a:lnTo>
                  <a:pt x="0" y="0"/>
                </a:lnTo>
                <a:lnTo>
                  <a:pt x="320865" y="0"/>
                </a:lnTo>
                <a:lnTo>
                  <a:pt x="320865" y="1873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DAFD5A-2213-4FCF-99F7-69436203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004" y="1377823"/>
            <a:ext cx="36030" cy="146072"/>
          </a:xfrm>
          <a:custGeom xmlns:a="http://schemas.openxmlformats.org/drawingml/2006/main">
            <a:pathLst>
              <a:path w="36030" h="146072">
                <a:moveTo>
                  <a:pt x="36030" y="146072"/>
                </a:moveTo>
                <a:lnTo>
                  <a:pt x="0" y="146072"/>
                </a:lnTo>
                <a:lnTo>
                  <a:pt x="0" y="0"/>
                </a:lnTo>
                <a:lnTo>
                  <a:pt x="36030" y="0"/>
                </a:lnTo>
                <a:lnTo>
                  <a:pt x="36030" y="14607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41ca3ed5174375"/>
          <a:stretch xmlns:a="http://schemas.openxmlformats.org/drawingml/2006/main"/>
        </p:blipFill>
        <p:spPr>
          <a:xfrm xmlns:a="http://schemas.openxmlformats.org/drawingml/2006/main">
            <a:off x="5015541" y="1317144"/>
            <a:ext cx="519367" cy="269907"/>
          </a:xfrm>
          <a:prstGeom xmlns:a="http://schemas.openxmlformats.org/drawingml/2006/main" prst="rect">
            <a:avLst/>
          </a:prstGeom>
        </p:spPr>
      </p:pic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704F7-0D61-4464-A40A-02668D08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171" y="900001"/>
            <a:ext cx="320865" cy="187374"/>
          </a:xfrm>
          <a:custGeom xmlns:a="http://schemas.openxmlformats.org/drawingml/2006/main">
            <a:pathLst>
              <a:path w="320865" h="187374">
                <a:moveTo>
                  <a:pt x="0" y="0"/>
                </a:moveTo>
                <a:lnTo>
                  <a:pt x="320865" y="0"/>
                </a:lnTo>
                <a:lnTo>
                  <a:pt x="320865" y="187374"/>
                </a:lnTo>
                <a:lnTo>
                  <a:pt x="0" y="1873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26B43-98F2-4B3C-973D-01F56AE0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509" y="921123"/>
            <a:ext cx="36030" cy="146072"/>
          </a:xfrm>
          <a:custGeom xmlns:a="http://schemas.openxmlformats.org/drawingml/2006/main">
            <a:pathLst>
              <a:path w="36030" h="146072">
                <a:moveTo>
                  <a:pt x="0" y="0"/>
                </a:moveTo>
                <a:lnTo>
                  <a:pt x="36030" y="0"/>
                </a:lnTo>
                <a:lnTo>
                  <a:pt x="36030" y="146072"/>
                </a:lnTo>
                <a:lnTo>
                  <a:pt x="0" y="1460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f55a0027d4f8b"/>
          <a:stretch xmlns:a="http://schemas.openxmlformats.org/drawingml/2006/main"/>
        </p:blipFill>
        <p:spPr>
          <a:xfrm xmlns:a="http://schemas.openxmlformats.org/drawingml/2006/main">
            <a:off x="6317558" y="859362"/>
            <a:ext cx="516032" cy="270303"/>
          </a:xfrm>
          <a:prstGeom xmlns:a="http://schemas.openxmlformats.org/drawingml/2006/main" prst="rect">
            <a:avLst/>
          </a:prstGeom>
        </p:spPr>
      </p:pic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E6C98-27E7-456A-BE15-45F4610A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854" y="1659629"/>
            <a:ext cx="2431337" cy="10"/>
          </a:xfrm>
          <a:custGeom xmlns:a="http://schemas.openxmlformats.org/drawingml/2006/main">
            <a:pathLst>
              <a:path w="2431337" h="1" fill="none">
                <a:moveTo>
                  <a:pt x="0" y="0"/>
                </a:moveTo>
                <a:lnTo>
                  <a:pt x="24313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03" cap="flat">
            <a:solidFill>
              <a:srgbClr val="A5A5A5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2C72FF-FCD6-4AA8-9B20-C4E09DAD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854" y="785617"/>
            <a:ext cx="2431337" cy="10"/>
          </a:xfrm>
          <a:custGeom xmlns:a="http://schemas.openxmlformats.org/drawingml/2006/main">
            <a:pathLst>
              <a:path w="2431337" h="1" fill="none">
                <a:moveTo>
                  <a:pt x="0" y="0"/>
                </a:moveTo>
                <a:lnTo>
                  <a:pt x="24313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03" cap="flat">
            <a:solidFill>
              <a:srgbClr val="A5A5A5"/>
            </a:solidFill>
            <a:miter/>
          </a:ln>
        </p:spPr>
      </p:sp>
      <p:pic>
        <p:nvPicPr>
          <p:cNvPr id="3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b4b2f18bb0421c"/>
          <a:stretch xmlns:a="http://schemas.openxmlformats.org/drawingml/2006/main"/>
        </p:blipFill>
        <p:spPr>
          <a:xfrm xmlns:a="http://schemas.openxmlformats.org/drawingml/2006/main">
            <a:off x="7068912" y="1128391"/>
            <a:ext cx="232496" cy="289601"/>
          </a:xfrm>
          <a:prstGeom xmlns:a="http://schemas.openxmlformats.org/drawingml/2006/main" prst="rect">
            <a:avLst/>
          </a:prstGeom>
        </p:spPr>
      </p:pic>
      <p:pic>
        <p:nvPicPr>
          <p:cNvPr id="3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ab8da5cff4407"/>
          <a:stretch xmlns:a="http://schemas.openxmlformats.org/drawingml/2006/main"/>
        </p:blipFill>
        <p:spPr>
          <a:xfrm xmlns:a="http://schemas.openxmlformats.org/drawingml/2006/main">
            <a:off x="5415737" y="506546"/>
            <a:ext cx="511662" cy="397050"/>
          </a:xfrm>
          <a:prstGeom xmlns:a="http://schemas.openxmlformats.org/drawingml/2006/main" prst="rect">
            <a:avLst/>
          </a:prstGeom>
        </p:spPr>
      </p:pic>
      <p:pic>
        <p:nvPicPr>
          <p:cNvPr id="3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244346bd34b06"/>
          <a:stretch xmlns:a="http://schemas.openxmlformats.org/drawingml/2006/main"/>
        </p:blipFill>
        <p:spPr>
          <a:xfrm xmlns:a="http://schemas.openxmlformats.org/drawingml/2006/main">
            <a:off x="6152752" y="1529666"/>
            <a:ext cx="183402" cy="281217"/>
          </a:xfrm>
          <a:prstGeom xmlns:a="http://schemas.openxmlformats.org/drawingml/2006/main" prst="rect">
            <a:avLst/>
          </a:prstGeom>
        </p:spPr>
      </p:pic>
      <p:pic>
        <p:nvPicPr>
          <p:cNvPr id="3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9b401731546a5"/>
          <a:stretch xmlns:a="http://schemas.openxmlformats.org/drawingml/2006/main"/>
        </p:blipFill>
        <p:spPr>
          <a:xfrm xmlns:a="http://schemas.openxmlformats.org/drawingml/2006/main">
            <a:off x="5928260" y="1385823"/>
            <a:ext cx="621038" cy="469864"/>
          </a:xfrm>
          <a:prstGeom xmlns:a="http://schemas.openxmlformats.org/drawingml/2006/main" prst="rect">
            <a:avLst/>
          </a:prstGeom>
        </p:spPr>
      </p:pic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EEAF7-DD7C-413D-BF5C-19B598FC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2813" y="1358934"/>
            <a:ext cx="228641" cy="228470"/>
          </a:xfrm>
          <a:custGeom xmlns:a="http://schemas.openxmlformats.org/drawingml/2006/main">
            <a:pathLst>
              <a:path w="228641" h="228470">
                <a:moveTo>
                  <a:pt x="0" y="114235"/>
                </a:moveTo>
                <a:cubicBezTo>
                  <a:pt x="0" y="51144"/>
                  <a:pt x="51178" y="0"/>
                  <a:pt x="114321" y="0"/>
                </a:cubicBezTo>
                <a:cubicBezTo>
                  <a:pt x="177463" y="0"/>
                  <a:pt x="228641" y="51144"/>
                  <a:pt x="228641" y="114235"/>
                </a:cubicBezTo>
                <a:cubicBezTo>
                  <a:pt x="228641" y="177326"/>
                  <a:pt x="177463" y="228470"/>
                  <a:pt x="114321" y="228470"/>
                </a:cubicBezTo>
                <a:cubicBezTo>
                  <a:pt x="51178" y="228470"/>
                  <a:pt x="0" y="177326"/>
                  <a:pt x="0" y="114235"/>
                </a:cubicBez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1">
            <a:extLst xmlns:a="http://schemas.openxmlformats.org/drawingml/2006/main">
              <a:ext uri="{FF2B5EF4-FFF2-40B4-BE49-F238E27FC236}">
                <a16:creationId xmlns:a16="http://schemas.microsoft.com/office/drawing/2014/main" id="{085354CC-60A4-4158-8A1C-AD09B20E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2202" y="1419830"/>
            <a:ext cx="66133" cy="124942"/>
          </a:xfrm>
          <a:custGeom xmlns:a="http://schemas.openxmlformats.org/drawingml/2006/main">
            <a:pathLst>
              <a:path w="66133" h="124942">
                <a:moveTo>
                  <a:pt x="48064" y="0"/>
                </a:moveTo>
                <a:lnTo>
                  <a:pt x="48064" y="100026"/>
                </a:lnTo>
                <a:cubicBezTo>
                  <a:pt x="48064" y="107612"/>
                  <a:pt x="48395" y="112453"/>
                  <a:pt x="49058" y="114546"/>
                </a:cubicBezTo>
                <a:cubicBezTo>
                  <a:pt x="49720" y="116639"/>
                  <a:pt x="51106" y="118353"/>
                  <a:pt x="53214" y="119689"/>
                </a:cubicBezTo>
                <a:cubicBezTo>
                  <a:pt x="55322" y="121024"/>
                  <a:pt x="58695" y="121692"/>
                  <a:pt x="63333" y="121692"/>
                </a:cubicBezTo>
                <a:lnTo>
                  <a:pt x="66133" y="121692"/>
                </a:lnTo>
                <a:lnTo>
                  <a:pt x="66133" y="124942"/>
                </a:lnTo>
                <a:lnTo>
                  <a:pt x="1626" y="124942"/>
                </a:lnTo>
                <a:lnTo>
                  <a:pt x="1626" y="121692"/>
                </a:lnTo>
                <a:lnTo>
                  <a:pt x="4879" y="121692"/>
                </a:lnTo>
                <a:cubicBezTo>
                  <a:pt x="10119" y="121692"/>
                  <a:pt x="13853" y="121085"/>
                  <a:pt x="16082" y="119872"/>
                </a:cubicBezTo>
                <a:cubicBezTo>
                  <a:pt x="18310" y="118657"/>
                  <a:pt x="19816" y="116988"/>
                  <a:pt x="20599" y="114865"/>
                </a:cubicBezTo>
                <a:cubicBezTo>
                  <a:pt x="21382" y="112739"/>
                  <a:pt x="21773" y="107793"/>
                  <a:pt x="21773" y="100026"/>
                </a:cubicBezTo>
                <a:lnTo>
                  <a:pt x="21773" y="36652"/>
                </a:lnTo>
                <a:cubicBezTo>
                  <a:pt x="21773" y="30995"/>
                  <a:pt x="21502" y="27459"/>
                  <a:pt x="20960" y="26045"/>
                </a:cubicBezTo>
                <a:cubicBezTo>
                  <a:pt x="20418" y="24630"/>
                  <a:pt x="19409" y="23427"/>
                  <a:pt x="17934" y="22434"/>
                </a:cubicBezTo>
                <a:cubicBezTo>
                  <a:pt x="16458" y="21440"/>
                  <a:pt x="14757" y="20944"/>
                  <a:pt x="12829" y="20944"/>
                </a:cubicBezTo>
                <a:cubicBezTo>
                  <a:pt x="9757" y="20944"/>
                  <a:pt x="6023" y="21907"/>
                  <a:pt x="1626" y="23833"/>
                </a:cubicBezTo>
                <a:lnTo>
                  <a:pt x="0" y="20583"/>
                </a:lnTo>
                <a:lnTo>
                  <a:pt x="45083" y="0"/>
                </a:lnTo>
                <a:lnTo>
                  <a:pt x="48064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DE27E-6C5B-47F2-93B4-B996A337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9902" y="824249"/>
            <a:ext cx="228641" cy="228470"/>
          </a:xfrm>
          <a:custGeom xmlns:a="http://schemas.openxmlformats.org/drawingml/2006/main">
            <a:pathLst>
              <a:path w="228641" h="228470">
                <a:moveTo>
                  <a:pt x="0" y="114235"/>
                </a:moveTo>
                <a:cubicBezTo>
                  <a:pt x="0" y="51144"/>
                  <a:pt x="51178" y="0"/>
                  <a:pt x="114321" y="0"/>
                </a:cubicBezTo>
                <a:cubicBezTo>
                  <a:pt x="177463" y="0"/>
                  <a:pt x="228641" y="51144"/>
                  <a:pt x="228641" y="114235"/>
                </a:cubicBezTo>
                <a:cubicBezTo>
                  <a:pt x="228641" y="177326"/>
                  <a:pt x="177463" y="228470"/>
                  <a:pt x="114321" y="228470"/>
                </a:cubicBezTo>
                <a:cubicBezTo>
                  <a:pt x="51178" y="228470"/>
                  <a:pt x="0" y="177326"/>
                  <a:pt x="0" y="114235"/>
                </a:cubicBez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2">
            <a:extLst xmlns:a="http://schemas.openxmlformats.org/drawingml/2006/main">
              <a:ext uri="{FF2B5EF4-FFF2-40B4-BE49-F238E27FC236}">
                <a16:creationId xmlns:a16="http://schemas.microsoft.com/office/drawing/2014/main" id="{D2C01145-34C8-4EED-87EE-BEEB78B4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1611" y="885017"/>
            <a:ext cx="78962" cy="124942"/>
          </a:xfrm>
          <a:custGeom xmlns:a="http://schemas.openxmlformats.org/drawingml/2006/main">
            <a:pathLst>
              <a:path w="78962" h="124942">
                <a:moveTo>
                  <a:pt x="72096" y="124942"/>
                </a:moveTo>
                <a:lnTo>
                  <a:pt x="0" y="124942"/>
                </a:lnTo>
                <a:lnTo>
                  <a:pt x="0" y="122956"/>
                </a:lnTo>
                <a:cubicBezTo>
                  <a:pt x="22105" y="96678"/>
                  <a:pt x="35521" y="79000"/>
                  <a:pt x="40249" y="69921"/>
                </a:cubicBezTo>
                <a:cubicBezTo>
                  <a:pt x="44977" y="60841"/>
                  <a:pt x="47341" y="51972"/>
                  <a:pt x="47341" y="43313"/>
                </a:cubicBezTo>
                <a:cubicBezTo>
                  <a:pt x="47341" y="36999"/>
                  <a:pt x="45384" y="31753"/>
                  <a:pt x="41469" y="27574"/>
                </a:cubicBezTo>
                <a:cubicBezTo>
                  <a:pt x="37554" y="23395"/>
                  <a:pt x="32765" y="21305"/>
                  <a:pt x="27104" y="21305"/>
                </a:cubicBezTo>
                <a:cubicBezTo>
                  <a:pt x="17828" y="21305"/>
                  <a:pt x="10631" y="25933"/>
                  <a:pt x="5511" y="35188"/>
                </a:cubicBezTo>
                <a:lnTo>
                  <a:pt x="2168" y="34017"/>
                </a:lnTo>
                <a:cubicBezTo>
                  <a:pt x="5421" y="22437"/>
                  <a:pt x="10360" y="13873"/>
                  <a:pt x="16985" y="8325"/>
                </a:cubicBezTo>
                <a:cubicBezTo>
                  <a:pt x="23610" y="2775"/>
                  <a:pt x="31260" y="0"/>
                  <a:pt x="39933" y="0"/>
                </a:cubicBezTo>
                <a:cubicBezTo>
                  <a:pt x="46137" y="0"/>
                  <a:pt x="51798" y="1444"/>
                  <a:pt x="56918" y="4333"/>
                </a:cubicBezTo>
                <a:cubicBezTo>
                  <a:pt x="62038" y="7222"/>
                  <a:pt x="66043" y="11179"/>
                  <a:pt x="68934" y="16205"/>
                </a:cubicBezTo>
                <a:cubicBezTo>
                  <a:pt x="71825" y="21230"/>
                  <a:pt x="73271" y="25939"/>
                  <a:pt x="73271" y="30333"/>
                </a:cubicBezTo>
                <a:cubicBezTo>
                  <a:pt x="73271" y="38337"/>
                  <a:pt x="71042" y="46462"/>
                  <a:pt x="66585" y="54707"/>
                </a:cubicBezTo>
                <a:cubicBezTo>
                  <a:pt x="60502" y="65841"/>
                  <a:pt x="47221" y="81369"/>
                  <a:pt x="26742" y="101289"/>
                </a:cubicBezTo>
                <a:lnTo>
                  <a:pt x="53214" y="101289"/>
                </a:lnTo>
                <a:cubicBezTo>
                  <a:pt x="59719" y="101289"/>
                  <a:pt x="63950" y="101019"/>
                  <a:pt x="65907" y="100477"/>
                </a:cubicBezTo>
                <a:cubicBezTo>
                  <a:pt x="67865" y="99935"/>
                  <a:pt x="69476" y="99017"/>
                  <a:pt x="70741" y="97724"/>
                </a:cubicBezTo>
                <a:cubicBezTo>
                  <a:pt x="72006" y="96430"/>
                  <a:pt x="73662" y="93706"/>
                  <a:pt x="75710" y="89554"/>
                </a:cubicBezTo>
                <a:lnTo>
                  <a:pt x="78962" y="89554"/>
                </a:lnTo>
                <a:lnTo>
                  <a:pt x="72096" y="1249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B3FCE1-0640-4D80-A238-6B9DEB19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709" y="1343564"/>
            <a:ext cx="228641" cy="228470"/>
          </a:xfrm>
          <a:custGeom xmlns:a="http://schemas.openxmlformats.org/drawingml/2006/main">
            <a:pathLst>
              <a:path w="228641" h="228470">
                <a:moveTo>
                  <a:pt x="0" y="114235"/>
                </a:moveTo>
                <a:cubicBezTo>
                  <a:pt x="0" y="51144"/>
                  <a:pt x="51178" y="0"/>
                  <a:pt x="114321" y="0"/>
                </a:cubicBezTo>
                <a:cubicBezTo>
                  <a:pt x="177463" y="0"/>
                  <a:pt x="228641" y="51144"/>
                  <a:pt x="228641" y="114235"/>
                </a:cubicBezTo>
                <a:cubicBezTo>
                  <a:pt x="228641" y="177326"/>
                  <a:pt x="177463" y="228470"/>
                  <a:pt x="114321" y="228470"/>
                </a:cubicBezTo>
                <a:cubicBezTo>
                  <a:pt x="51178" y="228470"/>
                  <a:pt x="0" y="177326"/>
                  <a:pt x="0" y="114235"/>
                </a:cubicBez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3">
            <a:extLst xmlns:a="http://schemas.openxmlformats.org/drawingml/2006/main">
              <a:ext uri="{FF2B5EF4-FFF2-40B4-BE49-F238E27FC236}">
                <a16:creationId xmlns:a16="http://schemas.microsoft.com/office/drawing/2014/main" id="{6EA8B021-58B8-45D9-ABD1-7655A58D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8881" y="1404384"/>
            <a:ext cx="78872" cy="127650"/>
          </a:xfrm>
          <a:custGeom xmlns:a="http://schemas.openxmlformats.org/drawingml/2006/main">
            <a:pathLst>
              <a:path w="78872" h="127650">
                <a:moveTo>
                  <a:pt x="24393" y="63554"/>
                </a:moveTo>
                <a:lnTo>
                  <a:pt x="24393" y="60304"/>
                </a:lnTo>
                <a:cubicBezTo>
                  <a:pt x="31260" y="58322"/>
                  <a:pt x="36018" y="56475"/>
                  <a:pt x="38668" y="54764"/>
                </a:cubicBezTo>
                <a:cubicBezTo>
                  <a:pt x="41318" y="53052"/>
                  <a:pt x="43607" y="50440"/>
                  <a:pt x="45534" y="46926"/>
                </a:cubicBezTo>
                <a:cubicBezTo>
                  <a:pt x="47462" y="43413"/>
                  <a:pt x="48425" y="39855"/>
                  <a:pt x="48425" y="36251"/>
                </a:cubicBezTo>
                <a:cubicBezTo>
                  <a:pt x="48425" y="31267"/>
                  <a:pt x="46603" y="26989"/>
                  <a:pt x="42960" y="23415"/>
                </a:cubicBezTo>
                <a:cubicBezTo>
                  <a:pt x="39316" y="19842"/>
                  <a:pt x="34783" y="18055"/>
                  <a:pt x="29362" y="18055"/>
                </a:cubicBezTo>
                <a:cubicBezTo>
                  <a:pt x="20930" y="18055"/>
                  <a:pt x="13763" y="22539"/>
                  <a:pt x="7860" y="31506"/>
                </a:cubicBezTo>
                <a:lnTo>
                  <a:pt x="4517" y="30333"/>
                </a:lnTo>
                <a:cubicBezTo>
                  <a:pt x="8854" y="20252"/>
                  <a:pt x="14410" y="12676"/>
                  <a:pt x="21186" y="7606"/>
                </a:cubicBezTo>
                <a:cubicBezTo>
                  <a:pt x="27962" y="2535"/>
                  <a:pt x="35506" y="0"/>
                  <a:pt x="43818" y="0"/>
                </a:cubicBezTo>
                <a:cubicBezTo>
                  <a:pt x="52310" y="0"/>
                  <a:pt x="59312" y="2588"/>
                  <a:pt x="64823" y="7764"/>
                </a:cubicBezTo>
                <a:cubicBezTo>
                  <a:pt x="70334" y="12940"/>
                  <a:pt x="73090" y="18988"/>
                  <a:pt x="73090" y="25909"/>
                </a:cubicBezTo>
                <a:cubicBezTo>
                  <a:pt x="73090" y="30423"/>
                  <a:pt x="71810" y="34771"/>
                  <a:pt x="69250" y="38954"/>
                </a:cubicBezTo>
                <a:cubicBezTo>
                  <a:pt x="66690" y="43137"/>
                  <a:pt x="62670" y="46823"/>
                  <a:pt x="57189" y="50013"/>
                </a:cubicBezTo>
                <a:cubicBezTo>
                  <a:pt x="64236" y="53447"/>
                  <a:pt x="69612" y="57680"/>
                  <a:pt x="73316" y="62711"/>
                </a:cubicBezTo>
                <a:cubicBezTo>
                  <a:pt x="77020" y="67742"/>
                  <a:pt x="78872" y="74053"/>
                  <a:pt x="78872" y="81646"/>
                </a:cubicBezTo>
                <a:cubicBezTo>
                  <a:pt x="78872" y="94420"/>
                  <a:pt x="74249" y="105281"/>
                  <a:pt x="65004" y="114230"/>
                </a:cubicBezTo>
                <a:cubicBezTo>
                  <a:pt x="55759" y="123177"/>
                  <a:pt x="43366" y="127650"/>
                  <a:pt x="27827" y="127650"/>
                </a:cubicBezTo>
                <a:cubicBezTo>
                  <a:pt x="17467" y="127650"/>
                  <a:pt x="9908" y="125928"/>
                  <a:pt x="5150" y="122484"/>
                </a:cubicBezTo>
                <a:cubicBezTo>
                  <a:pt x="1717" y="120070"/>
                  <a:pt x="0" y="116959"/>
                  <a:pt x="0" y="113152"/>
                </a:cubicBezTo>
                <a:cubicBezTo>
                  <a:pt x="0" y="110374"/>
                  <a:pt x="994" y="108004"/>
                  <a:pt x="2981" y="106040"/>
                </a:cubicBezTo>
                <a:cubicBezTo>
                  <a:pt x="4969" y="104077"/>
                  <a:pt x="7258" y="103095"/>
                  <a:pt x="9848" y="103095"/>
                </a:cubicBezTo>
                <a:cubicBezTo>
                  <a:pt x="11835" y="103095"/>
                  <a:pt x="13702" y="103518"/>
                  <a:pt x="15449" y="104364"/>
                </a:cubicBezTo>
                <a:cubicBezTo>
                  <a:pt x="16413" y="104850"/>
                  <a:pt x="19831" y="107498"/>
                  <a:pt x="25703" y="112309"/>
                </a:cubicBezTo>
                <a:cubicBezTo>
                  <a:pt x="31576" y="117120"/>
                  <a:pt x="37072" y="119525"/>
                  <a:pt x="42192" y="119525"/>
                </a:cubicBezTo>
                <a:cubicBezTo>
                  <a:pt x="46649" y="119525"/>
                  <a:pt x="50473" y="117762"/>
                  <a:pt x="53666" y="114236"/>
                </a:cubicBezTo>
                <a:cubicBezTo>
                  <a:pt x="56858" y="110709"/>
                  <a:pt x="58454" y="106233"/>
                  <a:pt x="58454" y="100807"/>
                </a:cubicBezTo>
                <a:cubicBezTo>
                  <a:pt x="58454" y="92549"/>
                  <a:pt x="55563" y="84938"/>
                  <a:pt x="49781" y="77976"/>
                </a:cubicBezTo>
                <a:cubicBezTo>
                  <a:pt x="43998" y="71013"/>
                  <a:pt x="35536" y="66206"/>
                  <a:pt x="24393" y="6355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F9448-101A-492B-9F00-3C3C1CBC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742" y="529804"/>
            <a:ext cx="228641" cy="228470"/>
          </a:xfrm>
          <a:custGeom xmlns:a="http://schemas.openxmlformats.org/drawingml/2006/main">
            <a:pathLst>
              <a:path w="228641" h="228470">
                <a:moveTo>
                  <a:pt x="0" y="114235"/>
                </a:moveTo>
                <a:cubicBezTo>
                  <a:pt x="0" y="51144"/>
                  <a:pt x="51178" y="0"/>
                  <a:pt x="114321" y="0"/>
                </a:cubicBezTo>
                <a:cubicBezTo>
                  <a:pt x="177463" y="0"/>
                  <a:pt x="228641" y="51144"/>
                  <a:pt x="228641" y="114235"/>
                </a:cubicBezTo>
                <a:cubicBezTo>
                  <a:pt x="228641" y="177326"/>
                  <a:pt x="177463" y="228470"/>
                  <a:pt x="114321" y="228470"/>
                </a:cubicBezTo>
                <a:cubicBezTo>
                  <a:pt x="51178" y="228470"/>
                  <a:pt x="0" y="177326"/>
                  <a:pt x="0" y="114235"/>
                </a:cubicBezTo>
              </a:path>
            </a:pathLst>
          </a:custGeom>
          <a:solidFill xmlns:a="http://schemas.openxmlformats.org/drawingml/2006/main">
            <a:srgbClr val="ED7D3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4">
            <a:extLst xmlns:a="http://schemas.openxmlformats.org/drawingml/2006/main">
              <a:ext uri="{FF2B5EF4-FFF2-40B4-BE49-F238E27FC236}">
                <a16:creationId xmlns:a16="http://schemas.microsoft.com/office/drawing/2014/main" id="{936FE4A1-C0EE-4968-BA04-BBBA6A09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5542" y="591545"/>
            <a:ext cx="80408" cy="124942"/>
          </a:xfrm>
          <a:custGeom xmlns:a="http://schemas.openxmlformats.org/drawingml/2006/main">
            <a:pathLst>
              <a:path w="80408" h="124942">
                <a:moveTo>
                  <a:pt x="0" y="78720"/>
                </a:moveTo>
                <a:lnTo>
                  <a:pt x="58183" y="0"/>
                </a:lnTo>
                <a:lnTo>
                  <a:pt x="69205" y="0"/>
                </a:lnTo>
                <a:lnTo>
                  <a:pt x="69205" y="78720"/>
                </a:lnTo>
                <a:lnTo>
                  <a:pt x="80408" y="78720"/>
                </a:lnTo>
                <a:lnTo>
                  <a:pt x="80408" y="97498"/>
                </a:lnTo>
                <a:lnTo>
                  <a:pt x="69205" y="97498"/>
                </a:lnTo>
                <a:lnTo>
                  <a:pt x="69205" y="124942"/>
                </a:lnTo>
                <a:lnTo>
                  <a:pt x="44360" y="124942"/>
                </a:lnTo>
                <a:lnTo>
                  <a:pt x="44360" y="97498"/>
                </a:lnTo>
                <a:lnTo>
                  <a:pt x="0" y="97498"/>
                </a:lnTo>
                <a:lnTo>
                  <a:pt x="0" y="78720"/>
                </a:lnTo>
                <a:moveTo>
                  <a:pt x="8764" y="78720"/>
                </a:moveTo>
                <a:lnTo>
                  <a:pt x="44360" y="78720"/>
                </a:lnTo>
                <a:lnTo>
                  <a:pt x="44360" y="30561"/>
                </a:lnTo>
                <a:lnTo>
                  <a:pt x="8764" y="787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E975EE-AAA5-431A-BD58-091BBF56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844" y="506544"/>
            <a:ext cx="2431337" cy="1349870"/>
          </a:xfrm>
          <a:custGeom xmlns:a="http://schemas.openxmlformats.org/drawingml/2006/main">
            <a:pathLst>
              <a:path w="2431337" h="1349870" fill="none">
                <a:moveTo>
                  <a:pt x="102699" y="0"/>
                </a:moveTo>
                <a:cubicBezTo>
                  <a:pt x="45975" y="0"/>
                  <a:pt x="0" y="45975"/>
                  <a:pt x="0" y="102699"/>
                </a:cubicBezTo>
                <a:lnTo>
                  <a:pt x="0" y="1247171"/>
                </a:lnTo>
                <a:cubicBezTo>
                  <a:pt x="0" y="1303878"/>
                  <a:pt x="45975" y="1349870"/>
                  <a:pt x="102699" y="1349870"/>
                </a:cubicBezTo>
                <a:lnTo>
                  <a:pt x="2328638" y="1349870"/>
                </a:lnTo>
                <a:cubicBezTo>
                  <a:pt x="2385362" y="1349870"/>
                  <a:pt x="2431337" y="1303878"/>
                  <a:pt x="2431337" y="1247171"/>
                </a:cubicBezTo>
                <a:lnTo>
                  <a:pt x="2431337" y="102699"/>
                </a:lnTo>
                <a:cubicBezTo>
                  <a:pt x="2431337" y="45975"/>
                  <a:pt x="2385362" y="0"/>
                  <a:pt x="2328638" y="0"/>
                </a:cubicBezTo>
                <a:lnTo>
                  <a:pt x="10269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47" cap="flat">
            <a:solidFill>
              <a:srgbClr val="231F20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737E37-6ECA-4F40-9D86-BD27FA6E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17" y="506546"/>
            <a:ext cx="2431337" cy="1349853"/>
          </a:xfrm>
          <a:custGeom xmlns:a="http://schemas.openxmlformats.org/drawingml/2006/main">
            <a:pathLst>
              <a:path w="2431337" h="1349853">
                <a:moveTo>
                  <a:pt x="75386" y="3668"/>
                </a:moveTo>
                <a:lnTo>
                  <a:pt x="68956" y="5668"/>
                </a:lnTo>
                <a:lnTo>
                  <a:pt x="62714" y="8070"/>
                </a:lnTo>
                <a:lnTo>
                  <a:pt x="56676" y="10859"/>
                </a:lnTo>
                <a:lnTo>
                  <a:pt x="50857" y="14020"/>
                </a:lnTo>
                <a:lnTo>
                  <a:pt x="45272" y="17538"/>
                </a:lnTo>
                <a:lnTo>
                  <a:pt x="39937" y="21397"/>
                </a:lnTo>
                <a:lnTo>
                  <a:pt x="34866" y="25582"/>
                </a:lnTo>
                <a:lnTo>
                  <a:pt x="30076" y="30078"/>
                </a:lnTo>
                <a:lnTo>
                  <a:pt x="25580" y="34869"/>
                </a:lnTo>
                <a:lnTo>
                  <a:pt x="21396" y="39940"/>
                </a:lnTo>
                <a:lnTo>
                  <a:pt x="17537" y="45277"/>
                </a:lnTo>
                <a:lnTo>
                  <a:pt x="14020" y="50862"/>
                </a:lnTo>
                <a:lnTo>
                  <a:pt x="10859" y="56682"/>
                </a:lnTo>
                <a:lnTo>
                  <a:pt x="8070" y="62722"/>
                </a:lnTo>
                <a:lnTo>
                  <a:pt x="5668" y="68964"/>
                </a:lnTo>
                <a:lnTo>
                  <a:pt x="3668" y="75395"/>
                </a:lnTo>
                <a:lnTo>
                  <a:pt x="2086" y="82000"/>
                </a:lnTo>
                <a:lnTo>
                  <a:pt x="937" y="88762"/>
                </a:lnTo>
                <a:lnTo>
                  <a:pt x="237" y="95667"/>
                </a:lnTo>
                <a:lnTo>
                  <a:pt x="0" y="102699"/>
                </a:lnTo>
                <a:lnTo>
                  <a:pt x="0" y="1247171"/>
                </a:lnTo>
                <a:lnTo>
                  <a:pt x="237" y="1254203"/>
                </a:lnTo>
                <a:lnTo>
                  <a:pt x="937" y="1261107"/>
                </a:lnTo>
                <a:lnTo>
                  <a:pt x="2086" y="1267869"/>
                </a:lnTo>
                <a:lnTo>
                  <a:pt x="3668" y="1274473"/>
                </a:lnTo>
                <a:lnTo>
                  <a:pt x="5668" y="1280904"/>
                </a:lnTo>
                <a:lnTo>
                  <a:pt x="8070" y="1287146"/>
                </a:lnTo>
                <a:lnTo>
                  <a:pt x="10859" y="1293184"/>
                </a:lnTo>
                <a:lnTo>
                  <a:pt x="14020" y="1299003"/>
                </a:lnTo>
                <a:lnTo>
                  <a:pt x="17537" y="1304588"/>
                </a:lnTo>
                <a:lnTo>
                  <a:pt x="21396" y="1309923"/>
                </a:lnTo>
                <a:lnTo>
                  <a:pt x="25580" y="1314993"/>
                </a:lnTo>
                <a:lnTo>
                  <a:pt x="30076" y="1319783"/>
                </a:lnTo>
                <a:lnTo>
                  <a:pt x="34866" y="1324278"/>
                </a:lnTo>
                <a:lnTo>
                  <a:pt x="39937" y="1328462"/>
                </a:lnTo>
                <a:lnTo>
                  <a:pt x="45272" y="1332320"/>
                </a:lnTo>
                <a:lnTo>
                  <a:pt x="50857" y="1335837"/>
                </a:lnTo>
                <a:lnTo>
                  <a:pt x="56676" y="1338997"/>
                </a:lnTo>
                <a:lnTo>
                  <a:pt x="62714" y="1341785"/>
                </a:lnTo>
                <a:lnTo>
                  <a:pt x="68956" y="1344187"/>
                </a:lnTo>
                <a:lnTo>
                  <a:pt x="75386" y="1346186"/>
                </a:lnTo>
                <a:lnTo>
                  <a:pt x="81988" y="1347767"/>
                </a:lnTo>
                <a:lnTo>
                  <a:pt x="88749" y="1348916"/>
                </a:lnTo>
                <a:lnTo>
                  <a:pt x="95652" y="1349616"/>
                </a:lnTo>
                <a:lnTo>
                  <a:pt x="102681" y="1349853"/>
                </a:lnTo>
                <a:lnTo>
                  <a:pt x="2328638" y="1349853"/>
                </a:lnTo>
                <a:lnTo>
                  <a:pt x="2335668" y="1349616"/>
                </a:lnTo>
                <a:lnTo>
                  <a:pt x="2342571" y="1348916"/>
                </a:lnTo>
                <a:lnTo>
                  <a:pt x="2349332" y="1347767"/>
                </a:lnTo>
                <a:lnTo>
                  <a:pt x="2355935" y="1346186"/>
                </a:lnTo>
                <a:lnTo>
                  <a:pt x="2362366" y="1344187"/>
                </a:lnTo>
                <a:lnTo>
                  <a:pt x="2368608" y="1341785"/>
                </a:lnTo>
                <a:lnTo>
                  <a:pt x="2374647" y="1338997"/>
                </a:lnTo>
                <a:lnTo>
                  <a:pt x="2380467" y="1335837"/>
                </a:lnTo>
                <a:lnTo>
                  <a:pt x="2386053" y="1332320"/>
                </a:lnTo>
                <a:lnTo>
                  <a:pt x="2391389" y="1328462"/>
                </a:lnTo>
                <a:lnTo>
                  <a:pt x="2396461" y="1324278"/>
                </a:lnTo>
                <a:lnTo>
                  <a:pt x="2401253" y="1319783"/>
                </a:lnTo>
                <a:lnTo>
                  <a:pt x="2405749" y="1314993"/>
                </a:lnTo>
                <a:lnTo>
                  <a:pt x="2409935" y="1309923"/>
                </a:lnTo>
                <a:lnTo>
                  <a:pt x="2413794" y="1304588"/>
                </a:lnTo>
                <a:lnTo>
                  <a:pt x="2417313" y="1299003"/>
                </a:lnTo>
                <a:lnTo>
                  <a:pt x="2420475" y="1293184"/>
                </a:lnTo>
                <a:lnTo>
                  <a:pt x="2423265" y="1287146"/>
                </a:lnTo>
                <a:lnTo>
                  <a:pt x="2425667" y="1280904"/>
                </a:lnTo>
                <a:lnTo>
                  <a:pt x="2427667" y="1274473"/>
                </a:lnTo>
                <a:lnTo>
                  <a:pt x="2429250" y="1267869"/>
                </a:lnTo>
                <a:lnTo>
                  <a:pt x="2430399" y="1261107"/>
                </a:lnTo>
                <a:lnTo>
                  <a:pt x="2431100" y="1254203"/>
                </a:lnTo>
                <a:lnTo>
                  <a:pt x="2431337" y="1247171"/>
                </a:lnTo>
                <a:lnTo>
                  <a:pt x="2431337" y="102699"/>
                </a:lnTo>
                <a:lnTo>
                  <a:pt x="2431100" y="95667"/>
                </a:lnTo>
                <a:lnTo>
                  <a:pt x="2430399" y="88762"/>
                </a:lnTo>
                <a:lnTo>
                  <a:pt x="2429250" y="82000"/>
                </a:lnTo>
                <a:lnTo>
                  <a:pt x="2427667" y="75395"/>
                </a:lnTo>
                <a:lnTo>
                  <a:pt x="2425667" y="68964"/>
                </a:lnTo>
                <a:lnTo>
                  <a:pt x="2423265" y="62722"/>
                </a:lnTo>
                <a:lnTo>
                  <a:pt x="2420475" y="56682"/>
                </a:lnTo>
                <a:lnTo>
                  <a:pt x="2417313" y="50862"/>
                </a:lnTo>
                <a:lnTo>
                  <a:pt x="2413794" y="45277"/>
                </a:lnTo>
                <a:lnTo>
                  <a:pt x="2409935" y="39940"/>
                </a:lnTo>
                <a:lnTo>
                  <a:pt x="2405749" y="34869"/>
                </a:lnTo>
                <a:lnTo>
                  <a:pt x="2401253" y="30078"/>
                </a:lnTo>
                <a:lnTo>
                  <a:pt x="2396461" y="25582"/>
                </a:lnTo>
                <a:lnTo>
                  <a:pt x="2391389" y="21397"/>
                </a:lnTo>
                <a:lnTo>
                  <a:pt x="2386053" y="17538"/>
                </a:lnTo>
                <a:lnTo>
                  <a:pt x="2380467" y="14020"/>
                </a:lnTo>
                <a:lnTo>
                  <a:pt x="2374647" y="10859"/>
                </a:lnTo>
                <a:lnTo>
                  <a:pt x="2368608" y="8070"/>
                </a:lnTo>
                <a:lnTo>
                  <a:pt x="2362366" y="5668"/>
                </a:lnTo>
                <a:lnTo>
                  <a:pt x="2355935" y="3668"/>
                </a:lnTo>
                <a:lnTo>
                  <a:pt x="2349332" y="2086"/>
                </a:lnTo>
                <a:lnTo>
                  <a:pt x="2342571" y="937"/>
                </a:lnTo>
                <a:lnTo>
                  <a:pt x="2335668" y="237"/>
                </a:lnTo>
                <a:lnTo>
                  <a:pt x="2328638" y="0"/>
                </a:lnTo>
                <a:lnTo>
                  <a:pt x="102681" y="0"/>
                </a:lnTo>
                <a:lnTo>
                  <a:pt x="95652" y="237"/>
                </a:lnTo>
                <a:lnTo>
                  <a:pt x="88749" y="937"/>
                </a:lnTo>
                <a:lnTo>
                  <a:pt x="81988" y="2086"/>
                </a:lnTo>
                <a:lnTo>
                  <a:pt x="75386" y="36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950FA-9576-4C99-8EC8-B048609B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17" y="506546"/>
            <a:ext cx="2431337" cy="1349853"/>
          </a:xfrm>
          <a:custGeom xmlns:a="http://schemas.openxmlformats.org/drawingml/2006/main">
            <a:pathLst>
              <a:path w="2431337" h="1349853">
                <a:moveTo>
                  <a:pt x="75386" y="3668"/>
                </a:moveTo>
                <a:lnTo>
                  <a:pt x="68956" y="5668"/>
                </a:lnTo>
                <a:lnTo>
                  <a:pt x="62714" y="8070"/>
                </a:lnTo>
                <a:lnTo>
                  <a:pt x="56676" y="10859"/>
                </a:lnTo>
                <a:lnTo>
                  <a:pt x="50857" y="14020"/>
                </a:lnTo>
                <a:lnTo>
                  <a:pt x="45272" y="17538"/>
                </a:lnTo>
                <a:lnTo>
                  <a:pt x="39937" y="21397"/>
                </a:lnTo>
                <a:lnTo>
                  <a:pt x="34866" y="25582"/>
                </a:lnTo>
                <a:lnTo>
                  <a:pt x="30076" y="30078"/>
                </a:lnTo>
                <a:lnTo>
                  <a:pt x="25580" y="34869"/>
                </a:lnTo>
                <a:lnTo>
                  <a:pt x="21396" y="39940"/>
                </a:lnTo>
                <a:lnTo>
                  <a:pt x="17537" y="45277"/>
                </a:lnTo>
                <a:lnTo>
                  <a:pt x="14020" y="50862"/>
                </a:lnTo>
                <a:lnTo>
                  <a:pt x="10859" y="56682"/>
                </a:lnTo>
                <a:lnTo>
                  <a:pt x="8070" y="62722"/>
                </a:lnTo>
                <a:lnTo>
                  <a:pt x="5668" y="68964"/>
                </a:lnTo>
                <a:lnTo>
                  <a:pt x="3668" y="75395"/>
                </a:lnTo>
                <a:lnTo>
                  <a:pt x="2086" y="82000"/>
                </a:lnTo>
                <a:lnTo>
                  <a:pt x="937" y="88762"/>
                </a:lnTo>
                <a:lnTo>
                  <a:pt x="237" y="95667"/>
                </a:lnTo>
                <a:lnTo>
                  <a:pt x="0" y="102699"/>
                </a:lnTo>
                <a:lnTo>
                  <a:pt x="0" y="1247171"/>
                </a:lnTo>
                <a:lnTo>
                  <a:pt x="237" y="1254203"/>
                </a:lnTo>
                <a:lnTo>
                  <a:pt x="937" y="1261107"/>
                </a:lnTo>
                <a:lnTo>
                  <a:pt x="2086" y="1267869"/>
                </a:lnTo>
                <a:lnTo>
                  <a:pt x="3668" y="1274473"/>
                </a:lnTo>
                <a:lnTo>
                  <a:pt x="5668" y="1280904"/>
                </a:lnTo>
                <a:lnTo>
                  <a:pt x="8070" y="1287146"/>
                </a:lnTo>
                <a:lnTo>
                  <a:pt x="10859" y="1293184"/>
                </a:lnTo>
                <a:lnTo>
                  <a:pt x="14020" y="1299003"/>
                </a:lnTo>
                <a:lnTo>
                  <a:pt x="17537" y="1304588"/>
                </a:lnTo>
                <a:lnTo>
                  <a:pt x="21396" y="1309923"/>
                </a:lnTo>
                <a:lnTo>
                  <a:pt x="25580" y="1314993"/>
                </a:lnTo>
                <a:lnTo>
                  <a:pt x="30076" y="1319783"/>
                </a:lnTo>
                <a:lnTo>
                  <a:pt x="34866" y="1324278"/>
                </a:lnTo>
                <a:lnTo>
                  <a:pt x="39937" y="1328462"/>
                </a:lnTo>
                <a:lnTo>
                  <a:pt x="45272" y="1332320"/>
                </a:lnTo>
                <a:lnTo>
                  <a:pt x="50857" y="1335837"/>
                </a:lnTo>
                <a:lnTo>
                  <a:pt x="56676" y="1338997"/>
                </a:lnTo>
                <a:lnTo>
                  <a:pt x="62714" y="1341785"/>
                </a:lnTo>
                <a:lnTo>
                  <a:pt x="68956" y="1344187"/>
                </a:lnTo>
                <a:lnTo>
                  <a:pt x="75386" y="1346186"/>
                </a:lnTo>
                <a:lnTo>
                  <a:pt x="81988" y="1347767"/>
                </a:lnTo>
                <a:lnTo>
                  <a:pt x="88749" y="1348916"/>
                </a:lnTo>
                <a:lnTo>
                  <a:pt x="95652" y="1349616"/>
                </a:lnTo>
                <a:lnTo>
                  <a:pt x="102681" y="1349853"/>
                </a:lnTo>
                <a:lnTo>
                  <a:pt x="2328638" y="1349853"/>
                </a:lnTo>
                <a:lnTo>
                  <a:pt x="2335668" y="1349616"/>
                </a:lnTo>
                <a:lnTo>
                  <a:pt x="2342571" y="1348916"/>
                </a:lnTo>
                <a:lnTo>
                  <a:pt x="2349332" y="1347767"/>
                </a:lnTo>
                <a:lnTo>
                  <a:pt x="2355935" y="1346186"/>
                </a:lnTo>
                <a:lnTo>
                  <a:pt x="2362366" y="1344187"/>
                </a:lnTo>
                <a:lnTo>
                  <a:pt x="2368608" y="1341785"/>
                </a:lnTo>
                <a:lnTo>
                  <a:pt x="2374647" y="1338997"/>
                </a:lnTo>
                <a:lnTo>
                  <a:pt x="2380467" y="1335837"/>
                </a:lnTo>
                <a:lnTo>
                  <a:pt x="2386053" y="1332320"/>
                </a:lnTo>
                <a:lnTo>
                  <a:pt x="2391389" y="1328462"/>
                </a:lnTo>
                <a:lnTo>
                  <a:pt x="2396461" y="1324278"/>
                </a:lnTo>
                <a:lnTo>
                  <a:pt x="2401253" y="1319783"/>
                </a:lnTo>
                <a:lnTo>
                  <a:pt x="2405749" y="1314993"/>
                </a:lnTo>
                <a:lnTo>
                  <a:pt x="2409935" y="1309923"/>
                </a:lnTo>
                <a:lnTo>
                  <a:pt x="2413794" y="1304588"/>
                </a:lnTo>
                <a:lnTo>
                  <a:pt x="2417313" y="1299003"/>
                </a:lnTo>
                <a:lnTo>
                  <a:pt x="2420475" y="1293184"/>
                </a:lnTo>
                <a:lnTo>
                  <a:pt x="2423265" y="1287146"/>
                </a:lnTo>
                <a:lnTo>
                  <a:pt x="2425667" y="1280904"/>
                </a:lnTo>
                <a:lnTo>
                  <a:pt x="2427667" y="1274473"/>
                </a:lnTo>
                <a:lnTo>
                  <a:pt x="2429250" y="1267869"/>
                </a:lnTo>
                <a:lnTo>
                  <a:pt x="2430399" y="1261107"/>
                </a:lnTo>
                <a:lnTo>
                  <a:pt x="2431100" y="1254203"/>
                </a:lnTo>
                <a:lnTo>
                  <a:pt x="2431337" y="1247171"/>
                </a:lnTo>
                <a:lnTo>
                  <a:pt x="2431337" y="102699"/>
                </a:lnTo>
                <a:lnTo>
                  <a:pt x="2431100" y="95667"/>
                </a:lnTo>
                <a:lnTo>
                  <a:pt x="2430399" y="88762"/>
                </a:lnTo>
                <a:lnTo>
                  <a:pt x="2429250" y="82000"/>
                </a:lnTo>
                <a:lnTo>
                  <a:pt x="2427667" y="75395"/>
                </a:lnTo>
                <a:lnTo>
                  <a:pt x="2425667" y="68964"/>
                </a:lnTo>
                <a:lnTo>
                  <a:pt x="2423265" y="62722"/>
                </a:lnTo>
                <a:lnTo>
                  <a:pt x="2420475" y="56682"/>
                </a:lnTo>
                <a:lnTo>
                  <a:pt x="2417313" y="50862"/>
                </a:lnTo>
                <a:lnTo>
                  <a:pt x="2413794" y="45277"/>
                </a:lnTo>
                <a:lnTo>
                  <a:pt x="2409935" y="39940"/>
                </a:lnTo>
                <a:lnTo>
                  <a:pt x="2405749" y="34869"/>
                </a:lnTo>
                <a:lnTo>
                  <a:pt x="2401253" y="30078"/>
                </a:lnTo>
                <a:lnTo>
                  <a:pt x="2396461" y="25582"/>
                </a:lnTo>
                <a:lnTo>
                  <a:pt x="2391389" y="21397"/>
                </a:lnTo>
                <a:lnTo>
                  <a:pt x="2386053" y="17538"/>
                </a:lnTo>
                <a:lnTo>
                  <a:pt x="2380467" y="14020"/>
                </a:lnTo>
                <a:lnTo>
                  <a:pt x="2374647" y="10859"/>
                </a:lnTo>
                <a:lnTo>
                  <a:pt x="2368608" y="8070"/>
                </a:lnTo>
                <a:lnTo>
                  <a:pt x="2362366" y="5668"/>
                </a:lnTo>
                <a:lnTo>
                  <a:pt x="2355935" y="3668"/>
                </a:lnTo>
                <a:lnTo>
                  <a:pt x="2349332" y="2086"/>
                </a:lnTo>
                <a:lnTo>
                  <a:pt x="2342571" y="937"/>
                </a:lnTo>
                <a:lnTo>
                  <a:pt x="2335668" y="237"/>
                </a:lnTo>
                <a:lnTo>
                  <a:pt x="2328638" y="0"/>
                </a:lnTo>
                <a:lnTo>
                  <a:pt x="102681" y="0"/>
                </a:lnTo>
                <a:lnTo>
                  <a:pt x="95652" y="237"/>
                </a:lnTo>
                <a:lnTo>
                  <a:pt x="88749" y="937"/>
                </a:lnTo>
                <a:lnTo>
                  <a:pt x="81988" y="2086"/>
                </a:lnTo>
                <a:lnTo>
                  <a:pt x="75386" y="36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FBA908-4012-4DB6-A6B7-6D916271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17" y="1233924"/>
            <a:ext cx="2431337" cy="10"/>
          </a:xfrm>
          <a:custGeom xmlns:a="http://schemas.openxmlformats.org/drawingml/2006/main">
            <a:pathLst>
              <a:path w="2431337" h="1" fill="none">
                <a:moveTo>
                  <a:pt x="0" y="0"/>
                </a:moveTo>
                <a:lnTo>
                  <a:pt x="24313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03" cap="flat">
            <a:solidFill>
              <a:srgbClr val="FFC000"/>
            </a:solidFill>
            <a:custDash>
              <a:ds d="2325527" sp="1744145"/>
            </a:custDash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04F59-5B88-4F73-927E-1F07569F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270" y="1357660"/>
            <a:ext cx="320865" cy="187374"/>
          </a:xfrm>
          <a:custGeom xmlns:a="http://schemas.openxmlformats.org/drawingml/2006/main">
            <a:pathLst>
              <a:path w="320865" h="187374">
                <a:moveTo>
                  <a:pt x="320865" y="187374"/>
                </a:moveTo>
                <a:lnTo>
                  <a:pt x="0" y="187374"/>
                </a:lnTo>
                <a:lnTo>
                  <a:pt x="0" y="0"/>
                </a:lnTo>
                <a:lnTo>
                  <a:pt x="320865" y="0"/>
                </a:lnTo>
                <a:lnTo>
                  <a:pt x="320865" y="1873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80A9DA-24B4-4E8B-8E60-AB316E9B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1767" y="1377823"/>
            <a:ext cx="36030" cy="146072"/>
          </a:xfrm>
          <a:custGeom xmlns:a="http://schemas.openxmlformats.org/drawingml/2006/main">
            <a:pathLst>
              <a:path w="36030" h="146072">
                <a:moveTo>
                  <a:pt x="36030" y="146072"/>
                </a:moveTo>
                <a:lnTo>
                  <a:pt x="0" y="146072"/>
                </a:lnTo>
                <a:lnTo>
                  <a:pt x="0" y="0"/>
                </a:lnTo>
                <a:lnTo>
                  <a:pt x="36030" y="0"/>
                </a:lnTo>
                <a:lnTo>
                  <a:pt x="36030" y="14607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fa0d2be4d4da8"/>
          <a:stretch xmlns:a="http://schemas.openxmlformats.org/drawingml/2006/main"/>
        </p:blipFill>
        <p:spPr>
          <a:xfrm xmlns:a="http://schemas.openxmlformats.org/drawingml/2006/main">
            <a:off x="8281306" y="1317144"/>
            <a:ext cx="519367" cy="269907"/>
          </a:xfrm>
          <a:prstGeom xmlns:a="http://schemas.openxmlformats.org/drawingml/2006/main" prst="rect">
            <a:avLst/>
          </a:prstGeom>
        </p:spPr>
      </p:pic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2FBC60-625A-418C-ADE7-572A08E0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34" y="900001"/>
            <a:ext cx="320865" cy="187374"/>
          </a:xfrm>
          <a:custGeom xmlns:a="http://schemas.openxmlformats.org/drawingml/2006/main">
            <a:pathLst>
              <a:path w="320865" h="187374">
                <a:moveTo>
                  <a:pt x="0" y="0"/>
                </a:moveTo>
                <a:lnTo>
                  <a:pt x="320865" y="0"/>
                </a:lnTo>
                <a:lnTo>
                  <a:pt x="320865" y="187374"/>
                </a:lnTo>
                <a:lnTo>
                  <a:pt x="0" y="1873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42C255-8CEE-485E-8EEA-ABB60EC5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5271" y="921123"/>
            <a:ext cx="36030" cy="146072"/>
          </a:xfrm>
          <a:custGeom xmlns:a="http://schemas.openxmlformats.org/drawingml/2006/main">
            <a:pathLst>
              <a:path w="36030" h="146072">
                <a:moveTo>
                  <a:pt x="0" y="0"/>
                </a:moveTo>
                <a:lnTo>
                  <a:pt x="36030" y="0"/>
                </a:lnTo>
                <a:lnTo>
                  <a:pt x="36030" y="146072"/>
                </a:lnTo>
                <a:lnTo>
                  <a:pt x="0" y="1460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3c0aba2c14f37"/>
          <a:stretch xmlns:a="http://schemas.openxmlformats.org/drawingml/2006/main"/>
        </p:blipFill>
        <p:spPr>
          <a:xfrm xmlns:a="http://schemas.openxmlformats.org/drawingml/2006/main">
            <a:off x="9583321" y="859362"/>
            <a:ext cx="516032" cy="270303"/>
          </a:xfrm>
          <a:prstGeom xmlns:a="http://schemas.openxmlformats.org/drawingml/2006/main" prst="rect">
            <a:avLst/>
          </a:prstGeom>
        </p:spPr>
      </p:pic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DBD14A-4E14-4030-899B-E635A387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17" y="1659629"/>
            <a:ext cx="2431337" cy="10"/>
          </a:xfrm>
          <a:custGeom xmlns:a="http://schemas.openxmlformats.org/drawingml/2006/main">
            <a:pathLst>
              <a:path w="2431337" h="1" fill="none">
                <a:moveTo>
                  <a:pt x="0" y="0"/>
                </a:moveTo>
                <a:lnTo>
                  <a:pt x="24313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03" cap="flat">
            <a:solidFill>
              <a:srgbClr val="A5A5A5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422FE3-D1F5-409E-B50F-B7BAABD9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17" y="785617"/>
            <a:ext cx="2431337" cy="10"/>
          </a:xfrm>
          <a:custGeom xmlns:a="http://schemas.openxmlformats.org/drawingml/2006/main">
            <a:pathLst>
              <a:path w="2431337" h="1" fill="none">
                <a:moveTo>
                  <a:pt x="0" y="0"/>
                </a:moveTo>
                <a:lnTo>
                  <a:pt x="24313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103" cap="flat">
            <a:solidFill>
              <a:srgbClr val="A5A5A5"/>
            </a:solidFill>
            <a:miter/>
          </a:ln>
        </p:spPr>
      </p:sp>
      <p:pic>
        <p:nvPicPr>
          <p:cNvPr id="4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5a516ba104a8b"/>
          <a:stretch xmlns:a="http://schemas.openxmlformats.org/drawingml/2006/main"/>
        </p:blipFill>
        <p:spPr>
          <a:xfrm xmlns:a="http://schemas.openxmlformats.org/drawingml/2006/main">
            <a:off x="9978827" y="1127336"/>
            <a:ext cx="229896" cy="290395"/>
          </a:xfrm>
          <a:prstGeom xmlns:a="http://schemas.openxmlformats.org/drawingml/2006/main" prst="rect">
            <a:avLst/>
          </a:prstGeom>
        </p:spPr>
      </p:pic>
      <p:pic>
        <p:nvPicPr>
          <p:cNvPr id="4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92cde45e74073"/>
          <a:stretch xmlns:a="http://schemas.openxmlformats.org/drawingml/2006/main"/>
        </p:blipFill>
        <p:spPr>
          <a:xfrm xmlns:a="http://schemas.openxmlformats.org/drawingml/2006/main">
            <a:off x="8679051" y="506733"/>
            <a:ext cx="515491" cy="396846"/>
          </a:xfrm>
          <a:prstGeom xmlns:a="http://schemas.openxmlformats.org/drawingml/2006/main" prst="rect">
            <a:avLst/>
          </a:prstGeom>
        </p:spPr>
      </p:pic>
      <p:pic>
        <p:nvPicPr>
          <p:cNvPr id="4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92c09df274f4e"/>
          <a:stretch xmlns:a="http://schemas.openxmlformats.org/drawingml/2006/main"/>
        </p:blipFill>
        <p:spPr>
          <a:xfrm xmlns:a="http://schemas.openxmlformats.org/drawingml/2006/main">
            <a:off x="9418507" y="1529659"/>
            <a:ext cx="183411" cy="281231"/>
          </a:xfrm>
          <a:prstGeom xmlns:a="http://schemas.openxmlformats.org/drawingml/2006/main" prst="rect">
            <a:avLst/>
          </a:prstGeom>
        </p:spPr>
      </p:pic>
      <p:pic>
        <p:nvPicPr>
          <p:cNvPr id="4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f8a73012347d7"/>
          <a:stretch xmlns:a="http://schemas.openxmlformats.org/drawingml/2006/main"/>
        </p:blipFill>
        <p:spPr>
          <a:xfrm xmlns:a="http://schemas.openxmlformats.org/drawingml/2006/main">
            <a:off x="9192612" y="1384549"/>
            <a:ext cx="623625" cy="471822"/>
          </a:xfrm>
          <a:prstGeom xmlns:a="http://schemas.openxmlformats.org/drawingml/2006/main" prst="rect">
            <a:avLst/>
          </a:prstGeom>
        </p:spPr>
      </p:pic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A53107-C843-4BE9-B83F-3FAE6918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200" y="971633"/>
            <a:ext cx="1318341" cy="42380"/>
          </a:xfrm>
          <a:custGeom xmlns:a="http://schemas.openxmlformats.org/drawingml/2006/main">
            <a:pathLst>
              <a:path w="1318341" h="42380">
                <a:moveTo>
                  <a:pt x="1318341" y="28242"/>
                </a:moveTo>
                <a:lnTo>
                  <a:pt x="1318341" y="14121"/>
                </a:lnTo>
                <a:lnTo>
                  <a:pt x="42415" y="14121"/>
                </a:lnTo>
                <a:lnTo>
                  <a:pt x="42415" y="0"/>
                </a:lnTo>
                <a:lnTo>
                  <a:pt x="0" y="21190"/>
                </a:lnTo>
                <a:lnTo>
                  <a:pt x="42415" y="42380"/>
                </a:lnTo>
                <a:lnTo>
                  <a:pt x="42415" y="28242"/>
                </a:lnTo>
                <a:lnTo>
                  <a:pt x="1318341" y="28242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D729A-D263-47E5-A483-28B8D576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168" y="956651"/>
            <a:ext cx="64478" cy="64426"/>
          </a:xfrm>
          <a:custGeom xmlns:a="http://schemas.openxmlformats.org/drawingml/2006/main">
            <a:pathLst>
              <a:path w="64478" h="64426">
                <a:moveTo>
                  <a:pt x="0" y="32213"/>
                </a:moveTo>
                <a:cubicBezTo>
                  <a:pt x="0" y="14429"/>
                  <a:pt x="14429" y="0"/>
                  <a:pt x="32230" y="0"/>
                </a:cubicBezTo>
                <a:cubicBezTo>
                  <a:pt x="50031" y="0"/>
                  <a:pt x="64478" y="14429"/>
                  <a:pt x="64478" y="32213"/>
                </a:cubicBezTo>
                <a:cubicBezTo>
                  <a:pt x="64478" y="49997"/>
                  <a:pt x="50031" y="64426"/>
                  <a:pt x="32230" y="64426"/>
                </a:cubicBezTo>
                <a:cubicBezTo>
                  <a:pt x="14429" y="64426"/>
                  <a:pt x="0" y="49997"/>
                  <a:pt x="0" y="32213"/>
                </a:cubicBezTo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9299EE-43E9-4B81-8144-9C5C6344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437" y="956651"/>
            <a:ext cx="64478" cy="64426"/>
          </a:xfrm>
          <a:custGeom xmlns:a="http://schemas.openxmlformats.org/drawingml/2006/main">
            <a:pathLst>
              <a:path w="64478" h="64426">
                <a:moveTo>
                  <a:pt x="0" y="32213"/>
                </a:moveTo>
                <a:cubicBezTo>
                  <a:pt x="0" y="14429"/>
                  <a:pt x="14429" y="0"/>
                  <a:pt x="32230" y="0"/>
                </a:cubicBezTo>
                <a:cubicBezTo>
                  <a:pt x="50031" y="0"/>
                  <a:pt x="64478" y="14429"/>
                  <a:pt x="64478" y="32213"/>
                </a:cubicBezTo>
                <a:cubicBezTo>
                  <a:pt x="64478" y="49997"/>
                  <a:pt x="50031" y="64426"/>
                  <a:pt x="32230" y="64426"/>
                </a:cubicBezTo>
                <a:cubicBezTo>
                  <a:pt x="14429" y="64426"/>
                  <a:pt x="0" y="49997"/>
                  <a:pt x="0" y="32213"/>
                </a:cubicBezTo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F7A2C3-3569-402E-8AE4-B424D1CD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703" y="955021"/>
            <a:ext cx="64478" cy="64426"/>
          </a:xfrm>
          <a:custGeom xmlns:a="http://schemas.openxmlformats.org/drawingml/2006/main">
            <a:pathLst>
              <a:path w="64478" h="64426">
                <a:moveTo>
                  <a:pt x="0" y="32213"/>
                </a:moveTo>
                <a:cubicBezTo>
                  <a:pt x="0" y="14429"/>
                  <a:pt x="14429" y="0"/>
                  <a:pt x="32230" y="0"/>
                </a:cubicBezTo>
                <a:cubicBezTo>
                  <a:pt x="50031" y="0"/>
                  <a:pt x="64478" y="14429"/>
                  <a:pt x="64478" y="32213"/>
                </a:cubicBezTo>
                <a:cubicBezTo>
                  <a:pt x="64478" y="49997"/>
                  <a:pt x="50031" y="64426"/>
                  <a:pt x="32230" y="64426"/>
                </a:cubicBezTo>
                <a:cubicBezTo>
                  <a:pt x="14429" y="64426"/>
                  <a:pt x="0" y="49997"/>
                  <a:pt x="0" y="32213"/>
                </a:cubicBezTo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FDAA68-4D4A-4998-ACDF-0A8EED5F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506" y="961810"/>
            <a:ext cx="64478" cy="64426"/>
          </a:xfrm>
          <a:custGeom xmlns:a="http://schemas.openxmlformats.org/drawingml/2006/main">
            <a:pathLst>
              <a:path w="64478" h="64426">
                <a:moveTo>
                  <a:pt x="0" y="32213"/>
                </a:moveTo>
                <a:cubicBezTo>
                  <a:pt x="0" y="14429"/>
                  <a:pt x="14429" y="0"/>
                  <a:pt x="32230" y="0"/>
                </a:cubicBezTo>
                <a:cubicBezTo>
                  <a:pt x="50031" y="0"/>
                  <a:pt x="64478" y="14429"/>
                  <a:pt x="64478" y="32213"/>
                </a:cubicBezTo>
                <a:cubicBezTo>
                  <a:pt x="64478" y="49997"/>
                  <a:pt x="50031" y="64426"/>
                  <a:pt x="32230" y="64426"/>
                </a:cubicBezTo>
                <a:cubicBezTo>
                  <a:pt x="14429" y="64426"/>
                  <a:pt x="0" y="49997"/>
                  <a:pt x="0" y="32213"/>
                </a:cubicBezTo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BC75DB-C13E-4466-B849-7F7CD776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008" y="1069534"/>
            <a:ext cx="64478" cy="64426"/>
          </a:xfrm>
          <a:custGeom xmlns:a="http://schemas.openxmlformats.org/drawingml/2006/main">
            <a:pathLst>
              <a:path w="64478" h="64426">
                <a:moveTo>
                  <a:pt x="0" y="32213"/>
                </a:moveTo>
                <a:cubicBezTo>
                  <a:pt x="0" y="14429"/>
                  <a:pt x="14429" y="0"/>
                  <a:pt x="32230" y="0"/>
                </a:cubicBezTo>
                <a:cubicBezTo>
                  <a:pt x="50031" y="0"/>
                  <a:pt x="64478" y="14429"/>
                  <a:pt x="64478" y="32213"/>
                </a:cubicBezTo>
                <a:cubicBezTo>
                  <a:pt x="64478" y="49997"/>
                  <a:pt x="50031" y="64426"/>
                  <a:pt x="32230" y="64426"/>
                </a:cubicBezTo>
                <a:cubicBezTo>
                  <a:pt x="14429" y="64426"/>
                  <a:pt x="0" y="49997"/>
                  <a:pt x="0" y="32213"/>
                </a:cubicBezTo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0476C0-4868-44D8-963E-2B7F4117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205" y="1108965"/>
            <a:ext cx="64478" cy="64426"/>
          </a:xfrm>
          <a:custGeom xmlns:a="http://schemas.openxmlformats.org/drawingml/2006/main">
            <a:pathLst>
              <a:path w="64478" h="64426">
                <a:moveTo>
                  <a:pt x="0" y="32213"/>
                </a:moveTo>
                <a:cubicBezTo>
                  <a:pt x="0" y="14429"/>
                  <a:pt x="14429" y="0"/>
                  <a:pt x="32230" y="0"/>
                </a:cubicBezTo>
                <a:cubicBezTo>
                  <a:pt x="50031" y="0"/>
                  <a:pt x="64478" y="14429"/>
                  <a:pt x="64478" y="32213"/>
                </a:cubicBezTo>
                <a:cubicBezTo>
                  <a:pt x="64478" y="49997"/>
                  <a:pt x="50031" y="64426"/>
                  <a:pt x="32230" y="64426"/>
                </a:cubicBezTo>
                <a:cubicBezTo>
                  <a:pt x="14429" y="64426"/>
                  <a:pt x="0" y="49997"/>
                  <a:pt x="0" y="32213"/>
                </a:cubicBezTo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76589-0291-41F2-AE05-ACFC416F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0703" y="1109740"/>
            <a:ext cx="64478" cy="64426"/>
          </a:xfrm>
          <a:custGeom xmlns:a="http://schemas.openxmlformats.org/drawingml/2006/main">
            <a:pathLst>
              <a:path w="64478" h="64426">
                <a:moveTo>
                  <a:pt x="0" y="32213"/>
                </a:moveTo>
                <a:cubicBezTo>
                  <a:pt x="0" y="14429"/>
                  <a:pt x="14429" y="0"/>
                  <a:pt x="32230" y="0"/>
                </a:cubicBezTo>
                <a:cubicBezTo>
                  <a:pt x="50031" y="0"/>
                  <a:pt x="64478" y="14429"/>
                  <a:pt x="64478" y="32213"/>
                </a:cubicBezTo>
                <a:cubicBezTo>
                  <a:pt x="64478" y="49997"/>
                  <a:pt x="50031" y="64426"/>
                  <a:pt x="32230" y="64426"/>
                </a:cubicBezTo>
                <a:cubicBezTo>
                  <a:pt x="14429" y="64426"/>
                  <a:pt x="0" y="49997"/>
                  <a:pt x="0" y="32213"/>
                </a:cubicBezTo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4A670E-2D81-4376-B772-0359548A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221" y="990970"/>
            <a:ext cx="1281969" cy="171027"/>
          </a:xfrm>
          <a:custGeom xmlns:a="http://schemas.openxmlformats.org/drawingml/2006/main">
            <a:pathLst>
              <a:path w="1281969" h="171027">
                <a:moveTo>
                  <a:pt x="501152" y="158772"/>
                </a:moveTo>
                <a:lnTo>
                  <a:pt x="504866" y="158806"/>
                </a:lnTo>
                <a:lnTo>
                  <a:pt x="509539" y="158875"/>
                </a:lnTo>
                <a:lnTo>
                  <a:pt x="515085" y="158943"/>
                </a:lnTo>
                <a:lnTo>
                  <a:pt x="521469" y="159029"/>
                </a:lnTo>
                <a:lnTo>
                  <a:pt x="528624" y="159097"/>
                </a:lnTo>
                <a:lnTo>
                  <a:pt x="545021" y="159234"/>
                </a:lnTo>
                <a:lnTo>
                  <a:pt x="563832" y="159354"/>
                </a:lnTo>
                <a:lnTo>
                  <a:pt x="584611" y="159422"/>
                </a:lnTo>
                <a:lnTo>
                  <a:pt x="606948" y="159405"/>
                </a:lnTo>
                <a:lnTo>
                  <a:pt x="630364" y="159303"/>
                </a:lnTo>
                <a:lnTo>
                  <a:pt x="654447" y="159080"/>
                </a:lnTo>
                <a:lnTo>
                  <a:pt x="702732" y="158190"/>
                </a:lnTo>
                <a:lnTo>
                  <a:pt x="726096" y="157488"/>
                </a:lnTo>
                <a:lnTo>
                  <a:pt x="748347" y="156581"/>
                </a:lnTo>
                <a:lnTo>
                  <a:pt x="769024" y="155434"/>
                </a:lnTo>
                <a:lnTo>
                  <a:pt x="787732" y="154048"/>
                </a:lnTo>
                <a:lnTo>
                  <a:pt x="857019" y="147064"/>
                </a:lnTo>
                <a:lnTo>
                  <a:pt x="924954" y="137839"/>
                </a:lnTo>
                <a:lnTo>
                  <a:pt x="958297" y="132173"/>
                </a:lnTo>
                <a:lnTo>
                  <a:pt x="991041" y="125686"/>
                </a:lnTo>
                <a:lnTo>
                  <a:pt x="1023151" y="118326"/>
                </a:lnTo>
                <a:lnTo>
                  <a:pt x="1054543" y="109973"/>
                </a:lnTo>
                <a:lnTo>
                  <a:pt x="1085096" y="100491"/>
                </a:lnTo>
                <a:lnTo>
                  <a:pt x="1114827" y="89930"/>
                </a:lnTo>
                <a:lnTo>
                  <a:pt x="1143856" y="78427"/>
                </a:lnTo>
                <a:lnTo>
                  <a:pt x="1172270" y="66155"/>
                </a:lnTo>
                <a:lnTo>
                  <a:pt x="1227641" y="39984"/>
                </a:lnTo>
                <a:lnTo>
                  <a:pt x="1281969" y="12615"/>
                </a:lnTo>
                <a:lnTo>
                  <a:pt x="1275602" y="0"/>
                </a:lnTo>
                <a:lnTo>
                  <a:pt x="1221493" y="27259"/>
                </a:lnTo>
                <a:lnTo>
                  <a:pt x="1166492" y="53258"/>
                </a:lnTo>
                <a:lnTo>
                  <a:pt x="1138345" y="65419"/>
                </a:lnTo>
                <a:lnTo>
                  <a:pt x="1138533" y="65333"/>
                </a:lnTo>
                <a:lnTo>
                  <a:pt x="1109755" y="76746"/>
                </a:lnTo>
                <a:lnTo>
                  <a:pt x="1080491" y="87140"/>
                </a:lnTo>
                <a:lnTo>
                  <a:pt x="1080765" y="87037"/>
                </a:lnTo>
                <a:lnTo>
                  <a:pt x="1050486" y="96434"/>
                </a:lnTo>
                <a:lnTo>
                  <a:pt x="1050760" y="96348"/>
                </a:lnTo>
                <a:lnTo>
                  <a:pt x="1019625" y="104633"/>
                </a:lnTo>
                <a:lnTo>
                  <a:pt x="1019865" y="104581"/>
                </a:lnTo>
                <a:lnTo>
                  <a:pt x="987977" y="111907"/>
                </a:lnTo>
                <a:lnTo>
                  <a:pt x="988183" y="111856"/>
                </a:lnTo>
                <a:lnTo>
                  <a:pt x="955723" y="118276"/>
                </a:lnTo>
                <a:lnTo>
                  <a:pt x="922695" y="123906"/>
                </a:lnTo>
                <a:lnTo>
                  <a:pt x="922935" y="123854"/>
                </a:lnTo>
                <a:lnTo>
                  <a:pt x="855239" y="133046"/>
                </a:lnTo>
                <a:lnTo>
                  <a:pt x="855479" y="133029"/>
                </a:lnTo>
                <a:lnTo>
                  <a:pt x="786532" y="139966"/>
                </a:lnTo>
                <a:lnTo>
                  <a:pt x="768048" y="141347"/>
                </a:lnTo>
                <a:lnTo>
                  <a:pt x="768185" y="141330"/>
                </a:lnTo>
                <a:lnTo>
                  <a:pt x="747611" y="142460"/>
                </a:lnTo>
                <a:lnTo>
                  <a:pt x="747714" y="142460"/>
                </a:lnTo>
                <a:lnTo>
                  <a:pt x="725565" y="143367"/>
                </a:lnTo>
                <a:lnTo>
                  <a:pt x="725634" y="143367"/>
                </a:lnTo>
                <a:lnTo>
                  <a:pt x="702338" y="144069"/>
                </a:lnTo>
                <a:lnTo>
                  <a:pt x="702441" y="144069"/>
                </a:lnTo>
                <a:lnTo>
                  <a:pt x="654224" y="144959"/>
                </a:lnTo>
                <a:lnTo>
                  <a:pt x="654292" y="144959"/>
                </a:lnTo>
                <a:lnTo>
                  <a:pt x="630261" y="145164"/>
                </a:lnTo>
                <a:lnTo>
                  <a:pt x="630295" y="145164"/>
                </a:lnTo>
                <a:lnTo>
                  <a:pt x="606897" y="145267"/>
                </a:lnTo>
                <a:lnTo>
                  <a:pt x="606931" y="145267"/>
                </a:lnTo>
                <a:lnTo>
                  <a:pt x="584639" y="145284"/>
                </a:lnTo>
                <a:lnTo>
                  <a:pt x="563866" y="145216"/>
                </a:lnTo>
                <a:lnTo>
                  <a:pt x="545107" y="145113"/>
                </a:lnTo>
                <a:lnTo>
                  <a:pt x="528743" y="144959"/>
                </a:lnTo>
                <a:lnTo>
                  <a:pt x="521606" y="144891"/>
                </a:lnTo>
                <a:lnTo>
                  <a:pt x="515256" y="144822"/>
                </a:lnTo>
                <a:lnTo>
                  <a:pt x="509710" y="144754"/>
                </a:lnTo>
                <a:lnTo>
                  <a:pt x="505071" y="144685"/>
                </a:lnTo>
                <a:lnTo>
                  <a:pt x="501340" y="144634"/>
                </a:lnTo>
                <a:lnTo>
                  <a:pt x="498636" y="144582"/>
                </a:lnTo>
                <a:lnTo>
                  <a:pt x="496958" y="144565"/>
                </a:lnTo>
                <a:lnTo>
                  <a:pt x="496342" y="144548"/>
                </a:lnTo>
                <a:lnTo>
                  <a:pt x="184738" y="144548"/>
                </a:lnTo>
                <a:lnTo>
                  <a:pt x="42494" y="142771"/>
                </a:lnTo>
                <a:lnTo>
                  <a:pt x="42671" y="128647"/>
                </a:lnTo>
                <a:lnTo>
                  <a:pt x="0" y="149307"/>
                </a:lnTo>
                <a:lnTo>
                  <a:pt x="42141" y="171027"/>
                </a:lnTo>
                <a:lnTo>
                  <a:pt x="42317" y="156909"/>
                </a:lnTo>
                <a:lnTo>
                  <a:pt x="184618" y="158686"/>
                </a:lnTo>
                <a:lnTo>
                  <a:pt x="496154" y="158686"/>
                </a:lnTo>
                <a:lnTo>
                  <a:pt x="496274" y="158686"/>
                </a:lnTo>
                <a:lnTo>
                  <a:pt x="496736" y="158686"/>
                </a:lnTo>
                <a:lnTo>
                  <a:pt x="498413" y="158721"/>
                </a:lnTo>
                <a:lnTo>
                  <a:pt x="501152" y="158772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003460-AB93-4DE9-95A0-ADA00F01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506" y="1109086"/>
            <a:ext cx="64478" cy="64426"/>
          </a:xfrm>
          <a:custGeom xmlns:a="http://schemas.openxmlformats.org/drawingml/2006/main">
            <a:pathLst>
              <a:path w="64478" h="64426">
                <a:moveTo>
                  <a:pt x="0" y="32213"/>
                </a:moveTo>
                <a:cubicBezTo>
                  <a:pt x="0" y="14429"/>
                  <a:pt x="14429" y="0"/>
                  <a:pt x="32230" y="0"/>
                </a:cubicBezTo>
                <a:cubicBezTo>
                  <a:pt x="50031" y="0"/>
                  <a:pt x="64478" y="14429"/>
                  <a:pt x="64478" y="32213"/>
                </a:cubicBezTo>
                <a:cubicBezTo>
                  <a:pt x="64478" y="49997"/>
                  <a:pt x="50031" y="64426"/>
                  <a:pt x="32230" y="64426"/>
                </a:cubicBezTo>
                <a:cubicBezTo>
                  <a:pt x="14429" y="64426"/>
                  <a:pt x="0" y="49997"/>
                  <a:pt x="0" y="32213"/>
                </a:cubicBezTo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f86db92d14e10"/>
          <a:stretch xmlns:a="http://schemas.openxmlformats.org/drawingml/2006/main"/>
        </p:blipFill>
        <p:spPr>
          <a:xfrm xmlns:a="http://schemas.openxmlformats.org/drawingml/2006/main">
            <a:off x="10334676" y="1128391"/>
            <a:ext cx="232496" cy="289601"/>
          </a:xfrm>
          <a:prstGeom xmlns:a="http://schemas.openxmlformats.org/drawingml/2006/main" prst="rect">
            <a:avLst/>
          </a:prstGeom>
        </p:spPr>
      </p:pic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0CA63-B868-4DA5-A8EA-83A160AE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04" y="1343097"/>
            <a:ext cx="112095" cy="74628"/>
          </a:xfrm>
          <a:custGeom xmlns:a="http://schemas.openxmlformats.org/drawingml/2006/main">
            <a:pathLst>
              <a:path w="112095" h="74628">
                <a:moveTo>
                  <a:pt x="0" y="37314"/>
                </a:moveTo>
                <a:lnTo>
                  <a:pt x="54499" y="0"/>
                </a:lnTo>
                <a:lnTo>
                  <a:pt x="54499" y="17887"/>
                </a:lnTo>
                <a:lnTo>
                  <a:pt x="112095" y="17887"/>
                </a:lnTo>
                <a:lnTo>
                  <a:pt x="112095" y="56741"/>
                </a:lnTo>
                <a:lnTo>
                  <a:pt x="54499" y="56741"/>
                </a:lnTo>
                <a:lnTo>
                  <a:pt x="54499" y="74628"/>
                </a:lnTo>
                <a:lnTo>
                  <a:pt x="0" y="373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A4B756-2A06-4BE8-8BA6-81D032E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8804" y="1343096"/>
            <a:ext cx="112097" cy="74635"/>
          </a:xfrm>
          <a:custGeom xmlns:a="http://schemas.openxmlformats.org/drawingml/2006/main">
            <a:pathLst>
              <a:path w="112097" h="74635" fill="none">
                <a:moveTo>
                  <a:pt x="0" y="37317"/>
                </a:moveTo>
                <a:lnTo>
                  <a:pt x="54490" y="0"/>
                </a:lnTo>
                <a:lnTo>
                  <a:pt x="54490" y="17903"/>
                </a:lnTo>
                <a:lnTo>
                  <a:pt x="112097" y="17903"/>
                </a:lnTo>
                <a:lnTo>
                  <a:pt x="112097" y="56732"/>
                </a:lnTo>
                <a:lnTo>
                  <a:pt x="54490" y="56732"/>
                </a:lnTo>
                <a:lnTo>
                  <a:pt x="54490" y="74635"/>
                </a:lnTo>
                <a:lnTo>
                  <a:pt x="0" y="373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40" cap="flat">
            <a:solidFill>
              <a:srgbClr val="000000"/>
            </a:solidFill>
            <a:miter/>
          </a:ln>
        </p:spPr>
      </p:sp>
      <p:pic>
        <p:nvPicPr>
          <p:cNvPr id="4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12b270633453e"/>
          <a:stretch xmlns:a="http://schemas.openxmlformats.org/drawingml/2006/main"/>
        </p:blipFill>
        <p:spPr>
          <a:xfrm xmlns:a="http://schemas.openxmlformats.org/drawingml/2006/main">
            <a:off x="9013534" y="1525465"/>
            <a:ext cx="182450" cy="283811"/>
          </a:xfrm>
          <a:prstGeom xmlns:a="http://schemas.openxmlformats.org/drawingml/2006/main" prst="rect">
            <a:avLst/>
          </a:prstGeom>
        </p:spPr>
      </p:pic>
      <p:pic>
        <p:nvPicPr>
          <p:cNvPr id="4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0a5e0112f84110"/>
          <a:stretch xmlns:a="http://schemas.openxmlformats.org/drawingml/2006/main"/>
        </p:blipFill>
        <p:spPr>
          <a:xfrm xmlns:a="http://schemas.openxmlformats.org/drawingml/2006/main">
            <a:off x="8788579" y="1382329"/>
            <a:ext cx="621027" cy="473942"/>
          </a:xfrm>
          <a:prstGeom xmlns:a="http://schemas.openxmlformats.org/drawingml/2006/main" prst="rect">
            <a:avLst/>
          </a:prstGeom>
        </p:spPr>
      </p:pic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2CBE3-BA50-4A4A-A1B8-2FBCF3ED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082" y="1740467"/>
            <a:ext cx="112095" cy="74628"/>
          </a:xfrm>
          <a:custGeom xmlns:a="http://schemas.openxmlformats.org/drawingml/2006/main">
            <a:pathLst>
              <a:path w="112095" h="74628">
                <a:moveTo>
                  <a:pt x="0" y="37314"/>
                </a:moveTo>
                <a:lnTo>
                  <a:pt x="54499" y="0"/>
                </a:lnTo>
                <a:lnTo>
                  <a:pt x="54499" y="17887"/>
                </a:lnTo>
                <a:lnTo>
                  <a:pt x="112095" y="17887"/>
                </a:lnTo>
                <a:lnTo>
                  <a:pt x="112095" y="56724"/>
                </a:lnTo>
                <a:lnTo>
                  <a:pt x="54499" y="56724"/>
                </a:lnTo>
                <a:lnTo>
                  <a:pt x="54499" y="74628"/>
                </a:lnTo>
                <a:lnTo>
                  <a:pt x="0" y="373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4629C8-6B69-4556-8965-C804BB4E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2082" y="1740465"/>
            <a:ext cx="112097" cy="74635"/>
          </a:xfrm>
          <a:custGeom xmlns:a="http://schemas.openxmlformats.org/drawingml/2006/main">
            <a:pathLst>
              <a:path w="112097" h="74635" fill="none">
                <a:moveTo>
                  <a:pt x="0" y="37317"/>
                </a:moveTo>
                <a:lnTo>
                  <a:pt x="54490" y="0"/>
                </a:lnTo>
                <a:lnTo>
                  <a:pt x="54490" y="17903"/>
                </a:lnTo>
                <a:lnTo>
                  <a:pt x="112097" y="17903"/>
                </a:lnTo>
                <a:lnTo>
                  <a:pt x="112097" y="56732"/>
                </a:lnTo>
                <a:lnTo>
                  <a:pt x="54490" y="56732"/>
                </a:lnTo>
                <a:lnTo>
                  <a:pt x="54490" y="74635"/>
                </a:lnTo>
                <a:lnTo>
                  <a:pt x="0" y="373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40" cap="flat">
            <a:solidFill>
              <a:srgbClr val="000000"/>
            </a:solidFill>
            <a:miter/>
          </a:ln>
        </p:spPr>
      </p:sp>
      <p:pic>
        <p:nvPicPr>
          <p:cNvPr id="4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8cbc179c542c6"/>
          <a:stretch xmlns:a="http://schemas.openxmlformats.org/drawingml/2006/main"/>
        </p:blipFill>
        <p:spPr>
          <a:xfrm xmlns:a="http://schemas.openxmlformats.org/drawingml/2006/main">
            <a:off x="9055060" y="506546"/>
            <a:ext cx="512733" cy="393779"/>
          </a:xfrm>
          <a:prstGeom xmlns:a="http://schemas.openxmlformats.org/drawingml/2006/main" prst="rect">
            <a:avLst/>
          </a:prstGeom>
        </p:spPr>
      </p:pic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C96CD-8068-4850-A2A6-59EB2B09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210" y="651964"/>
            <a:ext cx="112095" cy="74628"/>
          </a:xfrm>
          <a:custGeom xmlns:a="http://schemas.openxmlformats.org/drawingml/2006/main">
            <a:pathLst>
              <a:path w="112095" h="74628">
                <a:moveTo>
                  <a:pt x="112095" y="37314"/>
                </a:moveTo>
                <a:lnTo>
                  <a:pt x="57597" y="74628"/>
                </a:lnTo>
                <a:lnTo>
                  <a:pt x="57597" y="56741"/>
                </a:lnTo>
                <a:lnTo>
                  <a:pt x="0" y="56741"/>
                </a:lnTo>
                <a:lnTo>
                  <a:pt x="0" y="17887"/>
                </a:lnTo>
                <a:lnTo>
                  <a:pt x="57597" y="17887"/>
                </a:lnTo>
                <a:lnTo>
                  <a:pt x="57597" y="0"/>
                </a:lnTo>
                <a:lnTo>
                  <a:pt x="112095" y="373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9D379-DE5A-41AC-9BD2-BB352943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3208" y="651959"/>
            <a:ext cx="112097" cy="74635"/>
          </a:xfrm>
          <a:custGeom xmlns:a="http://schemas.openxmlformats.org/drawingml/2006/main">
            <a:pathLst>
              <a:path w="112097" h="74635" fill="none">
                <a:moveTo>
                  <a:pt x="112097" y="37317"/>
                </a:moveTo>
                <a:lnTo>
                  <a:pt x="57606" y="74635"/>
                </a:lnTo>
                <a:lnTo>
                  <a:pt x="57606" y="56732"/>
                </a:lnTo>
                <a:lnTo>
                  <a:pt x="0" y="56732"/>
                </a:lnTo>
                <a:lnTo>
                  <a:pt x="0" y="17903"/>
                </a:lnTo>
                <a:lnTo>
                  <a:pt x="57606" y="17903"/>
                </a:lnTo>
                <a:lnTo>
                  <a:pt x="57606" y="0"/>
                </a:lnTo>
                <a:lnTo>
                  <a:pt x="112097" y="373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40" cap="flat">
            <a:solidFill>
              <a:srgbClr val="00000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0FED5-4191-4384-B3D5-1C530ACD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09" y="506544"/>
            <a:ext cx="2431337" cy="1349870"/>
          </a:xfrm>
          <a:custGeom xmlns:a="http://schemas.openxmlformats.org/drawingml/2006/main">
            <a:pathLst>
              <a:path w="2431337" h="1349870" fill="none">
                <a:moveTo>
                  <a:pt x="102699" y="0"/>
                </a:moveTo>
                <a:cubicBezTo>
                  <a:pt x="45975" y="0"/>
                  <a:pt x="0" y="45975"/>
                  <a:pt x="0" y="102699"/>
                </a:cubicBezTo>
                <a:lnTo>
                  <a:pt x="0" y="1247171"/>
                </a:lnTo>
                <a:cubicBezTo>
                  <a:pt x="0" y="1303878"/>
                  <a:pt x="45975" y="1349870"/>
                  <a:pt x="102699" y="1349870"/>
                </a:cubicBezTo>
                <a:lnTo>
                  <a:pt x="2328638" y="1349870"/>
                </a:lnTo>
                <a:cubicBezTo>
                  <a:pt x="2385362" y="1349870"/>
                  <a:pt x="2431337" y="1303878"/>
                  <a:pt x="2431337" y="1247171"/>
                </a:cubicBezTo>
                <a:lnTo>
                  <a:pt x="2431337" y="102699"/>
                </a:lnTo>
                <a:cubicBezTo>
                  <a:pt x="2431337" y="45975"/>
                  <a:pt x="2385362" y="0"/>
                  <a:pt x="2328638" y="0"/>
                </a:cubicBezTo>
                <a:lnTo>
                  <a:pt x="10269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47" cap="flat">
            <a:solidFill>
              <a:srgbClr val="231F20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07A695-520A-4080-97BA-91453978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793" y="95529"/>
            <a:ext cx="81919" cy="99823"/>
          </a:xfrm>
          <a:custGeom xmlns:a="http://schemas.openxmlformats.org/drawingml/2006/main">
            <a:pathLst>
              <a:path w="81919" h="99823" fill="none">
                <a:moveTo>
                  <a:pt x="81919" y="0"/>
                </a:moveTo>
                <a:cubicBezTo>
                  <a:pt x="40258" y="17270"/>
                  <a:pt x="8969" y="54533"/>
                  <a:pt x="0" y="998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A0470-C59C-4225-8D62-A2023C2F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195" y="272880"/>
            <a:ext cx="10" cy="1854513"/>
          </a:xfrm>
          <a:custGeom xmlns:a="http://schemas.openxmlformats.org/drawingml/2006/main">
            <a:pathLst>
              <a:path w="1" h="1854513" fill="none">
                <a:moveTo>
                  <a:pt x="0" y="0"/>
                </a:moveTo>
                <a:lnTo>
                  <a:pt x="0" y="1854513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296800"/>
            </a:custDash>
            <a:round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E1218-0DFB-42FE-91B7-47724C76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584" y="2205218"/>
            <a:ext cx="99823" cy="81919"/>
          </a:xfrm>
          <a:custGeom xmlns:a="http://schemas.openxmlformats.org/drawingml/2006/main">
            <a:pathLst>
              <a:path w="99823" h="81919" fill="none">
                <a:moveTo>
                  <a:pt x="0" y="0"/>
                </a:moveTo>
                <a:cubicBezTo>
                  <a:pt x="17270" y="41661"/>
                  <a:pt x="54533" y="72950"/>
                  <a:pt x="99823" y="81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E917ED-FFC8-41BB-925E-FE772386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595" y="2289734"/>
            <a:ext cx="7282868" cy="10"/>
          </a:xfrm>
          <a:custGeom xmlns:a="http://schemas.openxmlformats.org/drawingml/2006/main">
            <a:pathLst>
              <a:path w="7282868" h="1" fill="none">
                <a:moveTo>
                  <a:pt x="0" y="0"/>
                </a:moveTo>
                <a:lnTo>
                  <a:pt x="72828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00700"/>
            </a:custDash>
            <a:round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91EF88-C60C-4717-B959-A4BA1FE8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603" y="2179522"/>
            <a:ext cx="81919" cy="99823"/>
          </a:xfrm>
          <a:custGeom xmlns:a="http://schemas.openxmlformats.org/drawingml/2006/main">
            <a:pathLst>
              <a:path w="81919" h="99823" fill="none">
                <a:moveTo>
                  <a:pt x="0" y="99823"/>
                </a:moveTo>
                <a:cubicBezTo>
                  <a:pt x="41661" y="82553"/>
                  <a:pt x="72950" y="45290"/>
                  <a:pt x="8191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10FB2-4B59-42F9-94FA-88437D0C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120" y="247482"/>
            <a:ext cx="10" cy="1854513"/>
          </a:xfrm>
          <a:custGeom xmlns:a="http://schemas.openxmlformats.org/drawingml/2006/main">
            <a:pathLst>
              <a:path w="1" h="1854513" fill="none">
                <a:moveTo>
                  <a:pt x="0" y="18545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296800"/>
            </a:custDash>
            <a:round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173DF0-C687-4494-AE3F-E3B98FE8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908" y="87738"/>
            <a:ext cx="99823" cy="81919"/>
          </a:xfrm>
          <a:custGeom xmlns:a="http://schemas.openxmlformats.org/drawingml/2006/main">
            <a:pathLst>
              <a:path w="99823" h="81919" fill="none">
                <a:moveTo>
                  <a:pt x="99823" y="81919"/>
                </a:moveTo>
                <a:cubicBezTo>
                  <a:pt x="82553" y="40258"/>
                  <a:pt x="45290" y="896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FA90F-B13E-4A4E-ADAC-AB79F70C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66" y="85140"/>
            <a:ext cx="7282851" cy="10"/>
          </a:xfrm>
          <a:custGeom xmlns:a="http://schemas.openxmlformats.org/drawingml/2006/main">
            <a:pathLst>
              <a:path w="7282851" h="1" fill="none">
                <a:moveTo>
                  <a:pt x="728285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00700"/>
            </a:custDash>
            <a:round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97A8B-79D1-447A-ABB9-75D95292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195" y="85140"/>
            <a:ext cx="7633926" cy="2204596"/>
          </a:xfrm>
          <a:custGeom xmlns:a="http://schemas.openxmlformats.org/drawingml/2006/main">
            <a:pathLst>
              <a:path w="7633926" h="2204596" fill="none">
                <a:moveTo>
                  <a:pt x="0" y="136931"/>
                </a:moveTo>
                <a:lnTo>
                  <a:pt x="0" y="136931"/>
                </a:lnTo>
                <a:moveTo>
                  <a:pt x="0" y="2067664"/>
                </a:moveTo>
                <a:lnTo>
                  <a:pt x="0" y="2067664"/>
                </a:lnTo>
                <a:moveTo>
                  <a:pt x="136931" y="2204596"/>
                </a:moveTo>
                <a:lnTo>
                  <a:pt x="136931" y="2204596"/>
                </a:lnTo>
                <a:moveTo>
                  <a:pt x="7496994" y="2204596"/>
                </a:moveTo>
                <a:lnTo>
                  <a:pt x="7496994" y="2204596"/>
                </a:lnTo>
                <a:moveTo>
                  <a:pt x="7633926" y="2067664"/>
                </a:moveTo>
                <a:lnTo>
                  <a:pt x="7633926" y="2067664"/>
                </a:lnTo>
                <a:moveTo>
                  <a:pt x="7633926" y="136931"/>
                </a:moveTo>
                <a:lnTo>
                  <a:pt x="7633926" y="136931"/>
                </a:lnTo>
                <a:moveTo>
                  <a:pt x="7496994" y="0"/>
                </a:moveTo>
                <a:lnTo>
                  <a:pt x="7496994" y="0"/>
                </a:lnTo>
                <a:moveTo>
                  <a:pt x="136931" y="0"/>
                </a:moveTo>
                <a:lnTo>
                  <a:pt x="1369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round/>
          </a:ln>
        </p:spPr>
      </p:sp>
      <p:sp>
        <p:nvSpPr>
          <p:cNvPr id="73" name="Text Phase-II:PhysicalMutation">
            <a:extLst xmlns:a="http://schemas.openxmlformats.org/drawingml/2006/main">
              <a:ext uri="{FF2B5EF4-FFF2-40B4-BE49-F238E27FC236}">
                <a16:creationId xmlns:a16="http://schemas.microsoft.com/office/drawing/2014/main" id="{126E4FC4-1D7A-4617-99F2-B7E74602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682" y="161991"/>
            <a:ext cx="2453564" cy="183333"/>
          </a:xfrm>
          <a:custGeom xmlns:a="http://schemas.openxmlformats.org/drawingml/2006/main">
            <a:pathLst>
              <a:path w="2453564" h="183333">
                <a:moveTo>
                  <a:pt x="50246" y="77425"/>
                </a:moveTo>
                <a:lnTo>
                  <a:pt x="50246" y="115135"/>
                </a:lnTo>
                <a:cubicBezTo>
                  <a:pt x="50246" y="122527"/>
                  <a:pt x="50697" y="127181"/>
                  <a:pt x="51600" y="129097"/>
                </a:cubicBezTo>
                <a:cubicBezTo>
                  <a:pt x="52503" y="131011"/>
                  <a:pt x="54107" y="132539"/>
                  <a:pt x="56414" y="133682"/>
                </a:cubicBezTo>
                <a:cubicBezTo>
                  <a:pt x="58721" y="134823"/>
                  <a:pt x="62950" y="135394"/>
                  <a:pt x="69101" y="135394"/>
                </a:cubicBezTo>
                <a:lnTo>
                  <a:pt x="69101" y="139004"/>
                </a:lnTo>
                <a:lnTo>
                  <a:pt x="0" y="139004"/>
                </a:lnTo>
                <a:lnTo>
                  <a:pt x="0" y="135394"/>
                </a:lnTo>
                <a:cubicBezTo>
                  <a:pt x="6285" y="135394"/>
                  <a:pt x="10547" y="134805"/>
                  <a:pt x="12787" y="133629"/>
                </a:cubicBezTo>
                <a:cubicBezTo>
                  <a:pt x="15027" y="132453"/>
                  <a:pt x="16598" y="130924"/>
                  <a:pt x="17501" y="129044"/>
                </a:cubicBezTo>
                <a:cubicBezTo>
                  <a:pt x="18404" y="127163"/>
                  <a:pt x="18855" y="122527"/>
                  <a:pt x="18855" y="115135"/>
                </a:cubicBezTo>
                <a:lnTo>
                  <a:pt x="18855" y="26878"/>
                </a:lnTo>
                <a:cubicBezTo>
                  <a:pt x="18855" y="19486"/>
                  <a:pt x="18404" y="14833"/>
                  <a:pt x="17501" y="12919"/>
                </a:cubicBezTo>
                <a:cubicBezTo>
                  <a:pt x="16598" y="11003"/>
                  <a:pt x="15010" y="9474"/>
                  <a:pt x="12737" y="8334"/>
                </a:cubicBezTo>
                <a:cubicBezTo>
                  <a:pt x="10464" y="7191"/>
                  <a:pt x="6218" y="6619"/>
                  <a:pt x="0" y="6619"/>
                </a:cubicBezTo>
                <a:lnTo>
                  <a:pt x="0" y="3009"/>
                </a:lnTo>
                <a:lnTo>
                  <a:pt x="59272" y="3009"/>
                </a:lnTo>
                <a:cubicBezTo>
                  <a:pt x="78796" y="3009"/>
                  <a:pt x="92803" y="6486"/>
                  <a:pt x="101294" y="13439"/>
                </a:cubicBezTo>
                <a:cubicBezTo>
                  <a:pt x="109786" y="20393"/>
                  <a:pt x="114031" y="29085"/>
                  <a:pt x="114031" y="39515"/>
                </a:cubicBezTo>
                <a:cubicBezTo>
                  <a:pt x="114031" y="48341"/>
                  <a:pt x="111290" y="55896"/>
                  <a:pt x="105808" y="62181"/>
                </a:cubicBezTo>
                <a:cubicBezTo>
                  <a:pt x="100325" y="68466"/>
                  <a:pt x="92770" y="72745"/>
                  <a:pt x="83142" y="75018"/>
                </a:cubicBezTo>
                <a:cubicBezTo>
                  <a:pt x="76656" y="76623"/>
                  <a:pt x="65691" y="77425"/>
                  <a:pt x="50246" y="77425"/>
                </a:cubicBezTo>
                <a:moveTo>
                  <a:pt x="50246" y="10831"/>
                </a:moveTo>
                <a:lnTo>
                  <a:pt x="50246" y="69602"/>
                </a:lnTo>
                <a:cubicBezTo>
                  <a:pt x="52452" y="69736"/>
                  <a:pt x="54124" y="69803"/>
                  <a:pt x="55261" y="69803"/>
                </a:cubicBezTo>
                <a:cubicBezTo>
                  <a:pt x="63418" y="69803"/>
                  <a:pt x="69703" y="67379"/>
                  <a:pt x="74115" y="62532"/>
                </a:cubicBezTo>
                <a:cubicBezTo>
                  <a:pt x="78528" y="57684"/>
                  <a:pt x="80735" y="50179"/>
                  <a:pt x="80735" y="40016"/>
                </a:cubicBezTo>
                <a:cubicBezTo>
                  <a:pt x="80735" y="29920"/>
                  <a:pt x="78528" y="22532"/>
                  <a:pt x="74115" y="17852"/>
                </a:cubicBezTo>
                <a:cubicBezTo>
                  <a:pt x="69703" y="13172"/>
                  <a:pt x="63117" y="10831"/>
                  <a:pt x="54358" y="10831"/>
                </a:cubicBezTo>
                <a:lnTo>
                  <a:pt x="50246" y="10831"/>
                </a:lnTo>
                <a:close/>
                <a:moveTo>
                  <a:pt x="165514" y="3009"/>
                </a:moveTo>
                <a:lnTo>
                  <a:pt x="165514" y="57266"/>
                </a:lnTo>
                <a:cubicBezTo>
                  <a:pt x="170662" y="51813"/>
                  <a:pt x="175376" y="47959"/>
                  <a:pt x="179655" y="45705"/>
                </a:cubicBezTo>
                <a:cubicBezTo>
                  <a:pt x="183934" y="43450"/>
                  <a:pt x="188380" y="42323"/>
                  <a:pt x="192994" y="42323"/>
                </a:cubicBezTo>
                <a:cubicBezTo>
                  <a:pt x="198878" y="42323"/>
                  <a:pt x="203909" y="43995"/>
                  <a:pt x="208088" y="47338"/>
                </a:cubicBezTo>
                <a:cubicBezTo>
                  <a:pt x="212267" y="50681"/>
                  <a:pt x="215041" y="54609"/>
                  <a:pt x="216412" y="59122"/>
                </a:cubicBezTo>
                <a:cubicBezTo>
                  <a:pt x="217783" y="63635"/>
                  <a:pt x="218468" y="71240"/>
                  <a:pt x="218468" y="81938"/>
                </a:cubicBezTo>
                <a:lnTo>
                  <a:pt x="218468" y="118545"/>
                </a:lnTo>
                <a:cubicBezTo>
                  <a:pt x="218468" y="125743"/>
                  <a:pt x="219137" y="130233"/>
                  <a:pt x="220474" y="132015"/>
                </a:cubicBezTo>
                <a:cubicBezTo>
                  <a:pt x="221811" y="133797"/>
                  <a:pt x="224519" y="134923"/>
                  <a:pt x="228597" y="135394"/>
                </a:cubicBezTo>
                <a:lnTo>
                  <a:pt x="228597" y="139004"/>
                </a:lnTo>
                <a:lnTo>
                  <a:pt x="181059" y="139004"/>
                </a:lnTo>
                <a:lnTo>
                  <a:pt x="181059" y="135394"/>
                </a:lnTo>
                <a:cubicBezTo>
                  <a:pt x="184402" y="134923"/>
                  <a:pt x="186910" y="133578"/>
                  <a:pt x="188581" y="131357"/>
                </a:cubicBezTo>
                <a:cubicBezTo>
                  <a:pt x="189785" y="129608"/>
                  <a:pt x="190386" y="125337"/>
                  <a:pt x="190386" y="118545"/>
                </a:cubicBezTo>
                <a:lnTo>
                  <a:pt x="190386" y="76789"/>
                </a:lnTo>
                <a:cubicBezTo>
                  <a:pt x="190386" y="69046"/>
                  <a:pt x="190085" y="64190"/>
                  <a:pt x="189484" y="62222"/>
                </a:cubicBezTo>
                <a:cubicBezTo>
                  <a:pt x="188882" y="60251"/>
                  <a:pt x="187862" y="58715"/>
                  <a:pt x="186425" y="57614"/>
                </a:cubicBezTo>
                <a:cubicBezTo>
                  <a:pt x="184987" y="56513"/>
                  <a:pt x="183366" y="55963"/>
                  <a:pt x="181561" y="55963"/>
                </a:cubicBezTo>
                <a:cubicBezTo>
                  <a:pt x="178886" y="55963"/>
                  <a:pt x="176279" y="56882"/>
                  <a:pt x="173738" y="58721"/>
                </a:cubicBezTo>
                <a:cubicBezTo>
                  <a:pt x="171197" y="60559"/>
                  <a:pt x="168456" y="63785"/>
                  <a:pt x="165514" y="68399"/>
                </a:cubicBezTo>
                <a:lnTo>
                  <a:pt x="165514" y="118545"/>
                </a:lnTo>
                <a:cubicBezTo>
                  <a:pt x="165514" y="125270"/>
                  <a:pt x="166015" y="129474"/>
                  <a:pt x="167018" y="131156"/>
                </a:cubicBezTo>
                <a:cubicBezTo>
                  <a:pt x="168289" y="133442"/>
                  <a:pt x="170896" y="134855"/>
                  <a:pt x="174841" y="135394"/>
                </a:cubicBezTo>
                <a:lnTo>
                  <a:pt x="174841" y="139004"/>
                </a:lnTo>
                <a:lnTo>
                  <a:pt x="127303" y="139004"/>
                </a:lnTo>
                <a:lnTo>
                  <a:pt x="127303" y="135394"/>
                </a:lnTo>
                <a:cubicBezTo>
                  <a:pt x="131248" y="134990"/>
                  <a:pt x="134056" y="133713"/>
                  <a:pt x="135727" y="131561"/>
                </a:cubicBezTo>
                <a:cubicBezTo>
                  <a:pt x="136864" y="130081"/>
                  <a:pt x="137432" y="125743"/>
                  <a:pt x="137432" y="118545"/>
                </a:cubicBezTo>
                <a:lnTo>
                  <a:pt x="137432" y="23468"/>
                </a:lnTo>
                <a:cubicBezTo>
                  <a:pt x="137432" y="16295"/>
                  <a:pt x="136780" y="11829"/>
                  <a:pt x="135477" y="10070"/>
                </a:cubicBezTo>
                <a:cubicBezTo>
                  <a:pt x="134173" y="8311"/>
                  <a:pt x="131448" y="7160"/>
                  <a:pt x="127303" y="6619"/>
                </a:cubicBezTo>
                <a:lnTo>
                  <a:pt x="127303" y="3009"/>
                </a:lnTo>
                <a:lnTo>
                  <a:pt x="165514" y="3009"/>
                </a:lnTo>
                <a:close/>
                <a:moveTo>
                  <a:pt x="293154" y="125164"/>
                </a:moveTo>
                <a:cubicBezTo>
                  <a:pt x="281721" y="135327"/>
                  <a:pt x="271457" y="140408"/>
                  <a:pt x="262364" y="140408"/>
                </a:cubicBezTo>
                <a:cubicBezTo>
                  <a:pt x="257016" y="140408"/>
                  <a:pt x="252569" y="138648"/>
                  <a:pt x="249026" y="135127"/>
                </a:cubicBezTo>
                <a:cubicBezTo>
                  <a:pt x="245482" y="131604"/>
                  <a:pt x="243710" y="127194"/>
                  <a:pt x="243710" y="121895"/>
                </a:cubicBezTo>
                <a:cubicBezTo>
                  <a:pt x="243710" y="114716"/>
                  <a:pt x="246786" y="108258"/>
                  <a:pt x="252937" y="102523"/>
                </a:cubicBezTo>
                <a:cubicBezTo>
                  <a:pt x="259088" y="96788"/>
                  <a:pt x="272494" y="89157"/>
                  <a:pt x="293154" y="79631"/>
                </a:cubicBezTo>
                <a:lnTo>
                  <a:pt x="293154" y="70204"/>
                </a:lnTo>
                <a:cubicBezTo>
                  <a:pt x="293154" y="63117"/>
                  <a:pt x="292769" y="58654"/>
                  <a:pt x="292001" y="56815"/>
                </a:cubicBezTo>
                <a:cubicBezTo>
                  <a:pt x="291232" y="54976"/>
                  <a:pt x="289777" y="53372"/>
                  <a:pt x="287638" y="52001"/>
                </a:cubicBezTo>
                <a:cubicBezTo>
                  <a:pt x="285498" y="50631"/>
                  <a:pt x="283091" y="49945"/>
                  <a:pt x="280417" y="49945"/>
                </a:cubicBezTo>
                <a:cubicBezTo>
                  <a:pt x="276071" y="49945"/>
                  <a:pt x="272494" y="50915"/>
                  <a:pt x="269686" y="52854"/>
                </a:cubicBezTo>
                <a:cubicBezTo>
                  <a:pt x="267947" y="54057"/>
                  <a:pt x="267078" y="55461"/>
                  <a:pt x="267078" y="57066"/>
                </a:cubicBezTo>
                <a:cubicBezTo>
                  <a:pt x="267078" y="58470"/>
                  <a:pt x="268014" y="60208"/>
                  <a:pt x="269886" y="62281"/>
                </a:cubicBezTo>
                <a:cubicBezTo>
                  <a:pt x="272427" y="65156"/>
                  <a:pt x="273697" y="67931"/>
                  <a:pt x="273697" y="70605"/>
                </a:cubicBezTo>
                <a:cubicBezTo>
                  <a:pt x="273697" y="73881"/>
                  <a:pt x="272477" y="76673"/>
                  <a:pt x="270037" y="78980"/>
                </a:cubicBezTo>
                <a:cubicBezTo>
                  <a:pt x="267596" y="81286"/>
                  <a:pt x="264404" y="82440"/>
                  <a:pt x="260459" y="82440"/>
                </a:cubicBezTo>
                <a:cubicBezTo>
                  <a:pt x="256247" y="82440"/>
                  <a:pt x="252720" y="81169"/>
                  <a:pt x="249878" y="78629"/>
                </a:cubicBezTo>
                <a:cubicBezTo>
                  <a:pt x="247037" y="76088"/>
                  <a:pt x="245616" y="73113"/>
                  <a:pt x="245616" y="69703"/>
                </a:cubicBezTo>
                <a:cubicBezTo>
                  <a:pt x="245616" y="64889"/>
                  <a:pt x="247521" y="60292"/>
                  <a:pt x="251332" y="55913"/>
                </a:cubicBezTo>
                <a:cubicBezTo>
                  <a:pt x="255143" y="51533"/>
                  <a:pt x="260459" y="48173"/>
                  <a:pt x="267279" y="45833"/>
                </a:cubicBezTo>
                <a:cubicBezTo>
                  <a:pt x="274099" y="43493"/>
                  <a:pt x="281186" y="42323"/>
                  <a:pt x="288540" y="42323"/>
                </a:cubicBezTo>
                <a:cubicBezTo>
                  <a:pt x="297433" y="42323"/>
                  <a:pt x="304470" y="44217"/>
                  <a:pt x="309652" y="48005"/>
                </a:cubicBezTo>
                <a:cubicBezTo>
                  <a:pt x="314834" y="51791"/>
                  <a:pt x="318193" y="55896"/>
                  <a:pt x="319731" y="60319"/>
                </a:cubicBezTo>
                <a:cubicBezTo>
                  <a:pt x="320667" y="63134"/>
                  <a:pt x="321135" y="69600"/>
                  <a:pt x="321135" y="79719"/>
                </a:cubicBezTo>
                <a:lnTo>
                  <a:pt x="321135" y="116210"/>
                </a:lnTo>
                <a:cubicBezTo>
                  <a:pt x="321135" y="120499"/>
                  <a:pt x="321302" y="123198"/>
                  <a:pt x="321637" y="124305"/>
                </a:cubicBezTo>
                <a:cubicBezTo>
                  <a:pt x="321971" y="125410"/>
                  <a:pt x="322472" y="126232"/>
                  <a:pt x="323141" y="126769"/>
                </a:cubicBezTo>
                <a:cubicBezTo>
                  <a:pt x="323810" y="127303"/>
                  <a:pt x="324579" y="127571"/>
                  <a:pt x="325448" y="127571"/>
                </a:cubicBezTo>
                <a:cubicBezTo>
                  <a:pt x="327186" y="127571"/>
                  <a:pt x="328958" y="126334"/>
                  <a:pt x="330763" y="123860"/>
                </a:cubicBezTo>
                <a:lnTo>
                  <a:pt x="333772" y="126267"/>
                </a:lnTo>
                <a:cubicBezTo>
                  <a:pt x="330429" y="131215"/>
                  <a:pt x="326969" y="134809"/>
                  <a:pt x="323392" y="137048"/>
                </a:cubicBezTo>
                <a:cubicBezTo>
                  <a:pt x="319815" y="139288"/>
                  <a:pt x="315753" y="140408"/>
                  <a:pt x="311206" y="140408"/>
                </a:cubicBezTo>
                <a:cubicBezTo>
                  <a:pt x="305857" y="140408"/>
                  <a:pt x="301679" y="139146"/>
                  <a:pt x="298670" y="136622"/>
                </a:cubicBezTo>
                <a:cubicBezTo>
                  <a:pt x="295661" y="134098"/>
                  <a:pt x="293823" y="130279"/>
                  <a:pt x="293154" y="125164"/>
                </a:cubicBezTo>
                <a:moveTo>
                  <a:pt x="293154" y="117742"/>
                </a:moveTo>
                <a:lnTo>
                  <a:pt x="293154" y="86370"/>
                </a:lnTo>
                <a:cubicBezTo>
                  <a:pt x="285064" y="91140"/>
                  <a:pt x="279046" y="96246"/>
                  <a:pt x="275101" y="101689"/>
                </a:cubicBezTo>
                <a:cubicBezTo>
                  <a:pt x="272494" y="105317"/>
                  <a:pt x="271190" y="108978"/>
                  <a:pt x="271190" y="112674"/>
                </a:cubicBezTo>
                <a:cubicBezTo>
                  <a:pt x="271190" y="115765"/>
                  <a:pt x="272293" y="118486"/>
                  <a:pt x="274500" y="120839"/>
                </a:cubicBezTo>
                <a:cubicBezTo>
                  <a:pt x="276171" y="122652"/>
                  <a:pt x="278511" y="123559"/>
                  <a:pt x="281520" y="123559"/>
                </a:cubicBezTo>
                <a:cubicBezTo>
                  <a:pt x="284863" y="123559"/>
                  <a:pt x="288741" y="121620"/>
                  <a:pt x="293154" y="117742"/>
                </a:cubicBezTo>
                <a:close/>
                <a:moveTo>
                  <a:pt x="403374" y="42724"/>
                </a:moveTo>
                <a:lnTo>
                  <a:pt x="404878" y="74817"/>
                </a:lnTo>
                <a:lnTo>
                  <a:pt x="401469" y="74817"/>
                </a:lnTo>
                <a:cubicBezTo>
                  <a:pt x="397390" y="65246"/>
                  <a:pt x="393161" y="58708"/>
                  <a:pt x="388782" y="55204"/>
                </a:cubicBezTo>
                <a:cubicBezTo>
                  <a:pt x="384402" y="51698"/>
                  <a:pt x="380040" y="49945"/>
                  <a:pt x="375694" y="49945"/>
                </a:cubicBezTo>
                <a:cubicBezTo>
                  <a:pt x="372952" y="49945"/>
                  <a:pt x="370612" y="50865"/>
                  <a:pt x="368673" y="52703"/>
                </a:cubicBezTo>
                <a:cubicBezTo>
                  <a:pt x="366734" y="54542"/>
                  <a:pt x="365765" y="56665"/>
                  <a:pt x="365765" y="59072"/>
                </a:cubicBezTo>
                <a:cubicBezTo>
                  <a:pt x="365765" y="60877"/>
                  <a:pt x="366433" y="62615"/>
                  <a:pt x="367771" y="64287"/>
                </a:cubicBezTo>
                <a:cubicBezTo>
                  <a:pt x="369910" y="67028"/>
                  <a:pt x="375894" y="71725"/>
                  <a:pt x="385723" y="78378"/>
                </a:cubicBezTo>
                <a:cubicBezTo>
                  <a:pt x="395551" y="85031"/>
                  <a:pt x="402020" y="90680"/>
                  <a:pt x="405129" y="95327"/>
                </a:cubicBezTo>
                <a:cubicBezTo>
                  <a:pt x="408238" y="99974"/>
                  <a:pt x="409793" y="105172"/>
                  <a:pt x="409793" y="110922"/>
                </a:cubicBezTo>
                <a:cubicBezTo>
                  <a:pt x="409793" y="116138"/>
                  <a:pt x="408489" y="121252"/>
                  <a:pt x="405881" y="126267"/>
                </a:cubicBezTo>
                <a:cubicBezTo>
                  <a:pt x="403274" y="131282"/>
                  <a:pt x="399596" y="135126"/>
                  <a:pt x="394849" y="137801"/>
                </a:cubicBezTo>
                <a:cubicBezTo>
                  <a:pt x="390102" y="140475"/>
                  <a:pt x="384854" y="141812"/>
                  <a:pt x="379104" y="141812"/>
                </a:cubicBezTo>
                <a:cubicBezTo>
                  <a:pt x="374624" y="141812"/>
                  <a:pt x="368640" y="140382"/>
                  <a:pt x="361151" y="137522"/>
                </a:cubicBezTo>
                <a:cubicBezTo>
                  <a:pt x="359145" y="136772"/>
                  <a:pt x="357775" y="136397"/>
                  <a:pt x="357039" y="136397"/>
                </a:cubicBezTo>
                <a:cubicBezTo>
                  <a:pt x="354833" y="136397"/>
                  <a:pt x="352994" y="138068"/>
                  <a:pt x="351523" y="141411"/>
                </a:cubicBezTo>
                <a:lnTo>
                  <a:pt x="348214" y="141411"/>
                </a:lnTo>
                <a:lnTo>
                  <a:pt x="346609" y="107713"/>
                </a:lnTo>
                <a:lnTo>
                  <a:pt x="350019" y="107713"/>
                </a:lnTo>
                <a:cubicBezTo>
                  <a:pt x="353028" y="116539"/>
                  <a:pt x="357156" y="123158"/>
                  <a:pt x="362405" y="127571"/>
                </a:cubicBezTo>
                <a:cubicBezTo>
                  <a:pt x="367654" y="131984"/>
                  <a:pt x="372618" y="134190"/>
                  <a:pt x="377298" y="134190"/>
                </a:cubicBezTo>
                <a:cubicBezTo>
                  <a:pt x="380508" y="134190"/>
                  <a:pt x="383132" y="133204"/>
                  <a:pt x="385171" y="131231"/>
                </a:cubicBezTo>
                <a:cubicBezTo>
                  <a:pt x="387210" y="129259"/>
                  <a:pt x="388230" y="126869"/>
                  <a:pt x="388230" y="124061"/>
                </a:cubicBezTo>
                <a:cubicBezTo>
                  <a:pt x="388230" y="120851"/>
                  <a:pt x="387227" y="118077"/>
                  <a:pt x="385221" y="115736"/>
                </a:cubicBezTo>
                <a:cubicBezTo>
                  <a:pt x="383215" y="113396"/>
                  <a:pt x="378736" y="109853"/>
                  <a:pt x="371782" y="105106"/>
                </a:cubicBezTo>
                <a:cubicBezTo>
                  <a:pt x="361552" y="98018"/>
                  <a:pt x="354933" y="92603"/>
                  <a:pt x="351924" y="88858"/>
                </a:cubicBezTo>
                <a:cubicBezTo>
                  <a:pt x="347512" y="83376"/>
                  <a:pt x="345305" y="77325"/>
                  <a:pt x="345305" y="70706"/>
                </a:cubicBezTo>
                <a:cubicBezTo>
                  <a:pt x="345305" y="63485"/>
                  <a:pt x="347796" y="56949"/>
                  <a:pt x="352777" y="51099"/>
                </a:cubicBezTo>
                <a:cubicBezTo>
                  <a:pt x="357758" y="45248"/>
                  <a:pt x="364962" y="42323"/>
                  <a:pt x="374390" y="42323"/>
                </a:cubicBezTo>
                <a:cubicBezTo>
                  <a:pt x="379471" y="42323"/>
                  <a:pt x="384386" y="43608"/>
                  <a:pt x="389133" y="46178"/>
                </a:cubicBezTo>
                <a:cubicBezTo>
                  <a:pt x="390938" y="47219"/>
                  <a:pt x="392409" y="47739"/>
                  <a:pt x="393545" y="47739"/>
                </a:cubicBezTo>
                <a:cubicBezTo>
                  <a:pt x="394749" y="47739"/>
                  <a:pt x="395718" y="47488"/>
                  <a:pt x="396454" y="46987"/>
                </a:cubicBezTo>
                <a:cubicBezTo>
                  <a:pt x="397189" y="46485"/>
                  <a:pt x="398359" y="45064"/>
                  <a:pt x="399964" y="42724"/>
                </a:cubicBezTo>
                <a:lnTo>
                  <a:pt x="403374" y="42724"/>
                </a:lnTo>
                <a:close/>
                <a:moveTo>
                  <a:pt x="503432" y="88658"/>
                </a:moveTo>
                <a:lnTo>
                  <a:pt x="451983" y="88658"/>
                </a:lnTo>
                <a:cubicBezTo>
                  <a:pt x="452585" y="101127"/>
                  <a:pt x="455894" y="110982"/>
                  <a:pt x="461912" y="118222"/>
                </a:cubicBezTo>
                <a:cubicBezTo>
                  <a:pt x="466525" y="123786"/>
                  <a:pt x="472075" y="126568"/>
                  <a:pt x="478560" y="126568"/>
                </a:cubicBezTo>
                <a:cubicBezTo>
                  <a:pt x="482572" y="126568"/>
                  <a:pt x="486216" y="125448"/>
                  <a:pt x="489492" y="123208"/>
                </a:cubicBezTo>
                <a:cubicBezTo>
                  <a:pt x="492768" y="120968"/>
                  <a:pt x="496278" y="116940"/>
                  <a:pt x="500022" y="111123"/>
                </a:cubicBezTo>
                <a:lnTo>
                  <a:pt x="503432" y="113329"/>
                </a:lnTo>
                <a:cubicBezTo>
                  <a:pt x="498351" y="123693"/>
                  <a:pt x="492735" y="131031"/>
                  <a:pt x="486583" y="135343"/>
                </a:cubicBezTo>
                <a:cubicBezTo>
                  <a:pt x="480432" y="139656"/>
                  <a:pt x="473311" y="141812"/>
                  <a:pt x="465221" y="141812"/>
                </a:cubicBezTo>
                <a:cubicBezTo>
                  <a:pt x="451314" y="141812"/>
                  <a:pt x="440784" y="136458"/>
                  <a:pt x="433629" y="125750"/>
                </a:cubicBezTo>
                <a:cubicBezTo>
                  <a:pt x="427879" y="117117"/>
                  <a:pt x="425004" y="106408"/>
                  <a:pt x="425004" y="93625"/>
                </a:cubicBezTo>
                <a:cubicBezTo>
                  <a:pt x="425004" y="77963"/>
                  <a:pt x="429233" y="65498"/>
                  <a:pt x="437691" y="56229"/>
                </a:cubicBezTo>
                <a:cubicBezTo>
                  <a:pt x="446149" y="46958"/>
                  <a:pt x="456061" y="42323"/>
                  <a:pt x="467428" y="42323"/>
                </a:cubicBezTo>
                <a:cubicBezTo>
                  <a:pt x="476922" y="42323"/>
                  <a:pt x="485163" y="46218"/>
                  <a:pt x="492150" y="54007"/>
                </a:cubicBezTo>
                <a:cubicBezTo>
                  <a:pt x="499137" y="61796"/>
                  <a:pt x="502897" y="73347"/>
                  <a:pt x="503432" y="88658"/>
                </a:cubicBezTo>
                <a:moveTo>
                  <a:pt x="478761" y="82038"/>
                </a:moveTo>
                <a:cubicBezTo>
                  <a:pt x="478761" y="71274"/>
                  <a:pt x="478176" y="63886"/>
                  <a:pt x="477006" y="59874"/>
                </a:cubicBezTo>
                <a:cubicBezTo>
                  <a:pt x="475835" y="55862"/>
                  <a:pt x="474014" y="52820"/>
                  <a:pt x="471540" y="50748"/>
                </a:cubicBezTo>
                <a:cubicBezTo>
                  <a:pt x="470136" y="49544"/>
                  <a:pt x="468263" y="48942"/>
                  <a:pt x="465923" y="48942"/>
                </a:cubicBezTo>
                <a:cubicBezTo>
                  <a:pt x="462447" y="48942"/>
                  <a:pt x="459605" y="50647"/>
                  <a:pt x="457399" y="54057"/>
                </a:cubicBezTo>
                <a:cubicBezTo>
                  <a:pt x="453454" y="60008"/>
                  <a:pt x="451481" y="68165"/>
                  <a:pt x="451481" y="78528"/>
                </a:cubicBezTo>
                <a:lnTo>
                  <a:pt x="451481" y="82038"/>
                </a:lnTo>
                <a:lnTo>
                  <a:pt x="478761" y="82038"/>
                </a:lnTo>
                <a:close/>
                <a:moveTo>
                  <a:pt x="571762" y="102097"/>
                </a:moveTo>
                <a:lnTo>
                  <a:pt x="513292" y="102097"/>
                </a:lnTo>
                <a:lnTo>
                  <a:pt x="513292" y="81236"/>
                </a:lnTo>
                <a:lnTo>
                  <a:pt x="571762" y="81236"/>
                </a:lnTo>
                <a:lnTo>
                  <a:pt x="571762" y="102097"/>
                </a:lnTo>
                <a:close/>
                <a:moveTo>
                  <a:pt x="651894" y="135394"/>
                </a:moveTo>
                <a:lnTo>
                  <a:pt x="651894" y="139004"/>
                </a:lnTo>
                <a:lnTo>
                  <a:pt x="580787" y="139004"/>
                </a:lnTo>
                <a:lnTo>
                  <a:pt x="580787" y="135394"/>
                </a:lnTo>
                <a:lnTo>
                  <a:pt x="585300" y="135394"/>
                </a:lnTo>
                <a:cubicBezTo>
                  <a:pt x="589245" y="135394"/>
                  <a:pt x="592421" y="134688"/>
                  <a:pt x="594828" y="133278"/>
                </a:cubicBezTo>
                <a:cubicBezTo>
                  <a:pt x="596566" y="132336"/>
                  <a:pt x="597903" y="130723"/>
                  <a:pt x="598839" y="128439"/>
                </a:cubicBezTo>
                <a:cubicBezTo>
                  <a:pt x="599575" y="126826"/>
                  <a:pt x="599943" y="122592"/>
                  <a:pt x="599943" y="115736"/>
                </a:cubicBezTo>
                <a:lnTo>
                  <a:pt x="599943" y="26276"/>
                </a:lnTo>
                <a:cubicBezTo>
                  <a:pt x="599943" y="19287"/>
                  <a:pt x="599575" y="14919"/>
                  <a:pt x="598839" y="13173"/>
                </a:cubicBezTo>
                <a:cubicBezTo>
                  <a:pt x="598104" y="11424"/>
                  <a:pt x="596616" y="9894"/>
                  <a:pt x="594376" y="8584"/>
                </a:cubicBezTo>
                <a:cubicBezTo>
                  <a:pt x="592137" y="7274"/>
                  <a:pt x="589111" y="6619"/>
                  <a:pt x="585300" y="6619"/>
                </a:cubicBezTo>
                <a:lnTo>
                  <a:pt x="580787" y="6619"/>
                </a:lnTo>
                <a:lnTo>
                  <a:pt x="580787" y="3009"/>
                </a:lnTo>
                <a:lnTo>
                  <a:pt x="651894" y="3009"/>
                </a:lnTo>
                <a:lnTo>
                  <a:pt x="651894" y="6619"/>
                </a:lnTo>
                <a:lnTo>
                  <a:pt x="647381" y="6619"/>
                </a:lnTo>
                <a:cubicBezTo>
                  <a:pt x="643436" y="6619"/>
                  <a:pt x="640260" y="7324"/>
                  <a:pt x="637853" y="8735"/>
                </a:cubicBezTo>
                <a:cubicBezTo>
                  <a:pt x="636114" y="9677"/>
                  <a:pt x="634744" y="11290"/>
                  <a:pt x="633741" y="13574"/>
                </a:cubicBezTo>
                <a:cubicBezTo>
                  <a:pt x="633005" y="15187"/>
                  <a:pt x="632638" y="19421"/>
                  <a:pt x="632638" y="26276"/>
                </a:cubicBezTo>
                <a:lnTo>
                  <a:pt x="632638" y="115736"/>
                </a:lnTo>
                <a:cubicBezTo>
                  <a:pt x="632638" y="122726"/>
                  <a:pt x="633022" y="127094"/>
                  <a:pt x="633791" y="128843"/>
                </a:cubicBezTo>
                <a:cubicBezTo>
                  <a:pt x="634560" y="130590"/>
                  <a:pt x="636064" y="132118"/>
                  <a:pt x="638304" y="133429"/>
                </a:cubicBezTo>
                <a:cubicBezTo>
                  <a:pt x="640544" y="134739"/>
                  <a:pt x="643569" y="135394"/>
                  <a:pt x="647381" y="135394"/>
                </a:cubicBezTo>
                <a:lnTo>
                  <a:pt x="651894" y="135394"/>
                </a:lnTo>
                <a:close/>
                <a:moveTo>
                  <a:pt x="731793" y="135394"/>
                </a:moveTo>
                <a:lnTo>
                  <a:pt x="731793" y="139004"/>
                </a:lnTo>
                <a:lnTo>
                  <a:pt x="660686" y="139004"/>
                </a:lnTo>
                <a:lnTo>
                  <a:pt x="660686" y="135394"/>
                </a:lnTo>
                <a:lnTo>
                  <a:pt x="665199" y="135394"/>
                </a:lnTo>
                <a:cubicBezTo>
                  <a:pt x="669144" y="135394"/>
                  <a:pt x="672320" y="134688"/>
                  <a:pt x="674727" y="133278"/>
                </a:cubicBezTo>
                <a:cubicBezTo>
                  <a:pt x="676465" y="132336"/>
                  <a:pt x="677802" y="130723"/>
                  <a:pt x="678738" y="128439"/>
                </a:cubicBezTo>
                <a:cubicBezTo>
                  <a:pt x="679474" y="126826"/>
                  <a:pt x="679841" y="122592"/>
                  <a:pt x="679841" y="115736"/>
                </a:cubicBezTo>
                <a:lnTo>
                  <a:pt x="679841" y="26276"/>
                </a:lnTo>
                <a:cubicBezTo>
                  <a:pt x="679841" y="19287"/>
                  <a:pt x="679474" y="14919"/>
                  <a:pt x="678738" y="13173"/>
                </a:cubicBezTo>
                <a:cubicBezTo>
                  <a:pt x="678003" y="11424"/>
                  <a:pt x="676515" y="9894"/>
                  <a:pt x="674275" y="8584"/>
                </a:cubicBezTo>
                <a:cubicBezTo>
                  <a:pt x="672035" y="7274"/>
                  <a:pt x="669010" y="6619"/>
                  <a:pt x="665199" y="6619"/>
                </a:cubicBezTo>
                <a:lnTo>
                  <a:pt x="660686" y="6619"/>
                </a:lnTo>
                <a:lnTo>
                  <a:pt x="660686" y="3009"/>
                </a:lnTo>
                <a:lnTo>
                  <a:pt x="731793" y="3009"/>
                </a:lnTo>
                <a:lnTo>
                  <a:pt x="731793" y="6619"/>
                </a:lnTo>
                <a:lnTo>
                  <a:pt x="727279" y="6619"/>
                </a:lnTo>
                <a:cubicBezTo>
                  <a:pt x="723335" y="6619"/>
                  <a:pt x="720159" y="7324"/>
                  <a:pt x="717752" y="8735"/>
                </a:cubicBezTo>
                <a:cubicBezTo>
                  <a:pt x="716013" y="9677"/>
                  <a:pt x="714643" y="11290"/>
                  <a:pt x="713640" y="13574"/>
                </a:cubicBezTo>
                <a:cubicBezTo>
                  <a:pt x="712904" y="15187"/>
                  <a:pt x="712537" y="19421"/>
                  <a:pt x="712537" y="26276"/>
                </a:cubicBezTo>
                <a:lnTo>
                  <a:pt x="712537" y="115736"/>
                </a:lnTo>
                <a:cubicBezTo>
                  <a:pt x="712537" y="122726"/>
                  <a:pt x="712921" y="127094"/>
                  <a:pt x="713690" y="128843"/>
                </a:cubicBezTo>
                <a:cubicBezTo>
                  <a:pt x="714459" y="130590"/>
                  <a:pt x="715963" y="132118"/>
                  <a:pt x="718203" y="133429"/>
                </a:cubicBezTo>
                <a:cubicBezTo>
                  <a:pt x="720443" y="134739"/>
                  <a:pt x="723468" y="135394"/>
                  <a:pt x="727279" y="135394"/>
                </a:cubicBezTo>
                <a:lnTo>
                  <a:pt x="731793" y="135394"/>
                </a:lnTo>
                <a:close/>
                <a:moveTo>
                  <a:pt x="770774" y="42524"/>
                </a:moveTo>
                <a:cubicBezTo>
                  <a:pt x="775387" y="42524"/>
                  <a:pt x="779315" y="44145"/>
                  <a:pt x="782558" y="47388"/>
                </a:cubicBezTo>
                <a:cubicBezTo>
                  <a:pt x="785801" y="50631"/>
                  <a:pt x="787422" y="54559"/>
                  <a:pt x="787422" y="59172"/>
                </a:cubicBezTo>
                <a:cubicBezTo>
                  <a:pt x="787422" y="63785"/>
                  <a:pt x="785801" y="67714"/>
                  <a:pt x="782558" y="70956"/>
                </a:cubicBezTo>
                <a:cubicBezTo>
                  <a:pt x="779315" y="74199"/>
                  <a:pt x="775387" y="75820"/>
                  <a:pt x="770774" y="75820"/>
                </a:cubicBezTo>
                <a:cubicBezTo>
                  <a:pt x="766160" y="75820"/>
                  <a:pt x="762232" y="74199"/>
                  <a:pt x="758989" y="70956"/>
                </a:cubicBezTo>
                <a:cubicBezTo>
                  <a:pt x="755747" y="67714"/>
                  <a:pt x="754125" y="63785"/>
                  <a:pt x="754125" y="59172"/>
                </a:cubicBezTo>
                <a:cubicBezTo>
                  <a:pt x="754125" y="54559"/>
                  <a:pt x="755747" y="50631"/>
                  <a:pt x="758989" y="47388"/>
                </a:cubicBezTo>
                <a:cubicBezTo>
                  <a:pt x="762232" y="44145"/>
                  <a:pt x="766160" y="42524"/>
                  <a:pt x="770774" y="42524"/>
                </a:cubicBezTo>
                <a:moveTo>
                  <a:pt x="770673" y="108114"/>
                </a:moveTo>
                <a:cubicBezTo>
                  <a:pt x="775354" y="108114"/>
                  <a:pt x="779315" y="109758"/>
                  <a:pt x="782558" y="113044"/>
                </a:cubicBezTo>
                <a:cubicBezTo>
                  <a:pt x="785801" y="116329"/>
                  <a:pt x="787422" y="120285"/>
                  <a:pt x="787422" y="124913"/>
                </a:cubicBezTo>
                <a:cubicBezTo>
                  <a:pt x="787422" y="129541"/>
                  <a:pt x="785784" y="133482"/>
                  <a:pt x="782508" y="136735"/>
                </a:cubicBezTo>
                <a:cubicBezTo>
                  <a:pt x="779231" y="139986"/>
                  <a:pt x="775287" y="141612"/>
                  <a:pt x="770673" y="141612"/>
                </a:cubicBezTo>
                <a:cubicBezTo>
                  <a:pt x="766060" y="141612"/>
                  <a:pt x="762132" y="139986"/>
                  <a:pt x="758889" y="136735"/>
                </a:cubicBezTo>
                <a:cubicBezTo>
                  <a:pt x="755646" y="133482"/>
                  <a:pt x="754025" y="129541"/>
                  <a:pt x="754025" y="124913"/>
                </a:cubicBezTo>
                <a:cubicBezTo>
                  <a:pt x="754025" y="120285"/>
                  <a:pt x="755646" y="116329"/>
                  <a:pt x="758889" y="113044"/>
                </a:cubicBezTo>
                <a:cubicBezTo>
                  <a:pt x="762132" y="109758"/>
                  <a:pt x="766060" y="108114"/>
                  <a:pt x="770673" y="108114"/>
                </a:cubicBezTo>
                <a:close/>
                <a:moveTo>
                  <a:pt x="911682" y="77425"/>
                </a:moveTo>
                <a:lnTo>
                  <a:pt x="911682" y="115135"/>
                </a:lnTo>
                <a:cubicBezTo>
                  <a:pt x="911682" y="122527"/>
                  <a:pt x="912133" y="127181"/>
                  <a:pt x="913036" y="129097"/>
                </a:cubicBezTo>
                <a:cubicBezTo>
                  <a:pt x="913938" y="131011"/>
                  <a:pt x="915543" y="132539"/>
                  <a:pt x="917850" y="133682"/>
                </a:cubicBezTo>
                <a:cubicBezTo>
                  <a:pt x="920156" y="134823"/>
                  <a:pt x="924385" y="135394"/>
                  <a:pt x="930537" y="135394"/>
                </a:cubicBezTo>
                <a:lnTo>
                  <a:pt x="930537" y="139004"/>
                </a:lnTo>
                <a:lnTo>
                  <a:pt x="861436" y="139004"/>
                </a:lnTo>
                <a:lnTo>
                  <a:pt x="861436" y="135394"/>
                </a:lnTo>
                <a:cubicBezTo>
                  <a:pt x="867721" y="135394"/>
                  <a:pt x="871983" y="134805"/>
                  <a:pt x="874223" y="133629"/>
                </a:cubicBezTo>
                <a:cubicBezTo>
                  <a:pt x="876463" y="132453"/>
                  <a:pt x="878034" y="130924"/>
                  <a:pt x="878937" y="129044"/>
                </a:cubicBezTo>
                <a:cubicBezTo>
                  <a:pt x="879839" y="127163"/>
                  <a:pt x="880290" y="122527"/>
                  <a:pt x="880290" y="115135"/>
                </a:cubicBezTo>
                <a:lnTo>
                  <a:pt x="880290" y="26878"/>
                </a:lnTo>
                <a:cubicBezTo>
                  <a:pt x="880290" y="19486"/>
                  <a:pt x="879839" y="14833"/>
                  <a:pt x="878937" y="12919"/>
                </a:cubicBezTo>
                <a:cubicBezTo>
                  <a:pt x="878034" y="11003"/>
                  <a:pt x="876446" y="9474"/>
                  <a:pt x="874173" y="8334"/>
                </a:cubicBezTo>
                <a:cubicBezTo>
                  <a:pt x="871899" y="7191"/>
                  <a:pt x="867654" y="6619"/>
                  <a:pt x="861436" y="6619"/>
                </a:cubicBezTo>
                <a:lnTo>
                  <a:pt x="861436" y="3009"/>
                </a:lnTo>
                <a:lnTo>
                  <a:pt x="920708" y="3009"/>
                </a:lnTo>
                <a:cubicBezTo>
                  <a:pt x="940231" y="3009"/>
                  <a:pt x="954239" y="6486"/>
                  <a:pt x="962730" y="13439"/>
                </a:cubicBezTo>
                <a:cubicBezTo>
                  <a:pt x="971221" y="20393"/>
                  <a:pt x="975467" y="29085"/>
                  <a:pt x="975467" y="39515"/>
                </a:cubicBezTo>
                <a:cubicBezTo>
                  <a:pt x="975467" y="48341"/>
                  <a:pt x="972726" y="55896"/>
                  <a:pt x="967243" y="62181"/>
                </a:cubicBezTo>
                <a:cubicBezTo>
                  <a:pt x="961761" y="68466"/>
                  <a:pt x="954205" y="72745"/>
                  <a:pt x="944577" y="75018"/>
                </a:cubicBezTo>
                <a:cubicBezTo>
                  <a:pt x="938092" y="76623"/>
                  <a:pt x="927127" y="77425"/>
                  <a:pt x="911682" y="77425"/>
                </a:cubicBezTo>
                <a:moveTo>
                  <a:pt x="911682" y="10831"/>
                </a:moveTo>
                <a:lnTo>
                  <a:pt x="911682" y="69602"/>
                </a:lnTo>
                <a:cubicBezTo>
                  <a:pt x="913888" y="69736"/>
                  <a:pt x="915560" y="69803"/>
                  <a:pt x="916696" y="69803"/>
                </a:cubicBezTo>
                <a:cubicBezTo>
                  <a:pt x="924853" y="69803"/>
                  <a:pt x="931138" y="67379"/>
                  <a:pt x="935551" y="62532"/>
                </a:cubicBezTo>
                <a:cubicBezTo>
                  <a:pt x="939964" y="57684"/>
                  <a:pt x="942170" y="50179"/>
                  <a:pt x="942170" y="40016"/>
                </a:cubicBezTo>
                <a:cubicBezTo>
                  <a:pt x="942170" y="29920"/>
                  <a:pt x="939964" y="22532"/>
                  <a:pt x="935551" y="17852"/>
                </a:cubicBezTo>
                <a:cubicBezTo>
                  <a:pt x="931138" y="13172"/>
                  <a:pt x="924552" y="10831"/>
                  <a:pt x="915794" y="10831"/>
                </a:cubicBezTo>
                <a:lnTo>
                  <a:pt x="911682" y="10831"/>
                </a:lnTo>
                <a:close/>
                <a:moveTo>
                  <a:pt x="1026950" y="3009"/>
                </a:moveTo>
                <a:lnTo>
                  <a:pt x="1026950" y="57266"/>
                </a:lnTo>
                <a:cubicBezTo>
                  <a:pt x="1032098" y="51813"/>
                  <a:pt x="1036812" y="47959"/>
                  <a:pt x="1041091" y="45705"/>
                </a:cubicBezTo>
                <a:cubicBezTo>
                  <a:pt x="1045370" y="43450"/>
                  <a:pt x="1049816" y="42323"/>
                  <a:pt x="1054430" y="42323"/>
                </a:cubicBezTo>
                <a:cubicBezTo>
                  <a:pt x="1060313" y="42323"/>
                  <a:pt x="1065345" y="43995"/>
                  <a:pt x="1069523" y="47338"/>
                </a:cubicBezTo>
                <a:cubicBezTo>
                  <a:pt x="1073702" y="50681"/>
                  <a:pt x="1076477" y="54609"/>
                  <a:pt x="1077848" y="59122"/>
                </a:cubicBezTo>
                <a:cubicBezTo>
                  <a:pt x="1079218" y="63635"/>
                  <a:pt x="1079904" y="71240"/>
                  <a:pt x="1079904" y="81938"/>
                </a:cubicBezTo>
                <a:lnTo>
                  <a:pt x="1079904" y="118545"/>
                </a:lnTo>
                <a:cubicBezTo>
                  <a:pt x="1079904" y="125743"/>
                  <a:pt x="1080572" y="130233"/>
                  <a:pt x="1081909" y="132015"/>
                </a:cubicBezTo>
                <a:cubicBezTo>
                  <a:pt x="1083247" y="133797"/>
                  <a:pt x="1085955" y="134923"/>
                  <a:pt x="1090033" y="135394"/>
                </a:cubicBezTo>
                <a:lnTo>
                  <a:pt x="1090033" y="139004"/>
                </a:lnTo>
                <a:lnTo>
                  <a:pt x="1042495" y="139004"/>
                </a:lnTo>
                <a:lnTo>
                  <a:pt x="1042495" y="135394"/>
                </a:lnTo>
                <a:cubicBezTo>
                  <a:pt x="1045838" y="134923"/>
                  <a:pt x="1048345" y="133578"/>
                  <a:pt x="1050017" y="131357"/>
                </a:cubicBezTo>
                <a:cubicBezTo>
                  <a:pt x="1051220" y="129608"/>
                  <a:pt x="1051822" y="125337"/>
                  <a:pt x="1051822" y="118545"/>
                </a:cubicBezTo>
                <a:lnTo>
                  <a:pt x="1051822" y="76789"/>
                </a:lnTo>
                <a:cubicBezTo>
                  <a:pt x="1051822" y="69046"/>
                  <a:pt x="1051521" y="64190"/>
                  <a:pt x="1050919" y="62222"/>
                </a:cubicBezTo>
                <a:cubicBezTo>
                  <a:pt x="1050318" y="60251"/>
                  <a:pt x="1049298" y="58715"/>
                  <a:pt x="1047860" y="57614"/>
                </a:cubicBezTo>
                <a:cubicBezTo>
                  <a:pt x="1046423" y="56513"/>
                  <a:pt x="1044802" y="55963"/>
                  <a:pt x="1042996" y="55963"/>
                </a:cubicBezTo>
                <a:cubicBezTo>
                  <a:pt x="1040322" y="55963"/>
                  <a:pt x="1037714" y="56882"/>
                  <a:pt x="1035174" y="58721"/>
                </a:cubicBezTo>
                <a:cubicBezTo>
                  <a:pt x="1032633" y="60559"/>
                  <a:pt x="1029892" y="63785"/>
                  <a:pt x="1026950" y="68399"/>
                </a:cubicBezTo>
                <a:lnTo>
                  <a:pt x="1026950" y="118545"/>
                </a:lnTo>
                <a:cubicBezTo>
                  <a:pt x="1026950" y="125270"/>
                  <a:pt x="1027451" y="129474"/>
                  <a:pt x="1028454" y="131156"/>
                </a:cubicBezTo>
                <a:cubicBezTo>
                  <a:pt x="1029724" y="133442"/>
                  <a:pt x="1032332" y="134855"/>
                  <a:pt x="1036277" y="135394"/>
                </a:cubicBezTo>
                <a:lnTo>
                  <a:pt x="1036277" y="139004"/>
                </a:lnTo>
                <a:lnTo>
                  <a:pt x="988739" y="139004"/>
                </a:lnTo>
                <a:lnTo>
                  <a:pt x="988739" y="135394"/>
                </a:lnTo>
                <a:cubicBezTo>
                  <a:pt x="992683" y="134990"/>
                  <a:pt x="995492" y="133713"/>
                  <a:pt x="997163" y="131561"/>
                </a:cubicBezTo>
                <a:cubicBezTo>
                  <a:pt x="998300" y="130081"/>
                  <a:pt x="998868" y="125743"/>
                  <a:pt x="998868" y="118545"/>
                </a:cubicBezTo>
                <a:lnTo>
                  <a:pt x="998868" y="23468"/>
                </a:lnTo>
                <a:cubicBezTo>
                  <a:pt x="998868" y="16295"/>
                  <a:pt x="998216" y="11829"/>
                  <a:pt x="996912" y="10070"/>
                </a:cubicBezTo>
                <a:cubicBezTo>
                  <a:pt x="995609" y="8311"/>
                  <a:pt x="992884" y="7160"/>
                  <a:pt x="988739" y="6619"/>
                </a:cubicBezTo>
                <a:lnTo>
                  <a:pt x="988739" y="3009"/>
                </a:lnTo>
                <a:lnTo>
                  <a:pt x="1026950" y="3009"/>
                </a:lnTo>
                <a:close/>
                <a:moveTo>
                  <a:pt x="1145864" y="142906"/>
                </a:moveTo>
                <a:lnTo>
                  <a:pt x="1115576" y="73241"/>
                </a:lnTo>
                <a:cubicBezTo>
                  <a:pt x="1111030" y="62690"/>
                  <a:pt x="1107670" y="56204"/>
                  <a:pt x="1105497" y="53784"/>
                </a:cubicBezTo>
                <a:cubicBezTo>
                  <a:pt x="1103324" y="51363"/>
                  <a:pt x="1100700" y="49682"/>
                  <a:pt x="1097624" y="48742"/>
                </a:cubicBezTo>
                <a:lnTo>
                  <a:pt x="1097624" y="45131"/>
                </a:lnTo>
                <a:lnTo>
                  <a:pt x="1147469" y="45131"/>
                </a:lnTo>
                <a:lnTo>
                  <a:pt x="1147469" y="48742"/>
                </a:lnTo>
                <a:cubicBezTo>
                  <a:pt x="1144193" y="48875"/>
                  <a:pt x="1141886" y="49514"/>
                  <a:pt x="1140549" y="50657"/>
                </a:cubicBezTo>
                <a:cubicBezTo>
                  <a:pt x="1139212" y="51797"/>
                  <a:pt x="1138543" y="53174"/>
                  <a:pt x="1138543" y="54787"/>
                </a:cubicBezTo>
                <a:cubicBezTo>
                  <a:pt x="1138543" y="57339"/>
                  <a:pt x="1140214" y="62376"/>
                  <a:pt x="1143558" y="69900"/>
                </a:cubicBezTo>
                <a:lnTo>
                  <a:pt x="1159604" y="106779"/>
                </a:lnTo>
                <a:lnTo>
                  <a:pt x="1170536" y="78281"/>
                </a:lnTo>
                <a:cubicBezTo>
                  <a:pt x="1174481" y="68132"/>
                  <a:pt x="1176453" y="61075"/>
                  <a:pt x="1176453" y="57110"/>
                </a:cubicBezTo>
                <a:cubicBezTo>
                  <a:pt x="1176453" y="54623"/>
                  <a:pt x="1175634" y="52641"/>
                  <a:pt x="1173996" y="51161"/>
                </a:cubicBezTo>
                <a:cubicBezTo>
                  <a:pt x="1172358" y="49682"/>
                  <a:pt x="1169466" y="48875"/>
                  <a:pt x="1165321" y="48742"/>
                </a:cubicBezTo>
                <a:lnTo>
                  <a:pt x="1165321" y="45131"/>
                </a:lnTo>
                <a:lnTo>
                  <a:pt x="1196712" y="45131"/>
                </a:lnTo>
                <a:lnTo>
                  <a:pt x="1196712" y="48742"/>
                </a:lnTo>
                <a:cubicBezTo>
                  <a:pt x="1193636" y="49078"/>
                  <a:pt x="1191129" y="50271"/>
                  <a:pt x="1189190" y="52321"/>
                </a:cubicBezTo>
                <a:cubicBezTo>
                  <a:pt x="1187251" y="54371"/>
                  <a:pt x="1184008" y="61344"/>
                  <a:pt x="1179462" y="73241"/>
                </a:cubicBezTo>
                <a:lnTo>
                  <a:pt x="1152684" y="142815"/>
                </a:lnTo>
                <a:cubicBezTo>
                  <a:pt x="1145931" y="160199"/>
                  <a:pt x="1140917" y="170897"/>
                  <a:pt x="1137640" y="174908"/>
                </a:cubicBezTo>
                <a:cubicBezTo>
                  <a:pt x="1133027" y="180525"/>
                  <a:pt x="1127243" y="183333"/>
                  <a:pt x="1120290" y="183333"/>
                </a:cubicBezTo>
                <a:cubicBezTo>
                  <a:pt x="1114740" y="183333"/>
                  <a:pt x="1110244" y="181745"/>
                  <a:pt x="1106801" y="178569"/>
                </a:cubicBezTo>
                <a:cubicBezTo>
                  <a:pt x="1103357" y="175393"/>
                  <a:pt x="1101636" y="171565"/>
                  <a:pt x="1101636" y="167086"/>
                </a:cubicBezTo>
                <a:cubicBezTo>
                  <a:pt x="1101636" y="163208"/>
                  <a:pt x="1102822" y="159998"/>
                  <a:pt x="1105196" y="157458"/>
                </a:cubicBezTo>
                <a:cubicBezTo>
                  <a:pt x="1107570" y="154917"/>
                  <a:pt x="1110495" y="153647"/>
                  <a:pt x="1113972" y="153647"/>
                </a:cubicBezTo>
                <a:cubicBezTo>
                  <a:pt x="1117315" y="153647"/>
                  <a:pt x="1120006" y="154710"/>
                  <a:pt x="1122045" y="156837"/>
                </a:cubicBezTo>
                <a:cubicBezTo>
                  <a:pt x="1124084" y="158966"/>
                  <a:pt x="1125137" y="162259"/>
                  <a:pt x="1125204" y="166716"/>
                </a:cubicBezTo>
                <a:cubicBezTo>
                  <a:pt x="1125271" y="169244"/>
                  <a:pt x="1125572" y="170874"/>
                  <a:pt x="1126107" y="171605"/>
                </a:cubicBezTo>
                <a:cubicBezTo>
                  <a:pt x="1126642" y="172336"/>
                  <a:pt x="1127411" y="172702"/>
                  <a:pt x="1128413" y="172702"/>
                </a:cubicBezTo>
                <a:cubicBezTo>
                  <a:pt x="1130018" y="172702"/>
                  <a:pt x="1131723" y="171737"/>
                  <a:pt x="1133528" y="169806"/>
                </a:cubicBezTo>
                <a:cubicBezTo>
                  <a:pt x="1136203" y="167011"/>
                  <a:pt x="1139345" y="160621"/>
                  <a:pt x="1142956" y="150638"/>
                </a:cubicBezTo>
                <a:lnTo>
                  <a:pt x="1145864" y="142906"/>
                </a:lnTo>
                <a:close/>
                <a:moveTo>
                  <a:pt x="1264810" y="42724"/>
                </a:moveTo>
                <a:lnTo>
                  <a:pt x="1266314" y="74817"/>
                </a:lnTo>
                <a:lnTo>
                  <a:pt x="1262904" y="74817"/>
                </a:lnTo>
                <a:cubicBezTo>
                  <a:pt x="1258826" y="65246"/>
                  <a:pt x="1254597" y="58708"/>
                  <a:pt x="1250217" y="55204"/>
                </a:cubicBezTo>
                <a:cubicBezTo>
                  <a:pt x="1245838" y="51698"/>
                  <a:pt x="1241475" y="49945"/>
                  <a:pt x="1237129" y="49945"/>
                </a:cubicBezTo>
                <a:cubicBezTo>
                  <a:pt x="1234388" y="49945"/>
                  <a:pt x="1232048" y="50865"/>
                  <a:pt x="1230109" y="52703"/>
                </a:cubicBezTo>
                <a:cubicBezTo>
                  <a:pt x="1228170" y="54542"/>
                  <a:pt x="1227200" y="56665"/>
                  <a:pt x="1227200" y="59072"/>
                </a:cubicBezTo>
                <a:cubicBezTo>
                  <a:pt x="1227200" y="60877"/>
                  <a:pt x="1227869" y="62615"/>
                  <a:pt x="1229206" y="64287"/>
                </a:cubicBezTo>
                <a:cubicBezTo>
                  <a:pt x="1231346" y="67028"/>
                  <a:pt x="1237330" y="71725"/>
                  <a:pt x="1247158" y="78378"/>
                </a:cubicBezTo>
                <a:cubicBezTo>
                  <a:pt x="1256987" y="85031"/>
                  <a:pt x="1263456" y="90680"/>
                  <a:pt x="1266565" y="95327"/>
                </a:cubicBezTo>
                <a:cubicBezTo>
                  <a:pt x="1269674" y="99974"/>
                  <a:pt x="1271228" y="105172"/>
                  <a:pt x="1271228" y="110922"/>
                </a:cubicBezTo>
                <a:cubicBezTo>
                  <a:pt x="1271228" y="116138"/>
                  <a:pt x="1269925" y="121252"/>
                  <a:pt x="1267317" y="126267"/>
                </a:cubicBezTo>
                <a:cubicBezTo>
                  <a:pt x="1264709" y="131282"/>
                  <a:pt x="1261032" y="135126"/>
                  <a:pt x="1256285" y="137801"/>
                </a:cubicBezTo>
                <a:cubicBezTo>
                  <a:pt x="1251538" y="140475"/>
                  <a:pt x="1246289" y="141812"/>
                  <a:pt x="1240539" y="141812"/>
                </a:cubicBezTo>
                <a:cubicBezTo>
                  <a:pt x="1236059" y="141812"/>
                  <a:pt x="1230075" y="140382"/>
                  <a:pt x="1222587" y="137522"/>
                </a:cubicBezTo>
                <a:cubicBezTo>
                  <a:pt x="1220581" y="136772"/>
                  <a:pt x="1219210" y="136397"/>
                  <a:pt x="1218475" y="136397"/>
                </a:cubicBezTo>
                <a:cubicBezTo>
                  <a:pt x="1216269" y="136397"/>
                  <a:pt x="1214430" y="138068"/>
                  <a:pt x="1212959" y="141411"/>
                </a:cubicBezTo>
                <a:lnTo>
                  <a:pt x="1209649" y="141411"/>
                </a:lnTo>
                <a:lnTo>
                  <a:pt x="1208045" y="107713"/>
                </a:lnTo>
                <a:lnTo>
                  <a:pt x="1211455" y="107713"/>
                </a:lnTo>
                <a:cubicBezTo>
                  <a:pt x="1214463" y="116539"/>
                  <a:pt x="1218592" y="123158"/>
                  <a:pt x="1223841" y="127571"/>
                </a:cubicBezTo>
                <a:cubicBezTo>
                  <a:pt x="1229089" y="131984"/>
                  <a:pt x="1234054" y="134190"/>
                  <a:pt x="1238734" y="134190"/>
                </a:cubicBezTo>
                <a:cubicBezTo>
                  <a:pt x="1241943" y="134190"/>
                  <a:pt x="1244568" y="133204"/>
                  <a:pt x="1246607" y="131231"/>
                </a:cubicBezTo>
                <a:cubicBezTo>
                  <a:pt x="1248646" y="129259"/>
                  <a:pt x="1249666" y="126869"/>
                  <a:pt x="1249666" y="124061"/>
                </a:cubicBezTo>
                <a:cubicBezTo>
                  <a:pt x="1249666" y="120851"/>
                  <a:pt x="1248663" y="118077"/>
                  <a:pt x="1246657" y="115736"/>
                </a:cubicBezTo>
                <a:cubicBezTo>
                  <a:pt x="1244651" y="113396"/>
                  <a:pt x="1240171" y="109853"/>
                  <a:pt x="1233218" y="105106"/>
                </a:cubicBezTo>
                <a:cubicBezTo>
                  <a:pt x="1222988" y="98018"/>
                  <a:pt x="1216369" y="92603"/>
                  <a:pt x="1213360" y="88858"/>
                </a:cubicBezTo>
                <a:cubicBezTo>
                  <a:pt x="1208947" y="83376"/>
                  <a:pt x="1206741" y="77325"/>
                  <a:pt x="1206741" y="70706"/>
                </a:cubicBezTo>
                <a:cubicBezTo>
                  <a:pt x="1206741" y="63485"/>
                  <a:pt x="1209231" y="56949"/>
                  <a:pt x="1214213" y="51099"/>
                </a:cubicBezTo>
                <a:cubicBezTo>
                  <a:pt x="1219194" y="45248"/>
                  <a:pt x="1226398" y="42323"/>
                  <a:pt x="1235825" y="42323"/>
                </a:cubicBezTo>
                <a:cubicBezTo>
                  <a:pt x="1240907" y="42323"/>
                  <a:pt x="1245821" y="43608"/>
                  <a:pt x="1250568" y="46178"/>
                </a:cubicBezTo>
                <a:cubicBezTo>
                  <a:pt x="1252374" y="47219"/>
                  <a:pt x="1253845" y="47739"/>
                  <a:pt x="1254981" y="47739"/>
                </a:cubicBezTo>
                <a:cubicBezTo>
                  <a:pt x="1256185" y="47739"/>
                  <a:pt x="1257154" y="47488"/>
                  <a:pt x="1257890" y="46987"/>
                </a:cubicBezTo>
                <a:cubicBezTo>
                  <a:pt x="1258625" y="46485"/>
                  <a:pt x="1259795" y="45064"/>
                  <a:pt x="1261400" y="42724"/>
                </a:cubicBezTo>
                <a:lnTo>
                  <a:pt x="1264810" y="42724"/>
                </a:lnTo>
                <a:close/>
                <a:moveTo>
                  <a:pt x="1308003" y="0"/>
                </a:moveTo>
                <a:cubicBezTo>
                  <a:pt x="1312349" y="0"/>
                  <a:pt x="1316026" y="1526"/>
                  <a:pt x="1319035" y="4579"/>
                </a:cubicBezTo>
                <a:cubicBezTo>
                  <a:pt x="1322044" y="7629"/>
                  <a:pt x="1323548" y="11302"/>
                  <a:pt x="1323548" y="15595"/>
                </a:cubicBezTo>
                <a:cubicBezTo>
                  <a:pt x="1323548" y="19889"/>
                  <a:pt x="1322027" y="23546"/>
                  <a:pt x="1318985" y="26565"/>
                </a:cubicBezTo>
                <a:cubicBezTo>
                  <a:pt x="1315942" y="29582"/>
                  <a:pt x="1312282" y="31090"/>
                  <a:pt x="1308003" y="31090"/>
                </a:cubicBezTo>
                <a:cubicBezTo>
                  <a:pt x="1303724" y="31090"/>
                  <a:pt x="1300080" y="29582"/>
                  <a:pt x="1297071" y="26565"/>
                </a:cubicBezTo>
                <a:cubicBezTo>
                  <a:pt x="1294062" y="23546"/>
                  <a:pt x="1292558" y="19889"/>
                  <a:pt x="1292558" y="15595"/>
                </a:cubicBezTo>
                <a:cubicBezTo>
                  <a:pt x="1292558" y="11302"/>
                  <a:pt x="1294062" y="7629"/>
                  <a:pt x="1297071" y="4579"/>
                </a:cubicBezTo>
                <a:cubicBezTo>
                  <a:pt x="1300080" y="1526"/>
                  <a:pt x="1303724" y="0"/>
                  <a:pt x="1308003" y="0"/>
                </a:cubicBezTo>
                <a:moveTo>
                  <a:pt x="1322044" y="45131"/>
                </a:moveTo>
                <a:lnTo>
                  <a:pt x="1322044" y="119548"/>
                </a:lnTo>
                <a:cubicBezTo>
                  <a:pt x="1322044" y="126167"/>
                  <a:pt x="1322812" y="130396"/>
                  <a:pt x="1324350" y="132234"/>
                </a:cubicBezTo>
                <a:cubicBezTo>
                  <a:pt x="1325888" y="134073"/>
                  <a:pt x="1328897" y="135126"/>
                  <a:pt x="1333376" y="135394"/>
                </a:cubicBezTo>
                <a:lnTo>
                  <a:pt x="1333376" y="139004"/>
                </a:lnTo>
                <a:lnTo>
                  <a:pt x="1282729" y="139004"/>
                </a:lnTo>
                <a:lnTo>
                  <a:pt x="1282729" y="135394"/>
                </a:lnTo>
                <a:cubicBezTo>
                  <a:pt x="1286875" y="135260"/>
                  <a:pt x="1289950" y="134056"/>
                  <a:pt x="1291956" y="131783"/>
                </a:cubicBezTo>
                <a:cubicBezTo>
                  <a:pt x="1293293" y="130245"/>
                  <a:pt x="1293962" y="126167"/>
                  <a:pt x="1293962" y="119548"/>
                </a:cubicBezTo>
                <a:lnTo>
                  <a:pt x="1293962" y="64788"/>
                </a:lnTo>
                <a:cubicBezTo>
                  <a:pt x="1293962" y="58086"/>
                  <a:pt x="1293193" y="53803"/>
                  <a:pt x="1291655" y="51942"/>
                </a:cubicBezTo>
                <a:cubicBezTo>
                  <a:pt x="1290117" y="50080"/>
                  <a:pt x="1287142" y="49013"/>
                  <a:pt x="1282729" y="48742"/>
                </a:cubicBezTo>
                <a:lnTo>
                  <a:pt x="1282729" y="45131"/>
                </a:lnTo>
                <a:lnTo>
                  <a:pt x="1322044" y="45131"/>
                </a:lnTo>
                <a:close/>
                <a:moveTo>
                  <a:pt x="1419060" y="114755"/>
                </a:moveTo>
                <a:lnTo>
                  <a:pt x="1422169" y="117159"/>
                </a:lnTo>
                <a:cubicBezTo>
                  <a:pt x="1417756" y="125477"/>
                  <a:pt x="1412257" y="131666"/>
                  <a:pt x="1405671" y="135726"/>
                </a:cubicBezTo>
                <a:cubicBezTo>
                  <a:pt x="1399085" y="139783"/>
                  <a:pt x="1392081" y="141812"/>
                  <a:pt x="1384660" y="141812"/>
                </a:cubicBezTo>
                <a:cubicBezTo>
                  <a:pt x="1372157" y="141812"/>
                  <a:pt x="1362161" y="137094"/>
                  <a:pt x="1354673" y="127659"/>
                </a:cubicBezTo>
                <a:cubicBezTo>
                  <a:pt x="1347184" y="118221"/>
                  <a:pt x="1343440" y="106876"/>
                  <a:pt x="1343440" y="93625"/>
                </a:cubicBezTo>
                <a:cubicBezTo>
                  <a:pt x="1343440" y="80840"/>
                  <a:pt x="1346850" y="69596"/>
                  <a:pt x="1353670" y="59893"/>
                </a:cubicBezTo>
                <a:cubicBezTo>
                  <a:pt x="1361894" y="48180"/>
                  <a:pt x="1373227" y="42323"/>
                  <a:pt x="1387669" y="42323"/>
                </a:cubicBezTo>
                <a:cubicBezTo>
                  <a:pt x="1397363" y="42323"/>
                  <a:pt x="1405069" y="44771"/>
                  <a:pt x="1410786" y="49666"/>
                </a:cubicBezTo>
                <a:cubicBezTo>
                  <a:pt x="1416502" y="54560"/>
                  <a:pt x="1419361" y="60023"/>
                  <a:pt x="1419361" y="66058"/>
                </a:cubicBezTo>
                <a:cubicBezTo>
                  <a:pt x="1419361" y="69879"/>
                  <a:pt x="1418207" y="72930"/>
                  <a:pt x="1415901" y="75209"/>
                </a:cubicBezTo>
                <a:cubicBezTo>
                  <a:pt x="1413594" y="77489"/>
                  <a:pt x="1410568" y="78629"/>
                  <a:pt x="1406824" y="78629"/>
                </a:cubicBezTo>
                <a:cubicBezTo>
                  <a:pt x="1402879" y="78629"/>
                  <a:pt x="1399620" y="77321"/>
                  <a:pt x="1397046" y="74705"/>
                </a:cubicBezTo>
                <a:cubicBezTo>
                  <a:pt x="1394472" y="72087"/>
                  <a:pt x="1392884" y="67423"/>
                  <a:pt x="1392282" y="60714"/>
                </a:cubicBezTo>
                <a:cubicBezTo>
                  <a:pt x="1391881" y="56487"/>
                  <a:pt x="1390911" y="53535"/>
                  <a:pt x="1389374" y="51857"/>
                </a:cubicBezTo>
                <a:cubicBezTo>
                  <a:pt x="1387836" y="50181"/>
                  <a:pt x="1386030" y="49343"/>
                  <a:pt x="1383958" y="49343"/>
                </a:cubicBezTo>
                <a:cubicBezTo>
                  <a:pt x="1380748" y="49343"/>
                  <a:pt x="1378007" y="51048"/>
                  <a:pt x="1375734" y="54458"/>
                </a:cubicBezTo>
                <a:cubicBezTo>
                  <a:pt x="1372257" y="59607"/>
                  <a:pt x="1370519" y="67496"/>
                  <a:pt x="1370519" y="78127"/>
                </a:cubicBezTo>
                <a:cubicBezTo>
                  <a:pt x="1370519" y="86953"/>
                  <a:pt x="1371923" y="95394"/>
                  <a:pt x="1374731" y="103451"/>
                </a:cubicBezTo>
                <a:cubicBezTo>
                  <a:pt x="1377539" y="111507"/>
                  <a:pt x="1381384" y="117508"/>
                  <a:pt x="1386265" y="121453"/>
                </a:cubicBezTo>
                <a:cubicBezTo>
                  <a:pt x="1389942" y="124328"/>
                  <a:pt x="1394288" y="125766"/>
                  <a:pt x="1399302" y="125766"/>
                </a:cubicBezTo>
                <a:cubicBezTo>
                  <a:pt x="1402579" y="125766"/>
                  <a:pt x="1405688" y="124999"/>
                  <a:pt x="1408630" y="123465"/>
                </a:cubicBezTo>
                <a:cubicBezTo>
                  <a:pt x="1411571" y="121929"/>
                  <a:pt x="1415048" y="119026"/>
                  <a:pt x="1419060" y="114755"/>
                </a:cubicBezTo>
                <a:close/>
                <a:moveTo>
                  <a:pt x="1485484" y="125164"/>
                </a:moveTo>
                <a:cubicBezTo>
                  <a:pt x="1474051" y="135327"/>
                  <a:pt x="1463788" y="140408"/>
                  <a:pt x="1454695" y="140408"/>
                </a:cubicBezTo>
                <a:cubicBezTo>
                  <a:pt x="1449346" y="140408"/>
                  <a:pt x="1444899" y="138648"/>
                  <a:pt x="1441356" y="135127"/>
                </a:cubicBezTo>
                <a:cubicBezTo>
                  <a:pt x="1437812" y="131604"/>
                  <a:pt x="1436040" y="127194"/>
                  <a:pt x="1436040" y="121895"/>
                </a:cubicBezTo>
                <a:cubicBezTo>
                  <a:pt x="1436040" y="114716"/>
                  <a:pt x="1439116" y="108258"/>
                  <a:pt x="1445267" y="102523"/>
                </a:cubicBezTo>
                <a:cubicBezTo>
                  <a:pt x="1451418" y="96788"/>
                  <a:pt x="1464824" y="89157"/>
                  <a:pt x="1485484" y="79631"/>
                </a:cubicBezTo>
                <a:lnTo>
                  <a:pt x="1485484" y="70204"/>
                </a:lnTo>
                <a:cubicBezTo>
                  <a:pt x="1485484" y="63117"/>
                  <a:pt x="1485100" y="58654"/>
                  <a:pt x="1484331" y="56815"/>
                </a:cubicBezTo>
                <a:cubicBezTo>
                  <a:pt x="1483562" y="54976"/>
                  <a:pt x="1482108" y="53372"/>
                  <a:pt x="1479968" y="52001"/>
                </a:cubicBezTo>
                <a:cubicBezTo>
                  <a:pt x="1477829" y="50631"/>
                  <a:pt x="1475422" y="49945"/>
                  <a:pt x="1472747" y="49945"/>
                </a:cubicBezTo>
                <a:cubicBezTo>
                  <a:pt x="1468401" y="49945"/>
                  <a:pt x="1464824" y="50915"/>
                  <a:pt x="1462016" y="52854"/>
                </a:cubicBezTo>
                <a:cubicBezTo>
                  <a:pt x="1460277" y="54057"/>
                  <a:pt x="1459408" y="55461"/>
                  <a:pt x="1459408" y="57066"/>
                </a:cubicBezTo>
                <a:cubicBezTo>
                  <a:pt x="1459408" y="58470"/>
                  <a:pt x="1460344" y="60208"/>
                  <a:pt x="1462216" y="62281"/>
                </a:cubicBezTo>
                <a:cubicBezTo>
                  <a:pt x="1464757" y="65156"/>
                  <a:pt x="1466028" y="67931"/>
                  <a:pt x="1466028" y="70605"/>
                </a:cubicBezTo>
                <a:cubicBezTo>
                  <a:pt x="1466028" y="73881"/>
                  <a:pt x="1464807" y="76673"/>
                  <a:pt x="1462367" y="78980"/>
                </a:cubicBezTo>
                <a:cubicBezTo>
                  <a:pt x="1459926" y="81286"/>
                  <a:pt x="1456734" y="82440"/>
                  <a:pt x="1452789" y="82440"/>
                </a:cubicBezTo>
                <a:cubicBezTo>
                  <a:pt x="1448577" y="82440"/>
                  <a:pt x="1445050" y="81169"/>
                  <a:pt x="1442208" y="78629"/>
                </a:cubicBezTo>
                <a:cubicBezTo>
                  <a:pt x="1439367" y="76088"/>
                  <a:pt x="1437946" y="73113"/>
                  <a:pt x="1437946" y="69703"/>
                </a:cubicBezTo>
                <a:cubicBezTo>
                  <a:pt x="1437946" y="64889"/>
                  <a:pt x="1439851" y="60292"/>
                  <a:pt x="1443663" y="55913"/>
                </a:cubicBezTo>
                <a:cubicBezTo>
                  <a:pt x="1447474" y="51533"/>
                  <a:pt x="1452789" y="48173"/>
                  <a:pt x="1459609" y="45833"/>
                </a:cubicBezTo>
                <a:cubicBezTo>
                  <a:pt x="1466429" y="43493"/>
                  <a:pt x="1473516" y="42323"/>
                  <a:pt x="1480871" y="42323"/>
                </a:cubicBezTo>
                <a:cubicBezTo>
                  <a:pt x="1489763" y="42323"/>
                  <a:pt x="1496800" y="44217"/>
                  <a:pt x="1501982" y="48005"/>
                </a:cubicBezTo>
                <a:cubicBezTo>
                  <a:pt x="1507164" y="51791"/>
                  <a:pt x="1510524" y="55896"/>
                  <a:pt x="1512061" y="60319"/>
                </a:cubicBezTo>
                <a:cubicBezTo>
                  <a:pt x="1512997" y="63134"/>
                  <a:pt x="1513465" y="69600"/>
                  <a:pt x="1513465" y="79719"/>
                </a:cubicBezTo>
                <a:lnTo>
                  <a:pt x="1513465" y="116210"/>
                </a:lnTo>
                <a:cubicBezTo>
                  <a:pt x="1513465" y="120499"/>
                  <a:pt x="1513633" y="123198"/>
                  <a:pt x="1513967" y="124305"/>
                </a:cubicBezTo>
                <a:cubicBezTo>
                  <a:pt x="1514301" y="125410"/>
                  <a:pt x="1514803" y="126232"/>
                  <a:pt x="1515471" y="126769"/>
                </a:cubicBezTo>
                <a:cubicBezTo>
                  <a:pt x="1516140" y="127303"/>
                  <a:pt x="1516909" y="127571"/>
                  <a:pt x="1517778" y="127571"/>
                </a:cubicBezTo>
                <a:cubicBezTo>
                  <a:pt x="1519516" y="127571"/>
                  <a:pt x="1521288" y="126334"/>
                  <a:pt x="1523093" y="123860"/>
                </a:cubicBezTo>
                <a:lnTo>
                  <a:pt x="1526102" y="126267"/>
                </a:lnTo>
                <a:cubicBezTo>
                  <a:pt x="1522759" y="131215"/>
                  <a:pt x="1519299" y="134809"/>
                  <a:pt x="1515722" y="137048"/>
                </a:cubicBezTo>
                <a:cubicBezTo>
                  <a:pt x="1512145" y="139288"/>
                  <a:pt x="1508083" y="140408"/>
                  <a:pt x="1503537" y="140408"/>
                </a:cubicBezTo>
                <a:cubicBezTo>
                  <a:pt x="1498188" y="140408"/>
                  <a:pt x="1494009" y="139146"/>
                  <a:pt x="1491000" y="136622"/>
                </a:cubicBezTo>
                <a:cubicBezTo>
                  <a:pt x="1487991" y="134098"/>
                  <a:pt x="1486153" y="130279"/>
                  <a:pt x="1485484" y="125164"/>
                </a:cubicBezTo>
                <a:moveTo>
                  <a:pt x="1485484" y="117742"/>
                </a:moveTo>
                <a:lnTo>
                  <a:pt x="1485484" y="86370"/>
                </a:lnTo>
                <a:cubicBezTo>
                  <a:pt x="1477394" y="91140"/>
                  <a:pt x="1471376" y="96246"/>
                  <a:pt x="1467432" y="101689"/>
                </a:cubicBezTo>
                <a:cubicBezTo>
                  <a:pt x="1464824" y="105317"/>
                  <a:pt x="1463520" y="108978"/>
                  <a:pt x="1463520" y="112674"/>
                </a:cubicBezTo>
                <a:cubicBezTo>
                  <a:pt x="1463520" y="115765"/>
                  <a:pt x="1464623" y="118486"/>
                  <a:pt x="1466830" y="120839"/>
                </a:cubicBezTo>
                <a:cubicBezTo>
                  <a:pt x="1468501" y="122652"/>
                  <a:pt x="1470842" y="123559"/>
                  <a:pt x="1473850" y="123559"/>
                </a:cubicBezTo>
                <a:cubicBezTo>
                  <a:pt x="1477193" y="123559"/>
                  <a:pt x="1481071" y="121620"/>
                  <a:pt x="1485484" y="117742"/>
                </a:cubicBezTo>
                <a:close/>
                <a:moveTo>
                  <a:pt x="1573139" y="3009"/>
                </a:moveTo>
                <a:lnTo>
                  <a:pt x="1573139" y="119548"/>
                </a:lnTo>
                <a:cubicBezTo>
                  <a:pt x="1573139" y="126167"/>
                  <a:pt x="1573908" y="130396"/>
                  <a:pt x="1575445" y="132234"/>
                </a:cubicBezTo>
                <a:cubicBezTo>
                  <a:pt x="1576983" y="134073"/>
                  <a:pt x="1579992" y="135126"/>
                  <a:pt x="1584472" y="135394"/>
                </a:cubicBezTo>
                <a:lnTo>
                  <a:pt x="1584472" y="139004"/>
                </a:lnTo>
                <a:lnTo>
                  <a:pt x="1533824" y="139004"/>
                </a:lnTo>
                <a:lnTo>
                  <a:pt x="1533824" y="135394"/>
                </a:lnTo>
                <a:cubicBezTo>
                  <a:pt x="1537970" y="135260"/>
                  <a:pt x="1541045" y="134056"/>
                  <a:pt x="1543051" y="131783"/>
                </a:cubicBezTo>
                <a:cubicBezTo>
                  <a:pt x="1544388" y="130245"/>
                  <a:pt x="1545057" y="126167"/>
                  <a:pt x="1545057" y="119548"/>
                </a:cubicBezTo>
                <a:lnTo>
                  <a:pt x="1545057" y="22465"/>
                </a:lnTo>
                <a:cubicBezTo>
                  <a:pt x="1545057" y="15871"/>
                  <a:pt x="1544288" y="11649"/>
                  <a:pt x="1542750" y="9800"/>
                </a:cubicBezTo>
                <a:cubicBezTo>
                  <a:pt x="1541212" y="7949"/>
                  <a:pt x="1538237" y="6889"/>
                  <a:pt x="1533824" y="6619"/>
                </a:cubicBezTo>
                <a:lnTo>
                  <a:pt x="1533824" y="3009"/>
                </a:lnTo>
                <a:lnTo>
                  <a:pt x="1573139" y="3009"/>
                </a:lnTo>
                <a:close/>
                <a:moveTo>
                  <a:pt x="1735846" y="92550"/>
                </a:moveTo>
                <a:lnTo>
                  <a:pt x="1772753" y="3009"/>
                </a:lnTo>
                <a:lnTo>
                  <a:pt x="1828114" y="3009"/>
                </a:lnTo>
                <a:lnTo>
                  <a:pt x="1828114" y="6619"/>
                </a:lnTo>
                <a:lnTo>
                  <a:pt x="1823701" y="6619"/>
                </a:lnTo>
                <a:cubicBezTo>
                  <a:pt x="1819690" y="6619"/>
                  <a:pt x="1816480" y="7332"/>
                  <a:pt x="1814073" y="8757"/>
                </a:cubicBezTo>
                <a:cubicBezTo>
                  <a:pt x="1812402" y="9707"/>
                  <a:pt x="1811065" y="11304"/>
                  <a:pt x="1810062" y="13546"/>
                </a:cubicBezTo>
                <a:cubicBezTo>
                  <a:pt x="1809326" y="15175"/>
                  <a:pt x="1808958" y="19419"/>
                  <a:pt x="1808958" y="26276"/>
                </a:cubicBezTo>
                <a:lnTo>
                  <a:pt x="1808958" y="115736"/>
                </a:lnTo>
                <a:cubicBezTo>
                  <a:pt x="1808958" y="122726"/>
                  <a:pt x="1809326" y="127094"/>
                  <a:pt x="1810062" y="128843"/>
                </a:cubicBezTo>
                <a:cubicBezTo>
                  <a:pt x="1810797" y="130590"/>
                  <a:pt x="1812302" y="132118"/>
                  <a:pt x="1814575" y="133429"/>
                </a:cubicBezTo>
                <a:cubicBezTo>
                  <a:pt x="1816848" y="134739"/>
                  <a:pt x="1819890" y="135394"/>
                  <a:pt x="1823701" y="135394"/>
                </a:cubicBezTo>
                <a:lnTo>
                  <a:pt x="1828114" y="135394"/>
                </a:lnTo>
                <a:lnTo>
                  <a:pt x="1828114" y="139004"/>
                </a:lnTo>
                <a:lnTo>
                  <a:pt x="1757108" y="139004"/>
                </a:lnTo>
                <a:lnTo>
                  <a:pt x="1757108" y="135394"/>
                </a:lnTo>
                <a:lnTo>
                  <a:pt x="1761521" y="135394"/>
                </a:lnTo>
                <a:cubicBezTo>
                  <a:pt x="1765532" y="135394"/>
                  <a:pt x="1768742" y="134688"/>
                  <a:pt x="1771149" y="133278"/>
                </a:cubicBezTo>
                <a:cubicBezTo>
                  <a:pt x="1772820" y="132336"/>
                  <a:pt x="1774157" y="130723"/>
                  <a:pt x="1775160" y="128439"/>
                </a:cubicBezTo>
                <a:cubicBezTo>
                  <a:pt x="1775896" y="126826"/>
                  <a:pt x="1776263" y="122592"/>
                  <a:pt x="1776263" y="115736"/>
                </a:cubicBezTo>
                <a:lnTo>
                  <a:pt x="1776263" y="14943"/>
                </a:lnTo>
                <a:lnTo>
                  <a:pt x="1724112" y="139004"/>
                </a:lnTo>
                <a:lnTo>
                  <a:pt x="1721705" y="139004"/>
                </a:lnTo>
                <a:lnTo>
                  <a:pt x="1668751" y="15746"/>
                </a:lnTo>
                <a:lnTo>
                  <a:pt x="1668751" y="111524"/>
                </a:lnTo>
                <a:cubicBezTo>
                  <a:pt x="1668751" y="118267"/>
                  <a:pt x="1668918" y="122413"/>
                  <a:pt x="1669252" y="123963"/>
                </a:cubicBezTo>
                <a:cubicBezTo>
                  <a:pt x="1670122" y="127336"/>
                  <a:pt x="1672010" y="130084"/>
                  <a:pt x="1674919" y="132209"/>
                </a:cubicBezTo>
                <a:cubicBezTo>
                  <a:pt x="1677827" y="134332"/>
                  <a:pt x="1682391" y="135394"/>
                  <a:pt x="1688609" y="135394"/>
                </a:cubicBezTo>
                <a:lnTo>
                  <a:pt x="1688609" y="139004"/>
                </a:lnTo>
                <a:lnTo>
                  <a:pt x="1642073" y="139004"/>
                </a:lnTo>
                <a:lnTo>
                  <a:pt x="1642073" y="135394"/>
                </a:lnTo>
                <a:lnTo>
                  <a:pt x="1643477" y="135394"/>
                </a:lnTo>
                <a:cubicBezTo>
                  <a:pt x="1646486" y="135460"/>
                  <a:pt x="1649294" y="134969"/>
                  <a:pt x="1651902" y="133921"/>
                </a:cubicBezTo>
                <a:cubicBezTo>
                  <a:pt x="1654509" y="132872"/>
                  <a:pt x="1656482" y="131467"/>
                  <a:pt x="1657819" y="129705"/>
                </a:cubicBezTo>
                <a:cubicBezTo>
                  <a:pt x="1659156" y="127944"/>
                  <a:pt x="1660193" y="125471"/>
                  <a:pt x="1660928" y="122287"/>
                </a:cubicBezTo>
                <a:cubicBezTo>
                  <a:pt x="1661062" y="121543"/>
                  <a:pt x="1661129" y="118089"/>
                  <a:pt x="1661129" y="111925"/>
                </a:cubicBezTo>
                <a:lnTo>
                  <a:pt x="1661129" y="26276"/>
                </a:lnTo>
                <a:cubicBezTo>
                  <a:pt x="1661129" y="19283"/>
                  <a:pt x="1660761" y="14920"/>
                  <a:pt x="1660025" y="13188"/>
                </a:cubicBezTo>
                <a:cubicBezTo>
                  <a:pt x="1659290" y="11456"/>
                  <a:pt x="1657786" y="9929"/>
                  <a:pt x="1655512" y="8606"/>
                </a:cubicBezTo>
                <a:cubicBezTo>
                  <a:pt x="1653239" y="7282"/>
                  <a:pt x="1650197" y="6619"/>
                  <a:pt x="1646386" y="6619"/>
                </a:cubicBezTo>
                <a:lnTo>
                  <a:pt x="1642073" y="6619"/>
                </a:lnTo>
                <a:lnTo>
                  <a:pt x="1642073" y="3009"/>
                </a:lnTo>
                <a:lnTo>
                  <a:pt x="1697635" y="3009"/>
                </a:lnTo>
                <a:lnTo>
                  <a:pt x="1735846" y="92550"/>
                </a:lnTo>
                <a:close/>
                <a:moveTo>
                  <a:pt x="1929340" y="45131"/>
                </a:moveTo>
                <a:lnTo>
                  <a:pt x="1929340" y="118545"/>
                </a:lnTo>
                <a:cubicBezTo>
                  <a:pt x="1929340" y="125743"/>
                  <a:pt x="1930009" y="130233"/>
                  <a:pt x="1931346" y="132015"/>
                </a:cubicBezTo>
                <a:cubicBezTo>
                  <a:pt x="1932683" y="133797"/>
                  <a:pt x="1935391" y="134923"/>
                  <a:pt x="1939470" y="135394"/>
                </a:cubicBezTo>
                <a:lnTo>
                  <a:pt x="1939470" y="139004"/>
                </a:lnTo>
                <a:lnTo>
                  <a:pt x="1901258" y="139004"/>
                </a:lnTo>
                <a:lnTo>
                  <a:pt x="1901258" y="126468"/>
                </a:lnTo>
                <a:cubicBezTo>
                  <a:pt x="1896779" y="131817"/>
                  <a:pt x="1892299" y="135711"/>
                  <a:pt x="1887819" y="138152"/>
                </a:cubicBezTo>
                <a:cubicBezTo>
                  <a:pt x="1883340" y="140592"/>
                  <a:pt x="1878325" y="141812"/>
                  <a:pt x="1872776" y="141812"/>
                </a:cubicBezTo>
                <a:cubicBezTo>
                  <a:pt x="1867494" y="141812"/>
                  <a:pt x="1862797" y="140191"/>
                  <a:pt x="1858685" y="136948"/>
                </a:cubicBezTo>
                <a:cubicBezTo>
                  <a:pt x="1854573" y="133705"/>
                  <a:pt x="1851815" y="129911"/>
                  <a:pt x="1850411" y="125565"/>
                </a:cubicBezTo>
                <a:cubicBezTo>
                  <a:pt x="1849007" y="121219"/>
                  <a:pt x="1848305" y="113630"/>
                  <a:pt x="1848305" y="102799"/>
                </a:cubicBezTo>
                <a:lnTo>
                  <a:pt x="1848305" y="65591"/>
                </a:lnTo>
                <a:cubicBezTo>
                  <a:pt x="1848305" y="58418"/>
                  <a:pt x="1847653" y="53952"/>
                  <a:pt x="1846349" y="52192"/>
                </a:cubicBezTo>
                <a:cubicBezTo>
                  <a:pt x="1845045" y="50433"/>
                  <a:pt x="1842320" y="49283"/>
                  <a:pt x="1838175" y="48742"/>
                </a:cubicBezTo>
                <a:lnTo>
                  <a:pt x="1838175" y="45131"/>
                </a:lnTo>
                <a:lnTo>
                  <a:pt x="1876386" y="45131"/>
                </a:lnTo>
                <a:lnTo>
                  <a:pt x="1876386" y="109296"/>
                </a:lnTo>
                <a:cubicBezTo>
                  <a:pt x="1876386" y="115990"/>
                  <a:pt x="1876704" y="120308"/>
                  <a:pt x="1877339" y="122249"/>
                </a:cubicBezTo>
                <a:cubicBezTo>
                  <a:pt x="1877974" y="124190"/>
                  <a:pt x="1878977" y="125663"/>
                  <a:pt x="1880348" y="126668"/>
                </a:cubicBezTo>
                <a:cubicBezTo>
                  <a:pt x="1881718" y="127671"/>
                  <a:pt x="1883306" y="128173"/>
                  <a:pt x="1885112" y="128173"/>
                </a:cubicBezTo>
                <a:cubicBezTo>
                  <a:pt x="1887519" y="128173"/>
                  <a:pt x="1889692" y="127537"/>
                  <a:pt x="1891630" y="126267"/>
                </a:cubicBezTo>
                <a:cubicBezTo>
                  <a:pt x="1894305" y="124529"/>
                  <a:pt x="1897514" y="121018"/>
                  <a:pt x="1901258" y="115736"/>
                </a:cubicBezTo>
                <a:lnTo>
                  <a:pt x="1901258" y="65591"/>
                </a:lnTo>
                <a:cubicBezTo>
                  <a:pt x="1901258" y="58418"/>
                  <a:pt x="1900607" y="53952"/>
                  <a:pt x="1899303" y="52192"/>
                </a:cubicBezTo>
                <a:cubicBezTo>
                  <a:pt x="1897999" y="50433"/>
                  <a:pt x="1895274" y="49283"/>
                  <a:pt x="1891129" y="48742"/>
                </a:cubicBezTo>
                <a:lnTo>
                  <a:pt x="1891129" y="45131"/>
                </a:lnTo>
                <a:lnTo>
                  <a:pt x="1929340" y="45131"/>
                </a:lnTo>
                <a:close/>
                <a:moveTo>
                  <a:pt x="1990186" y="10631"/>
                </a:moveTo>
                <a:lnTo>
                  <a:pt x="1990186" y="45131"/>
                </a:lnTo>
                <a:lnTo>
                  <a:pt x="2012450" y="45131"/>
                </a:lnTo>
                <a:lnTo>
                  <a:pt x="2012450" y="54960"/>
                </a:lnTo>
                <a:lnTo>
                  <a:pt x="1990186" y="54960"/>
                </a:lnTo>
                <a:lnTo>
                  <a:pt x="1990186" y="112985"/>
                </a:lnTo>
                <a:cubicBezTo>
                  <a:pt x="1990186" y="118415"/>
                  <a:pt x="1990436" y="121918"/>
                  <a:pt x="1990938" y="123493"/>
                </a:cubicBezTo>
                <a:cubicBezTo>
                  <a:pt x="1991439" y="125069"/>
                  <a:pt x="1992325" y="126343"/>
                  <a:pt x="1993595" y="127317"/>
                </a:cubicBezTo>
                <a:cubicBezTo>
                  <a:pt x="1994866" y="128289"/>
                  <a:pt x="1996036" y="128774"/>
                  <a:pt x="1997106" y="128774"/>
                </a:cubicBezTo>
                <a:cubicBezTo>
                  <a:pt x="2001452" y="128774"/>
                  <a:pt x="2005564" y="125431"/>
                  <a:pt x="2009442" y="118745"/>
                </a:cubicBezTo>
                <a:lnTo>
                  <a:pt x="2012450" y="120974"/>
                </a:lnTo>
                <a:cubicBezTo>
                  <a:pt x="2007035" y="133930"/>
                  <a:pt x="1998242" y="140408"/>
                  <a:pt x="1986074" y="140408"/>
                </a:cubicBezTo>
                <a:cubicBezTo>
                  <a:pt x="1980123" y="140408"/>
                  <a:pt x="1975092" y="138748"/>
                  <a:pt x="1970980" y="135428"/>
                </a:cubicBezTo>
                <a:cubicBezTo>
                  <a:pt x="1966868" y="132106"/>
                  <a:pt x="1964243" y="128398"/>
                  <a:pt x="1963107" y="124305"/>
                </a:cubicBezTo>
                <a:cubicBezTo>
                  <a:pt x="1962438" y="122023"/>
                  <a:pt x="1962104" y="115850"/>
                  <a:pt x="1962104" y="105786"/>
                </a:cubicBezTo>
                <a:lnTo>
                  <a:pt x="1962104" y="54960"/>
                </a:lnTo>
                <a:lnTo>
                  <a:pt x="1949868" y="54960"/>
                </a:lnTo>
                <a:lnTo>
                  <a:pt x="1949868" y="51440"/>
                </a:lnTo>
                <a:cubicBezTo>
                  <a:pt x="1958293" y="45477"/>
                  <a:pt x="1965464" y="39212"/>
                  <a:pt x="1971381" y="32645"/>
                </a:cubicBezTo>
                <a:cubicBezTo>
                  <a:pt x="1977298" y="26078"/>
                  <a:pt x="1982463" y="18740"/>
                  <a:pt x="1986876" y="10631"/>
                </a:cubicBezTo>
                <a:lnTo>
                  <a:pt x="1990186" y="10631"/>
                </a:lnTo>
                <a:close/>
                <a:moveTo>
                  <a:pt x="2073125" y="125164"/>
                </a:moveTo>
                <a:cubicBezTo>
                  <a:pt x="2061691" y="135327"/>
                  <a:pt x="2051428" y="140408"/>
                  <a:pt x="2042335" y="140408"/>
                </a:cubicBezTo>
                <a:cubicBezTo>
                  <a:pt x="2036986" y="140408"/>
                  <a:pt x="2032540" y="138648"/>
                  <a:pt x="2028996" y="135127"/>
                </a:cubicBezTo>
                <a:cubicBezTo>
                  <a:pt x="2025453" y="131604"/>
                  <a:pt x="2023681" y="127194"/>
                  <a:pt x="2023681" y="121895"/>
                </a:cubicBezTo>
                <a:cubicBezTo>
                  <a:pt x="2023681" y="114716"/>
                  <a:pt x="2026757" y="108258"/>
                  <a:pt x="2032908" y="102523"/>
                </a:cubicBezTo>
                <a:cubicBezTo>
                  <a:pt x="2039059" y="96788"/>
                  <a:pt x="2052465" y="89157"/>
                  <a:pt x="2073125" y="79631"/>
                </a:cubicBezTo>
                <a:lnTo>
                  <a:pt x="2073125" y="70204"/>
                </a:lnTo>
                <a:cubicBezTo>
                  <a:pt x="2073125" y="63117"/>
                  <a:pt x="2072740" y="58654"/>
                  <a:pt x="2071971" y="56815"/>
                </a:cubicBezTo>
                <a:cubicBezTo>
                  <a:pt x="2071202" y="54976"/>
                  <a:pt x="2069748" y="53372"/>
                  <a:pt x="2067609" y="52001"/>
                </a:cubicBezTo>
                <a:cubicBezTo>
                  <a:pt x="2065469" y="50631"/>
                  <a:pt x="2063062" y="49945"/>
                  <a:pt x="2060388" y="49945"/>
                </a:cubicBezTo>
                <a:cubicBezTo>
                  <a:pt x="2056042" y="49945"/>
                  <a:pt x="2052465" y="50915"/>
                  <a:pt x="2049656" y="52854"/>
                </a:cubicBezTo>
                <a:cubicBezTo>
                  <a:pt x="2047918" y="54057"/>
                  <a:pt x="2047049" y="55461"/>
                  <a:pt x="2047049" y="57066"/>
                </a:cubicBezTo>
                <a:cubicBezTo>
                  <a:pt x="2047049" y="58470"/>
                  <a:pt x="2047985" y="60208"/>
                  <a:pt x="2049857" y="62281"/>
                </a:cubicBezTo>
                <a:cubicBezTo>
                  <a:pt x="2052398" y="65156"/>
                  <a:pt x="2053668" y="67931"/>
                  <a:pt x="2053668" y="70605"/>
                </a:cubicBezTo>
                <a:cubicBezTo>
                  <a:pt x="2053668" y="73881"/>
                  <a:pt x="2052448" y="76673"/>
                  <a:pt x="2050007" y="78980"/>
                </a:cubicBezTo>
                <a:cubicBezTo>
                  <a:pt x="2047567" y="81286"/>
                  <a:pt x="2044374" y="82440"/>
                  <a:pt x="2040430" y="82440"/>
                </a:cubicBezTo>
                <a:cubicBezTo>
                  <a:pt x="2036217" y="82440"/>
                  <a:pt x="2032690" y="81169"/>
                  <a:pt x="2029849" y="78629"/>
                </a:cubicBezTo>
                <a:cubicBezTo>
                  <a:pt x="2027007" y="76088"/>
                  <a:pt x="2025586" y="73113"/>
                  <a:pt x="2025586" y="69703"/>
                </a:cubicBezTo>
                <a:cubicBezTo>
                  <a:pt x="2025586" y="64889"/>
                  <a:pt x="2027492" y="60292"/>
                  <a:pt x="2031303" y="55913"/>
                </a:cubicBezTo>
                <a:cubicBezTo>
                  <a:pt x="2035114" y="51533"/>
                  <a:pt x="2040430" y="48173"/>
                  <a:pt x="2047249" y="45833"/>
                </a:cubicBezTo>
                <a:cubicBezTo>
                  <a:pt x="2054069" y="43493"/>
                  <a:pt x="2061157" y="42323"/>
                  <a:pt x="2068511" y="42323"/>
                </a:cubicBezTo>
                <a:cubicBezTo>
                  <a:pt x="2077404" y="42323"/>
                  <a:pt x="2084441" y="44217"/>
                  <a:pt x="2089623" y="48005"/>
                </a:cubicBezTo>
                <a:cubicBezTo>
                  <a:pt x="2094804" y="51791"/>
                  <a:pt x="2098164" y="55896"/>
                  <a:pt x="2099702" y="60319"/>
                </a:cubicBezTo>
                <a:cubicBezTo>
                  <a:pt x="2100638" y="63134"/>
                  <a:pt x="2101106" y="69600"/>
                  <a:pt x="2101106" y="79719"/>
                </a:cubicBezTo>
                <a:lnTo>
                  <a:pt x="2101106" y="116210"/>
                </a:lnTo>
                <a:cubicBezTo>
                  <a:pt x="2101106" y="120499"/>
                  <a:pt x="2101273" y="123198"/>
                  <a:pt x="2101607" y="124305"/>
                </a:cubicBezTo>
                <a:cubicBezTo>
                  <a:pt x="2101942" y="125410"/>
                  <a:pt x="2102443" y="126232"/>
                  <a:pt x="2103112" y="126769"/>
                </a:cubicBezTo>
                <a:cubicBezTo>
                  <a:pt x="2103780" y="127303"/>
                  <a:pt x="2104549" y="127571"/>
                  <a:pt x="2105419" y="127571"/>
                </a:cubicBezTo>
                <a:cubicBezTo>
                  <a:pt x="2107157" y="127571"/>
                  <a:pt x="2108929" y="126334"/>
                  <a:pt x="2110734" y="123860"/>
                </a:cubicBezTo>
                <a:lnTo>
                  <a:pt x="2113743" y="126267"/>
                </a:lnTo>
                <a:cubicBezTo>
                  <a:pt x="2110400" y="131215"/>
                  <a:pt x="2106940" y="134809"/>
                  <a:pt x="2103363" y="137048"/>
                </a:cubicBezTo>
                <a:cubicBezTo>
                  <a:pt x="2099786" y="139288"/>
                  <a:pt x="2095724" y="140408"/>
                  <a:pt x="2091177" y="140408"/>
                </a:cubicBezTo>
                <a:cubicBezTo>
                  <a:pt x="2085828" y="140408"/>
                  <a:pt x="2081649" y="139146"/>
                  <a:pt x="2078641" y="136622"/>
                </a:cubicBezTo>
                <a:cubicBezTo>
                  <a:pt x="2075632" y="134098"/>
                  <a:pt x="2073793" y="130279"/>
                  <a:pt x="2073125" y="125164"/>
                </a:cubicBezTo>
                <a:moveTo>
                  <a:pt x="2073125" y="117742"/>
                </a:moveTo>
                <a:lnTo>
                  <a:pt x="2073125" y="86370"/>
                </a:lnTo>
                <a:cubicBezTo>
                  <a:pt x="2065034" y="91140"/>
                  <a:pt x="2059017" y="96246"/>
                  <a:pt x="2055072" y="101689"/>
                </a:cubicBezTo>
                <a:cubicBezTo>
                  <a:pt x="2052465" y="105317"/>
                  <a:pt x="2051161" y="108978"/>
                  <a:pt x="2051161" y="112674"/>
                </a:cubicBezTo>
                <a:cubicBezTo>
                  <a:pt x="2051161" y="115765"/>
                  <a:pt x="2052264" y="118486"/>
                  <a:pt x="2054470" y="120839"/>
                </a:cubicBezTo>
                <a:cubicBezTo>
                  <a:pt x="2056142" y="122652"/>
                  <a:pt x="2058482" y="123559"/>
                  <a:pt x="2061491" y="123559"/>
                </a:cubicBezTo>
                <a:cubicBezTo>
                  <a:pt x="2064834" y="123559"/>
                  <a:pt x="2068712" y="121620"/>
                  <a:pt x="2073125" y="117742"/>
                </a:cubicBezTo>
                <a:close/>
                <a:moveTo>
                  <a:pt x="2161282" y="10631"/>
                </a:moveTo>
                <a:lnTo>
                  <a:pt x="2161282" y="45131"/>
                </a:lnTo>
                <a:lnTo>
                  <a:pt x="2183546" y="45131"/>
                </a:lnTo>
                <a:lnTo>
                  <a:pt x="2183546" y="54960"/>
                </a:lnTo>
                <a:lnTo>
                  <a:pt x="2161282" y="54960"/>
                </a:lnTo>
                <a:lnTo>
                  <a:pt x="2161282" y="112985"/>
                </a:lnTo>
                <a:cubicBezTo>
                  <a:pt x="2161282" y="118415"/>
                  <a:pt x="2161532" y="121918"/>
                  <a:pt x="2162034" y="123493"/>
                </a:cubicBezTo>
                <a:cubicBezTo>
                  <a:pt x="2162535" y="125069"/>
                  <a:pt x="2163421" y="126343"/>
                  <a:pt x="2164691" y="127317"/>
                </a:cubicBezTo>
                <a:cubicBezTo>
                  <a:pt x="2165962" y="128289"/>
                  <a:pt x="2167132" y="128774"/>
                  <a:pt x="2168202" y="128774"/>
                </a:cubicBezTo>
                <a:cubicBezTo>
                  <a:pt x="2172548" y="128774"/>
                  <a:pt x="2176660" y="125431"/>
                  <a:pt x="2180538" y="118745"/>
                </a:cubicBezTo>
                <a:lnTo>
                  <a:pt x="2183546" y="120974"/>
                </a:lnTo>
                <a:cubicBezTo>
                  <a:pt x="2178131" y="133930"/>
                  <a:pt x="2169338" y="140408"/>
                  <a:pt x="2157170" y="140408"/>
                </a:cubicBezTo>
                <a:cubicBezTo>
                  <a:pt x="2151219" y="140408"/>
                  <a:pt x="2146188" y="138748"/>
                  <a:pt x="2142076" y="135428"/>
                </a:cubicBezTo>
                <a:cubicBezTo>
                  <a:pt x="2137964" y="132106"/>
                  <a:pt x="2135339" y="128398"/>
                  <a:pt x="2134203" y="124305"/>
                </a:cubicBezTo>
                <a:cubicBezTo>
                  <a:pt x="2133534" y="122023"/>
                  <a:pt x="2133200" y="115850"/>
                  <a:pt x="2133200" y="105786"/>
                </a:cubicBezTo>
                <a:lnTo>
                  <a:pt x="2133200" y="54960"/>
                </a:lnTo>
                <a:lnTo>
                  <a:pt x="2120964" y="54960"/>
                </a:lnTo>
                <a:lnTo>
                  <a:pt x="2120964" y="51440"/>
                </a:lnTo>
                <a:cubicBezTo>
                  <a:pt x="2129389" y="45477"/>
                  <a:pt x="2136560" y="39212"/>
                  <a:pt x="2142477" y="32645"/>
                </a:cubicBezTo>
                <a:cubicBezTo>
                  <a:pt x="2148394" y="26078"/>
                  <a:pt x="2153559" y="18740"/>
                  <a:pt x="2157972" y="10631"/>
                </a:cubicBezTo>
                <a:lnTo>
                  <a:pt x="2161282" y="10631"/>
                </a:lnTo>
                <a:close/>
                <a:moveTo>
                  <a:pt x="2215036" y="0"/>
                </a:moveTo>
                <a:cubicBezTo>
                  <a:pt x="2219382" y="0"/>
                  <a:pt x="2223059" y="1526"/>
                  <a:pt x="2226068" y="4579"/>
                </a:cubicBezTo>
                <a:cubicBezTo>
                  <a:pt x="2229077" y="7629"/>
                  <a:pt x="2230581" y="11302"/>
                  <a:pt x="2230581" y="15595"/>
                </a:cubicBezTo>
                <a:cubicBezTo>
                  <a:pt x="2230581" y="19889"/>
                  <a:pt x="2229060" y="23546"/>
                  <a:pt x="2226018" y="26565"/>
                </a:cubicBezTo>
                <a:cubicBezTo>
                  <a:pt x="2222976" y="29582"/>
                  <a:pt x="2219315" y="31090"/>
                  <a:pt x="2215036" y="31090"/>
                </a:cubicBezTo>
                <a:cubicBezTo>
                  <a:pt x="2210757" y="31090"/>
                  <a:pt x="2207113" y="29582"/>
                  <a:pt x="2204104" y="26565"/>
                </a:cubicBezTo>
                <a:cubicBezTo>
                  <a:pt x="2201095" y="23546"/>
                  <a:pt x="2199591" y="19889"/>
                  <a:pt x="2199591" y="15595"/>
                </a:cubicBezTo>
                <a:cubicBezTo>
                  <a:pt x="2199591" y="11302"/>
                  <a:pt x="2201095" y="7629"/>
                  <a:pt x="2204104" y="4579"/>
                </a:cubicBezTo>
                <a:cubicBezTo>
                  <a:pt x="2207113" y="1526"/>
                  <a:pt x="2210757" y="0"/>
                  <a:pt x="2215036" y="0"/>
                </a:cubicBezTo>
                <a:moveTo>
                  <a:pt x="2229077" y="45131"/>
                </a:moveTo>
                <a:lnTo>
                  <a:pt x="2229077" y="119548"/>
                </a:lnTo>
                <a:cubicBezTo>
                  <a:pt x="2229077" y="126167"/>
                  <a:pt x="2229846" y="130396"/>
                  <a:pt x="2231383" y="132234"/>
                </a:cubicBezTo>
                <a:cubicBezTo>
                  <a:pt x="2232921" y="134073"/>
                  <a:pt x="2235930" y="135126"/>
                  <a:pt x="2240410" y="135394"/>
                </a:cubicBezTo>
                <a:lnTo>
                  <a:pt x="2240410" y="139004"/>
                </a:lnTo>
                <a:lnTo>
                  <a:pt x="2189762" y="139004"/>
                </a:lnTo>
                <a:lnTo>
                  <a:pt x="2189762" y="135394"/>
                </a:lnTo>
                <a:cubicBezTo>
                  <a:pt x="2193908" y="135260"/>
                  <a:pt x="2196983" y="134056"/>
                  <a:pt x="2198989" y="131783"/>
                </a:cubicBezTo>
                <a:cubicBezTo>
                  <a:pt x="2200326" y="130245"/>
                  <a:pt x="2200995" y="126167"/>
                  <a:pt x="2200995" y="119548"/>
                </a:cubicBezTo>
                <a:lnTo>
                  <a:pt x="2200995" y="64788"/>
                </a:lnTo>
                <a:cubicBezTo>
                  <a:pt x="2200995" y="58086"/>
                  <a:pt x="2200226" y="53803"/>
                  <a:pt x="2198688" y="51942"/>
                </a:cubicBezTo>
                <a:cubicBezTo>
                  <a:pt x="2197150" y="50080"/>
                  <a:pt x="2194175" y="49013"/>
                  <a:pt x="2189762" y="48742"/>
                </a:cubicBezTo>
                <a:lnTo>
                  <a:pt x="2189762" y="45131"/>
                </a:lnTo>
                <a:lnTo>
                  <a:pt x="2229077" y="45131"/>
                </a:lnTo>
                <a:close/>
                <a:moveTo>
                  <a:pt x="2293799" y="42323"/>
                </a:moveTo>
                <a:cubicBezTo>
                  <a:pt x="2301956" y="42323"/>
                  <a:pt x="2309545" y="44431"/>
                  <a:pt x="2316565" y="48648"/>
                </a:cubicBezTo>
                <a:cubicBezTo>
                  <a:pt x="2323586" y="52864"/>
                  <a:pt x="2328918" y="58854"/>
                  <a:pt x="2332562" y="66619"/>
                </a:cubicBezTo>
                <a:cubicBezTo>
                  <a:pt x="2336206" y="74383"/>
                  <a:pt x="2338028" y="82883"/>
                  <a:pt x="2338028" y="92118"/>
                </a:cubicBezTo>
                <a:cubicBezTo>
                  <a:pt x="2338028" y="105436"/>
                  <a:pt x="2334651" y="116580"/>
                  <a:pt x="2327898" y="125549"/>
                </a:cubicBezTo>
                <a:cubicBezTo>
                  <a:pt x="2319741" y="136391"/>
                  <a:pt x="2308475" y="141812"/>
                  <a:pt x="2294100" y="141812"/>
                </a:cubicBezTo>
                <a:cubicBezTo>
                  <a:pt x="2279992" y="141812"/>
                  <a:pt x="2269127" y="136859"/>
                  <a:pt x="2261505" y="126953"/>
                </a:cubicBezTo>
                <a:cubicBezTo>
                  <a:pt x="2253883" y="117048"/>
                  <a:pt x="2250072" y="105569"/>
                  <a:pt x="2250072" y="92519"/>
                </a:cubicBezTo>
                <a:cubicBezTo>
                  <a:pt x="2250072" y="79067"/>
                  <a:pt x="2253967" y="67338"/>
                  <a:pt x="2261756" y="57332"/>
                </a:cubicBezTo>
                <a:cubicBezTo>
                  <a:pt x="2269545" y="47326"/>
                  <a:pt x="2280226" y="42323"/>
                  <a:pt x="2293799" y="42323"/>
                </a:cubicBezTo>
                <a:moveTo>
                  <a:pt x="2294200" y="49343"/>
                </a:moveTo>
                <a:cubicBezTo>
                  <a:pt x="2290790" y="49343"/>
                  <a:pt x="2287865" y="50633"/>
                  <a:pt x="2285425" y="53211"/>
                </a:cubicBezTo>
                <a:cubicBezTo>
                  <a:pt x="2282984" y="55787"/>
                  <a:pt x="2281380" y="60874"/>
                  <a:pt x="2280611" y="68471"/>
                </a:cubicBezTo>
                <a:cubicBezTo>
                  <a:pt x="2279842" y="76068"/>
                  <a:pt x="2279457" y="86628"/>
                  <a:pt x="2279457" y="100151"/>
                </a:cubicBezTo>
                <a:cubicBezTo>
                  <a:pt x="2279457" y="107313"/>
                  <a:pt x="2279925" y="114007"/>
                  <a:pt x="2280861" y="120234"/>
                </a:cubicBezTo>
                <a:cubicBezTo>
                  <a:pt x="2281597" y="124985"/>
                  <a:pt x="2283168" y="128600"/>
                  <a:pt x="2285575" y="131078"/>
                </a:cubicBezTo>
                <a:cubicBezTo>
                  <a:pt x="2287982" y="133554"/>
                  <a:pt x="2290723" y="134792"/>
                  <a:pt x="2293799" y="134792"/>
                </a:cubicBezTo>
                <a:cubicBezTo>
                  <a:pt x="2296808" y="134792"/>
                  <a:pt x="2299315" y="133955"/>
                  <a:pt x="2301321" y="132281"/>
                </a:cubicBezTo>
                <a:cubicBezTo>
                  <a:pt x="2303928" y="130006"/>
                  <a:pt x="2305667" y="126826"/>
                  <a:pt x="2306536" y="122741"/>
                </a:cubicBezTo>
                <a:cubicBezTo>
                  <a:pt x="2307873" y="116383"/>
                  <a:pt x="2308542" y="103531"/>
                  <a:pt x="2308542" y="84185"/>
                </a:cubicBezTo>
                <a:cubicBezTo>
                  <a:pt x="2308542" y="72806"/>
                  <a:pt x="2307907" y="64992"/>
                  <a:pt x="2306636" y="60742"/>
                </a:cubicBezTo>
                <a:cubicBezTo>
                  <a:pt x="2305366" y="56490"/>
                  <a:pt x="2303494" y="53394"/>
                  <a:pt x="2301020" y="51453"/>
                </a:cubicBezTo>
                <a:cubicBezTo>
                  <a:pt x="2299282" y="50047"/>
                  <a:pt x="2297008" y="49343"/>
                  <a:pt x="2294200" y="49343"/>
                </a:cubicBezTo>
                <a:close/>
                <a:moveTo>
                  <a:pt x="2390581" y="45131"/>
                </a:moveTo>
                <a:lnTo>
                  <a:pt x="2390581" y="57367"/>
                </a:lnTo>
                <a:cubicBezTo>
                  <a:pt x="2395395" y="52116"/>
                  <a:pt x="2400008" y="48297"/>
                  <a:pt x="2404421" y="45908"/>
                </a:cubicBezTo>
                <a:cubicBezTo>
                  <a:pt x="2408834" y="43518"/>
                  <a:pt x="2413581" y="42323"/>
                  <a:pt x="2418663" y="42323"/>
                </a:cubicBezTo>
                <a:cubicBezTo>
                  <a:pt x="2424747" y="42323"/>
                  <a:pt x="2429795" y="44013"/>
                  <a:pt x="2433807" y="47394"/>
                </a:cubicBezTo>
                <a:cubicBezTo>
                  <a:pt x="2437818" y="50775"/>
                  <a:pt x="2440493" y="54975"/>
                  <a:pt x="2441830" y="59996"/>
                </a:cubicBezTo>
                <a:cubicBezTo>
                  <a:pt x="2442900" y="63814"/>
                  <a:pt x="2443435" y="71145"/>
                  <a:pt x="2443435" y="81991"/>
                </a:cubicBezTo>
                <a:lnTo>
                  <a:pt x="2443435" y="118545"/>
                </a:lnTo>
                <a:cubicBezTo>
                  <a:pt x="2443435" y="125766"/>
                  <a:pt x="2444087" y="130262"/>
                  <a:pt x="2445390" y="132034"/>
                </a:cubicBezTo>
                <a:cubicBezTo>
                  <a:pt x="2446694" y="133806"/>
                  <a:pt x="2449419" y="134926"/>
                  <a:pt x="2453564" y="135394"/>
                </a:cubicBezTo>
                <a:lnTo>
                  <a:pt x="2453564" y="139004"/>
                </a:lnTo>
                <a:lnTo>
                  <a:pt x="2406126" y="139004"/>
                </a:lnTo>
                <a:lnTo>
                  <a:pt x="2406126" y="135394"/>
                </a:lnTo>
                <a:cubicBezTo>
                  <a:pt x="2409670" y="134926"/>
                  <a:pt x="2412211" y="133455"/>
                  <a:pt x="2413748" y="130981"/>
                </a:cubicBezTo>
                <a:cubicBezTo>
                  <a:pt x="2414818" y="129309"/>
                  <a:pt x="2415353" y="125164"/>
                  <a:pt x="2415353" y="118545"/>
                </a:cubicBezTo>
                <a:lnTo>
                  <a:pt x="2415353" y="76823"/>
                </a:lnTo>
                <a:cubicBezTo>
                  <a:pt x="2415353" y="69134"/>
                  <a:pt x="2415052" y="64287"/>
                  <a:pt x="2414450" y="62281"/>
                </a:cubicBezTo>
                <a:cubicBezTo>
                  <a:pt x="2413849" y="60275"/>
                  <a:pt x="2412829" y="58721"/>
                  <a:pt x="2411391" y="57617"/>
                </a:cubicBezTo>
                <a:cubicBezTo>
                  <a:pt x="2409954" y="56514"/>
                  <a:pt x="2408366" y="55963"/>
                  <a:pt x="2406628" y="55963"/>
                </a:cubicBezTo>
                <a:cubicBezTo>
                  <a:pt x="2400878" y="55963"/>
                  <a:pt x="2395529" y="60108"/>
                  <a:pt x="2390581" y="68399"/>
                </a:cubicBezTo>
                <a:lnTo>
                  <a:pt x="2390581" y="118545"/>
                </a:lnTo>
                <a:cubicBezTo>
                  <a:pt x="2390581" y="125565"/>
                  <a:pt x="2391233" y="130011"/>
                  <a:pt x="2392537" y="131883"/>
                </a:cubicBezTo>
                <a:cubicBezTo>
                  <a:pt x="2393840" y="133755"/>
                  <a:pt x="2396264" y="134926"/>
                  <a:pt x="2399808" y="135394"/>
                </a:cubicBezTo>
                <a:lnTo>
                  <a:pt x="2399808" y="139004"/>
                </a:lnTo>
                <a:lnTo>
                  <a:pt x="2352370" y="139004"/>
                </a:lnTo>
                <a:lnTo>
                  <a:pt x="2352370" y="135394"/>
                </a:lnTo>
                <a:cubicBezTo>
                  <a:pt x="2356315" y="134992"/>
                  <a:pt x="2359123" y="133722"/>
                  <a:pt x="2360794" y="131583"/>
                </a:cubicBezTo>
                <a:cubicBezTo>
                  <a:pt x="2361931" y="130112"/>
                  <a:pt x="2362499" y="125766"/>
                  <a:pt x="2362499" y="118545"/>
                </a:cubicBezTo>
                <a:lnTo>
                  <a:pt x="2362499" y="65591"/>
                </a:lnTo>
                <a:cubicBezTo>
                  <a:pt x="2362499" y="58418"/>
                  <a:pt x="2361847" y="53952"/>
                  <a:pt x="2360544" y="52192"/>
                </a:cubicBezTo>
                <a:cubicBezTo>
                  <a:pt x="2359240" y="50433"/>
                  <a:pt x="2356515" y="49283"/>
                  <a:pt x="2352370" y="48742"/>
                </a:cubicBezTo>
                <a:lnTo>
                  <a:pt x="2352370" y="45131"/>
                </a:lnTo>
                <a:lnTo>
                  <a:pt x="2390581" y="4513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Execution">
            <a:extLst xmlns:a="http://schemas.openxmlformats.org/drawingml/2006/main">
              <a:ext uri="{FF2B5EF4-FFF2-40B4-BE49-F238E27FC236}">
                <a16:creationId xmlns:a16="http://schemas.microsoft.com/office/drawing/2014/main" id="{A68547AA-D574-42FF-8B10-126B95F2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0438" y="1246348"/>
            <a:ext cx="827770" cy="145423"/>
          </a:xfrm>
          <a:custGeom xmlns:a="http://schemas.openxmlformats.org/drawingml/2006/main">
            <a:pathLst>
              <a:path w="827770" h="145423">
                <a:moveTo>
                  <a:pt x="38713" y="14041"/>
                </a:moveTo>
                <a:lnTo>
                  <a:pt x="38713" y="67597"/>
                </a:lnTo>
                <a:lnTo>
                  <a:pt x="68599" y="67597"/>
                </a:lnTo>
                <a:cubicBezTo>
                  <a:pt x="76355" y="67597"/>
                  <a:pt x="81537" y="66420"/>
                  <a:pt x="84145" y="64067"/>
                </a:cubicBezTo>
                <a:cubicBezTo>
                  <a:pt x="87621" y="60977"/>
                  <a:pt x="89560" y="55534"/>
                  <a:pt x="89962" y="47739"/>
                </a:cubicBezTo>
                <a:lnTo>
                  <a:pt x="93672" y="47739"/>
                </a:lnTo>
                <a:lnTo>
                  <a:pt x="93672" y="95277"/>
                </a:lnTo>
                <a:lnTo>
                  <a:pt x="89962" y="95277"/>
                </a:lnTo>
                <a:cubicBezTo>
                  <a:pt x="89025" y="88658"/>
                  <a:pt x="88089" y="84412"/>
                  <a:pt x="87153" y="82540"/>
                </a:cubicBezTo>
                <a:cubicBezTo>
                  <a:pt x="85950" y="80200"/>
                  <a:pt x="83977" y="78361"/>
                  <a:pt x="81236" y="77024"/>
                </a:cubicBezTo>
                <a:cubicBezTo>
                  <a:pt x="78495" y="75687"/>
                  <a:pt x="74283" y="75018"/>
                  <a:pt x="68599" y="75018"/>
                </a:cubicBezTo>
                <a:lnTo>
                  <a:pt x="38713" y="75018"/>
                </a:lnTo>
                <a:lnTo>
                  <a:pt x="38713" y="119924"/>
                </a:lnTo>
                <a:cubicBezTo>
                  <a:pt x="38713" y="125952"/>
                  <a:pt x="38980" y="129618"/>
                  <a:pt x="39515" y="130924"/>
                </a:cubicBezTo>
                <a:cubicBezTo>
                  <a:pt x="40050" y="132230"/>
                  <a:pt x="40986" y="133269"/>
                  <a:pt x="42323" y="134040"/>
                </a:cubicBezTo>
                <a:cubicBezTo>
                  <a:pt x="43660" y="134809"/>
                  <a:pt x="46201" y="135193"/>
                  <a:pt x="49945" y="135193"/>
                </a:cubicBezTo>
                <a:lnTo>
                  <a:pt x="73012" y="135193"/>
                </a:lnTo>
                <a:cubicBezTo>
                  <a:pt x="80701" y="135193"/>
                  <a:pt x="86284" y="134658"/>
                  <a:pt x="89761" y="133588"/>
                </a:cubicBezTo>
                <a:cubicBezTo>
                  <a:pt x="93238" y="132519"/>
                  <a:pt x="96581" y="130412"/>
                  <a:pt x="99790" y="127270"/>
                </a:cubicBezTo>
                <a:cubicBezTo>
                  <a:pt x="103935" y="123125"/>
                  <a:pt x="108181" y="116873"/>
                  <a:pt x="112527" y="108515"/>
                </a:cubicBezTo>
                <a:lnTo>
                  <a:pt x="116539" y="108515"/>
                </a:lnTo>
                <a:lnTo>
                  <a:pt x="104805" y="142615"/>
                </a:lnTo>
                <a:lnTo>
                  <a:pt x="0" y="142615"/>
                </a:lnTo>
                <a:lnTo>
                  <a:pt x="0" y="138804"/>
                </a:lnTo>
                <a:lnTo>
                  <a:pt x="4814" y="138804"/>
                </a:lnTo>
                <a:cubicBezTo>
                  <a:pt x="8023" y="138804"/>
                  <a:pt x="11066" y="138035"/>
                  <a:pt x="13941" y="136497"/>
                </a:cubicBezTo>
                <a:cubicBezTo>
                  <a:pt x="16080" y="135427"/>
                  <a:pt x="17534" y="133822"/>
                  <a:pt x="18303" y="131683"/>
                </a:cubicBezTo>
                <a:cubicBezTo>
                  <a:pt x="19072" y="129543"/>
                  <a:pt x="19457" y="125164"/>
                  <a:pt x="19457" y="118545"/>
                </a:cubicBezTo>
                <a:lnTo>
                  <a:pt x="19457" y="30288"/>
                </a:lnTo>
                <a:cubicBezTo>
                  <a:pt x="19457" y="21707"/>
                  <a:pt x="18587" y="16419"/>
                  <a:pt x="16849" y="14423"/>
                </a:cubicBezTo>
                <a:cubicBezTo>
                  <a:pt x="14442" y="11761"/>
                  <a:pt x="10430" y="10430"/>
                  <a:pt x="4814" y="10430"/>
                </a:cubicBezTo>
                <a:lnTo>
                  <a:pt x="0" y="10430"/>
                </a:lnTo>
                <a:lnTo>
                  <a:pt x="0" y="6619"/>
                </a:lnTo>
                <a:lnTo>
                  <a:pt x="104805" y="6619"/>
                </a:lnTo>
                <a:lnTo>
                  <a:pt x="106309" y="36506"/>
                </a:lnTo>
                <a:lnTo>
                  <a:pt x="102398" y="36506"/>
                </a:lnTo>
                <a:cubicBezTo>
                  <a:pt x="100994" y="29321"/>
                  <a:pt x="99439" y="24384"/>
                  <a:pt x="97734" y="21697"/>
                </a:cubicBezTo>
                <a:cubicBezTo>
                  <a:pt x="96029" y="19010"/>
                  <a:pt x="93505" y="16962"/>
                  <a:pt x="90162" y="15551"/>
                </a:cubicBezTo>
                <a:cubicBezTo>
                  <a:pt x="87488" y="14544"/>
                  <a:pt x="82774" y="14041"/>
                  <a:pt x="76021" y="14041"/>
                </a:cubicBezTo>
                <a:lnTo>
                  <a:pt x="38713" y="14041"/>
                </a:lnTo>
                <a:close/>
                <a:moveTo>
                  <a:pt x="123993" y="50748"/>
                </a:moveTo>
                <a:lnTo>
                  <a:pt x="167219" y="50748"/>
                </a:lnTo>
                <a:lnTo>
                  <a:pt x="167219" y="54358"/>
                </a:lnTo>
                <a:cubicBezTo>
                  <a:pt x="164478" y="54358"/>
                  <a:pt x="162555" y="54831"/>
                  <a:pt x="161452" y="55778"/>
                </a:cubicBezTo>
                <a:cubicBezTo>
                  <a:pt x="160349" y="56722"/>
                  <a:pt x="159797" y="57971"/>
                  <a:pt x="159797" y="59523"/>
                </a:cubicBezTo>
                <a:cubicBezTo>
                  <a:pt x="159797" y="61144"/>
                  <a:pt x="160967" y="63643"/>
                  <a:pt x="163308" y="67020"/>
                </a:cubicBezTo>
                <a:cubicBezTo>
                  <a:pt x="164043" y="68067"/>
                  <a:pt x="165146" y="69704"/>
                  <a:pt x="166617" y="71931"/>
                </a:cubicBezTo>
                <a:lnTo>
                  <a:pt x="173136" y="82399"/>
                </a:lnTo>
                <a:lnTo>
                  <a:pt x="180658" y="71969"/>
                </a:lnTo>
                <a:cubicBezTo>
                  <a:pt x="185472" y="65414"/>
                  <a:pt x="187879" y="61250"/>
                  <a:pt x="187879" y="59476"/>
                </a:cubicBezTo>
                <a:cubicBezTo>
                  <a:pt x="187879" y="58043"/>
                  <a:pt x="187311" y="56832"/>
                  <a:pt x="186174" y="55844"/>
                </a:cubicBezTo>
                <a:cubicBezTo>
                  <a:pt x="185037" y="54853"/>
                  <a:pt x="183199" y="54358"/>
                  <a:pt x="180658" y="54358"/>
                </a:cubicBezTo>
                <a:lnTo>
                  <a:pt x="180658" y="50748"/>
                </a:lnTo>
                <a:lnTo>
                  <a:pt x="211748" y="50748"/>
                </a:lnTo>
                <a:lnTo>
                  <a:pt x="211748" y="54358"/>
                </a:lnTo>
                <a:cubicBezTo>
                  <a:pt x="208472" y="54559"/>
                  <a:pt x="205631" y="55462"/>
                  <a:pt x="203224" y="57069"/>
                </a:cubicBezTo>
                <a:cubicBezTo>
                  <a:pt x="199947" y="59344"/>
                  <a:pt x="195468" y="64296"/>
                  <a:pt x="189785" y="71925"/>
                </a:cubicBezTo>
                <a:lnTo>
                  <a:pt x="177248" y="88655"/>
                </a:lnTo>
                <a:lnTo>
                  <a:pt x="200115" y="121632"/>
                </a:lnTo>
                <a:cubicBezTo>
                  <a:pt x="205731" y="129732"/>
                  <a:pt x="209743" y="134603"/>
                  <a:pt x="212150" y="136243"/>
                </a:cubicBezTo>
                <a:cubicBezTo>
                  <a:pt x="214557" y="137883"/>
                  <a:pt x="217666" y="138804"/>
                  <a:pt x="221477" y="139004"/>
                </a:cubicBezTo>
                <a:lnTo>
                  <a:pt x="221477" y="142615"/>
                </a:lnTo>
                <a:lnTo>
                  <a:pt x="178151" y="142615"/>
                </a:lnTo>
                <a:lnTo>
                  <a:pt x="178151" y="139004"/>
                </a:lnTo>
                <a:cubicBezTo>
                  <a:pt x="181159" y="139004"/>
                  <a:pt x="183500" y="138334"/>
                  <a:pt x="185171" y="136995"/>
                </a:cubicBezTo>
                <a:cubicBezTo>
                  <a:pt x="186441" y="136057"/>
                  <a:pt x="187077" y="134817"/>
                  <a:pt x="187077" y="133275"/>
                </a:cubicBezTo>
                <a:cubicBezTo>
                  <a:pt x="187077" y="131735"/>
                  <a:pt x="184937" y="127850"/>
                  <a:pt x="180658" y="121619"/>
                </a:cubicBezTo>
                <a:lnTo>
                  <a:pt x="167219" y="101968"/>
                </a:lnTo>
                <a:lnTo>
                  <a:pt x="152476" y="121538"/>
                </a:lnTo>
                <a:cubicBezTo>
                  <a:pt x="147930" y="127662"/>
                  <a:pt x="145656" y="131296"/>
                  <a:pt x="145656" y="132441"/>
                </a:cubicBezTo>
                <a:cubicBezTo>
                  <a:pt x="145656" y="134056"/>
                  <a:pt x="146408" y="135521"/>
                  <a:pt x="147913" y="136835"/>
                </a:cubicBezTo>
                <a:cubicBezTo>
                  <a:pt x="149417" y="138147"/>
                  <a:pt x="151674" y="138870"/>
                  <a:pt x="154682" y="139004"/>
                </a:cubicBezTo>
                <a:lnTo>
                  <a:pt x="154682" y="142615"/>
                </a:lnTo>
                <a:lnTo>
                  <a:pt x="124695" y="142615"/>
                </a:lnTo>
                <a:lnTo>
                  <a:pt x="124695" y="139004"/>
                </a:lnTo>
                <a:cubicBezTo>
                  <a:pt x="127102" y="138670"/>
                  <a:pt x="129208" y="137833"/>
                  <a:pt x="131014" y="136494"/>
                </a:cubicBezTo>
                <a:cubicBezTo>
                  <a:pt x="133554" y="134553"/>
                  <a:pt x="137833" y="129599"/>
                  <a:pt x="143851" y="121632"/>
                </a:cubicBezTo>
                <a:lnTo>
                  <a:pt x="163107" y="96004"/>
                </a:lnTo>
                <a:lnTo>
                  <a:pt x="145656" y="70724"/>
                </a:lnTo>
                <a:cubicBezTo>
                  <a:pt x="140709" y="63495"/>
                  <a:pt x="136881" y="58960"/>
                  <a:pt x="134173" y="57119"/>
                </a:cubicBezTo>
                <a:cubicBezTo>
                  <a:pt x="131465" y="55278"/>
                  <a:pt x="128072" y="54358"/>
                  <a:pt x="123993" y="54358"/>
                </a:cubicBezTo>
                <a:lnTo>
                  <a:pt x="123993" y="50748"/>
                </a:lnTo>
                <a:close/>
                <a:moveTo>
                  <a:pt x="245848" y="85448"/>
                </a:moveTo>
                <a:cubicBezTo>
                  <a:pt x="245781" y="99025"/>
                  <a:pt x="249090" y="109674"/>
                  <a:pt x="255776" y="117394"/>
                </a:cubicBezTo>
                <a:cubicBezTo>
                  <a:pt x="262463" y="125115"/>
                  <a:pt x="270319" y="128975"/>
                  <a:pt x="279345" y="128975"/>
                </a:cubicBezTo>
                <a:cubicBezTo>
                  <a:pt x="285362" y="128975"/>
                  <a:pt x="290594" y="127313"/>
                  <a:pt x="295041" y="123989"/>
                </a:cubicBezTo>
                <a:cubicBezTo>
                  <a:pt x="299487" y="120664"/>
                  <a:pt x="303214" y="114972"/>
                  <a:pt x="306223" y="106911"/>
                </a:cubicBezTo>
                <a:lnTo>
                  <a:pt x="309332" y="108926"/>
                </a:lnTo>
                <a:cubicBezTo>
                  <a:pt x="307928" y="118134"/>
                  <a:pt x="303849" y="126519"/>
                  <a:pt x="297097" y="134080"/>
                </a:cubicBezTo>
                <a:cubicBezTo>
                  <a:pt x="290344" y="141642"/>
                  <a:pt x="281886" y="145423"/>
                  <a:pt x="271723" y="145423"/>
                </a:cubicBezTo>
                <a:cubicBezTo>
                  <a:pt x="260691" y="145423"/>
                  <a:pt x="251247" y="141136"/>
                  <a:pt x="243390" y="132563"/>
                </a:cubicBezTo>
                <a:cubicBezTo>
                  <a:pt x="235534" y="123989"/>
                  <a:pt x="231606" y="112461"/>
                  <a:pt x="231606" y="97982"/>
                </a:cubicBezTo>
                <a:cubicBezTo>
                  <a:pt x="231606" y="82303"/>
                  <a:pt x="235635" y="70077"/>
                  <a:pt x="243691" y="61303"/>
                </a:cubicBezTo>
                <a:cubicBezTo>
                  <a:pt x="251748" y="52528"/>
                  <a:pt x="261861" y="48140"/>
                  <a:pt x="274029" y="48140"/>
                </a:cubicBezTo>
                <a:cubicBezTo>
                  <a:pt x="284326" y="48140"/>
                  <a:pt x="292784" y="51525"/>
                  <a:pt x="299403" y="58294"/>
                </a:cubicBezTo>
                <a:cubicBezTo>
                  <a:pt x="306022" y="65062"/>
                  <a:pt x="309332" y="74113"/>
                  <a:pt x="309332" y="85448"/>
                </a:cubicBezTo>
                <a:lnTo>
                  <a:pt x="245848" y="85448"/>
                </a:lnTo>
                <a:moveTo>
                  <a:pt x="245848" y="79631"/>
                </a:moveTo>
                <a:lnTo>
                  <a:pt x="288371" y="79631"/>
                </a:lnTo>
                <a:cubicBezTo>
                  <a:pt x="288037" y="73796"/>
                  <a:pt x="287335" y="69685"/>
                  <a:pt x="286265" y="67299"/>
                </a:cubicBezTo>
                <a:cubicBezTo>
                  <a:pt x="284594" y="63584"/>
                  <a:pt x="282103" y="60666"/>
                  <a:pt x="278793" y="58545"/>
                </a:cubicBezTo>
                <a:cubicBezTo>
                  <a:pt x="275484" y="56422"/>
                  <a:pt x="272024" y="55361"/>
                  <a:pt x="268413" y="55361"/>
                </a:cubicBezTo>
                <a:cubicBezTo>
                  <a:pt x="262864" y="55361"/>
                  <a:pt x="257899" y="57499"/>
                  <a:pt x="253520" y="61776"/>
                </a:cubicBezTo>
                <a:cubicBezTo>
                  <a:pt x="249140" y="66053"/>
                  <a:pt x="246583" y="72005"/>
                  <a:pt x="245848" y="79631"/>
                </a:cubicBezTo>
                <a:close/>
                <a:moveTo>
                  <a:pt x="399626" y="107713"/>
                </a:moveTo>
                <a:cubicBezTo>
                  <a:pt x="397152" y="119815"/>
                  <a:pt x="392304" y="129125"/>
                  <a:pt x="385083" y="135644"/>
                </a:cubicBezTo>
                <a:cubicBezTo>
                  <a:pt x="377862" y="142163"/>
                  <a:pt x="369872" y="145423"/>
                  <a:pt x="361114" y="145423"/>
                </a:cubicBezTo>
                <a:cubicBezTo>
                  <a:pt x="350683" y="145423"/>
                  <a:pt x="341590" y="141049"/>
                  <a:pt x="333834" y="132300"/>
                </a:cubicBezTo>
                <a:cubicBezTo>
                  <a:pt x="326079" y="123550"/>
                  <a:pt x="322201" y="111727"/>
                  <a:pt x="322201" y="96831"/>
                </a:cubicBezTo>
                <a:cubicBezTo>
                  <a:pt x="322201" y="82404"/>
                  <a:pt x="326496" y="70683"/>
                  <a:pt x="335088" y="61667"/>
                </a:cubicBezTo>
                <a:cubicBezTo>
                  <a:pt x="343680" y="52649"/>
                  <a:pt x="353993" y="48140"/>
                  <a:pt x="366028" y="48140"/>
                </a:cubicBezTo>
                <a:cubicBezTo>
                  <a:pt x="375054" y="48140"/>
                  <a:pt x="382476" y="50539"/>
                  <a:pt x="388293" y="55336"/>
                </a:cubicBezTo>
                <a:cubicBezTo>
                  <a:pt x="394110" y="60131"/>
                  <a:pt x="397018" y="65111"/>
                  <a:pt x="397018" y="70276"/>
                </a:cubicBezTo>
                <a:cubicBezTo>
                  <a:pt x="397018" y="72825"/>
                  <a:pt x="396199" y="74889"/>
                  <a:pt x="394561" y="76466"/>
                </a:cubicBezTo>
                <a:cubicBezTo>
                  <a:pt x="392923" y="78041"/>
                  <a:pt x="390633" y="78829"/>
                  <a:pt x="387691" y="78829"/>
                </a:cubicBezTo>
                <a:cubicBezTo>
                  <a:pt x="383746" y="78829"/>
                  <a:pt x="380771" y="77548"/>
                  <a:pt x="378765" y="74987"/>
                </a:cubicBezTo>
                <a:cubicBezTo>
                  <a:pt x="377628" y="73570"/>
                  <a:pt x="376876" y="70873"/>
                  <a:pt x="376508" y="66894"/>
                </a:cubicBezTo>
                <a:cubicBezTo>
                  <a:pt x="376141" y="62916"/>
                  <a:pt x="374787" y="59882"/>
                  <a:pt x="372447" y="57793"/>
                </a:cubicBezTo>
                <a:cubicBezTo>
                  <a:pt x="370107" y="55770"/>
                  <a:pt x="366864" y="54759"/>
                  <a:pt x="362718" y="54759"/>
                </a:cubicBezTo>
                <a:cubicBezTo>
                  <a:pt x="356032" y="54759"/>
                  <a:pt x="350650" y="57233"/>
                  <a:pt x="346571" y="62181"/>
                </a:cubicBezTo>
                <a:cubicBezTo>
                  <a:pt x="341156" y="68733"/>
                  <a:pt x="338448" y="77392"/>
                  <a:pt x="338448" y="88156"/>
                </a:cubicBezTo>
                <a:cubicBezTo>
                  <a:pt x="338448" y="99121"/>
                  <a:pt x="341139" y="108800"/>
                  <a:pt x="346521" y="117191"/>
                </a:cubicBezTo>
                <a:cubicBezTo>
                  <a:pt x="351904" y="125582"/>
                  <a:pt x="359175" y="129777"/>
                  <a:pt x="368335" y="129777"/>
                </a:cubicBezTo>
                <a:cubicBezTo>
                  <a:pt x="374887" y="129777"/>
                  <a:pt x="380771" y="127537"/>
                  <a:pt x="385986" y="123058"/>
                </a:cubicBezTo>
                <a:cubicBezTo>
                  <a:pt x="389663" y="119982"/>
                  <a:pt x="393240" y="114399"/>
                  <a:pt x="396717" y="106309"/>
                </a:cubicBezTo>
                <a:lnTo>
                  <a:pt x="399626" y="107713"/>
                </a:lnTo>
                <a:close/>
                <a:moveTo>
                  <a:pt x="493329" y="50748"/>
                </a:moveTo>
                <a:lnTo>
                  <a:pt x="493329" y="106710"/>
                </a:lnTo>
                <a:cubicBezTo>
                  <a:pt x="493329" y="117209"/>
                  <a:pt x="493580" y="123631"/>
                  <a:pt x="494081" y="125976"/>
                </a:cubicBezTo>
                <a:cubicBezTo>
                  <a:pt x="494583" y="128318"/>
                  <a:pt x="495385" y="129955"/>
                  <a:pt x="496488" y="130887"/>
                </a:cubicBezTo>
                <a:cubicBezTo>
                  <a:pt x="497592" y="131819"/>
                  <a:pt x="498879" y="132285"/>
                  <a:pt x="500350" y="132285"/>
                </a:cubicBezTo>
                <a:cubicBezTo>
                  <a:pt x="502422" y="132285"/>
                  <a:pt x="504763" y="131716"/>
                  <a:pt x="507370" y="130580"/>
                </a:cubicBezTo>
                <a:lnTo>
                  <a:pt x="508774" y="134190"/>
                </a:lnTo>
                <a:lnTo>
                  <a:pt x="481294" y="145423"/>
                </a:lnTo>
                <a:lnTo>
                  <a:pt x="476781" y="145423"/>
                </a:lnTo>
                <a:lnTo>
                  <a:pt x="476781" y="126057"/>
                </a:lnTo>
                <a:cubicBezTo>
                  <a:pt x="468892" y="134576"/>
                  <a:pt x="462874" y="139933"/>
                  <a:pt x="458729" y="142129"/>
                </a:cubicBezTo>
                <a:cubicBezTo>
                  <a:pt x="454583" y="144325"/>
                  <a:pt x="450204" y="145423"/>
                  <a:pt x="445590" y="145423"/>
                </a:cubicBezTo>
                <a:cubicBezTo>
                  <a:pt x="440442" y="145423"/>
                  <a:pt x="435979" y="143935"/>
                  <a:pt x="432202" y="140960"/>
                </a:cubicBezTo>
                <a:cubicBezTo>
                  <a:pt x="428424" y="137984"/>
                  <a:pt x="425800" y="134157"/>
                  <a:pt x="424329" y="129476"/>
                </a:cubicBezTo>
                <a:cubicBezTo>
                  <a:pt x="422858" y="124796"/>
                  <a:pt x="422122" y="118177"/>
                  <a:pt x="422122" y="109619"/>
                </a:cubicBezTo>
                <a:lnTo>
                  <a:pt x="422122" y="68599"/>
                </a:lnTo>
                <a:cubicBezTo>
                  <a:pt x="422122" y="64222"/>
                  <a:pt x="421654" y="61192"/>
                  <a:pt x="420718" y="59511"/>
                </a:cubicBezTo>
                <a:cubicBezTo>
                  <a:pt x="419782" y="57826"/>
                  <a:pt x="418395" y="56530"/>
                  <a:pt x="416556" y="55621"/>
                </a:cubicBezTo>
                <a:cubicBezTo>
                  <a:pt x="414717" y="54712"/>
                  <a:pt x="411391" y="54291"/>
                  <a:pt x="406577" y="54358"/>
                </a:cubicBezTo>
                <a:lnTo>
                  <a:pt x="406577" y="50748"/>
                </a:lnTo>
                <a:lnTo>
                  <a:pt x="438771" y="50748"/>
                </a:lnTo>
                <a:lnTo>
                  <a:pt x="438771" y="112301"/>
                </a:lnTo>
                <a:cubicBezTo>
                  <a:pt x="438771" y="120870"/>
                  <a:pt x="440258" y="126494"/>
                  <a:pt x="443234" y="129172"/>
                </a:cubicBezTo>
                <a:cubicBezTo>
                  <a:pt x="446209" y="131849"/>
                  <a:pt x="449803" y="133187"/>
                  <a:pt x="454015" y="133187"/>
                </a:cubicBezTo>
                <a:cubicBezTo>
                  <a:pt x="456890" y="133187"/>
                  <a:pt x="460149" y="132284"/>
                  <a:pt x="463793" y="130476"/>
                </a:cubicBezTo>
                <a:cubicBezTo>
                  <a:pt x="467437" y="128669"/>
                  <a:pt x="471767" y="125221"/>
                  <a:pt x="476781" y="120134"/>
                </a:cubicBezTo>
                <a:lnTo>
                  <a:pt x="476781" y="68198"/>
                </a:lnTo>
                <a:cubicBezTo>
                  <a:pt x="476781" y="62868"/>
                  <a:pt x="475828" y="59263"/>
                  <a:pt x="473923" y="57382"/>
                </a:cubicBezTo>
                <a:cubicBezTo>
                  <a:pt x="472017" y="55502"/>
                  <a:pt x="468056" y="54494"/>
                  <a:pt x="462038" y="54358"/>
                </a:cubicBezTo>
                <a:lnTo>
                  <a:pt x="462038" y="50748"/>
                </a:lnTo>
                <a:lnTo>
                  <a:pt x="493329" y="50748"/>
                </a:lnTo>
                <a:close/>
                <a:moveTo>
                  <a:pt x="542172" y="20459"/>
                </a:moveTo>
                <a:lnTo>
                  <a:pt x="542172" y="50748"/>
                </a:lnTo>
                <a:lnTo>
                  <a:pt x="563634" y="50748"/>
                </a:lnTo>
                <a:lnTo>
                  <a:pt x="563634" y="57567"/>
                </a:lnTo>
                <a:lnTo>
                  <a:pt x="542172" y="57768"/>
                </a:lnTo>
                <a:lnTo>
                  <a:pt x="542172" y="117423"/>
                </a:lnTo>
                <a:cubicBezTo>
                  <a:pt x="542172" y="123380"/>
                  <a:pt x="543024" y="127396"/>
                  <a:pt x="544729" y="129473"/>
                </a:cubicBezTo>
                <a:cubicBezTo>
                  <a:pt x="546434" y="131548"/>
                  <a:pt x="548624" y="132585"/>
                  <a:pt x="551298" y="132585"/>
                </a:cubicBezTo>
                <a:cubicBezTo>
                  <a:pt x="553504" y="132585"/>
                  <a:pt x="555644" y="131892"/>
                  <a:pt x="557717" y="130504"/>
                </a:cubicBezTo>
                <a:cubicBezTo>
                  <a:pt x="559789" y="129117"/>
                  <a:pt x="561394" y="127069"/>
                  <a:pt x="562531" y="124362"/>
                </a:cubicBezTo>
                <a:lnTo>
                  <a:pt x="566442" y="124362"/>
                </a:lnTo>
                <a:cubicBezTo>
                  <a:pt x="564102" y="130947"/>
                  <a:pt x="560792" y="135903"/>
                  <a:pt x="556513" y="139230"/>
                </a:cubicBezTo>
                <a:cubicBezTo>
                  <a:pt x="552234" y="142556"/>
                  <a:pt x="547821" y="144219"/>
                  <a:pt x="543275" y="144219"/>
                </a:cubicBezTo>
                <a:cubicBezTo>
                  <a:pt x="540199" y="144219"/>
                  <a:pt x="537190" y="143364"/>
                  <a:pt x="534249" y="141652"/>
                </a:cubicBezTo>
                <a:cubicBezTo>
                  <a:pt x="531307" y="139941"/>
                  <a:pt x="529134" y="137492"/>
                  <a:pt x="527730" y="134306"/>
                </a:cubicBezTo>
                <a:cubicBezTo>
                  <a:pt x="526325" y="131120"/>
                  <a:pt x="525623" y="126205"/>
                  <a:pt x="525623" y="119563"/>
                </a:cubicBezTo>
                <a:lnTo>
                  <a:pt x="525623" y="57567"/>
                </a:lnTo>
                <a:lnTo>
                  <a:pt x="511081" y="57567"/>
                </a:lnTo>
                <a:lnTo>
                  <a:pt x="511081" y="54352"/>
                </a:lnTo>
                <a:cubicBezTo>
                  <a:pt x="514759" y="52889"/>
                  <a:pt x="518519" y="50413"/>
                  <a:pt x="522364" y="46924"/>
                </a:cubicBezTo>
                <a:cubicBezTo>
                  <a:pt x="526208" y="43435"/>
                  <a:pt x="529635" y="39276"/>
                  <a:pt x="532644" y="34447"/>
                </a:cubicBezTo>
                <a:cubicBezTo>
                  <a:pt x="534182" y="31898"/>
                  <a:pt x="536321" y="27235"/>
                  <a:pt x="539063" y="20459"/>
                </a:cubicBezTo>
                <a:lnTo>
                  <a:pt x="542172" y="20459"/>
                </a:lnTo>
                <a:close/>
                <a:moveTo>
                  <a:pt x="595962" y="0"/>
                </a:moveTo>
                <a:cubicBezTo>
                  <a:pt x="598770" y="0"/>
                  <a:pt x="601161" y="991"/>
                  <a:pt x="603133" y="2974"/>
                </a:cubicBezTo>
                <a:cubicBezTo>
                  <a:pt x="605105" y="4955"/>
                  <a:pt x="606092" y="7357"/>
                  <a:pt x="606092" y="10180"/>
                </a:cubicBezTo>
                <a:cubicBezTo>
                  <a:pt x="606092" y="13002"/>
                  <a:pt x="605105" y="15422"/>
                  <a:pt x="603133" y="17438"/>
                </a:cubicBezTo>
                <a:cubicBezTo>
                  <a:pt x="601161" y="19452"/>
                  <a:pt x="598770" y="20459"/>
                  <a:pt x="595962" y="20459"/>
                </a:cubicBezTo>
                <a:cubicBezTo>
                  <a:pt x="593154" y="20459"/>
                  <a:pt x="590747" y="19452"/>
                  <a:pt x="588741" y="17438"/>
                </a:cubicBezTo>
                <a:cubicBezTo>
                  <a:pt x="586735" y="15422"/>
                  <a:pt x="585732" y="13002"/>
                  <a:pt x="585732" y="10180"/>
                </a:cubicBezTo>
                <a:cubicBezTo>
                  <a:pt x="585732" y="7357"/>
                  <a:pt x="586719" y="4955"/>
                  <a:pt x="588691" y="2974"/>
                </a:cubicBezTo>
                <a:cubicBezTo>
                  <a:pt x="590663" y="991"/>
                  <a:pt x="593087" y="0"/>
                  <a:pt x="595962" y="0"/>
                </a:cubicBezTo>
                <a:moveTo>
                  <a:pt x="604286" y="48140"/>
                </a:moveTo>
                <a:lnTo>
                  <a:pt x="604286" y="121754"/>
                </a:lnTo>
                <a:cubicBezTo>
                  <a:pt x="604286" y="127537"/>
                  <a:pt x="604704" y="131388"/>
                  <a:pt x="605540" y="133306"/>
                </a:cubicBezTo>
                <a:cubicBezTo>
                  <a:pt x="606376" y="135222"/>
                  <a:pt x="607613" y="136651"/>
                  <a:pt x="609251" y="137594"/>
                </a:cubicBezTo>
                <a:cubicBezTo>
                  <a:pt x="610889" y="138534"/>
                  <a:pt x="613881" y="139004"/>
                  <a:pt x="618227" y="139004"/>
                </a:cubicBezTo>
                <a:lnTo>
                  <a:pt x="618227" y="142615"/>
                </a:lnTo>
                <a:lnTo>
                  <a:pt x="573597" y="142615"/>
                </a:lnTo>
                <a:lnTo>
                  <a:pt x="573597" y="139004"/>
                </a:lnTo>
                <a:cubicBezTo>
                  <a:pt x="578077" y="139004"/>
                  <a:pt x="581086" y="138567"/>
                  <a:pt x="582623" y="137694"/>
                </a:cubicBezTo>
                <a:cubicBezTo>
                  <a:pt x="584161" y="136819"/>
                  <a:pt x="585381" y="135373"/>
                  <a:pt x="586284" y="133356"/>
                </a:cubicBezTo>
                <a:cubicBezTo>
                  <a:pt x="587187" y="131338"/>
                  <a:pt x="587638" y="127471"/>
                  <a:pt x="587638" y="121754"/>
                </a:cubicBezTo>
                <a:lnTo>
                  <a:pt x="587638" y="86652"/>
                </a:lnTo>
                <a:cubicBezTo>
                  <a:pt x="587638" y="76648"/>
                  <a:pt x="587337" y="70169"/>
                  <a:pt x="586735" y="67214"/>
                </a:cubicBezTo>
                <a:cubicBezTo>
                  <a:pt x="586267" y="65064"/>
                  <a:pt x="585532" y="63571"/>
                  <a:pt x="584529" y="62736"/>
                </a:cubicBezTo>
                <a:cubicBezTo>
                  <a:pt x="583526" y="61898"/>
                  <a:pt x="582155" y="61479"/>
                  <a:pt x="580417" y="61479"/>
                </a:cubicBezTo>
                <a:cubicBezTo>
                  <a:pt x="578545" y="61479"/>
                  <a:pt x="576272" y="61980"/>
                  <a:pt x="573597" y="62983"/>
                </a:cubicBezTo>
                <a:lnTo>
                  <a:pt x="572193" y="59373"/>
                </a:lnTo>
                <a:lnTo>
                  <a:pt x="599874" y="48140"/>
                </a:lnTo>
                <a:lnTo>
                  <a:pt x="604286" y="48140"/>
                </a:lnTo>
                <a:close/>
                <a:moveTo>
                  <a:pt x="674625" y="48140"/>
                </a:moveTo>
                <a:cubicBezTo>
                  <a:pt x="688532" y="48140"/>
                  <a:pt x="699698" y="53417"/>
                  <a:pt x="708123" y="63970"/>
                </a:cubicBezTo>
                <a:cubicBezTo>
                  <a:pt x="715277" y="72986"/>
                  <a:pt x="718854" y="83339"/>
                  <a:pt x="718854" y="95029"/>
                </a:cubicBezTo>
                <a:cubicBezTo>
                  <a:pt x="718854" y="103245"/>
                  <a:pt x="716881" y="111561"/>
                  <a:pt x="712937" y="119977"/>
                </a:cubicBezTo>
                <a:cubicBezTo>
                  <a:pt x="708992" y="128391"/>
                  <a:pt x="703559" y="134735"/>
                  <a:pt x="696639" y="139010"/>
                </a:cubicBezTo>
                <a:cubicBezTo>
                  <a:pt x="689719" y="143285"/>
                  <a:pt x="682013" y="145423"/>
                  <a:pt x="673522" y="145423"/>
                </a:cubicBezTo>
                <a:cubicBezTo>
                  <a:pt x="659682" y="145423"/>
                  <a:pt x="648683" y="139912"/>
                  <a:pt x="640526" y="128890"/>
                </a:cubicBezTo>
                <a:cubicBezTo>
                  <a:pt x="633639" y="119607"/>
                  <a:pt x="630196" y="109188"/>
                  <a:pt x="630196" y="97634"/>
                </a:cubicBezTo>
                <a:cubicBezTo>
                  <a:pt x="630196" y="89218"/>
                  <a:pt x="632285" y="80852"/>
                  <a:pt x="636464" y="72536"/>
                </a:cubicBezTo>
                <a:cubicBezTo>
                  <a:pt x="640643" y="64220"/>
                  <a:pt x="646142" y="58075"/>
                  <a:pt x="652962" y="54101"/>
                </a:cubicBezTo>
                <a:cubicBezTo>
                  <a:pt x="659782" y="50127"/>
                  <a:pt x="667003" y="48140"/>
                  <a:pt x="674625" y="48140"/>
                </a:cubicBezTo>
                <a:moveTo>
                  <a:pt x="671516" y="54759"/>
                </a:moveTo>
                <a:cubicBezTo>
                  <a:pt x="667972" y="54759"/>
                  <a:pt x="664412" y="55809"/>
                  <a:pt x="660835" y="57909"/>
                </a:cubicBezTo>
                <a:cubicBezTo>
                  <a:pt x="657258" y="60007"/>
                  <a:pt x="654366" y="63687"/>
                  <a:pt x="652160" y="68950"/>
                </a:cubicBezTo>
                <a:cubicBezTo>
                  <a:pt x="649953" y="74214"/>
                  <a:pt x="648850" y="80975"/>
                  <a:pt x="648850" y="89234"/>
                </a:cubicBezTo>
                <a:cubicBezTo>
                  <a:pt x="648850" y="102559"/>
                  <a:pt x="651508" y="114051"/>
                  <a:pt x="656823" y="123713"/>
                </a:cubicBezTo>
                <a:cubicBezTo>
                  <a:pt x="662139" y="133372"/>
                  <a:pt x="669143" y="138202"/>
                  <a:pt x="677834" y="138202"/>
                </a:cubicBezTo>
                <a:cubicBezTo>
                  <a:pt x="684320" y="138202"/>
                  <a:pt x="689669" y="135537"/>
                  <a:pt x="693881" y="130207"/>
                </a:cubicBezTo>
                <a:cubicBezTo>
                  <a:pt x="698093" y="124877"/>
                  <a:pt x="700200" y="115717"/>
                  <a:pt x="700200" y="102727"/>
                </a:cubicBezTo>
                <a:cubicBezTo>
                  <a:pt x="700200" y="86471"/>
                  <a:pt x="696689" y="73680"/>
                  <a:pt x="689669" y="64353"/>
                </a:cubicBezTo>
                <a:cubicBezTo>
                  <a:pt x="684922" y="57957"/>
                  <a:pt x="678871" y="54759"/>
                  <a:pt x="671516" y="54759"/>
                </a:cubicBezTo>
                <a:close/>
                <a:moveTo>
                  <a:pt x="759171" y="67496"/>
                </a:moveTo>
                <a:cubicBezTo>
                  <a:pt x="769936" y="54592"/>
                  <a:pt x="780199" y="48140"/>
                  <a:pt x="789960" y="48140"/>
                </a:cubicBezTo>
                <a:cubicBezTo>
                  <a:pt x="794975" y="48140"/>
                  <a:pt x="799288" y="49390"/>
                  <a:pt x="802898" y="51891"/>
                </a:cubicBezTo>
                <a:cubicBezTo>
                  <a:pt x="806509" y="54390"/>
                  <a:pt x="809384" y="58508"/>
                  <a:pt x="811523" y="64243"/>
                </a:cubicBezTo>
                <a:cubicBezTo>
                  <a:pt x="812994" y="68244"/>
                  <a:pt x="813730" y="74379"/>
                  <a:pt x="813730" y="82647"/>
                </a:cubicBezTo>
                <a:lnTo>
                  <a:pt x="813730" y="121754"/>
                </a:lnTo>
                <a:cubicBezTo>
                  <a:pt x="813730" y="127604"/>
                  <a:pt x="814198" y="131572"/>
                  <a:pt x="815134" y="133657"/>
                </a:cubicBezTo>
                <a:cubicBezTo>
                  <a:pt x="815869" y="135339"/>
                  <a:pt x="817056" y="136651"/>
                  <a:pt x="818694" y="137594"/>
                </a:cubicBezTo>
                <a:cubicBezTo>
                  <a:pt x="820332" y="138534"/>
                  <a:pt x="823358" y="139004"/>
                  <a:pt x="827770" y="139004"/>
                </a:cubicBezTo>
                <a:lnTo>
                  <a:pt x="827770" y="142615"/>
                </a:lnTo>
                <a:lnTo>
                  <a:pt x="782338" y="142615"/>
                </a:lnTo>
                <a:lnTo>
                  <a:pt x="782338" y="139004"/>
                </a:lnTo>
                <a:lnTo>
                  <a:pt x="784244" y="139004"/>
                </a:lnTo>
                <a:cubicBezTo>
                  <a:pt x="788523" y="139004"/>
                  <a:pt x="791515" y="138349"/>
                  <a:pt x="793220" y="137039"/>
                </a:cubicBezTo>
                <a:cubicBezTo>
                  <a:pt x="794925" y="135727"/>
                  <a:pt x="796112" y="133793"/>
                  <a:pt x="796780" y="131238"/>
                </a:cubicBezTo>
                <a:cubicBezTo>
                  <a:pt x="797048" y="130229"/>
                  <a:pt x="797181" y="127067"/>
                  <a:pt x="797181" y="121754"/>
                </a:cubicBezTo>
                <a:lnTo>
                  <a:pt x="797181" y="84207"/>
                </a:lnTo>
                <a:cubicBezTo>
                  <a:pt x="797181" y="75862"/>
                  <a:pt x="796095" y="69804"/>
                  <a:pt x="793922" y="66033"/>
                </a:cubicBezTo>
                <a:cubicBezTo>
                  <a:pt x="791749" y="62261"/>
                  <a:pt x="788088" y="60376"/>
                  <a:pt x="782940" y="60376"/>
                </a:cubicBezTo>
                <a:cubicBezTo>
                  <a:pt x="774984" y="60376"/>
                  <a:pt x="767061" y="64721"/>
                  <a:pt x="759171" y="73413"/>
                </a:cubicBezTo>
                <a:lnTo>
                  <a:pt x="759171" y="121754"/>
                </a:lnTo>
                <a:cubicBezTo>
                  <a:pt x="759171" y="128008"/>
                  <a:pt x="759539" y="131875"/>
                  <a:pt x="760274" y="133356"/>
                </a:cubicBezTo>
                <a:cubicBezTo>
                  <a:pt x="761210" y="135306"/>
                  <a:pt x="762497" y="136735"/>
                  <a:pt x="764135" y="137644"/>
                </a:cubicBezTo>
                <a:cubicBezTo>
                  <a:pt x="765773" y="138551"/>
                  <a:pt x="769100" y="139004"/>
                  <a:pt x="774114" y="139004"/>
                </a:cubicBezTo>
                <a:lnTo>
                  <a:pt x="774114" y="142615"/>
                </a:lnTo>
                <a:lnTo>
                  <a:pt x="728682" y="142615"/>
                </a:lnTo>
                <a:lnTo>
                  <a:pt x="728682" y="139004"/>
                </a:lnTo>
                <a:lnTo>
                  <a:pt x="730688" y="139004"/>
                </a:lnTo>
                <a:cubicBezTo>
                  <a:pt x="735368" y="139004"/>
                  <a:pt x="738528" y="137811"/>
                  <a:pt x="740166" y="135425"/>
                </a:cubicBezTo>
                <a:cubicBezTo>
                  <a:pt x="741804" y="133037"/>
                  <a:pt x="742623" y="128480"/>
                  <a:pt x="742623" y="121754"/>
                </a:cubicBezTo>
                <a:lnTo>
                  <a:pt x="742623" y="87855"/>
                </a:lnTo>
                <a:cubicBezTo>
                  <a:pt x="742623" y="76823"/>
                  <a:pt x="742372" y="70104"/>
                  <a:pt x="741871" y="67697"/>
                </a:cubicBezTo>
                <a:cubicBezTo>
                  <a:pt x="741369" y="65290"/>
                  <a:pt x="740600" y="63652"/>
                  <a:pt x="739564" y="62783"/>
                </a:cubicBezTo>
                <a:cubicBezTo>
                  <a:pt x="738528" y="61913"/>
                  <a:pt x="737140" y="61479"/>
                  <a:pt x="735402" y="61479"/>
                </a:cubicBezTo>
                <a:cubicBezTo>
                  <a:pt x="733530" y="61479"/>
                  <a:pt x="731290" y="61980"/>
                  <a:pt x="728682" y="62983"/>
                </a:cubicBezTo>
                <a:lnTo>
                  <a:pt x="727178" y="59373"/>
                </a:lnTo>
                <a:lnTo>
                  <a:pt x="754858" y="48140"/>
                </a:lnTo>
                <a:lnTo>
                  <a:pt x="759171" y="48140"/>
                </a:lnTo>
                <a:lnTo>
                  <a:pt x="759171" y="6749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Candidates">
            <a:extLst xmlns:a="http://schemas.openxmlformats.org/drawingml/2006/main">
              <a:ext uri="{FF2B5EF4-FFF2-40B4-BE49-F238E27FC236}">
                <a16:creationId xmlns:a16="http://schemas.microsoft.com/office/drawing/2014/main" id="{7997A246-8278-443E-BEF5-A55AB4D2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3681" y="1492825"/>
            <a:ext cx="898175" cy="145623"/>
          </a:xfrm>
          <a:custGeom xmlns:a="http://schemas.openxmlformats.org/drawingml/2006/main">
            <a:pathLst>
              <a:path w="898175" h="145623">
                <a:moveTo>
                  <a:pt x="116238" y="3611"/>
                </a:moveTo>
                <a:lnTo>
                  <a:pt x="119347" y="49945"/>
                </a:lnTo>
                <a:lnTo>
                  <a:pt x="116238" y="49945"/>
                </a:lnTo>
                <a:cubicBezTo>
                  <a:pt x="112093" y="36069"/>
                  <a:pt x="106175" y="26082"/>
                  <a:pt x="98486" y="19983"/>
                </a:cubicBezTo>
                <a:cubicBezTo>
                  <a:pt x="90797" y="13882"/>
                  <a:pt x="81570" y="10831"/>
                  <a:pt x="70806" y="10831"/>
                </a:cubicBezTo>
                <a:cubicBezTo>
                  <a:pt x="61780" y="10831"/>
                  <a:pt x="53623" y="13118"/>
                  <a:pt x="46335" y="17692"/>
                </a:cubicBezTo>
                <a:cubicBezTo>
                  <a:pt x="39047" y="22264"/>
                  <a:pt x="33314" y="29557"/>
                  <a:pt x="29135" y="39571"/>
                </a:cubicBezTo>
                <a:cubicBezTo>
                  <a:pt x="24956" y="49584"/>
                  <a:pt x="22866" y="62032"/>
                  <a:pt x="22866" y="76917"/>
                </a:cubicBezTo>
                <a:cubicBezTo>
                  <a:pt x="22866" y="89201"/>
                  <a:pt x="24839" y="99849"/>
                  <a:pt x="28784" y="108860"/>
                </a:cubicBezTo>
                <a:cubicBezTo>
                  <a:pt x="32728" y="117872"/>
                  <a:pt x="38662" y="124781"/>
                  <a:pt x="46585" y="129589"/>
                </a:cubicBezTo>
                <a:cubicBezTo>
                  <a:pt x="54508" y="134395"/>
                  <a:pt x="63551" y="136798"/>
                  <a:pt x="73714" y="136798"/>
                </a:cubicBezTo>
                <a:cubicBezTo>
                  <a:pt x="82540" y="136798"/>
                  <a:pt x="90329" y="134903"/>
                  <a:pt x="97082" y="131112"/>
                </a:cubicBezTo>
                <a:cubicBezTo>
                  <a:pt x="103835" y="127320"/>
                  <a:pt x="111257" y="119788"/>
                  <a:pt x="119347" y="108515"/>
                </a:cubicBezTo>
                <a:lnTo>
                  <a:pt x="122456" y="110521"/>
                </a:lnTo>
                <a:cubicBezTo>
                  <a:pt x="115636" y="122659"/>
                  <a:pt x="107680" y="131544"/>
                  <a:pt x="98587" y="137177"/>
                </a:cubicBezTo>
                <a:cubicBezTo>
                  <a:pt x="89493" y="142808"/>
                  <a:pt x="78695" y="145623"/>
                  <a:pt x="66192" y="145623"/>
                </a:cubicBezTo>
                <a:cubicBezTo>
                  <a:pt x="43660" y="145623"/>
                  <a:pt x="26210" y="137277"/>
                  <a:pt x="13840" y="120585"/>
                </a:cubicBezTo>
                <a:cubicBezTo>
                  <a:pt x="4613" y="108168"/>
                  <a:pt x="0" y="93546"/>
                  <a:pt x="0" y="76720"/>
                </a:cubicBezTo>
                <a:cubicBezTo>
                  <a:pt x="0" y="63166"/>
                  <a:pt x="3042" y="50714"/>
                  <a:pt x="9127" y="39364"/>
                </a:cubicBezTo>
                <a:cubicBezTo>
                  <a:pt x="15211" y="28015"/>
                  <a:pt x="23585" y="19218"/>
                  <a:pt x="34250" y="12975"/>
                </a:cubicBezTo>
                <a:cubicBezTo>
                  <a:pt x="44914" y="6732"/>
                  <a:pt x="56564" y="3611"/>
                  <a:pt x="69201" y="3611"/>
                </a:cubicBezTo>
                <a:cubicBezTo>
                  <a:pt x="79030" y="3611"/>
                  <a:pt x="88725" y="6017"/>
                  <a:pt x="98286" y="10831"/>
                </a:cubicBezTo>
                <a:cubicBezTo>
                  <a:pt x="101094" y="12302"/>
                  <a:pt x="103100" y="13038"/>
                  <a:pt x="104303" y="13038"/>
                </a:cubicBezTo>
                <a:cubicBezTo>
                  <a:pt x="106108" y="13038"/>
                  <a:pt x="107680" y="12403"/>
                  <a:pt x="109017" y="11132"/>
                </a:cubicBezTo>
                <a:cubicBezTo>
                  <a:pt x="110755" y="9327"/>
                  <a:pt x="111992" y="6820"/>
                  <a:pt x="112728" y="3611"/>
                </a:cubicBezTo>
                <a:lnTo>
                  <a:pt x="116238" y="3611"/>
                </a:lnTo>
                <a:close/>
                <a:moveTo>
                  <a:pt x="188048" y="129483"/>
                </a:moveTo>
                <a:cubicBezTo>
                  <a:pt x="178621" y="136768"/>
                  <a:pt x="172703" y="140979"/>
                  <a:pt x="170296" y="142113"/>
                </a:cubicBezTo>
                <a:cubicBezTo>
                  <a:pt x="166686" y="143785"/>
                  <a:pt x="162841" y="144620"/>
                  <a:pt x="158763" y="144620"/>
                </a:cubicBezTo>
                <a:cubicBezTo>
                  <a:pt x="152411" y="144620"/>
                  <a:pt x="147179" y="142447"/>
                  <a:pt x="143067" y="138101"/>
                </a:cubicBezTo>
                <a:cubicBezTo>
                  <a:pt x="138955" y="133756"/>
                  <a:pt x="136899" y="128039"/>
                  <a:pt x="136899" y="120952"/>
                </a:cubicBezTo>
                <a:cubicBezTo>
                  <a:pt x="136899" y="116472"/>
                  <a:pt x="137902" y="112594"/>
                  <a:pt x="139908" y="109318"/>
                </a:cubicBezTo>
                <a:cubicBezTo>
                  <a:pt x="142649" y="104771"/>
                  <a:pt x="147413" y="100492"/>
                  <a:pt x="154200" y="96480"/>
                </a:cubicBezTo>
                <a:cubicBezTo>
                  <a:pt x="160986" y="92469"/>
                  <a:pt x="172269" y="87588"/>
                  <a:pt x="188048" y="81838"/>
                </a:cubicBezTo>
                <a:lnTo>
                  <a:pt x="188048" y="78240"/>
                </a:lnTo>
                <a:cubicBezTo>
                  <a:pt x="188048" y="69113"/>
                  <a:pt x="186594" y="62851"/>
                  <a:pt x="183685" y="59454"/>
                </a:cubicBezTo>
                <a:cubicBezTo>
                  <a:pt x="180777" y="56057"/>
                  <a:pt x="176548" y="54358"/>
                  <a:pt x="170999" y="54358"/>
                </a:cubicBezTo>
                <a:cubicBezTo>
                  <a:pt x="166786" y="54358"/>
                  <a:pt x="163443" y="55495"/>
                  <a:pt x="160969" y="57768"/>
                </a:cubicBezTo>
                <a:cubicBezTo>
                  <a:pt x="158429" y="60041"/>
                  <a:pt x="157158" y="62649"/>
                  <a:pt x="157158" y="65591"/>
                </a:cubicBezTo>
                <a:lnTo>
                  <a:pt x="157359" y="71408"/>
                </a:lnTo>
                <a:cubicBezTo>
                  <a:pt x="157359" y="74483"/>
                  <a:pt x="156573" y="76857"/>
                  <a:pt x="155002" y="78528"/>
                </a:cubicBezTo>
                <a:cubicBezTo>
                  <a:pt x="153431" y="80200"/>
                  <a:pt x="151375" y="81036"/>
                  <a:pt x="148834" y="81036"/>
                </a:cubicBezTo>
                <a:cubicBezTo>
                  <a:pt x="146360" y="81036"/>
                  <a:pt x="144338" y="80164"/>
                  <a:pt x="142766" y="78422"/>
                </a:cubicBezTo>
                <a:cubicBezTo>
                  <a:pt x="141195" y="76677"/>
                  <a:pt x="140410" y="74296"/>
                  <a:pt x="140410" y="71279"/>
                </a:cubicBezTo>
                <a:cubicBezTo>
                  <a:pt x="140410" y="65510"/>
                  <a:pt x="143351" y="60211"/>
                  <a:pt x="149235" y="55383"/>
                </a:cubicBezTo>
                <a:cubicBezTo>
                  <a:pt x="155119" y="50554"/>
                  <a:pt x="163376" y="48140"/>
                  <a:pt x="174007" y="48140"/>
                </a:cubicBezTo>
                <a:cubicBezTo>
                  <a:pt x="182164" y="48140"/>
                  <a:pt x="188850" y="49509"/>
                  <a:pt x="194066" y="52246"/>
                </a:cubicBezTo>
                <a:cubicBezTo>
                  <a:pt x="198010" y="54316"/>
                  <a:pt x="200919" y="57556"/>
                  <a:pt x="202791" y="61965"/>
                </a:cubicBezTo>
                <a:cubicBezTo>
                  <a:pt x="203994" y="64835"/>
                  <a:pt x="204596" y="70712"/>
                  <a:pt x="204596" y="79594"/>
                </a:cubicBezTo>
                <a:lnTo>
                  <a:pt x="204596" y="110747"/>
                </a:lnTo>
                <a:cubicBezTo>
                  <a:pt x="204596" y="119495"/>
                  <a:pt x="204763" y="124855"/>
                  <a:pt x="205098" y="126825"/>
                </a:cubicBezTo>
                <a:cubicBezTo>
                  <a:pt x="205432" y="128795"/>
                  <a:pt x="205984" y="130115"/>
                  <a:pt x="206752" y="130783"/>
                </a:cubicBezTo>
                <a:cubicBezTo>
                  <a:pt x="207521" y="131450"/>
                  <a:pt x="208407" y="131783"/>
                  <a:pt x="209410" y="131783"/>
                </a:cubicBezTo>
                <a:cubicBezTo>
                  <a:pt x="210480" y="131783"/>
                  <a:pt x="211416" y="131549"/>
                  <a:pt x="212218" y="131081"/>
                </a:cubicBezTo>
                <a:cubicBezTo>
                  <a:pt x="213622" y="130212"/>
                  <a:pt x="216330" y="127771"/>
                  <a:pt x="220342" y="123760"/>
                </a:cubicBezTo>
                <a:lnTo>
                  <a:pt x="220342" y="129376"/>
                </a:lnTo>
                <a:cubicBezTo>
                  <a:pt x="212854" y="139405"/>
                  <a:pt x="205699" y="144420"/>
                  <a:pt x="198880" y="144420"/>
                </a:cubicBezTo>
                <a:cubicBezTo>
                  <a:pt x="195603" y="144420"/>
                  <a:pt x="192996" y="143292"/>
                  <a:pt x="191057" y="141035"/>
                </a:cubicBezTo>
                <a:cubicBezTo>
                  <a:pt x="189118" y="138776"/>
                  <a:pt x="188115" y="134926"/>
                  <a:pt x="188048" y="129483"/>
                </a:cubicBezTo>
                <a:moveTo>
                  <a:pt x="188048" y="122979"/>
                </a:moveTo>
                <a:lnTo>
                  <a:pt x="188048" y="88056"/>
                </a:lnTo>
                <a:cubicBezTo>
                  <a:pt x="177952" y="92059"/>
                  <a:pt x="171433" y="94895"/>
                  <a:pt x="168491" y="96562"/>
                </a:cubicBezTo>
                <a:cubicBezTo>
                  <a:pt x="163209" y="99498"/>
                  <a:pt x="159432" y="102567"/>
                  <a:pt x="157158" y="105770"/>
                </a:cubicBezTo>
                <a:cubicBezTo>
                  <a:pt x="154885" y="108971"/>
                  <a:pt x="153748" y="112473"/>
                  <a:pt x="153748" y="116276"/>
                </a:cubicBezTo>
                <a:cubicBezTo>
                  <a:pt x="153748" y="121079"/>
                  <a:pt x="155186" y="125066"/>
                  <a:pt x="158061" y="128235"/>
                </a:cubicBezTo>
                <a:cubicBezTo>
                  <a:pt x="160936" y="131403"/>
                  <a:pt x="164246" y="132987"/>
                  <a:pt x="167990" y="132987"/>
                </a:cubicBezTo>
                <a:cubicBezTo>
                  <a:pt x="173071" y="132987"/>
                  <a:pt x="179757" y="129651"/>
                  <a:pt x="188048" y="122979"/>
                </a:cubicBezTo>
                <a:close/>
                <a:moveTo>
                  <a:pt x="253971" y="67496"/>
                </a:moveTo>
                <a:cubicBezTo>
                  <a:pt x="264736" y="54592"/>
                  <a:pt x="274999" y="48140"/>
                  <a:pt x="284760" y="48140"/>
                </a:cubicBezTo>
                <a:cubicBezTo>
                  <a:pt x="289775" y="48140"/>
                  <a:pt x="294087" y="49390"/>
                  <a:pt x="297698" y="51891"/>
                </a:cubicBezTo>
                <a:cubicBezTo>
                  <a:pt x="301308" y="54390"/>
                  <a:pt x="304184" y="58508"/>
                  <a:pt x="306323" y="64243"/>
                </a:cubicBezTo>
                <a:cubicBezTo>
                  <a:pt x="307794" y="68244"/>
                  <a:pt x="308529" y="74379"/>
                  <a:pt x="308529" y="82647"/>
                </a:cubicBezTo>
                <a:lnTo>
                  <a:pt x="308529" y="121754"/>
                </a:lnTo>
                <a:cubicBezTo>
                  <a:pt x="308529" y="127604"/>
                  <a:pt x="308998" y="131572"/>
                  <a:pt x="309934" y="133657"/>
                </a:cubicBezTo>
                <a:cubicBezTo>
                  <a:pt x="310669" y="135339"/>
                  <a:pt x="311856" y="136651"/>
                  <a:pt x="313494" y="137594"/>
                </a:cubicBezTo>
                <a:cubicBezTo>
                  <a:pt x="315132" y="138534"/>
                  <a:pt x="318157" y="139004"/>
                  <a:pt x="322570" y="139004"/>
                </a:cubicBezTo>
                <a:lnTo>
                  <a:pt x="322570" y="142615"/>
                </a:lnTo>
                <a:lnTo>
                  <a:pt x="277138" y="142615"/>
                </a:lnTo>
                <a:lnTo>
                  <a:pt x="277138" y="139004"/>
                </a:lnTo>
                <a:lnTo>
                  <a:pt x="279044" y="139004"/>
                </a:lnTo>
                <a:cubicBezTo>
                  <a:pt x="283323" y="139004"/>
                  <a:pt x="286315" y="138349"/>
                  <a:pt x="288020" y="137039"/>
                </a:cubicBezTo>
                <a:cubicBezTo>
                  <a:pt x="289725" y="135727"/>
                  <a:pt x="290912" y="133793"/>
                  <a:pt x="291580" y="131238"/>
                </a:cubicBezTo>
                <a:cubicBezTo>
                  <a:pt x="291848" y="130229"/>
                  <a:pt x="291981" y="127067"/>
                  <a:pt x="291981" y="121754"/>
                </a:cubicBezTo>
                <a:lnTo>
                  <a:pt x="291981" y="84207"/>
                </a:lnTo>
                <a:cubicBezTo>
                  <a:pt x="291981" y="75862"/>
                  <a:pt x="290895" y="69804"/>
                  <a:pt x="288722" y="66033"/>
                </a:cubicBezTo>
                <a:cubicBezTo>
                  <a:pt x="286549" y="62261"/>
                  <a:pt x="282888" y="60376"/>
                  <a:pt x="277740" y="60376"/>
                </a:cubicBezTo>
                <a:cubicBezTo>
                  <a:pt x="269784" y="60376"/>
                  <a:pt x="261860" y="64721"/>
                  <a:pt x="253971" y="73413"/>
                </a:cubicBezTo>
                <a:lnTo>
                  <a:pt x="253971" y="121754"/>
                </a:lnTo>
                <a:cubicBezTo>
                  <a:pt x="253971" y="128008"/>
                  <a:pt x="254339" y="131875"/>
                  <a:pt x="255074" y="133356"/>
                </a:cubicBezTo>
                <a:cubicBezTo>
                  <a:pt x="256010" y="135306"/>
                  <a:pt x="257297" y="136735"/>
                  <a:pt x="258935" y="137644"/>
                </a:cubicBezTo>
                <a:cubicBezTo>
                  <a:pt x="260573" y="138551"/>
                  <a:pt x="263900" y="139004"/>
                  <a:pt x="268914" y="139004"/>
                </a:cubicBezTo>
                <a:lnTo>
                  <a:pt x="268914" y="142615"/>
                </a:lnTo>
                <a:lnTo>
                  <a:pt x="223482" y="142615"/>
                </a:lnTo>
                <a:lnTo>
                  <a:pt x="223482" y="139004"/>
                </a:lnTo>
                <a:lnTo>
                  <a:pt x="225488" y="139004"/>
                </a:lnTo>
                <a:cubicBezTo>
                  <a:pt x="230168" y="139004"/>
                  <a:pt x="233328" y="137811"/>
                  <a:pt x="234966" y="135425"/>
                </a:cubicBezTo>
                <a:cubicBezTo>
                  <a:pt x="236604" y="133037"/>
                  <a:pt x="237423" y="128480"/>
                  <a:pt x="237423" y="121754"/>
                </a:cubicBezTo>
                <a:lnTo>
                  <a:pt x="237423" y="87855"/>
                </a:lnTo>
                <a:cubicBezTo>
                  <a:pt x="237423" y="76823"/>
                  <a:pt x="237172" y="70104"/>
                  <a:pt x="236671" y="67697"/>
                </a:cubicBezTo>
                <a:cubicBezTo>
                  <a:pt x="236169" y="65290"/>
                  <a:pt x="235400" y="63652"/>
                  <a:pt x="234364" y="62783"/>
                </a:cubicBezTo>
                <a:cubicBezTo>
                  <a:pt x="233328" y="61913"/>
                  <a:pt x="231940" y="61479"/>
                  <a:pt x="230202" y="61479"/>
                </a:cubicBezTo>
                <a:cubicBezTo>
                  <a:pt x="228330" y="61479"/>
                  <a:pt x="226090" y="61980"/>
                  <a:pt x="223482" y="62983"/>
                </a:cubicBezTo>
                <a:lnTo>
                  <a:pt x="221978" y="59373"/>
                </a:lnTo>
                <a:lnTo>
                  <a:pt x="249658" y="48140"/>
                </a:lnTo>
                <a:lnTo>
                  <a:pt x="253971" y="48140"/>
                </a:lnTo>
                <a:lnTo>
                  <a:pt x="253971" y="67496"/>
                </a:lnTo>
                <a:close/>
                <a:moveTo>
                  <a:pt x="394780" y="132291"/>
                </a:moveTo>
                <a:cubicBezTo>
                  <a:pt x="390301" y="136969"/>
                  <a:pt x="385921" y="140328"/>
                  <a:pt x="381642" y="142367"/>
                </a:cubicBezTo>
                <a:cubicBezTo>
                  <a:pt x="377363" y="144404"/>
                  <a:pt x="372750" y="145423"/>
                  <a:pt x="367802" y="145423"/>
                </a:cubicBezTo>
                <a:cubicBezTo>
                  <a:pt x="357773" y="145423"/>
                  <a:pt x="349014" y="141237"/>
                  <a:pt x="341526" y="132864"/>
                </a:cubicBezTo>
                <a:cubicBezTo>
                  <a:pt x="334037" y="124490"/>
                  <a:pt x="330293" y="113730"/>
                  <a:pt x="330293" y="100583"/>
                </a:cubicBezTo>
                <a:cubicBezTo>
                  <a:pt x="330293" y="87439"/>
                  <a:pt x="334438" y="75412"/>
                  <a:pt x="342729" y="64503"/>
                </a:cubicBezTo>
                <a:cubicBezTo>
                  <a:pt x="351020" y="53594"/>
                  <a:pt x="361684" y="48140"/>
                  <a:pt x="374722" y="48140"/>
                </a:cubicBezTo>
                <a:cubicBezTo>
                  <a:pt x="382812" y="48140"/>
                  <a:pt x="389498" y="50713"/>
                  <a:pt x="394780" y="55859"/>
                </a:cubicBezTo>
                <a:lnTo>
                  <a:pt x="394780" y="38713"/>
                </a:lnTo>
                <a:cubicBezTo>
                  <a:pt x="394780" y="28259"/>
                  <a:pt x="394530" y="21834"/>
                  <a:pt x="394028" y="19438"/>
                </a:cubicBezTo>
                <a:cubicBezTo>
                  <a:pt x="393527" y="17041"/>
                  <a:pt x="392741" y="15409"/>
                  <a:pt x="391671" y="14542"/>
                </a:cubicBezTo>
                <a:cubicBezTo>
                  <a:pt x="390602" y="13673"/>
                  <a:pt x="389264" y="13238"/>
                  <a:pt x="387660" y="13238"/>
                </a:cubicBezTo>
                <a:cubicBezTo>
                  <a:pt x="385921" y="13238"/>
                  <a:pt x="383615" y="13773"/>
                  <a:pt x="380740" y="14843"/>
                </a:cubicBezTo>
                <a:lnTo>
                  <a:pt x="379436" y="11233"/>
                </a:lnTo>
                <a:lnTo>
                  <a:pt x="406815" y="0"/>
                </a:lnTo>
                <a:lnTo>
                  <a:pt x="411329" y="0"/>
                </a:lnTo>
                <a:lnTo>
                  <a:pt x="411329" y="106309"/>
                </a:lnTo>
                <a:cubicBezTo>
                  <a:pt x="411329" y="117030"/>
                  <a:pt x="411579" y="123572"/>
                  <a:pt x="412081" y="125935"/>
                </a:cubicBezTo>
                <a:cubicBezTo>
                  <a:pt x="412582" y="128298"/>
                  <a:pt x="413385" y="129948"/>
                  <a:pt x="414488" y="130884"/>
                </a:cubicBezTo>
                <a:cubicBezTo>
                  <a:pt x="415591" y="131818"/>
                  <a:pt x="416878" y="132285"/>
                  <a:pt x="418349" y="132285"/>
                </a:cubicBezTo>
                <a:cubicBezTo>
                  <a:pt x="420154" y="132285"/>
                  <a:pt x="422561" y="131716"/>
                  <a:pt x="425570" y="130580"/>
                </a:cubicBezTo>
                <a:lnTo>
                  <a:pt x="426673" y="134190"/>
                </a:lnTo>
                <a:lnTo>
                  <a:pt x="399394" y="145423"/>
                </a:lnTo>
                <a:lnTo>
                  <a:pt x="394780" y="145423"/>
                </a:lnTo>
                <a:lnTo>
                  <a:pt x="394780" y="132291"/>
                </a:lnTo>
                <a:moveTo>
                  <a:pt x="394780" y="125286"/>
                </a:moveTo>
                <a:lnTo>
                  <a:pt x="394780" y="78068"/>
                </a:lnTo>
                <a:cubicBezTo>
                  <a:pt x="394379" y="73531"/>
                  <a:pt x="393176" y="69397"/>
                  <a:pt x="391170" y="65663"/>
                </a:cubicBezTo>
                <a:cubicBezTo>
                  <a:pt x="389164" y="61927"/>
                  <a:pt x="386506" y="59109"/>
                  <a:pt x="383197" y="57210"/>
                </a:cubicBezTo>
                <a:cubicBezTo>
                  <a:pt x="379887" y="55309"/>
                  <a:pt x="376661" y="54358"/>
                  <a:pt x="373519" y="54358"/>
                </a:cubicBezTo>
                <a:cubicBezTo>
                  <a:pt x="367635" y="54358"/>
                  <a:pt x="362386" y="56993"/>
                  <a:pt x="357773" y="62262"/>
                </a:cubicBezTo>
                <a:cubicBezTo>
                  <a:pt x="351689" y="69197"/>
                  <a:pt x="348646" y="79334"/>
                  <a:pt x="348646" y="92673"/>
                </a:cubicBezTo>
                <a:cubicBezTo>
                  <a:pt x="348646" y="106145"/>
                  <a:pt x="351588" y="116467"/>
                  <a:pt x="357472" y="123638"/>
                </a:cubicBezTo>
                <a:cubicBezTo>
                  <a:pt x="363356" y="130806"/>
                  <a:pt x="369908" y="134391"/>
                  <a:pt x="377129" y="134391"/>
                </a:cubicBezTo>
                <a:cubicBezTo>
                  <a:pt x="383213" y="134391"/>
                  <a:pt x="389097" y="131356"/>
                  <a:pt x="394780" y="125286"/>
                </a:cubicBezTo>
                <a:close/>
                <a:moveTo>
                  <a:pt x="455958" y="0"/>
                </a:moveTo>
                <a:cubicBezTo>
                  <a:pt x="458767" y="0"/>
                  <a:pt x="461157" y="991"/>
                  <a:pt x="463129" y="2974"/>
                </a:cubicBezTo>
                <a:cubicBezTo>
                  <a:pt x="465102" y="4955"/>
                  <a:pt x="466088" y="7357"/>
                  <a:pt x="466088" y="10180"/>
                </a:cubicBezTo>
                <a:cubicBezTo>
                  <a:pt x="466088" y="13002"/>
                  <a:pt x="465102" y="15422"/>
                  <a:pt x="463129" y="17438"/>
                </a:cubicBezTo>
                <a:cubicBezTo>
                  <a:pt x="461157" y="19452"/>
                  <a:pt x="458767" y="20459"/>
                  <a:pt x="455958" y="20459"/>
                </a:cubicBezTo>
                <a:cubicBezTo>
                  <a:pt x="453150" y="20459"/>
                  <a:pt x="450743" y="19452"/>
                  <a:pt x="448737" y="17438"/>
                </a:cubicBezTo>
                <a:cubicBezTo>
                  <a:pt x="446732" y="15422"/>
                  <a:pt x="445729" y="13002"/>
                  <a:pt x="445729" y="10180"/>
                </a:cubicBezTo>
                <a:cubicBezTo>
                  <a:pt x="445729" y="7357"/>
                  <a:pt x="446715" y="4955"/>
                  <a:pt x="448687" y="2974"/>
                </a:cubicBezTo>
                <a:cubicBezTo>
                  <a:pt x="450660" y="991"/>
                  <a:pt x="453083" y="0"/>
                  <a:pt x="455958" y="0"/>
                </a:cubicBezTo>
                <a:moveTo>
                  <a:pt x="464283" y="48140"/>
                </a:moveTo>
                <a:lnTo>
                  <a:pt x="464283" y="121754"/>
                </a:lnTo>
                <a:cubicBezTo>
                  <a:pt x="464283" y="127537"/>
                  <a:pt x="464700" y="131388"/>
                  <a:pt x="465536" y="133306"/>
                </a:cubicBezTo>
                <a:cubicBezTo>
                  <a:pt x="466372" y="135222"/>
                  <a:pt x="467609" y="136651"/>
                  <a:pt x="469247" y="137594"/>
                </a:cubicBezTo>
                <a:cubicBezTo>
                  <a:pt x="470885" y="138534"/>
                  <a:pt x="473877" y="139004"/>
                  <a:pt x="478223" y="139004"/>
                </a:cubicBezTo>
                <a:lnTo>
                  <a:pt x="478223" y="142615"/>
                </a:lnTo>
                <a:lnTo>
                  <a:pt x="433593" y="142615"/>
                </a:lnTo>
                <a:lnTo>
                  <a:pt x="433593" y="139004"/>
                </a:lnTo>
                <a:cubicBezTo>
                  <a:pt x="438073" y="139004"/>
                  <a:pt x="441082" y="138567"/>
                  <a:pt x="442620" y="137694"/>
                </a:cubicBezTo>
                <a:cubicBezTo>
                  <a:pt x="444157" y="136819"/>
                  <a:pt x="445378" y="135373"/>
                  <a:pt x="446280" y="133356"/>
                </a:cubicBezTo>
                <a:cubicBezTo>
                  <a:pt x="447183" y="131338"/>
                  <a:pt x="447634" y="127471"/>
                  <a:pt x="447634" y="121754"/>
                </a:cubicBezTo>
                <a:lnTo>
                  <a:pt x="447634" y="86652"/>
                </a:lnTo>
                <a:cubicBezTo>
                  <a:pt x="447634" y="76648"/>
                  <a:pt x="447333" y="70169"/>
                  <a:pt x="446732" y="67214"/>
                </a:cubicBezTo>
                <a:cubicBezTo>
                  <a:pt x="446264" y="65064"/>
                  <a:pt x="445528" y="63571"/>
                  <a:pt x="444525" y="62736"/>
                </a:cubicBezTo>
                <a:cubicBezTo>
                  <a:pt x="443522" y="61898"/>
                  <a:pt x="442152" y="61479"/>
                  <a:pt x="440413" y="61479"/>
                </a:cubicBezTo>
                <a:cubicBezTo>
                  <a:pt x="438541" y="61479"/>
                  <a:pt x="436268" y="61980"/>
                  <a:pt x="433593" y="62983"/>
                </a:cubicBezTo>
                <a:lnTo>
                  <a:pt x="432189" y="59373"/>
                </a:lnTo>
                <a:lnTo>
                  <a:pt x="459870" y="48140"/>
                </a:lnTo>
                <a:lnTo>
                  <a:pt x="464283" y="48140"/>
                </a:lnTo>
                <a:close/>
                <a:moveTo>
                  <a:pt x="554579" y="132291"/>
                </a:moveTo>
                <a:cubicBezTo>
                  <a:pt x="550100" y="136969"/>
                  <a:pt x="545720" y="140328"/>
                  <a:pt x="541441" y="142367"/>
                </a:cubicBezTo>
                <a:cubicBezTo>
                  <a:pt x="537162" y="144404"/>
                  <a:pt x="532549" y="145423"/>
                  <a:pt x="527601" y="145423"/>
                </a:cubicBezTo>
                <a:cubicBezTo>
                  <a:pt x="517572" y="145423"/>
                  <a:pt x="508813" y="141237"/>
                  <a:pt x="501325" y="132864"/>
                </a:cubicBezTo>
                <a:cubicBezTo>
                  <a:pt x="493836" y="124490"/>
                  <a:pt x="490092" y="113730"/>
                  <a:pt x="490092" y="100583"/>
                </a:cubicBezTo>
                <a:cubicBezTo>
                  <a:pt x="490092" y="87439"/>
                  <a:pt x="494237" y="75412"/>
                  <a:pt x="502528" y="64503"/>
                </a:cubicBezTo>
                <a:cubicBezTo>
                  <a:pt x="510819" y="53594"/>
                  <a:pt x="521483" y="48140"/>
                  <a:pt x="534521" y="48140"/>
                </a:cubicBezTo>
                <a:cubicBezTo>
                  <a:pt x="542611" y="48140"/>
                  <a:pt x="549297" y="50713"/>
                  <a:pt x="554579" y="55859"/>
                </a:cubicBezTo>
                <a:lnTo>
                  <a:pt x="554579" y="38713"/>
                </a:lnTo>
                <a:cubicBezTo>
                  <a:pt x="554579" y="28259"/>
                  <a:pt x="554329" y="21834"/>
                  <a:pt x="553827" y="19438"/>
                </a:cubicBezTo>
                <a:cubicBezTo>
                  <a:pt x="553326" y="17041"/>
                  <a:pt x="552540" y="15409"/>
                  <a:pt x="551470" y="14542"/>
                </a:cubicBezTo>
                <a:cubicBezTo>
                  <a:pt x="550401" y="13673"/>
                  <a:pt x="549063" y="13238"/>
                  <a:pt x="547459" y="13238"/>
                </a:cubicBezTo>
                <a:cubicBezTo>
                  <a:pt x="545720" y="13238"/>
                  <a:pt x="543414" y="13773"/>
                  <a:pt x="540539" y="14843"/>
                </a:cubicBezTo>
                <a:lnTo>
                  <a:pt x="539235" y="11233"/>
                </a:lnTo>
                <a:lnTo>
                  <a:pt x="566614" y="0"/>
                </a:lnTo>
                <a:lnTo>
                  <a:pt x="571127" y="0"/>
                </a:lnTo>
                <a:lnTo>
                  <a:pt x="571127" y="106309"/>
                </a:lnTo>
                <a:cubicBezTo>
                  <a:pt x="571127" y="117030"/>
                  <a:pt x="571378" y="123572"/>
                  <a:pt x="571880" y="125935"/>
                </a:cubicBezTo>
                <a:cubicBezTo>
                  <a:pt x="572381" y="128298"/>
                  <a:pt x="573183" y="129948"/>
                  <a:pt x="574287" y="130884"/>
                </a:cubicBezTo>
                <a:cubicBezTo>
                  <a:pt x="575390" y="131818"/>
                  <a:pt x="576677" y="132285"/>
                  <a:pt x="578148" y="132285"/>
                </a:cubicBezTo>
                <a:cubicBezTo>
                  <a:pt x="579953" y="132285"/>
                  <a:pt x="582360" y="131716"/>
                  <a:pt x="585369" y="130580"/>
                </a:cubicBezTo>
                <a:lnTo>
                  <a:pt x="586472" y="134190"/>
                </a:lnTo>
                <a:lnTo>
                  <a:pt x="559193" y="145423"/>
                </a:lnTo>
                <a:lnTo>
                  <a:pt x="554579" y="145423"/>
                </a:lnTo>
                <a:lnTo>
                  <a:pt x="554579" y="132291"/>
                </a:lnTo>
                <a:moveTo>
                  <a:pt x="554579" y="125286"/>
                </a:moveTo>
                <a:lnTo>
                  <a:pt x="554579" y="78068"/>
                </a:lnTo>
                <a:cubicBezTo>
                  <a:pt x="554178" y="73531"/>
                  <a:pt x="552975" y="69397"/>
                  <a:pt x="550969" y="65663"/>
                </a:cubicBezTo>
                <a:cubicBezTo>
                  <a:pt x="548963" y="61927"/>
                  <a:pt x="546305" y="59109"/>
                  <a:pt x="542996" y="57210"/>
                </a:cubicBezTo>
                <a:cubicBezTo>
                  <a:pt x="539686" y="55309"/>
                  <a:pt x="536460" y="54358"/>
                  <a:pt x="533318" y="54358"/>
                </a:cubicBezTo>
                <a:cubicBezTo>
                  <a:pt x="527434" y="54358"/>
                  <a:pt x="522185" y="56993"/>
                  <a:pt x="517572" y="62262"/>
                </a:cubicBezTo>
                <a:cubicBezTo>
                  <a:pt x="511487" y="69197"/>
                  <a:pt x="508445" y="79334"/>
                  <a:pt x="508445" y="92673"/>
                </a:cubicBezTo>
                <a:cubicBezTo>
                  <a:pt x="508445" y="106145"/>
                  <a:pt x="511387" y="116467"/>
                  <a:pt x="517271" y="123638"/>
                </a:cubicBezTo>
                <a:cubicBezTo>
                  <a:pt x="523155" y="130806"/>
                  <a:pt x="529707" y="134391"/>
                  <a:pt x="536928" y="134391"/>
                </a:cubicBezTo>
                <a:cubicBezTo>
                  <a:pt x="543012" y="134391"/>
                  <a:pt x="548896" y="131356"/>
                  <a:pt x="554579" y="125286"/>
                </a:cubicBezTo>
                <a:close/>
                <a:moveTo>
                  <a:pt x="644440" y="129483"/>
                </a:moveTo>
                <a:cubicBezTo>
                  <a:pt x="635013" y="136768"/>
                  <a:pt x="629096" y="140979"/>
                  <a:pt x="626689" y="142113"/>
                </a:cubicBezTo>
                <a:cubicBezTo>
                  <a:pt x="623078" y="143785"/>
                  <a:pt x="619234" y="144620"/>
                  <a:pt x="615155" y="144620"/>
                </a:cubicBezTo>
                <a:cubicBezTo>
                  <a:pt x="608803" y="144620"/>
                  <a:pt x="603571" y="142447"/>
                  <a:pt x="599460" y="138101"/>
                </a:cubicBezTo>
                <a:cubicBezTo>
                  <a:pt x="595348" y="133756"/>
                  <a:pt x="593292" y="128039"/>
                  <a:pt x="593292" y="120952"/>
                </a:cubicBezTo>
                <a:cubicBezTo>
                  <a:pt x="593292" y="116472"/>
                  <a:pt x="594295" y="112594"/>
                  <a:pt x="596300" y="109318"/>
                </a:cubicBezTo>
                <a:cubicBezTo>
                  <a:pt x="599042" y="104771"/>
                  <a:pt x="603805" y="100492"/>
                  <a:pt x="610592" y="96480"/>
                </a:cubicBezTo>
                <a:cubicBezTo>
                  <a:pt x="617378" y="92469"/>
                  <a:pt x="628661" y="87588"/>
                  <a:pt x="644440" y="81838"/>
                </a:cubicBezTo>
                <a:lnTo>
                  <a:pt x="644440" y="78240"/>
                </a:lnTo>
                <a:cubicBezTo>
                  <a:pt x="644440" y="69113"/>
                  <a:pt x="642986" y="62851"/>
                  <a:pt x="640078" y="59454"/>
                </a:cubicBezTo>
                <a:cubicBezTo>
                  <a:pt x="637169" y="56057"/>
                  <a:pt x="632940" y="54358"/>
                  <a:pt x="627391" y="54358"/>
                </a:cubicBezTo>
                <a:cubicBezTo>
                  <a:pt x="623178" y="54358"/>
                  <a:pt x="619835" y="55495"/>
                  <a:pt x="617362" y="57768"/>
                </a:cubicBezTo>
                <a:cubicBezTo>
                  <a:pt x="614821" y="60041"/>
                  <a:pt x="613550" y="62649"/>
                  <a:pt x="613550" y="65591"/>
                </a:cubicBezTo>
                <a:lnTo>
                  <a:pt x="613751" y="71408"/>
                </a:lnTo>
                <a:cubicBezTo>
                  <a:pt x="613751" y="74483"/>
                  <a:pt x="612965" y="76857"/>
                  <a:pt x="611394" y="78528"/>
                </a:cubicBezTo>
                <a:cubicBezTo>
                  <a:pt x="609823" y="80200"/>
                  <a:pt x="607767" y="81036"/>
                  <a:pt x="605226" y="81036"/>
                </a:cubicBezTo>
                <a:cubicBezTo>
                  <a:pt x="602752" y="81036"/>
                  <a:pt x="600730" y="80164"/>
                  <a:pt x="599159" y="78422"/>
                </a:cubicBezTo>
                <a:cubicBezTo>
                  <a:pt x="597587" y="76677"/>
                  <a:pt x="596802" y="74296"/>
                  <a:pt x="596802" y="71279"/>
                </a:cubicBezTo>
                <a:cubicBezTo>
                  <a:pt x="596802" y="65510"/>
                  <a:pt x="599744" y="60211"/>
                  <a:pt x="605627" y="55383"/>
                </a:cubicBezTo>
                <a:cubicBezTo>
                  <a:pt x="611511" y="50554"/>
                  <a:pt x="619769" y="48140"/>
                  <a:pt x="630399" y="48140"/>
                </a:cubicBezTo>
                <a:cubicBezTo>
                  <a:pt x="638557" y="48140"/>
                  <a:pt x="645243" y="49509"/>
                  <a:pt x="650458" y="52246"/>
                </a:cubicBezTo>
                <a:cubicBezTo>
                  <a:pt x="654403" y="54316"/>
                  <a:pt x="657311" y="57556"/>
                  <a:pt x="659183" y="61965"/>
                </a:cubicBezTo>
                <a:cubicBezTo>
                  <a:pt x="660387" y="64835"/>
                  <a:pt x="660988" y="70712"/>
                  <a:pt x="660988" y="79594"/>
                </a:cubicBezTo>
                <a:lnTo>
                  <a:pt x="660988" y="110747"/>
                </a:lnTo>
                <a:cubicBezTo>
                  <a:pt x="660988" y="119495"/>
                  <a:pt x="661156" y="124855"/>
                  <a:pt x="661490" y="126825"/>
                </a:cubicBezTo>
                <a:cubicBezTo>
                  <a:pt x="661824" y="128795"/>
                  <a:pt x="662376" y="130115"/>
                  <a:pt x="663145" y="130783"/>
                </a:cubicBezTo>
                <a:cubicBezTo>
                  <a:pt x="663914" y="131450"/>
                  <a:pt x="664799" y="131783"/>
                  <a:pt x="665802" y="131783"/>
                </a:cubicBezTo>
                <a:cubicBezTo>
                  <a:pt x="666872" y="131783"/>
                  <a:pt x="667808" y="131549"/>
                  <a:pt x="668611" y="131081"/>
                </a:cubicBezTo>
                <a:cubicBezTo>
                  <a:pt x="670015" y="130212"/>
                  <a:pt x="672722" y="127771"/>
                  <a:pt x="676734" y="123760"/>
                </a:cubicBezTo>
                <a:lnTo>
                  <a:pt x="676734" y="129376"/>
                </a:lnTo>
                <a:cubicBezTo>
                  <a:pt x="669246" y="139405"/>
                  <a:pt x="662092" y="144420"/>
                  <a:pt x="655272" y="144420"/>
                </a:cubicBezTo>
                <a:cubicBezTo>
                  <a:pt x="651996" y="144420"/>
                  <a:pt x="649388" y="143292"/>
                  <a:pt x="647449" y="141035"/>
                </a:cubicBezTo>
                <a:cubicBezTo>
                  <a:pt x="645510" y="138776"/>
                  <a:pt x="644507" y="134926"/>
                  <a:pt x="644440" y="129483"/>
                </a:cubicBezTo>
                <a:moveTo>
                  <a:pt x="644440" y="122979"/>
                </a:moveTo>
                <a:lnTo>
                  <a:pt x="644440" y="88056"/>
                </a:lnTo>
                <a:cubicBezTo>
                  <a:pt x="634344" y="92059"/>
                  <a:pt x="627825" y="94895"/>
                  <a:pt x="624883" y="96562"/>
                </a:cubicBezTo>
                <a:cubicBezTo>
                  <a:pt x="619601" y="99498"/>
                  <a:pt x="615824" y="102567"/>
                  <a:pt x="613550" y="105770"/>
                </a:cubicBezTo>
                <a:cubicBezTo>
                  <a:pt x="611277" y="108971"/>
                  <a:pt x="610141" y="112473"/>
                  <a:pt x="610141" y="116276"/>
                </a:cubicBezTo>
                <a:cubicBezTo>
                  <a:pt x="610141" y="121079"/>
                  <a:pt x="611578" y="125066"/>
                  <a:pt x="614453" y="128235"/>
                </a:cubicBezTo>
                <a:cubicBezTo>
                  <a:pt x="617328" y="131403"/>
                  <a:pt x="620638" y="132987"/>
                  <a:pt x="624382" y="132987"/>
                </a:cubicBezTo>
                <a:cubicBezTo>
                  <a:pt x="629463" y="132987"/>
                  <a:pt x="636150" y="129651"/>
                  <a:pt x="644440" y="122979"/>
                </a:cubicBezTo>
                <a:close/>
                <a:moveTo>
                  <a:pt x="710263" y="20459"/>
                </a:moveTo>
                <a:lnTo>
                  <a:pt x="710263" y="50748"/>
                </a:lnTo>
                <a:lnTo>
                  <a:pt x="731725" y="50748"/>
                </a:lnTo>
                <a:lnTo>
                  <a:pt x="731725" y="57567"/>
                </a:lnTo>
                <a:lnTo>
                  <a:pt x="710263" y="57768"/>
                </a:lnTo>
                <a:lnTo>
                  <a:pt x="710263" y="117423"/>
                </a:lnTo>
                <a:cubicBezTo>
                  <a:pt x="710263" y="123380"/>
                  <a:pt x="711115" y="127396"/>
                  <a:pt x="712820" y="129473"/>
                </a:cubicBezTo>
                <a:cubicBezTo>
                  <a:pt x="714525" y="131548"/>
                  <a:pt x="716715" y="132585"/>
                  <a:pt x="719389" y="132585"/>
                </a:cubicBezTo>
                <a:cubicBezTo>
                  <a:pt x="721596" y="132585"/>
                  <a:pt x="723735" y="131892"/>
                  <a:pt x="725808" y="130504"/>
                </a:cubicBezTo>
                <a:cubicBezTo>
                  <a:pt x="727881" y="129117"/>
                  <a:pt x="729485" y="127069"/>
                  <a:pt x="730622" y="124362"/>
                </a:cubicBezTo>
                <a:lnTo>
                  <a:pt x="734533" y="124362"/>
                </a:lnTo>
                <a:cubicBezTo>
                  <a:pt x="732193" y="130947"/>
                  <a:pt x="728884" y="135903"/>
                  <a:pt x="724604" y="139230"/>
                </a:cubicBezTo>
                <a:cubicBezTo>
                  <a:pt x="720325" y="142556"/>
                  <a:pt x="715913" y="144219"/>
                  <a:pt x="711366" y="144219"/>
                </a:cubicBezTo>
                <a:cubicBezTo>
                  <a:pt x="708290" y="144219"/>
                  <a:pt x="705282" y="143364"/>
                  <a:pt x="702340" y="141652"/>
                </a:cubicBezTo>
                <a:cubicBezTo>
                  <a:pt x="699398" y="139941"/>
                  <a:pt x="697225" y="137492"/>
                  <a:pt x="695821" y="134306"/>
                </a:cubicBezTo>
                <a:cubicBezTo>
                  <a:pt x="694417" y="131120"/>
                  <a:pt x="693715" y="126205"/>
                  <a:pt x="693715" y="119563"/>
                </a:cubicBezTo>
                <a:lnTo>
                  <a:pt x="693715" y="57567"/>
                </a:lnTo>
                <a:lnTo>
                  <a:pt x="679172" y="57567"/>
                </a:lnTo>
                <a:lnTo>
                  <a:pt x="679172" y="54352"/>
                </a:lnTo>
                <a:cubicBezTo>
                  <a:pt x="682850" y="52889"/>
                  <a:pt x="686611" y="50413"/>
                  <a:pt x="690455" y="46924"/>
                </a:cubicBezTo>
                <a:cubicBezTo>
                  <a:pt x="694300" y="43435"/>
                  <a:pt x="697726" y="39276"/>
                  <a:pt x="700735" y="34447"/>
                </a:cubicBezTo>
                <a:cubicBezTo>
                  <a:pt x="702273" y="31898"/>
                  <a:pt x="704412" y="27235"/>
                  <a:pt x="707154" y="20459"/>
                </a:cubicBezTo>
                <a:lnTo>
                  <a:pt x="710263" y="20459"/>
                </a:lnTo>
                <a:close/>
                <a:moveTo>
                  <a:pt x="756131" y="85448"/>
                </a:moveTo>
                <a:cubicBezTo>
                  <a:pt x="756064" y="99025"/>
                  <a:pt x="759374" y="109674"/>
                  <a:pt x="766060" y="117394"/>
                </a:cubicBezTo>
                <a:cubicBezTo>
                  <a:pt x="772746" y="125115"/>
                  <a:pt x="780602" y="128975"/>
                  <a:pt x="789629" y="128975"/>
                </a:cubicBezTo>
                <a:cubicBezTo>
                  <a:pt x="795646" y="128975"/>
                  <a:pt x="800878" y="127313"/>
                  <a:pt x="805324" y="123989"/>
                </a:cubicBezTo>
                <a:cubicBezTo>
                  <a:pt x="809771" y="120664"/>
                  <a:pt x="813498" y="114972"/>
                  <a:pt x="816507" y="106911"/>
                </a:cubicBezTo>
                <a:lnTo>
                  <a:pt x="819616" y="108926"/>
                </a:lnTo>
                <a:cubicBezTo>
                  <a:pt x="818212" y="118134"/>
                  <a:pt x="814133" y="126519"/>
                  <a:pt x="807380" y="134080"/>
                </a:cubicBezTo>
                <a:cubicBezTo>
                  <a:pt x="800627" y="141642"/>
                  <a:pt x="792169" y="145423"/>
                  <a:pt x="782006" y="145423"/>
                </a:cubicBezTo>
                <a:cubicBezTo>
                  <a:pt x="770974" y="145423"/>
                  <a:pt x="761530" y="141136"/>
                  <a:pt x="753674" y="132563"/>
                </a:cubicBezTo>
                <a:cubicBezTo>
                  <a:pt x="745818" y="123989"/>
                  <a:pt x="741890" y="112461"/>
                  <a:pt x="741890" y="97982"/>
                </a:cubicBezTo>
                <a:cubicBezTo>
                  <a:pt x="741890" y="82303"/>
                  <a:pt x="745918" y="70077"/>
                  <a:pt x="753975" y="61303"/>
                </a:cubicBezTo>
                <a:cubicBezTo>
                  <a:pt x="762032" y="52528"/>
                  <a:pt x="772144" y="48140"/>
                  <a:pt x="784313" y="48140"/>
                </a:cubicBezTo>
                <a:cubicBezTo>
                  <a:pt x="794610" y="48140"/>
                  <a:pt x="803068" y="51525"/>
                  <a:pt x="809687" y="58294"/>
                </a:cubicBezTo>
                <a:cubicBezTo>
                  <a:pt x="816306" y="65062"/>
                  <a:pt x="819616" y="74113"/>
                  <a:pt x="819616" y="85448"/>
                </a:cubicBezTo>
                <a:lnTo>
                  <a:pt x="756131" y="85448"/>
                </a:lnTo>
                <a:moveTo>
                  <a:pt x="756131" y="79631"/>
                </a:moveTo>
                <a:lnTo>
                  <a:pt x="798655" y="79631"/>
                </a:lnTo>
                <a:cubicBezTo>
                  <a:pt x="798321" y="73796"/>
                  <a:pt x="797619" y="69685"/>
                  <a:pt x="796549" y="67299"/>
                </a:cubicBezTo>
                <a:cubicBezTo>
                  <a:pt x="794877" y="63584"/>
                  <a:pt x="792387" y="60666"/>
                  <a:pt x="789077" y="58545"/>
                </a:cubicBezTo>
                <a:cubicBezTo>
                  <a:pt x="785767" y="56422"/>
                  <a:pt x="782307" y="55361"/>
                  <a:pt x="778697" y="55361"/>
                </a:cubicBezTo>
                <a:cubicBezTo>
                  <a:pt x="773147" y="55361"/>
                  <a:pt x="768183" y="57499"/>
                  <a:pt x="763804" y="61776"/>
                </a:cubicBezTo>
                <a:cubicBezTo>
                  <a:pt x="759424" y="66053"/>
                  <a:pt x="756867" y="72005"/>
                  <a:pt x="756131" y="79631"/>
                </a:cubicBezTo>
                <a:close/>
                <a:moveTo>
                  <a:pt x="891255" y="48140"/>
                </a:moveTo>
                <a:lnTo>
                  <a:pt x="891255" y="79431"/>
                </a:lnTo>
                <a:lnTo>
                  <a:pt x="887946" y="79431"/>
                </a:lnTo>
                <a:cubicBezTo>
                  <a:pt x="885405" y="69642"/>
                  <a:pt x="882145" y="62983"/>
                  <a:pt x="878167" y="59454"/>
                </a:cubicBezTo>
                <a:cubicBezTo>
                  <a:pt x="874189" y="55923"/>
                  <a:pt x="869124" y="54157"/>
                  <a:pt x="862973" y="54157"/>
                </a:cubicBezTo>
                <a:cubicBezTo>
                  <a:pt x="858293" y="54157"/>
                  <a:pt x="854515" y="55390"/>
                  <a:pt x="851640" y="57856"/>
                </a:cubicBezTo>
                <a:cubicBezTo>
                  <a:pt x="848765" y="60321"/>
                  <a:pt x="847328" y="63053"/>
                  <a:pt x="847328" y="66051"/>
                </a:cubicBezTo>
                <a:cubicBezTo>
                  <a:pt x="847328" y="69781"/>
                  <a:pt x="848397" y="72979"/>
                  <a:pt x="850537" y="75645"/>
                </a:cubicBezTo>
                <a:cubicBezTo>
                  <a:pt x="852610" y="78376"/>
                  <a:pt x="856822" y="81274"/>
                  <a:pt x="863174" y="84339"/>
                </a:cubicBezTo>
                <a:lnTo>
                  <a:pt x="877816" y="91435"/>
                </a:lnTo>
                <a:cubicBezTo>
                  <a:pt x="891389" y="98045"/>
                  <a:pt x="898175" y="106759"/>
                  <a:pt x="898175" y="117576"/>
                </a:cubicBezTo>
                <a:cubicBezTo>
                  <a:pt x="898175" y="125923"/>
                  <a:pt x="895016" y="132651"/>
                  <a:pt x="888698" y="137760"/>
                </a:cubicBezTo>
                <a:cubicBezTo>
                  <a:pt x="882379" y="142868"/>
                  <a:pt x="875309" y="145423"/>
                  <a:pt x="867486" y="145423"/>
                </a:cubicBezTo>
                <a:cubicBezTo>
                  <a:pt x="861870" y="145423"/>
                  <a:pt x="855451" y="144470"/>
                  <a:pt x="848230" y="142564"/>
                </a:cubicBezTo>
                <a:cubicBezTo>
                  <a:pt x="846024" y="141929"/>
                  <a:pt x="844218" y="141612"/>
                  <a:pt x="842814" y="141612"/>
                </a:cubicBezTo>
                <a:cubicBezTo>
                  <a:pt x="841277" y="141612"/>
                  <a:pt x="840073" y="142414"/>
                  <a:pt x="839204" y="144019"/>
                </a:cubicBezTo>
                <a:lnTo>
                  <a:pt x="835894" y="144019"/>
                </a:lnTo>
                <a:lnTo>
                  <a:pt x="835894" y="111123"/>
                </a:lnTo>
                <a:lnTo>
                  <a:pt x="839204" y="111123"/>
                </a:lnTo>
                <a:cubicBezTo>
                  <a:pt x="841076" y="120484"/>
                  <a:pt x="844653" y="127537"/>
                  <a:pt x="849935" y="132285"/>
                </a:cubicBezTo>
                <a:cubicBezTo>
                  <a:pt x="855217" y="137032"/>
                  <a:pt x="861134" y="139405"/>
                  <a:pt x="867687" y="139405"/>
                </a:cubicBezTo>
                <a:cubicBezTo>
                  <a:pt x="872300" y="139405"/>
                  <a:pt x="876061" y="138059"/>
                  <a:pt x="878969" y="135365"/>
                </a:cubicBezTo>
                <a:cubicBezTo>
                  <a:pt x="881878" y="132670"/>
                  <a:pt x="883332" y="129426"/>
                  <a:pt x="883332" y="125634"/>
                </a:cubicBezTo>
                <a:cubicBezTo>
                  <a:pt x="883332" y="121044"/>
                  <a:pt x="881711" y="117185"/>
                  <a:pt x="878468" y="114060"/>
                </a:cubicBezTo>
                <a:cubicBezTo>
                  <a:pt x="875225" y="110932"/>
                  <a:pt x="868756" y="106982"/>
                  <a:pt x="859062" y="102210"/>
                </a:cubicBezTo>
                <a:cubicBezTo>
                  <a:pt x="849367" y="97435"/>
                  <a:pt x="843015" y="93106"/>
                  <a:pt x="840006" y="89222"/>
                </a:cubicBezTo>
                <a:cubicBezTo>
                  <a:pt x="836997" y="85405"/>
                  <a:pt x="835493" y="80583"/>
                  <a:pt x="835493" y="74758"/>
                </a:cubicBezTo>
                <a:cubicBezTo>
                  <a:pt x="835493" y="67190"/>
                  <a:pt x="838084" y="60862"/>
                  <a:pt x="843266" y="55775"/>
                </a:cubicBezTo>
                <a:cubicBezTo>
                  <a:pt x="848447" y="50685"/>
                  <a:pt x="855150" y="48140"/>
                  <a:pt x="863374" y="48140"/>
                </a:cubicBezTo>
                <a:cubicBezTo>
                  <a:pt x="866985" y="48140"/>
                  <a:pt x="871364" y="48909"/>
                  <a:pt x="876512" y="50447"/>
                </a:cubicBezTo>
                <a:cubicBezTo>
                  <a:pt x="879922" y="51450"/>
                  <a:pt x="882196" y="51951"/>
                  <a:pt x="883332" y="51951"/>
                </a:cubicBezTo>
                <a:cubicBezTo>
                  <a:pt x="884402" y="51951"/>
                  <a:pt x="885238" y="51717"/>
                  <a:pt x="885839" y="51249"/>
                </a:cubicBezTo>
                <a:cubicBezTo>
                  <a:pt x="886441" y="50781"/>
                  <a:pt x="887143" y="49745"/>
                  <a:pt x="887946" y="48140"/>
                </a:cubicBezTo>
                <a:lnTo>
                  <a:pt x="891255" y="4814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55f4e54504b9d"/>
          <a:stretch xmlns:a="http://schemas.openxmlformats.org/drawingml/2006/main"/>
        </p:blipFill>
        <p:spPr>
          <a:xfrm xmlns:a="http://schemas.openxmlformats.org/drawingml/2006/main">
            <a:off x="3309560" y="540487"/>
            <a:ext cx="706053" cy="706053"/>
          </a:xfrm>
          <a:prstGeom xmlns:a="http://schemas.openxmlformats.org/drawingml/2006/main" prst="rect">
            <a:avLst/>
          </a:prstGeom>
        </p:spPr>
      </p:pic>
      <p:sp>
        <p:nvSpPr>
          <p:cNvPr id="77" name="Text MutantsPrioritization">
            <a:extLst xmlns:a="http://schemas.openxmlformats.org/drawingml/2006/main">
              <a:ext uri="{FF2B5EF4-FFF2-40B4-BE49-F238E27FC236}">
                <a16:creationId xmlns:a16="http://schemas.microsoft.com/office/drawing/2014/main" id="{1FD0CE44-2029-4D8B-AF0C-62B463D6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231" y="1893864"/>
            <a:ext cx="1804414" cy="145423"/>
          </a:xfrm>
          <a:custGeom xmlns:a="http://schemas.openxmlformats.org/drawingml/2006/main">
            <a:pathLst>
              <a:path w="1804414" h="145423">
                <a:moveTo>
                  <a:pt x="80634" y="142615"/>
                </a:moveTo>
                <a:lnTo>
                  <a:pt x="28082" y="28182"/>
                </a:lnTo>
                <a:lnTo>
                  <a:pt x="28082" y="118946"/>
                </a:lnTo>
                <a:cubicBezTo>
                  <a:pt x="28082" y="127303"/>
                  <a:pt x="28984" y="132519"/>
                  <a:pt x="30790" y="134591"/>
                </a:cubicBezTo>
                <a:cubicBezTo>
                  <a:pt x="33263" y="137399"/>
                  <a:pt x="37175" y="138804"/>
                  <a:pt x="42524" y="138804"/>
                </a:cubicBezTo>
                <a:lnTo>
                  <a:pt x="47338" y="138804"/>
                </a:lnTo>
                <a:lnTo>
                  <a:pt x="47338" y="142615"/>
                </a:lnTo>
                <a:lnTo>
                  <a:pt x="0" y="142615"/>
                </a:lnTo>
                <a:lnTo>
                  <a:pt x="0" y="138804"/>
                </a:lnTo>
                <a:lnTo>
                  <a:pt x="4814" y="138804"/>
                </a:lnTo>
                <a:cubicBezTo>
                  <a:pt x="10564" y="138804"/>
                  <a:pt x="14643" y="137065"/>
                  <a:pt x="17050" y="133588"/>
                </a:cubicBezTo>
                <a:cubicBezTo>
                  <a:pt x="18521" y="131449"/>
                  <a:pt x="19256" y="126568"/>
                  <a:pt x="19256" y="118946"/>
                </a:cubicBezTo>
                <a:lnTo>
                  <a:pt x="19256" y="30288"/>
                </a:lnTo>
                <a:cubicBezTo>
                  <a:pt x="19256" y="24271"/>
                  <a:pt x="18587" y="19925"/>
                  <a:pt x="17250" y="17250"/>
                </a:cubicBezTo>
                <a:cubicBezTo>
                  <a:pt x="16314" y="15311"/>
                  <a:pt x="14592" y="13690"/>
                  <a:pt x="12085" y="12386"/>
                </a:cubicBezTo>
                <a:cubicBezTo>
                  <a:pt x="9578" y="11082"/>
                  <a:pt x="5549" y="10430"/>
                  <a:pt x="0" y="10430"/>
                </a:cubicBezTo>
                <a:lnTo>
                  <a:pt x="0" y="6619"/>
                </a:lnTo>
                <a:lnTo>
                  <a:pt x="38512" y="6619"/>
                </a:lnTo>
                <a:lnTo>
                  <a:pt x="87855" y="113007"/>
                </a:lnTo>
                <a:lnTo>
                  <a:pt x="136397" y="6619"/>
                </a:lnTo>
                <a:lnTo>
                  <a:pt x="174908" y="6619"/>
                </a:lnTo>
                <a:lnTo>
                  <a:pt x="174908" y="10430"/>
                </a:lnTo>
                <a:lnTo>
                  <a:pt x="170195" y="10430"/>
                </a:lnTo>
                <a:cubicBezTo>
                  <a:pt x="164378" y="10430"/>
                  <a:pt x="160266" y="12169"/>
                  <a:pt x="157859" y="15645"/>
                </a:cubicBezTo>
                <a:cubicBezTo>
                  <a:pt x="156388" y="17785"/>
                  <a:pt x="155652" y="22666"/>
                  <a:pt x="155652" y="30288"/>
                </a:cubicBezTo>
                <a:lnTo>
                  <a:pt x="155652" y="118946"/>
                </a:lnTo>
                <a:cubicBezTo>
                  <a:pt x="155652" y="127303"/>
                  <a:pt x="156589" y="132519"/>
                  <a:pt x="158461" y="134591"/>
                </a:cubicBezTo>
                <a:cubicBezTo>
                  <a:pt x="160935" y="137399"/>
                  <a:pt x="164846" y="138804"/>
                  <a:pt x="170195" y="138804"/>
                </a:cubicBezTo>
                <a:lnTo>
                  <a:pt x="174908" y="138804"/>
                </a:lnTo>
                <a:lnTo>
                  <a:pt x="174908" y="142615"/>
                </a:lnTo>
                <a:lnTo>
                  <a:pt x="117141" y="142615"/>
                </a:lnTo>
                <a:lnTo>
                  <a:pt x="117141" y="138804"/>
                </a:lnTo>
                <a:lnTo>
                  <a:pt x="121955" y="138804"/>
                </a:lnTo>
                <a:cubicBezTo>
                  <a:pt x="127771" y="138804"/>
                  <a:pt x="131850" y="137065"/>
                  <a:pt x="134190" y="133588"/>
                </a:cubicBezTo>
                <a:cubicBezTo>
                  <a:pt x="135661" y="131449"/>
                  <a:pt x="136397" y="126568"/>
                  <a:pt x="136397" y="118946"/>
                </a:cubicBezTo>
                <a:lnTo>
                  <a:pt x="136397" y="28182"/>
                </a:lnTo>
                <a:lnTo>
                  <a:pt x="83944" y="142615"/>
                </a:lnTo>
                <a:lnTo>
                  <a:pt x="80634" y="142615"/>
                </a:lnTo>
                <a:close/>
                <a:moveTo>
                  <a:pt x="266141" y="50748"/>
                </a:moveTo>
                <a:lnTo>
                  <a:pt x="266141" y="106710"/>
                </a:lnTo>
                <a:cubicBezTo>
                  <a:pt x="266141" y="117209"/>
                  <a:pt x="266392" y="123631"/>
                  <a:pt x="266893" y="125976"/>
                </a:cubicBezTo>
                <a:cubicBezTo>
                  <a:pt x="267394" y="128318"/>
                  <a:pt x="268197" y="129955"/>
                  <a:pt x="269300" y="130887"/>
                </a:cubicBezTo>
                <a:cubicBezTo>
                  <a:pt x="270403" y="131819"/>
                  <a:pt x="271690" y="132285"/>
                  <a:pt x="273161" y="132285"/>
                </a:cubicBezTo>
                <a:cubicBezTo>
                  <a:pt x="275234" y="132285"/>
                  <a:pt x="277574" y="131716"/>
                  <a:pt x="280182" y="130580"/>
                </a:cubicBezTo>
                <a:lnTo>
                  <a:pt x="281586" y="134190"/>
                </a:lnTo>
                <a:lnTo>
                  <a:pt x="254106" y="145423"/>
                </a:lnTo>
                <a:lnTo>
                  <a:pt x="249593" y="145423"/>
                </a:lnTo>
                <a:lnTo>
                  <a:pt x="249593" y="126057"/>
                </a:lnTo>
                <a:cubicBezTo>
                  <a:pt x="241703" y="134576"/>
                  <a:pt x="235686" y="139933"/>
                  <a:pt x="231540" y="142129"/>
                </a:cubicBezTo>
                <a:cubicBezTo>
                  <a:pt x="227395" y="144325"/>
                  <a:pt x="223015" y="145423"/>
                  <a:pt x="218402" y="145423"/>
                </a:cubicBezTo>
                <a:cubicBezTo>
                  <a:pt x="213254" y="145423"/>
                  <a:pt x="208791" y="143935"/>
                  <a:pt x="205013" y="140960"/>
                </a:cubicBezTo>
                <a:cubicBezTo>
                  <a:pt x="201235" y="137984"/>
                  <a:pt x="198611" y="134157"/>
                  <a:pt x="197140" y="129476"/>
                </a:cubicBezTo>
                <a:cubicBezTo>
                  <a:pt x="195669" y="124796"/>
                  <a:pt x="194934" y="118177"/>
                  <a:pt x="194934" y="109619"/>
                </a:cubicBezTo>
                <a:lnTo>
                  <a:pt x="194934" y="68599"/>
                </a:lnTo>
                <a:cubicBezTo>
                  <a:pt x="194934" y="64222"/>
                  <a:pt x="194466" y="61192"/>
                  <a:pt x="193530" y="59511"/>
                </a:cubicBezTo>
                <a:cubicBezTo>
                  <a:pt x="192594" y="57826"/>
                  <a:pt x="191206" y="56530"/>
                  <a:pt x="189368" y="55621"/>
                </a:cubicBezTo>
                <a:cubicBezTo>
                  <a:pt x="187529" y="54712"/>
                  <a:pt x="184203" y="54291"/>
                  <a:pt x="179389" y="54358"/>
                </a:cubicBezTo>
                <a:lnTo>
                  <a:pt x="179389" y="50748"/>
                </a:lnTo>
                <a:lnTo>
                  <a:pt x="211582" y="50748"/>
                </a:lnTo>
                <a:lnTo>
                  <a:pt x="211582" y="112301"/>
                </a:lnTo>
                <a:cubicBezTo>
                  <a:pt x="211582" y="120870"/>
                  <a:pt x="213070" y="126494"/>
                  <a:pt x="216045" y="129172"/>
                </a:cubicBezTo>
                <a:cubicBezTo>
                  <a:pt x="219021" y="131849"/>
                  <a:pt x="222614" y="133187"/>
                  <a:pt x="226827" y="133187"/>
                </a:cubicBezTo>
                <a:cubicBezTo>
                  <a:pt x="229702" y="133187"/>
                  <a:pt x="232961" y="132284"/>
                  <a:pt x="236605" y="130476"/>
                </a:cubicBezTo>
                <a:cubicBezTo>
                  <a:pt x="240249" y="128669"/>
                  <a:pt x="244578" y="125221"/>
                  <a:pt x="249593" y="120134"/>
                </a:cubicBezTo>
                <a:lnTo>
                  <a:pt x="249593" y="68198"/>
                </a:lnTo>
                <a:cubicBezTo>
                  <a:pt x="249593" y="62868"/>
                  <a:pt x="248640" y="59263"/>
                  <a:pt x="246734" y="57382"/>
                </a:cubicBezTo>
                <a:cubicBezTo>
                  <a:pt x="244829" y="55502"/>
                  <a:pt x="240867" y="54494"/>
                  <a:pt x="234850" y="54358"/>
                </a:cubicBezTo>
                <a:lnTo>
                  <a:pt x="234850" y="50748"/>
                </a:lnTo>
                <a:lnTo>
                  <a:pt x="266141" y="50748"/>
                </a:lnTo>
                <a:close/>
                <a:moveTo>
                  <a:pt x="314983" y="20459"/>
                </a:moveTo>
                <a:lnTo>
                  <a:pt x="314983" y="50748"/>
                </a:lnTo>
                <a:lnTo>
                  <a:pt x="336445" y="50748"/>
                </a:lnTo>
                <a:lnTo>
                  <a:pt x="336445" y="57567"/>
                </a:lnTo>
                <a:lnTo>
                  <a:pt x="314983" y="57768"/>
                </a:lnTo>
                <a:lnTo>
                  <a:pt x="314983" y="117423"/>
                </a:lnTo>
                <a:cubicBezTo>
                  <a:pt x="314983" y="123380"/>
                  <a:pt x="315835" y="127396"/>
                  <a:pt x="317540" y="129473"/>
                </a:cubicBezTo>
                <a:cubicBezTo>
                  <a:pt x="319245" y="131548"/>
                  <a:pt x="321435" y="132585"/>
                  <a:pt x="324109" y="132585"/>
                </a:cubicBezTo>
                <a:cubicBezTo>
                  <a:pt x="326316" y="132585"/>
                  <a:pt x="328455" y="131892"/>
                  <a:pt x="330528" y="130504"/>
                </a:cubicBezTo>
                <a:cubicBezTo>
                  <a:pt x="332601" y="129117"/>
                  <a:pt x="334205" y="127069"/>
                  <a:pt x="335342" y="124362"/>
                </a:cubicBezTo>
                <a:lnTo>
                  <a:pt x="339253" y="124362"/>
                </a:lnTo>
                <a:cubicBezTo>
                  <a:pt x="336913" y="130947"/>
                  <a:pt x="333604" y="135903"/>
                  <a:pt x="329325" y="139230"/>
                </a:cubicBezTo>
                <a:cubicBezTo>
                  <a:pt x="325045" y="142556"/>
                  <a:pt x="320633" y="144219"/>
                  <a:pt x="316086" y="144219"/>
                </a:cubicBezTo>
                <a:cubicBezTo>
                  <a:pt x="313010" y="144219"/>
                  <a:pt x="310002" y="143364"/>
                  <a:pt x="307060" y="141652"/>
                </a:cubicBezTo>
                <a:cubicBezTo>
                  <a:pt x="304118" y="139941"/>
                  <a:pt x="301945" y="137492"/>
                  <a:pt x="300541" y="134306"/>
                </a:cubicBezTo>
                <a:cubicBezTo>
                  <a:pt x="299137" y="131120"/>
                  <a:pt x="298435" y="126205"/>
                  <a:pt x="298435" y="119563"/>
                </a:cubicBezTo>
                <a:lnTo>
                  <a:pt x="298435" y="57567"/>
                </a:lnTo>
                <a:lnTo>
                  <a:pt x="283892" y="57567"/>
                </a:lnTo>
                <a:lnTo>
                  <a:pt x="283892" y="54352"/>
                </a:lnTo>
                <a:cubicBezTo>
                  <a:pt x="287570" y="52889"/>
                  <a:pt x="291331" y="50413"/>
                  <a:pt x="295175" y="46924"/>
                </a:cubicBezTo>
                <a:cubicBezTo>
                  <a:pt x="299020" y="43435"/>
                  <a:pt x="302446" y="39276"/>
                  <a:pt x="305455" y="34447"/>
                </a:cubicBezTo>
                <a:cubicBezTo>
                  <a:pt x="306993" y="31898"/>
                  <a:pt x="309132" y="27235"/>
                  <a:pt x="311874" y="20459"/>
                </a:cubicBezTo>
                <a:lnTo>
                  <a:pt x="314983" y="20459"/>
                </a:lnTo>
                <a:close/>
                <a:moveTo>
                  <a:pt x="397457" y="129483"/>
                </a:moveTo>
                <a:cubicBezTo>
                  <a:pt x="388029" y="136768"/>
                  <a:pt x="382112" y="140979"/>
                  <a:pt x="379705" y="142113"/>
                </a:cubicBezTo>
                <a:cubicBezTo>
                  <a:pt x="376095" y="143785"/>
                  <a:pt x="372250" y="144620"/>
                  <a:pt x="368172" y="144620"/>
                </a:cubicBezTo>
                <a:cubicBezTo>
                  <a:pt x="361820" y="144620"/>
                  <a:pt x="356588" y="142447"/>
                  <a:pt x="352476" y="138101"/>
                </a:cubicBezTo>
                <a:cubicBezTo>
                  <a:pt x="348364" y="133756"/>
                  <a:pt x="346308" y="128039"/>
                  <a:pt x="346308" y="120952"/>
                </a:cubicBezTo>
                <a:cubicBezTo>
                  <a:pt x="346308" y="116472"/>
                  <a:pt x="347311" y="112594"/>
                  <a:pt x="349317" y="109318"/>
                </a:cubicBezTo>
                <a:cubicBezTo>
                  <a:pt x="352058" y="104771"/>
                  <a:pt x="356822" y="100492"/>
                  <a:pt x="363608" y="96480"/>
                </a:cubicBezTo>
                <a:cubicBezTo>
                  <a:pt x="370395" y="92469"/>
                  <a:pt x="381678" y="87588"/>
                  <a:pt x="397457" y="81838"/>
                </a:cubicBezTo>
                <a:lnTo>
                  <a:pt x="397457" y="78240"/>
                </a:lnTo>
                <a:cubicBezTo>
                  <a:pt x="397457" y="69113"/>
                  <a:pt x="396003" y="62851"/>
                  <a:pt x="393094" y="59454"/>
                </a:cubicBezTo>
                <a:cubicBezTo>
                  <a:pt x="390186" y="56057"/>
                  <a:pt x="385957" y="54358"/>
                  <a:pt x="380407" y="54358"/>
                </a:cubicBezTo>
                <a:cubicBezTo>
                  <a:pt x="376195" y="54358"/>
                  <a:pt x="372852" y="55495"/>
                  <a:pt x="370378" y="57768"/>
                </a:cubicBezTo>
                <a:cubicBezTo>
                  <a:pt x="367837" y="60041"/>
                  <a:pt x="366567" y="62649"/>
                  <a:pt x="366567" y="65591"/>
                </a:cubicBezTo>
                <a:lnTo>
                  <a:pt x="366768" y="71408"/>
                </a:lnTo>
                <a:cubicBezTo>
                  <a:pt x="366768" y="74483"/>
                  <a:pt x="365982" y="76857"/>
                  <a:pt x="364411" y="78528"/>
                </a:cubicBezTo>
                <a:cubicBezTo>
                  <a:pt x="362840" y="80200"/>
                  <a:pt x="360784" y="81036"/>
                  <a:pt x="358243" y="81036"/>
                </a:cubicBezTo>
                <a:cubicBezTo>
                  <a:pt x="355769" y="81036"/>
                  <a:pt x="353746" y="80164"/>
                  <a:pt x="352175" y="78422"/>
                </a:cubicBezTo>
                <a:cubicBezTo>
                  <a:pt x="350604" y="76677"/>
                  <a:pt x="349818" y="74296"/>
                  <a:pt x="349818" y="71279"/>
                </a:cubicBezTo>
                <a:cubicBezTo>
                  <a:pt x="349818" y="65510"/>
                  <a:pt x="352760" y="60211"/>
                  <a:pt x="358644" y="55383"/>
                </a:cubicBezTo>
                <a:cubicBezTo>
                  <a:pt x="364528" y="50554"/>
                  <a:pt x="372785" y="48140"/>
                  <a:pt x="383416" y="48140"/>
                </a:cubicBezTo>
                <a:cubicBezTo>
                  <a:pt x="391573" y="48140"/>
                  <a:pt x="398259" y="49509"/>
                  <a:pt x="403474" y="52246"/>
                </a:cubicBezTo>
                <a:cubicBezTo>
                  <a:pt x="407419" y="54316"/>
                  <a:pt x="410328" y="57556"/>
                  <a:pt x="412200" y="61965"/>
                </a:cubicBezTo>
                <a:cubicBezTo>
                  <a:pt x="413403" y="64835"/>
                  <a:pt x="414005" y="70712"/>
                  <a:pt x="414005" y="79594"/>
                </a:cubicBezTo>
                <a:lnTo>
                  <a:pt x="414005" y="110747"/>
                </a:lnTo>
                <a:cubicBezTo>
                  <a:pt x="414005" y="119495"/>
                  <a:pt x="414172" y="124855"/>
                  <a:pt x="414506" y="126825"/>
                </a:cubicBezTo>
                <a:cubicBezTo>
                  <a:pt x="414841" y="128795"/>
                  <a:pt x="415392" y="130115"/>
                  <a:pt x="416161" y="130783"/>
                </a:cubicBezTo>
                <a:cubicBezTo>
                  <a:pt x="416930" y="131450"/>
                  <a:pt x="417816" y="131783"/>
                  <a:pt x="418819" y="131783"/>
                </a:cubicBezTo>
                <a:cubicBezTo>
                  <a:pt x="419889" y="131783"/>
                  <a:pt x="420825" y="131549"/>
                  <a:pt x="421627" y="131081"/>
                </a:cubicBezTo>
                <a:cubicBezTo>
                  <a:pt x="423031" y="130212"/>
                  <a:pt x="425739" y="127771"/>
                  <a:pt x="429751" y="123760"/>
                </a:cubicBezTo>
                <a:lnTo>
                  <a:pt x="429751" y="129376"/>
                </a:lnTo>
                <a:cubicBezTo>
                  <a:pt x="422262" y="139405"/>
                  <a:pt x="415108" y="144420"/>
                  <a:pt x="408288" y="144420"/>
                </a:cubicBezTo>
                <a:cubicBezTo>
                  <a:pt x="405012" y="144420"/>
                  <a:pt x="402405" y="143292"/>
                  <a:pt x="400466" y="141035"/>
                </a:cubicBezTo>
                <a:cubicBezTo>
                  <a:pt x="398527" y="138776"/>
                  <a:pt x="397524" y="134926"/>
                  <a:pt x="397457" y="129483"/>
                </a:cubicBezTo>
                <a:moveTo>
                  <a:pt x="397457" y="122979"/>
                </a:moveTo>
                <a:lnTo>
                  <a:pt x="397457" y="88056"/>
                </a:lnTo>
                <a:cubicBezTo>
                  <a:pt x="387361" y="92059"/>
                  <a:pt x="380842" y="94895"/>
                  <a:pt x="377900" y="96562"/>
                </a:cubicBezTo>
                <a:cubicBezTo>
                  <a:pt x="372618" y="99498"/>
                  <a:pt x="368840" y="102567"/>
                  <a:pt x="366567" y="105770"/>
                </a:cubicBezTo>
                <a:cubicBezTo>
                  <a:pt x="364294" y="108971"/>
                  <a:pt x="363157" y="112473"/>
                  <a:pt x="363157" y="116276"/>
                </a:cubicBezTo>
                <a:cubicBezTo>
                  <a:pt x="363157" y="121079"/>
                  <a:pt x="364595" y="125066"/>
                  <a:pt x="367470" y="128235"/>
                </a:cubicBezTo>
                <a:cubicBezTo>
                  <a:pt x="370345" y="131403"/>
                  <a:pt x="373654" y="132987"/>
                  <a:pt x="377399" y="132987"/>
                </a:cubicBezTo>
                <a:cubicBezTo>
                  <a:pt x="382480" y="132987"/>
                  <a:pt x="389166" y="129651"/>
                  <a:pt x="397457" y="122979"/>
                </a:cubicBezTo>
                <a:close/>
                <a:moveTo>
                  <a:pt x="463379" y="67496"/>
                </a:moveTo>
                <a:cubicBezTo>
                  <a:pt x="474144" y="54592"/>
                  <a:pt x="484407" y="48140"/>
                  <a:pt x="494169" y="48140"/>
                </a:cubicBezTo>
                <a:cubicBezTo>
                  <a:pt x="499183" y="48140"/>
                  <a:pt x="503496" y="49390"/>
                  <a:pt x="507106" y="51891"/>
                </a:cubicBezTo>
                <a:cubicBezTo>
                  <a:pt x="510717" y="54390"/>
                  <a:pt x="513592" y="58508"/>
                  <a:pt x="515732" y="64243"/>
                </a:cubicBezTo>
                <a:cubicBezTo>
                  <a:pt x="517202" y="68244"/>
                  <a:pt x="517938" y="74379"/>
                  <a:pt x="517938" y="82647"/>
                </a:cubicBezTo>
                <a:lnTo>
                  <a:pt x="517938" y="121754"/>
                </a:lnTo>
                <a:cubicBezTo>
                  <a:pt x="517938" y="127604"/>
                  <a:pt x="518406" y="131572"/>
                  <a:pt x="519342" y="133657"/>
                </a:cubicBezTo>
                <a:cubicBezTo>
                  <a:pt x="520078" y="135339"/>
                  <a:pt x="521264" y="136651"/>
                  <a:pt x="522902" y="137594"/>
                </a:cubicBezTo>
                <a:cubicBezTo>
                  <a:pt x="524540" y="138534"/>
                  <a:pt x="527566" y="139004"/>
                  <a:pt x="531979" y="139004"/>
                </a:cubicBezTo>
                <a:lnTo>
                  <a:pt x="531979" y="142615"/>
                </a:lnTo>
                <a:lnTo>
                  <a:pt x="486547" y="142615"/>
                </a:lnTo>
                <a:lnTo>
                  <a:pt x="486547" y="139004"/>
                </a:lnTo>
                <a:lnTo>
                  <a:pt x="488452" y="139004"/>
                </a:lnTo>
                <a:cubicBezTo>
                  <a:pt x="492731" y="139004"/>
                  <a:pt x="495723" y="138349"/>
                  <a:pt x="497428" y="137039"/>
                </a:cubicBezTo>
                <a:cubicBezTo>
                  <a:pt x="499133" y="135727"/>
                  <a:pt x="500320" y="133793"/>
                  <a:pt x="500989" y="131238"/>
                </a:cubicBezTo>
                <a:cubicBezTo>
                  <a:pt x="501256" y="130229"/>
                  <a:pt x="501390" y="127067"/>
                  <a:pt x="501390" y="121754"/>
                </a:cubicBezTo>
                <a:lnTo>
                  <a:pt x="501390" y="84207"/>
                </a:lnTo>
                <a:cubicBezTo>
                  <a:pt x="501390" y="75862"/>
                  <a:pt x="500303" y="69804"/>
                  <a:pt x="498130" y="66033"/>
                </a:cubicBezTo>
                <a:cubicBezTo>
                  <a:pt x="495957" y="62261"/>
                  <a:pt x="492297" y="60376"/>
                  <a:pt x="487148" y="60376"/>
                </a:cubicBezTo>
                <a:cubicBezTo>
                  <a:pt x="479192" y="60376"/>
                  <a:pt x="471269" y="64721"/>
                  <a:pt x="463379" y="73413"/>
                </a:cubicBezTo>
                <a:lnTo>
                  <a:pt x="463379" y="121754"/>
                </a:lnTo>
                <a:cubicBezTo>
                  <a:pt x="463379" y="128008"/>
                  <a:pt x="463747" y="131875"/>
                  <a:pt x="464483" y="133356"/>
                </a:cubicBezTo>
                <a:cubicBezTo>
                  <a:pt x="465419" y="135306"/>
                  <a:pt x="466706" y="136735"/>
                  <a:pt x="468344" y="137644"/>
                </a:cubicBezTo>
                <a:cubicBezTo>
                  <a:pt x="469982" y="138551"/>
                  <a:pt x="473308" y="139004"/>
                  <a:pt x="478323" y="139004"/>
                </a:cubicBezTo>
                <a:lnTo>
                  <a:pt x="478323" y="142615"/>
                </a:lnTo>
                <a:lnTo>
                  <a:pt x="432891" y="142615"/>
                </a:lnTo>
                <a:lnTo>
                  <a:pt x="432891" y="139004"/>
                </a:lnTo>
                <a:lnTo>
                  <a:pt x="434897" y="139004"/>
                </a:lnTo>
                <a:cubicBezTo>
                  <a:pt x="439577" y="139004"/>
                  <a:pt x="442736" y="137811"/>
                  <a:pt x="444374" y="135425"/>
                </a:cubicBezTo>
                <a:cubicBezTo>
                  <a:pt x="446012" y="133037"/>
                  <a:pt x="446831" y="128480"/>
                  <a:pt x="446831" y="121754"/>
                </a:cubicBezTo>
                <a:lnTo>
                  <a:pt x="446831" y="87855"/>
                </a:lnTo>
                <a:cubicBezTo>
                  <a:pt x="446831" y="76823"/>
                  <a:pt x="446581" y="70104"/>
                  <a:pt x="446079" y="67697"/>
                </a:cubicBezTo>
                <a:cubicBezTo>
                  <a:pt x="445578" y="65290"/>
                  <a:pt x="444809" y="63652"/>
                  <a:pt x="443772" y="62783"/>
                </a:cubicBezTo>
                <a:cubicBezTo>
                  <a:pt x="442736" y="61913"/>
                  <a:pt x="441349" y="61479"/>
                  <a:pt x="439610" y="61479"/>
                </a:cubicBezTo>
                <a:cubicBezTo>
                  <a:pt x="437738" y="61479"/>
                  <a:pt x="435498" y="61980"/>
                  <a:pt x="432891" y="62983"/>
                </a:cubicBezTo>
                <a:lnTo>
                  <a:pt x="431386" y="59373"/>
                </a:lnTo>
                <a:lnTo>
                  <a:pt x="459067" y="48140"/>
                </a:lnTo>
                <a:lnTo>
                  <a:pt x="463379" y="48140"/>
                </a:lnTo>
                <a:lnTo>
                  <a:pt x="463379" y="67496"/>
                </a:lnTo>
                <a:close/>
                <a:moveTo>
                  <a:pt x="565978" y="20459"/>
                </a:moveTo>
                <a:lnTo>
                  <a:pt x="565978" y="50748"/>
                </a:lnTo>
                <a:lnTo>
                  <a:pt x="587440" y="50748"/>
                </a:lnTo>
                <a:lnTo>
                  <a:pt x="587440" y="57567"/>
                </a:lnTo>
                <a:lnTo>
                  <a:pt x="565978" y="57768"/>
                </a:lnTo>
                <a:lnTo>
                  <a:pt x="565978" y="117423"/>
                </a:lnTo>
                <a:cubicBezTo>
                  <a:pt x="565978" y="123380"/>
                  <a:pt x="566830" y="127396"/>
                  <a:pt x="568535" y="129473"/>
                </a:cubicBezTo>
                <a:cubicBezTo>
                  <a:pt x="570240" y="131548"/>
                  <a:pt x="572430" y="132585"/>
                  <a:pt x="575104" y="132585"/>
                </a:cubicBezTo>
                <a:cubicBezTo>
                  <a:pt x="577311" y="132585"/>
                  <a:pt x="579450" y="131892"/>
                  <a:pt x="581523" y="130504"/>
                </a:cubicBezTo>
                <a:cubicBezTo>
                  <a:pt x="583595" y="129117"/>
                  <a:pt x="585200" y="127069"/>
                  <a:pt x="586337" y="124362"/>
                </a:cubicBezTo>
                <a:lnTo>
                  <a:pt x="590248" y="124362"/>
                </a:lnTo>
                <a:cubicBezTo>
                  <a:pt x="587908" y="130947"/>
                  <a:pt x="584598" y="135903"/>
                  <a:pt x="580319" y="139230"/>
                </a:cubicBezTo>
                <a:cubicBezTo>
                  <a:pt x="576040" y="142556"/>
                  <a:pt x="571627" y="144219"/>
                  <a:pt x="567081" y="144219"/>
                </a:cubicBezTo>
                <a:cubicBezTo>
                  <a:pt x="564005" y="144219"/>
                  <a:pt x="560996" y="143364"/>
                  <a:pt x="558055" y="141652"/>
                </a:cubicBezTo>
                <a:cubicBezTo>
                  <a:pt x="555113" y="139941"/>
                  <a:pt x="552940" y="137492"/>
                  <a:pt x="551536" y="134306"/>
                </a:cubicBezTo>
                <a:cubicBezTo>
                  <a:pt x="550132" y="131120"/>
                  <a:pt x="549430" y="126205"/>
                  <a:pt x="549430" y="119563"/>
                </a:cubicBezTo>
                <a:lnTo>
                  <a:pt x="549430" y="57567"/>
                </a:lnTo>
                <a:lnTo>
                  <a:pt x="534887" y="57567"/>
                </a:lnTo>
                <a:lnTo>
                  <a:pt x="534887" y="54352"/>
                </a:lnTo>
                <a:cubicBezTo>
                  <a:pt x="538565" y="52889"/>
                  <a:pt x="542326" y="50413"/>
                  <a:pt x="546170" y="46924"/>
                </a:cubicBezTo>
                <a:cubicBezTo>
                  <a:pt x="550015" y="43435"/>
                  <a:pt x="553441" y="39276"/>
                  <a:pt x="556450" y="34447"/>
                </a:cubicBezTo>
                <a:cubicBezTo>
                  <a:pt x="557988" y="31898"/>
                  <a:pt x="560127" y="27235"/>
                  <a:pt x="562869" y="20459"/>
                </a:cubicBezTo>
                <a:lnTo>
                  <a:pt x="565978" y="20459"/>
                </a:lnTo>
                <a:close/>
                <a:moveTo>
                  <a:pt x="655773" y="48140"/>
                </a:moveTo>
                <a:lnTo>
                  <a:pt x="655773" y="79431"/>
                </a:lnTo>
                <a:lnTo>
                  <a:pt x="652463" y="79431"/>
                </a:lnTo>
                <a:cubicBezTo>
                  <a:pt x="649923" y="69642"/>
                  <a:pt x="646663" y="62983"/>
                  <a:pt x="642685" y="59454"/>
                </a:cubicBezTo>
                <a:cubicBezTo>
                  <a:pt x="638707" y="55923"/>
                  <a:pt x="633642" y="54157"/>
                  <a:pt x="627491" y="54157"/>
                </a:cubicBezTo>
                <a:cubicBezTo>
                  <a:pt x="622810" y="54157"/>
                  <a:pt x="619033" y="55390"/>
                  <a:pt x="616158" y="57856"/>
                </a:cubicBezTo>
                <a:cubicBezTo>
                  <a:pt x="613283" y="60321"/>
                  <a:pt x="611845" y="63053"/>
                  <a:pt x="611845" y="66051"/>
                </a:cubicBezTo>
                <a:cubicBezTo>
                  <a:pt x="611845" y="69781"/>
                  <a:pt x="612915" y="72979"/>
                  <a:pt x="615055" y="75645"/>
                </a:cubicBezTo>
                <a:cubicBezTo>
                  <a:pt x="617127" y="78376"/>
                  <a:pt x="621340" y="81274"/>
                  <a:pt x="627691" y="84339"/>
                </a:cubicBezTo>
                <a:lnTo>
                  <a:pt x="642334" y="91435"/>
                </a:lnTo>
                <a:cubicBezTo>
                  <a:pt x="655907" y="98045"/>
                  <a:pt x="662693" y="106759"/>
                  <a:pt x="662693" y="117576"/>
                </a:cubicBezTo>
                <a:cubicBezTo>
                  <a:pt x="662693" y="125923"/>
                  <a:pt x="659534" y="132651"/>
                  <a:pt x="653216" y="137760"/>
                </a:cubicBezTo>
                <a:cubicBezTo>
                  <a:pt x="646897" y="142868"/>
                  <a:pt x="639827" y="145423"/>
                  <a:pt x="632004" y="145423"/>
                </a:cubicBezTo>
                <a:cubicBezTo>
                  <a:pt x="626388" y="145423"/>
                  <a:pt x="619969" y="144470"/>
                  <a:pt x="612748" y="142564"/>
                </a:cubicBezTo>
                <a:cubicBezTo>
                  <a:pt x="610541" y="141929"/>
                  <a:pt x="608736" y="141612"/>
                  <a:pt x="607332" y="141612"/>
                </a:cubicBezTo>
                <a:cubicBezTo>
                  <a:pt x="605794" y="141612"/>
                  <a:pt x="604591" y="142414"/>
                  <a:pt x="603722" y="144019"/>
                </a:cubicBezTo>
                <a:lnTo>
                  <a:pt x="600412" y="144019"/>
                </a:lnTo>
                <a:lnTo>
                  <a:pt x="600412" y="111123"/>
                </a:lnTo>
                <a:lnTo>
                  <a:pt x="603722" y="111123"/>
                </a:lnTo>
                <a:cubicBezTo>
                  <a:pt x="605594" y="120484"/>
                  <a:pt x="609171" y="127537"/>
                  <a:pt x="614453" y="132285"/>
                </a:cubicBezTo>
                <a:cubicBezTo>
                  <a:pt x="619735" y="137032"/>
                  <a:pt x="625652" y="139405"/>
                  <a:pt x="632204" y="139405"/>
                </a:cubicBezTo>
                <a:cubicBezTo>
                  <a:pt x="636818" y="139405"/>
                  <a:pt x="640579" y="138059"/>
                  <a:pt x="643487" y="135365"/>
                </a:cubicBezTo>
                <a:cubicBezTo>
                  <a:pt x="646396" y="132670"/>
                  <a:pt x="647850" y="129426"/>
                  <a:pt x="647850" y="125634"/>
                </a:cubicBezTo>
                <a:cubicBezTo>
                  <a:pt x="647850" y="121044"/>
                  <a:pt x="646229" y="117185"/>
                  <a:pt x="642986" y="114060"/>
                </a:cubicBezTo>
                <a:cubicBezTo>
                  <a:pt x="639743" y="110932"/>
                  <a:pt x="633274" y="106982"/>
                  <a:pt x="623579" y="102210"/>
                </a:cubicBezTo>
                <a:cubicBezTo>
                  <a:pt x="613885" y="97435"/>
                  <a:pt x="607533" y="93106"/>
                  <a:pt x="604524" y="89222"/>
                </a:cubicBezTo>
                <a:cubicBezTo>
                  <a:pt x="601515" y="85405"/>
                  <a:pt x="600011" y="80583"/>
                  <a:pt x="600011" y="74758"/>
                </a:cubicBezTo>
                <a:cubicBezTo>
                  <a:pt x="600011" y="67190"/>
                  <a:pt x="602602" y="60862"/>
                  <a:pt x="607783" y="55775"/>
                </a:cubicBezTo>
                <a:cubicBezTo>
                  <a:pt x="612965" y="50685"/>
                  <a:pt x="619668" y="48140"/>
                  <a:pt x="627892" y="48140"/>
                </a:cubicBezTo>
                <a:cubicBezTo>
                  <a:pt x="631502" y="48140"/>
                  <a:pt x="635882" y="48909"/>
                  <a:pt x="641030" y="50447"/>
                </a:cubicBezTo>
                <a:cubicBezTo>
                  <a:pt x="644440" y="51450"/>
                  <a:pt x="646713" y="51951"/>
                  <a:pt x="647850" y="51951"/>
                </a:cubicBezTo>
                <a:cubicBezTo>
                  <a:pt x="648920" y="51951"/>
                  <a:pt x="649755" y="51717"/>
                  <a:pt x="650357" y="51249"/>
                </a:cubicBezTo>
                <a:cubicBezTo>
                  <a:pt x="650959" y="50781"/>
                  <a:pt x="651661" y="49745"/>
                  <a:pt x="652463" y="48140"/>
                </a:cubicBezTo>
                <a:lnTo>
                  <a:pt x="655773" y="48140"/>
                </a:lnTo>
                <a:close/>
                <a:moveTo>
                  <a:pt x="763353" y="78986"/>
                </a:moveTo>
                <a:lnTo>
                  <a:pt x="763353" y="118545"/>
                </a:lnTo>
                <a:cubicBezTo>
                  <a:pt x="763353" y="127061"/>
                  <a:pt x="764289" y="132350"/>
                  <a:pt x="766161" y="134413"/>
                </a:cubicBezTo>
                <a:cubicBezTo>
                  <a:pt x="768702" y="137340"/>
                  <a:pt x="772546" y="138804"/>
                  <a:pt x="777695" y="138804"/>
                </a:cubicBezTo>
                <a:lnTo>
                  <a:pt x="782910" y="138804"/>
                </a:lnTo>
                <a:lnTo>
                  <a:pt x="782910" y="142615"/>
                </a:lnTo>
                <a:lnTo>
                  <a:pt x="724641" y="142615"/>
                </a:lnTo>
                <a:lnTo>
                  <a:pt x="724641" y="138804"/>
                </a:lnTo>
                <a:lnTo>
                  <a:pt x="729755" y="138804"/>
                </a:lnTo>
                <a:cubicBezTo>
                  <a:pt x="735505" y="138804"/>
                  <a:pt x="739617" y="136941"/>
                  <a:pt x="742091" y="133215"/>
                </a:cubicBezTo>
                <a:cubicBezTo>
                  <a:pt x="743429" y="131153"/>
                  <a:pt x="744097" y="126263"/>
                  <a:pt x="744097" y="118545"/>
                </a:cubicBezTo>
                <a:lnTo>
                  <a:pt x="744097" y="30689"/>
                </a:lnTo>
                <a:cubicBezTo>
                  <a:pt x="744097" y="22173"/>
                  <a:pt x="743195" y="16883"/>
                  <a:pt x="741389" y="14821"/>
                </a:cubicBezTo>
                <a:cubicBezTo>
                  <a:pt x="738782" y="11894"/>
                  <a:pt x="734904" y="10430"/>
                  <a:pt x="729755" y="10430"/>
                </a:cubicBezTo>
                <a:lnTo>
                  <a:pt x="724641" y="10430"/>
                </a:lnTo>
                <a:lnTo>
                  <a:pt x="724641" y="6619"/>
                </a:lnTo>
                <a:lnTo>
                  <a:pt x="774485" y="6619"/>
                </a:lnTo>
                <a:cubicBezTo>
                  <a:pt x="786654" y="6619"/>
                  <a:pt x="796249" y="7875"/>
                  <a:pt x="803269" y="10386"/>
                </a:cubicBezTo>
                <a:cubicBezTo>
                  <a:pt x="810290" y="12896"/>
                  <a:pt x="816207" y="17130"/>
                  <a:pt x="821021" y="23089"/>
                </a:cubicBezTo>
                <a:cubicBezTo>
                  <a:pt x="825835" y="29048"/>
                  <a:pt x="828242" y="36111"/>
                  <a:pt x="828242" y="44279"/>
                </a:cubicBezTo>
                <a:cubicBezTo>
                  <a:pt x="828242" y="55392"/>
                  <a:pt x="824581" y="64431"/>
                  <a:pt x="817260" y="71395"/>
                </a:cubicBezTo>
                <a:cubicBezTo>
                  <a:pt x="809939" y="78357"/>
                  <a:pt x="799592" y="81838"/>
                  <a:pt x="786220" y="81838"/>
                </a:cubicBezTo>
                <a:cubicBezTo>
                  <a:pt x="782943" y="81838"/>
                  <a:pt x="779400" y="81601"/>
                  <a:pt x="775589" y="81126"/>
                </a:cubicBezTo>
                <a:cubicBezTo>
                  <a:pt x="771778" y="80650"/>
                  <a:pt x="767699" y="79937"/>
                  <a:pt x="763353" y="78986"/>
                </a:cubicBezTo>
                <a:moveTo>
                  <a:pt x="763353" y="73216"/>
                </a:moveTo>
                <a:cubicBezTo>
                  <a:pt x="766897" y="73885"/>
                  <a:pt x="770039" y="74386"/>
                  <a:pt x="772781" y="74720"/>
                </a:cubicBezTo>
                <a:cubicBezTo>
                  <a:pt x="775522" y="75053"/>
                  <a:pt x="777862" y="75219"/>
                  <a:pt x="779801" y="75219"/>
                </a:cubicBezTo>
                <a:cubicBezTo>
                  <a:pt x="786754" y="75219"/>
                  <a:pt x="792755" y="72533"/>
                  <a:pt x="797803" y="67161"/>
                </a:cubicBezTo>
                <a:cubicBezTo>
                  <a:pt x="802851" y="61787"/>
                  <a:pt x="805375" y="54827"/>
                  <a:pt x="805375" y="46281"/>
                </a:cubicBezTo>
                <a:cubicBezTo>
                  <a:pt x="805375" y="40408"/>
                  <a:pt x="804172" y="34952"/>
                  <a:pt x="801765" y="29912"/>
                </a:cubicBezTo>
                <a:cubicBezTo>
                  <a:pt x="799358" y="24872"/>
                  <a:pt x="795948" y="21101"/>
                  <a:pt x="791535" y="18598"/>
                </a:cubicBezTo>
                <a:cubicBezTo>
                  <a:pt x="787122" y="16095"/>
                  <a:pt x="782108" y="14843"/>
                  <a:pt x="776491" y="14843"/>
                </a:cubicBezTo>
                <a:cubicBezTo>
                  <a:pt x="773081" y="14843"/>
                  <a:pt x="768702" y="15477"/>
                  <a:pt x="763353" y="16746"/>
                </a:cubicBezTo>
                <a:lnTo>
                  <a:pt x="763353" y="73216"/>
                </a:lnTo>
                <a:close/>
                <a:moveTo>
                  <a:pt x="868728" y="48140"/>
                </a:moveTo>
                <a:lnTo>
                  <a:pt x="868728" y="68800"/>
                </a:lnTo>
                <a:cubicBezTo>
                  <a:pt x="876417" y="55027"/>
                  <a:pt x="884307" y="48140"/>
                  <a:pt x="892397" y="48140"/>
                </a:cubicBezTo>
                <a:cubicBezTo>
                  <a:pt x="896074" y="48140"/>
                  <a:pt x="899116" y="49260"/>
                  <a:pt x="901523" y="51500"/>
                </a:cubicBezTo>
                <a:cubicBezTo>
                  <a:pt x="903930" y="53740"/>
                  <a:pt x="905134" y="56330"/>
                  <a:pt x="905134" y="59272"/>
                </a:cubicBezTo>
                <a:cubicBezTo>
                  <a:pt x="905134" y="61880"/>
                  <a:pt x="904265" y="64086"/>
                  <a:pt x="902526" y="65892"/>
                </a:cubicBezTo>
                <a:cubicBezTo>
                  <a:pt x="900788" y="67697"/>
                  <a:pt x="898715" y="68599"/>
                  <a:pt x="896308" y="68599"/>
                </a:cubicBezTo>
                <a:cubicBezTo>
                  <a:pt x="893968" y="68599"/>
                  <a:pt x="891344" y="67463"/>
                  <a:pt x="888435" y="65190"/>
                </a:cubicBezTo>
                <a:cubicBezTo>
                  <a:pt x="885527" y="62916"/>
                  <a:pt x="883371" y="61780"/>
                  <a:pt x="881966" y="61780"/>
                </a:cubicBezTo>
                <a:cubicBezTo>
                  <a:pt x="880763" y="61780"/>
                  <a:pt x="879459" y="62443"/>
                  <a:pt x="878055" y="63770"/>
                </a:cubicBezTo>
                <a:cubicBezTo>
                  <a:pt x="875046" y="66492"/>
                  <a:pt x="871937" y="70973"/>
                  <a:pt x="868728" y="77212"/>
                </a:cubicBezTo>
                <a:lnTo>
                  <a:pt x="868728" y="121152"/>
                </a:lnTo>
                <a:cubicBezTo>
                  <a:pt x="868728" y="126238"/>
                  <a:pt x="869363" y="130084"/>
                  <a:pt x="870634" y="132692"/>
                </a:cubicBezTo>
                <a:cubicBezTo>
                  <a:pt x="871503" y="134499"/>
                  <a:pt x="873041" y="136004"/>
                  <a:pt x="875247" y="137205"/>
                </a:cubicBezTo>
                <a:cubicBezTo>
                  <a:pt x="877453" y="138404"/>
                  <a:pt x="880629" y="139004"/>
                  <a:pt x="884775" y="139004"/>
                </a:cubicBezTo>
                <a:lnTo>
                  <a:pt x="884775" y="142615"/>
                </a:lnTo>
                <a:lnTo>
                  <a:pt x="837738" y="142615"/>
                </a:lnTo>
                <a:lnTo>
                  <a:pt x="837738" y="139004"/>
                </a:lnTo>
                <a:cubicBezTo>
                  <a:pt x="842418" y="139004"/>
                  <a:pt x="845895" y="138260"/>
                  <a:pt x="848168" y="136773"/>
                </a:cubicBezTo>
                <a:cubicBezTo>
                  <a:pt x="849840" y="135690"/>
                  <a:pt x="851010" y="133965"/>
                  <a:pt x="851678" y="131598"/>
                </a:cubicBezTo>
                <a:cubicBezTo>
                  <a:pt x="852013" y="130447"/>
                  <a:pt x="852180" y="127166"/>
                  <a:pt x="852180" y="121754"/>
                </a:cubicBezTo>
                <a:lnTo>
                  <a:pt x="852180" y="86451"/>
                </a:lnTo>
                <a:cubicBezTo>
                  <a:pt x="852180" y="75754"/>
                  <a:pt x="851963" y="69385"/>
                  <a:pt x="851528" y="67346"/>
                </a:cubicBezTo>
                <a:cubicBezTo>
                  <a:pt x="851093" y="65307"/>
                  <a:pt x="850291" y="63819"/>
                  <a:pt x="849121" y="62883"/>
                </a:cubicBezTo>
                <a:cubicBezTo>
                  <a:pt x="847951" y="61947"/>
                  <a:pt x="846497" y="61479"/>
                  <a:pt x="844758" y="61479"/>
                </a:cubicBezTo>
                <a:cubicBezTo>
                  <a:pt x="842686" y="61479"/>
                  <a:pt x="840346" y="61980"/>
                  <a:pt x="837738" y="62983"/>
                </a:cubicBezTo>
                <a:lnTo>
                  <a:pt x="836735" y="59373"/>
                </a:lnTo>
                <a:lnTo>
                  <a:pt x="864516" y="48140"/>
                </a:lnTo>
                <a:lnTo>
                  <a:pt x="868728" y="48140"/>
                </a:lnTo>
                <a:close/>
                <a:moveTo>
                  <a:pt x="933615" y="0"/>
                </a:moveTo>
                <a:cubicBezTo>
                  <a:pt x="936424" y="0"/>
                  <a:pt x="938814" y="991"/>
                  <a:pt x="940786" y="2974"/>
                </a:cubicBezTo>
                <a:cubicBezTo>
                  <a:pt x="942759" y="4955"/>
                  <a:pt x="943745" y="7357"/>
                  <a:pt x="943745" y="10180"/>
                </a:cubicBezTo>
                <a:cubicBezTo>
                  <a:pt x="943745" y="13002"/>
                  <a:pt x="942759" y="15422"/>
                  <a:pt x="940786" y="17438"/>
                </a:cubicBezTo>
                <a:cubicBezTo>
                  <a:pt x="938814" y="19452"/>
                  <a:pt x="936424" y="20459"/>
                  <a:pt x="933615" y="20459"/>
                </a:cubicBezTo>
                <a:cubicBezTo>
                  <a:pt x="930807" y="20459"/>
                  <a:pt x="928400" y="19452"/>
                  <a:pt x="926395" y="17438"/>
                </a:cubicBezTo>
                <a:cubicBezTo>
                  <a:pt x="924389" y="15422"/>
                  <a:pt x="923386" y="13002"/>
                  <a:pt x="923386" y="10180"/>
                </a:cubicBezTo>
                <a:cubicBezTo>
                  <a:pt x="923386" y="7357"/>
                  <a:pt x="924372" y="4955"/>
                  <a:pt x="926344" y="2974"/>
                </a:cubicBezTo>
                <a:cubicBezTo>
                  <a:pt x="928317" y="991"/>
                  <a:pt x="930740" y="0"/>
                  <a:pt x="933615" y="0"/>
                </a:cubicBezTo>
                <a:moveTo>
                  <a:pt x="941940" y="48140"/>
                </a:moveTo>
                <a:lnTo>
                  <a:pt x="941940" y="121754"/>
                </a:lnTo>
                <a:cubicBezTo>
                  <a:pt x="941940" y="127537"/>
                  <a:pt x="942358" y="131388"/>
                  <a:pt x="943193" y="133306"/>
                </a:cubicBezTo>
                <a:cubicBezTo>
                  <a:pt x="944029" y="135222"/>
                  <a:pt x="945266" y="136651"/>
                  <a:pt x="946904" y="137594"/>
                </a:cubicBezTo>
                <a:cubicBezTo>
                  <a:pt x="948542" y="138534"/>
                  <a:pt x="951534" y="139004"/>
                  <a:pt x="955880" y="139004"/>
                </a:cubicBezTo>
                <a:lnTo>
                  <a:pt x="955880" y="142615"/>
                </a:lnTo>
                <a:lnTo>
                  <a:pt x="911250" y="142615"/>
                </a:lnTo>
                <a:lnTo>
                  <a:pt x="911250" y="139004"/>
                </a:lnTo>
                <a:cubicBezTo>
                  <a:pt x="915730" y="139004"/>
                  <a:pt x="918739" y="138567"/>
                  <a:pt x="920277" y="137694"/>
                </a:cubicBezTo>
                <a:cubicBezTo>
                  <a:pt x="921815" y="136819"/>
                  <a:pt x="923035" y="135373"/>
                  <a:pt x="923937" y="133356"/>
                </a:cubicBezTo>
                <a:cubicBezTo>
                  <a:pt x="924840" y="131338"/>
                  <a:pt x="925291" y="127471"/>
                  <a:pt x="925291" y="121754"/>
                </a:cubicBezTo>
                <a:lnTo>
                  <a:pt x="925291" y="86652"/>
                </a:lnTo>
                <a:cubicBezTo>
                  <a:pt x="925291" y="76648"/>
                  <a:pt x="924990" y="70169"/>
                  <a:pt x="924389" y="67214"/>
                </a:cubicBezTo>
                <a:cubicBezTo>
                  <a:pt x="923921" y="65064"/>
                  <a:pt x="923185" y="63571"/>
                  <a:pt x="922182" y="62736"/>
                </a:cubicBezTo>
                <a:cubicBezTo>
                  <a:pt x="921179" y="61898"/>
                  <a:pt x="919809" y="61479"/>
                  <a:pt x="918070" y="61479"/>
                </a:cubicBezTo>
                <a:cubicBezTo>
                  <a:pt x="916198" y="61479"/>
                  <a:pt x="913925" y="61980"/>
                  <a:pt x="911250" y="62983"/>
                </a:cubicBezTo>
                <a:lnTo>
                  <a:pt x="909846" y="59373"/>
                </a:lnTo>
                <a:lnTo>
                  <a:pt x="937527" y="48140"/>
                </a:lnTo>
                <a:lnTo>
                  <a:pt x="941940" y="48140"/>
                </a:lnTo>
                <a:close/>
                <a:moveTo>
                  <a:pt x="1012278" y="48140"/>
                </a:moveTo>
                <a:cubicBezTo>
                  <a:pt x="1026186" y="48140"/>
                  <a:pt x="1037351" y="53417"/>
                  <a:pt x="1045776" y="63970"/>
                </a:cubicBezTo>
                <a:cubicBezTo>
                  <a:pt x="1052930" y="72986"/>
                  <a:pt x="1056507" y="83339"/>
                  <a:pt x="1056507" y="95029"/>
                </a:cubicBezTo>
                <a:cubicBezTo>
                  <a:pt x="1056507" y="103245"/>
                  <a:pt x="1054535" y="111561"/>
                  <a:pt x="1050590" y="119977"/>
                </a:cubicBezTo>
                <a:cubicBezTo>
                  <a:pt x="1046645" y="128391"/>
                  <a:pt x="1041213" y="134735"/>
                  <a:pt x="1034292" y="139010"/>
                </a:cubicBezTo>
                <a:cubicBezTo>
                  <a:pt x="1027372" y="143285"/>
                  <a:pt x="1019667" y="145423"/>
                  <a:pt x="1011175" y="145423"/>
                </a:cubicBezTo>
                <a:cubicBezTo>
                  <a:pt x="997335" y="145423"/>
                  <a:pt x="986336" y="139912"/>
                  <a:pt x="978179" y="128890"/>
                </a:cubicBezTo>
                <a:cubicBezTo>
                  <a:pt x="971293" y="119607"/>
                  <a:pt x="967849" y="109188"/>
                  <a:pt x="967849" y="97634"/>
                </a:cubicBezTo>
                <a:cubicBezTo>
                  <a:pt x="967849" y="89218"/>
                  <a:pt x="969939" y="80852"/>
                  <a:pt x="974118" y="72536"/>
                </a:cubicBezTo>
                <a:cubicBezTo>
                  <a:pt x="978296" y="64220"/>
                  <a:pt x="983796" y="58075"/>
                  <a:pt x="990615" y="54101"/>
                </a:cubicBezTo>
                <a:cubicBezTo>
                  <a:pt x="997435" y="50127"/>
                  <a:pt x="1004656" y="48140"/>
                  <a:pt x="1012278" y="48140"/>
                </a:cubicBezTo>
                <a:moveTo>
                  <a:pt x="1009169" y="54759"/>
                </a:moveTo>
                <a:cubicBezTo>
                  <a:pt x="1005626" y="54759"/>
                  <a:pt x="1002065" y="55809"/>
                  <a:pt x="998488" y="57909"/>
                </a:cubicBezTo>
                <a:cubicBezTo>
                  <a:pt x="994911" y="60007"/>
                  <a:pt x="992020" y="63687"/>
                  <a:pt x="989813" y="68950"/>
                </a:cubicBezTo>
                <a:cubicBezTo>
                  <a:pt x="987607" y="74214"/>
                  <a:pt x="986504" y="80975"/>
                  <a:pt x="986504" y="89234"/>
                </a:cubicBezTo>
                <a:cubicBezTo>
                  <a:pt x="986504" y="102559"/>
                  <a:pt x="989161" y="114051"/>
                  <a:pt x="994477" y="123713"/>
                </a:cubicBezTo>
                <a:cubicBezTo>
                  <a:pt x="999792" y="133372"/>
                  <a:pt x="1006796" y="138202"/>
                  <a:pt x="1015488" y="138202"/>
                </a:cubicBezTo>
                <a:cubicBezTo>
                  <a:pt x="1021973" y="138202"/>
                  <a:pt x="1027322" y="135537"/>
                  <a:pt x="1031534" y="130207"/>
                </a:cubicBezTo>
                <a:cubicBezTo>
                  <a:pt x="1035747" y="124877"/>
                  <a:pt x="1037853" y="115717"/>
                  <a:pt x="1037853" y="102727"/>
                </a:cubicBezTo>
                <a:cubicBezTo>
                  <a:pt x="1037853" y="86471"/>
                  <a:pt x="1034343" y="73680"/>
                  <a:pt x="1027322" y="64353"/>
                </a:cubicBezTo>
                <a:cubicBezTo>
                  <a:pt x="1022575" y="57957"/>
                  <a:pt x="1016524" y="54759"/>
                  <a:pt x="1009169" y="54759"/>
                </a:cubicBezTo>
                <a:close/>
                <a:moveTo>
                  <a:pt x="1096924" y="48140"/>
                </a:moveTo>
                <a:lnTo>
                  <a:pt x="1096924" y="68800"/>
                </a:lnTo>
                <a:cubicBezTo>
                  <a:pt x="1104613" y="55027"/>
                  <a:pt x="1112503" y="48140"/>
                  <a:pt x="1120593" y="48140"/>
                </a:cubicBezTo>
                <a:cubicBezTo>
                  <a:pt x="1124270" y="48140"/>
                  <a:pt x="1127313" y="49260"/>
                  <a:pt x="1129720" y="51500"/>
                </a:cubicBezTo>
                <a:cubicBezTo>
                  <a:pt x="1132127" y="53740"/>
                  <a:pt x="1133330" y="56330"/>
                  <a:pt x="1133330" y="59272"/>
                </a:cubicBezTo>
                <a:cubicBezTo>
                  <a:pt x="1133330" y="61880"/>
                  <a:pt x="1132461" y="64086"/>
                  <a:pt x="1130723" y="65892"/>
                </a:cubicBezTo>
                <a:cubicBezTo>
                  <a:pt x="1128984" y="67697"/>
                  <a:pt x="1126911" y="68599"/>
                  <a:pt x="1124504" y="68599"/>
                </a:cubicBezTo>
                <a:cubicBezTo>
                  <a:pt x="1122164" y="68599"/>
                  <a:pt x="1119540" y="67463"/>
                  <a:pt x="1116632" y="65190"/>
                </a:cubicBezTo>
                <a:cubicBezTo>
                  <a:pt x="1113723" y="62916"/>
                  <a:pt x="1111567" y="61780"/>
                  <a:pt x="1110163" y="61780"/>
                </a:cubicBezTo>
                <a:cubicBezTo>
                  <a:pt x="1108959" y="61780"/>
                  <a:pt x="1107655" y="62443"/>
                  <a:pt x="1106251" y="63770"/>
                </a:cubicBezTo>
                <a:cubicBezTo>
                  <a:pt x="1103243" y="66492"/>
                  <a:pt x="1100134" y="70973"/>
                  <a:pt x="1096924" y="77212"/>
                </a:cubicBezTo>
                <a:lnTo>
                  <a:pt x="1096924" y="121152"/>
                </a:lnTo>
                <a:cubicBezTo>
                  <a:pt x="1096924" y="126238"/>
                  <a:pt x="1097559" y="130084"/>
                  <a:pt x="1098830" y="132692"/>
                </a:cubicBezTo>
                <a:cubicBezTo>
                  <a:pt x="1099699" y="134499"/>
                  <a:pt x="1101237" y="136004"/>
                  <a:pt x="1103443" y="137205"/>
                </a:cubicBezTo>
                <a:cubicBezTo>
                  <a:pt x="1105650" y="138404"/>
                  <a:pt x="1108826" y="139004"/>
                  <a:pt x="1112971" y="139004"/>
                </a:cubicBezTo>
                <a:lnTo>
                  <a:pt x="1112971" y="142615"/>
                </a:lnTo>
                <a:lnTo>
                  <a:pt x="1065934" y="142615"/>
                </a:lnTo>
                <a:lnTo>
                  <a:pt x="1065934" y="139004"/>
                </a:lnTo>
                <a:cubicBezTo>
                  <a:pt x="1070614" y="139004"/>
                  <a:pt x="1074091" y="138260"/>
                  <a:pt x="1076364" y="136773"/>
                </a:cubicBezTo>
                <a:cubicBezTo>
                  <a:pt x="1078036" y="135690"/>
                  <a:pt x="1079206" y="133965"/>
                  <a:pt x="1079875" y="131598"/>
                </a:cubicBezTo>
                <a:cubicBezTo>
                  <a:pt x="1080209" y="130447"/>
                  <a:pt x="1080376" y="127166"/>
                  <a:pt x="1080376" y="121754"/>
                </a:cubicBezTo>
                <a:lnTo>
                  <a:pt x="1080376" y="86451"/>
                </a:lnTo>
                <a:cubicBezTo>
                  <a:pt x="1080376" y="75754"/>
                  <a:pt x="1080159" y="69385"/>
                  <a:pt x="1079724" y="67346"/>
                </a:cubicBezTo>
                <a:cubicBezTo>
                  <a:pt x="1079290" y="65307"/>
                  <a:pt x="1078487" y="63819"/>
                  <a:pt x="1077317" y="62883"/>
                </a:cubicBezTo>
                <a:cubicBezTo>
                  <a:pt x="1076147" y="61947"/>
                  <a:pt x="1074693" y="61479"/>
                  <a:pt x="1072955" y="61479"/>
                </a:cubicBezTo>
                <a:cubicBezTo>
                  <a:pt x="1070882" y="61479"/>
                  <a:pt x="1068542" y="61980"/>
                  <a:pt x="1065934" y="62983"/>
                </a:cubicBezTo>
                <a:lnTo>
                  <a:pt x="1064931" y="59373"/>
                </a:lnTo>
                <a:lnTo>
                  <a:pt x="1092712" y="48140"/>
                </a:lnTo>
                <a:lnTo>
                  <a:pt x="1096924" y="48140"/>
                </a:lnTo>
                <a:close/>
                <a:moveTo>
                  <a:pt x="1161812" y="0"/>
                </a:moveTo>
                <a:cubicBezTo>
                  <a:pt x="1164620" y="0"/>
                  <a:pt x="1167010" y="991"/>
                  <a:pt x="1168983" y="2974"/>
                </a:cubicBezTo>
                <a:cubicBezTo>
                  <a:pt x="1170955" y="4955"/>
                  <a:pt x="1171941" y="7357"/>
                  <a:pt x="1171941" y="10180"/>
                </a:cubicBezTo>
                <a:cubicBezTo>
                  <a:pt x="1171941" y="13002"/>
                  <a:pt x="1170955" y="15422"/>
                  <a:pt x="1168983" y="17438"/>
                </a:cubicBezTo>
                <a:cubicBezTo>
                  <a:pt x="1167010" y="19452"/>
                  <a:pt x="1164620" y="20459"/>
                  <a:pt x="1161812" y="20459"/>
                </a:cubicBezTo>
                <a:cubicBezTo>
                  <a:pt x="1159004" y="20459"/>
                  <a:pt x="1156597" y="19452"/>
                  <a:pt x="1154591" y="17438"/>
                </a:cubicBezTo>
                <a:cubicBezTo>
                  <a:pt x="1152585" y="15422"/>
                  <a:pt x="1151582" y="13002"/>
                  <a:pt x="1151582" y="10180"/>
                </a:cubicBezTo>
                <a:cubicBezTo>
                  <a:pt x="1151582" y="7357"/>
                  <a:pt x="1152568" y="4955"/>
                  <a:pt x="1154541" y="2974"/>
                </a:cubicBezTo>
                <a:cubicBezTo>
                  <a:pt x="1156513" y="991"/>
                  <a:pt x="1158937" y="0"/>
                  <a:pt x="1161812" y="0"/>
                </a:cubicBezTo>
                <a:moveTo>
                  <a:pt x="1170136" y="48140"/>
                </a:moveTo>
                <a:lnTo>
                  <a:pt x="1170136" y="121754"/>
                </a:lnTo>
                <a:cubicBezTo>
                  <a:pt x="1170136" y="127537"/>
                  <a:pt x="1170554" y="131388"/>
                  <a:pt x="1171390" y="133306"/>
                </a:cubicBezTo>
                <a:cubicBezTo>
                  <a:pt x="1172225" y="135222"/>
                  <a:pt x="1173462" y="136651"/>
                  <a:pt x="1175100" y="137594"/>
                </a:cubicBezTo>
                <a:cubicBezTo>
                  <a:pt x="1176738" y="138534"/>
                  <a:pt x="1179730" y="139004"/>
                  <a:pt x="1184076" y="139004"/>
                </a:cubicBezTo>
                <a:lnTo>
                  <a:pt x="1184076" y="142615"/>
                </a:lnTo>
                <a:lnTo>
                  <a:pt x="1139447" y="142615"/>
                </a:lnTo>
                <a:lnTo>
                  <a:pt x="1139447" y="139004"/>
                </a:lnTo>
                <a:cubicBezTo>
                  <a:pt x="1143926" y="139004"/>
                  <a:pt x="1146935" y="138567"/>
                  <a:pt x="1148473" y="137694"/>
                </a:cubicBezTo>
                <a:cubicBezTo>
                  <a:pt x="1150011" y="136819"/>
                  <a:pt x="1151231" y="135373"/>
                  <a:pt x="1152134" y="133356"/>
                </a:cubicBezTo>
                <a:cubicBezTo>
                  <a:pt x="1153036" y="131338"/>
                  <a:pt x="1153488" y="127471"/>
                  <a:pt x="1153488" y="121754"/>
                </a:cubicBezTo>
                <a:lnTo>
                  <a:pt x="1153488" y="86652"/>
                </a:lnTo>
                <a:cubicBezTo>
                  <a:pt x="1153488" y="76648"/>
                  <a:pt x="1153187" y="70169"/>
                  <a:pt x="1152585" y="67214"/>
                </a:cubicBezTo>
                <a:cubicBezTo>
                  <a:pt x="1152117" y="65064"/>
                  <a:pt x="1151381" y="63571"/>
                  <a:pt x="1150378" y="62736"/>
                </a:cubicBezTo>
                <a:cubicBezTo>
                  <a:pt x="1149376" y="61898"/>
                  <a:pt x="1148005" y="61479"/>
                  <a:pt x="1146267" y="61479"/>
                </a:cubicBezTo>
                <a:cubicBezTo>
                  <a:pt x="1144394" y="61479"/>
                  <a:pt x="1142121" y="61980"/>
                  <a:pt x="1139447" y="62983"/>
                </a:cubicBezTo>
                <a:lnTo>
                  <a:pt x="1138043" y="59373"/>
                </a:lnTo>
                <a:lnTo>
                  <a:pt x="1165723" y="48140"/>
                </a:lnTo>
                <a:lnTo>
                  <a:pt x="1170136" y="48140"/>
                </a:lnTo>
                <a:close/>
                <a:moveTo>
                  <a:pt x="1222222" y="20459"/>
                </a:moveTo>
                <a:lnTo>
                  <a:pt x="1222222" y="50748"/>
                </a:lnTo>
                <a:lnTo>
                  <a:pt x="1243684" y="50748"/>
                </a:lnTo>
                <a:lnTo>
                  <a:pt x="1243684" y="57567"/>
                </a:lnTo>
                <a:lnTo>
                  <a:pt x="1222222" y="57768"/>
                </a:lnTo>
                <a:lnTo>
                  <a:pt x="1222222" y="117423"/>
                </a:lnTo>
                <a:cubicBezTo>
                  <a:pt x="1222222" y="123380"/>
                  <a:pt x="1223074" y="127396"/>
                  <a:pt x="1224779" y="129473"/>
                </a:cubicBezTo>
                <a:cubicBezTo>
                  <a:pt x="1226484" y="131548"/>
                  <a:pt x="1228674" y="132585"/>
                  <a:pt x="1231348" y="132585"/>
                </a:cubicBezTo>
                <a:cubicBezTo>
                  <a:pt x="1233555" y="132585"/>
                  <a:pt x="1235694" y="131892"/>
                  <a:pt x="1237767" y="130504"/>
                </a:cubicBezTo>
                <a:cubicBezTo>
                  <a:pt x="1239840" y="129117"/>
                  <a:pt x="1241444" y="127069"/>
                  <a:pt x="1242581" y="124362"/>
                </a:cubicBezTo>
                <a:lnTo>
                  <a:pt x="1246492" y="124362"/>
                </a:lnTo>
                <a:cubicBezTo>
                  <a:pt x="1244152" y="130947"/>
                  <a:pt x="1240842" y="135903"/>
                  <a:pt x="1236563" y="139230"/>
                </a:cubicBezTo>
                <a:cubicBezTo>
                  <a:pt x="1232284" y="142556"/>
                  <a:pt x="1227871" y="144219"/>
                  <a:pt x="1223325" y="144219"/>
                </a:cubicBezTo>
                <a:cubicBezTo>
                  <a:pt x="1220249" y="144219"/>
                  <a:pt x="1217240" y="143364"/>
                  <a:pt x="1214299" y="141652"/>
                </a:cubicBezTo>
                <a:cubicBezTo>
                  <a:pt x="1211357" y="139941"/>
                  <a:pt x="1209184" y="137492"/>
                  <a:pt x="1207780" y="134306"/>
                </a:cubicBezTo>
                <a:cubicBezTo>
                  <a:pt x="1206376" y="131120"/>
                  <a:pt x="1205674" y="126205"/>
                  <a:pt x="1205674" y="119563"/>
                </a:cubicBezTo>
                <a:lnTo>
                  <a:pt x="1205674" y="57567"/>
                </a:lnTo>
                <a:lnTo>
                  <a:pt x="1191131" y="57567"/>
                </a:lnTo>
                <a:lnTo>
                  <a:pt x="1191131" y="54352"/>
                </a:lnTo>
                <a:cubicBezTo>
                  <a:pt x="1194809" y="52889"/>
                  <a:pt x="1198570" y="50413"/>
                  <a:pt x="1202414" y="46924"/>
                </a:cubicBezTo>
                <a:cubicBezTo>
                  <a:pt x="1206259" y="43435"/>
                  <a:pt x="1209685" y="39276"/>
                  <a:pt x="1212694" y="34447"/>
                </a:cubicBezTo>
                <a:cubicBezTo>
                  <a:pt x="1214232" y="31898"/>
                  <a:pt x="1216371" y="27235"/>
                  <a:pt x="1219113" y="20459"/>
                </a:cubicBezTo>
                <a:lnTo>
                  <a:pt x="1222222" y="20459"/>
                </a:lnTo>
                <a:close/>
                <a:moveTo>
                  <a:pt x="1276012" y="0"/>
                </a:moveTo>
                <a:cubicBezTo>
                  <a:pt x="1278820" y="0"/>
                  <a:pt x="1281210" y="991"/>
                  <a:pt x="1283183" y="2974"/>
                </a:cubicBezTo>
                <a:cubicBezTo>
                  <a:pt x="1285155" y="4955"/>
                  <a:pt x="1286141" y="7357"/>
                  <a:pt x="1286141" y="10180"/>
                </a:cubicBezTo>
                <a:cubicBezTo>
                  <a:pt x="1286141" y="13002"/>
                  <a:pt x="1285155" y="15422"/>
                  <a:pt x="1283183" y="17438"/>
                </a:cubicBezTo>
                <a:cubicBezTo>
                  <a:pt x="1281210" y="19452"/>
                  <a:pt x="1278820" y="20459"/>
                  <a:pt x="1276012" y="20459"/>
                </a:cubicBezTo>
                <a:cubicBezTo>
                  <a:pt x="1273204" y="20459"/>
                  <a:pt x="1270797" y="19452"/>
                  <a:pt x="1268791" y="17438"/>
                </a:cubicBezTo>
                <a:cubicBezTo>
                  <a:pt x="1266785" y="15422"/>
                  <a:pt x="1265782" y="13002"/>
                  <a:pt x="1265782" y="10180"/>
                </a:cubicBezTo>
                <a:cubicBezTo>
                  <a:pt x="1265782" y="7357"/>
                  <a:pt x="1266768" y="4955"/>
                  <a:pt x="1268741" y="2974"/>
                </a:cubicBezTo>
                <a:cubicBezTo>
                  <a:pt x="1270713" y="991"/>
                  <a:pt x="1273137" y="0"/>
                  <a:pt x="1276012" y="0"/>
                </a:cubicBezTo>
                <a:moveTo>
                  <a:pt x="1284336" y="48140"/>
                </a:moveTo>
                <a:lnTo>
                  <a:pt x="1284336" y="121754"/>
                </a:lnTo>
                <a:cubicBezTo>
                  <a:pt x="1284336" y="127537"/>
                  <a:pt x="1284754" y="131388"/>
                  <a:pt x="1285590" y="133306"/>
                </a:cubicBezTo>
                <a:cubicBezTo>
                  <a:pt x="1286426" y="135222"/>
                  <a:pt x="1287663" y="136651"/>
                  <a:pt x="1289301" y="137594"/>
                </a:cubicBezTo>
                <a:cubicBezTo>
                  <a:pt x="1290939" y="138534"/>
                  <a:pt x="1293931" y="139004"/>
                  <a:pt x="1298277" y="139004"/>
                </a:cubicBezTo>
                <a:lnTo>
                  <a:pt x="1298277" y="142615"/>
                </a:lnTo>
                <a:lnTo>
                  <a:pt x="1253647" y="142615"/>
                </a:lnTo>
                <a:lnTo>
                  <a:pt x="1253647" y="139004"/>
                </a:lnTo>
                <a:cubicBezTo>
                  <a:pt x="1258127" y="139004"/>
                  <a:pt x="1261135" y="138567"/>
                  <a:pt x="1262673" y="137694"/>
                </a:cubicBezTo>
                <a:cubicBezTo>
                  <a:pt x="1264211" y="136819"/>
                  <a:pt x="1265431" y="135373"/>
                  <a:pt x="1266334" y="133356"/>
                </a:cubicBezTo>
                <a:cubicBezTo>
                  <a:pt x="1267236" y="131338"/>
                  <a:pt x="1267688" y="127471"/>
                  <a:pt x="1267688" y="121754"/>
                </a:cubicBezTo>
                <a:lnTo>
                  <a:pt x="1267688" y="86652"/>
                </a:lnTo>
                <a:cubicBezTo>
                  <a:pt x="1267688" y="76648"/>
                  <a:pt x="1267387" y="70169"/>
                  <a:pt x="1266785" y="67214"/>
                </a:cubicBezTo>
                <a:cubicBezTo>
                  <a:pt x="1266317" y="65064"/>
                  <a:pt x="1265582" y="63571"/>
                  <a:pt x="1264579" y="62736"/>
                </a:cubicBezTo>
                <a:cubicBezTo>
                  <a:pt x="1263576" y="61898"/>
                  <a:pt x="1262205" y="61479"/>
                  <a:pt x="1260467" y="61479"/>
                </a:cubicBezTo>
                <a:cubicBezTo>
                  <a:pt x="1258595" y="61479"/>
                  <a:pt x="1256321" y="61980"/>
                  <a:pt x="1253647" y="62983"/>
                </a:cubicBezTo>
                <a:lnTo>
                  <a:pt x="1252243" y="59373"/>
                </a:lnTo>
                <a:lnTo>
                  <a:pt x="1279923" y="48140"/>
                </a:lnTo>
                <a:lnTo>
                  <a:pt x="1284336" y="48140"/>
                </a:lnTo>
                <a:close/>
                <a:moveTo>
                  <a:pt x="1389577" y="114332"/>
                </a:moveTo>
                <a:lnTo>
                  <a:pt x="1388474" y="142615"/>
                </a:lnTo>
                <a:lnTo>
                  <a:pt x="1307438" y="142615"/>
                </a:lnTo>
                <a:lnTo>
                  <a:pt x="1307438" y="138951"/>
                </a:lnTo>
                <a:lnTo>
                  <a:pt x="1368415" y="57567"/>
                </a:lnTo>
                <a:lnTo>
                  <a:pt x="1338328" y="57567"/>
                </a:lnTo>
                <a:cubicBezTo>
                  <a:pt x="1331842" y="57567"/>
                  <a:pt x="1327597" y="57985"/>
                  <a:pt x="1325591" y="58821"/>
                </a:cubicBezTo>
                <a:cubicBezTo>
                  <a:pt x="1323585" y="59657"/>
                  <a:pt x="1321947" y="61245"/>
                  <a:pt x="1320676" y="63585"/>
                </a:cubicBezTo>
                <a:cubicBezTo>
                  <a:pt x="1318871" y="66928"/>
                  <a:pt x="1317835" y="71073"/>
                  <a:pt x="1317567" y="76021"/>
                </a:cubicBezTo>
                <a:lnTo>
                  <a:pt x="1313556" y="76021"/>
                </a:lnTo>
                <a:lnTo>
                  <a:pt x="1314157" y="50748"/>
                </a:lnTo>
                <a:lnTo>
                  <a:pt x="1391181" y="50748"/>
                </a:lnTo>
                <a:lnTo>
                  <a:pt x="1391181" y="54352"/>
                </a:lnTo>
                <a:lnTo>
                  <a:pt x="1329602" y="135795"/>
                </a:lnTo>
                <a:lnTo>
                  <a:pt x="1363100" y="135795"/>
                </a:lnTo>
                <a:cubicBezTo>
                  <a:pt x="1370120" y="135795"/>
                  <a:pt x="1374884" y="135210"/>
                  <a:pt x="1377391" y="134040"/>
                </a:cubicBezTo>
                <a:cubicBezTo>
                  <a:pt x="1379899" y="132870"/>
                  <a:pt x="1381921" y="130814"/>
                  <a:pt x="1383459" y="127872"/>
                </a:cubicBezTo>
                <a:cubicBezTo>
                  <a:pt x="1384529" y="125732"/>
                  <a:pt x="1385431" y="121219"/>
                  <a:pt x="1386167" y="114332"/>
                </a:cubicBezTo>
                <a:lnTo>
                  <a:pt x="1389577" y="114332"/>
                </a:lnTo>
                <a:close/>
                <a:moveTo>
                  <a:pt x="1452992" y="129483"/>
                </a:moveTo>
                <a:cubicBezTo>
                  <a:pt x="1443565" y="136768"/>
                  <a:pt x="1437647" y="140979"/>
                  <a:pt x="1435240" y="142113"/>
                </a:cubicBezTo>
                <a:cubicBezTo>
                  <a:pt x="1431630" y="143785"/>
                  <a:pt x="1427785" y="144620"/>
                  <a:pt x="1423707" y="144620"/>
                </a:cubicBezTo>
                <a:cubicBezTo>
                  <a:pt x="1417355" y="144620"/>
                  <a:pt x="1412123" y="142447"/>
                  <a:pt x="1408011" y="138101"/>
                </a:cubicBezTo>
                <a:cubicBezTo>
                  <a:pt x="1403899" y="133756"/>
                  <a:pt x="1401843" y="128039"/>
                  <a:pt x="1401843" y="120952"/>
                </a:cubicBezTo>
                <a:cubicBezTo>
                  <a:pt x="1401843" y="116472"/>
                  <a:pt x="1402846" y="112594"/>
                  <a:pt x="1404852" y="109318"/>
                </a:cubicBezTo>
                <a:cubicBezTo>
                  <a:pt x="1407593" y="104771"/>
                  <a:pt x="1412357" y="100492"/>
                  <a:pt x="1419144" y="96480"/>
                </a:cubicBezTo>
                <a:cubicBezTo>
                  <a:pt x="1425930" y="92469"/>
                  <a:pt x="1437213" y="87588"/>
                  <a:pt x="1452992" y="81838"/>
                </a:cubicBezTo>
                <a:lnTo>
                  <a:pt x="1452992" y="78240"/>
                </a:lnTo>
                <a:cubicBezTo>
                  <a:pt x="1452992" y="69113"/>
                  <a:pt x="1451538" y="62851"/>
                  <a:pt x="1448629" y="59454"/>
                </a:cubicBezTo>
                <a:cubicBezTo>
                  <a:pt x="1445721" y="56057"/>
                  <a:pt x="1441492" y="54358"/>
                  <a:pt x="1435942" y="54358"/>
                </a:cubicBezTo>
                <a:cubicBezTo>
                  <a:pt x="1431730" y="54358"/>
                  <a:pt x="1428387" y="55495"/>
                  <a:pt x="1425913" y="57768"/>
                </a:cubicBezTo>
                <a:cubicBezTo>
                  <a:pt x="1423372" y="60041"/>
                  <a:pt x="1422102" y="62649"/>
                  <a:pt x="1422102" y="65591"/>
                </a:cubicBezTo>
                <a:lnTo>
                  <a:pt x="1422303" y="71408"/>
                </a:lnTo>
                <a:cubicBezTo>
                  <a:pt x="1422303" y="74483"/>
                  <a:pt x="1421517" y="76857"/>
                  <a:pt x="1419946" y="78528"/>
                </a:cubicBezTo>
                <a:cubicBezTo>
                  <a:pt x="1418375" y="80200"/>
                  <a:pt x="1416319" y="81036"/>
                  <a:pt x="1413778" y="81036"/>
                </a:cubicBezTo>
                <a:cubicBezTo>
                  <a:pt x="1411304" y="81036"/>
                  <a:pt x="1409282" y="80164"/>
                  <a:pt x="1407710" y="78422"/>
                </a:cubicBezTo>
                <a:cubicBezTo>
                  <a:pt x="1406139" y="76677"/>
                  <a:pt x="1405353" y="74296"/>
                  <a:pt x="1405353" y="71279"/>
                </a:cubicBezTo>
                <a:cubicBezTo>
                  <a:pt x="1405353" y="65510"/>
                  <a:pt x="1408295" y="60211"/>
                  <a:pt x="1414179" y="55383"/>
                </a:cubicBezTo>
                <a:cubicBezTo>
                  <a:pt x="1420063" y="50554"/>
                  <a:pt x="1428320" y="48140"/>
                  <a:pt x="1438951" y="48140"/>
                </a:cubicBezTo>
                <a:cubicBezTo>
                  <a:pt x="1447108" y="48140"/>
                  <a:pt x="1453794" y="49509"/>
                  <a:pt x="1459009" y="52246"/>
                </a:cubicBezTo>
                <a:cubicBezTo>
                  <a:pt x="1462954" y="54316"/>
                  <a:pt x="1465863" y="57556"/>
                  <a:pt x="1467735" y="61965"/>
                </a:cubicBezTo>
                <a:cubicBezTo>
                  <a:pt x="1468938" y="64835"/>
                  <a:pt x="1469540" y="70712"/>
                  <a:pt x="1469540" y="79594"/>
                </a:cubicBezTo>
                <a:lnTo>
                  <a:pt x="1469540" y="110747"/>
                </a:lnTo>
                <a:cubicBezTo>
                  <a:pt x="1469540" y="119495"/>
                  <a:pt x="1469707" y="124855"/>
                  <a:pt x="1470041" y="126825"/>
                </a:cubicBezTo>
                <a:cubicBezTo>
                  <a:pt x="1470376" y="128795"/>
                  <a:pt x="1470927" y="130115"/>
                  <a:pt x="1471696" y="130783"/>
                </a:cubicBezTo>
                <a:cubicBezTo>
                  <a:pt x="1472465" y="131450"/>
                  <a:pt x="1473351" y="131783"/>
                  <a:pt x="1474354" y="131783"/>
                </a:cubicBezTo>
                <a:cubicBezTo>
                  <a:pt x="1475424" y="131783"/>
                  <a:pt x="1476360" y="131549"/>
                  <a:pt x="1477162" y="131081"/>
                </a:cubicBezTo>
                <a:cubicBezTo>
                  <a:pt x="1478566" y="130212"/>
                  <a:pt x="1481274" y="127771"/>
                  <a:pt x="1485286" y="123760"/>
                </a:cubicBezTo>
                <a:lnTo>
                  <a:pt x="1485286" y="129376"/>
                </a:lnTo>
                <a:cubicBezTo>
                  <a:pt x="1477797" y="139405"/>
                  <a:pt x="1470643" y="144420"/>
                  <a:pt x="1463823" y="144420"/>
                </a:cubicBezTo>
                <a:cubicBezTo>
                  <a:pt x="1460547" y="144420"/>
                  <a:pt x="1457940" y="143292"/>
                  <a:pt x="1456001" y="141035"/>
                </a:cubicBezTo>
                <a:cubicBezTo>
                  <a:pt x="1454062" y="138776"/>
                  <a:pt x="1453059" y="134926"/>
                  <a:pt x="1452992" y="129483"/>
                </a:cubicBezTo>
                <a:moveTo>
                  <a:pt x="1452992" y="122979"/>
                </a:moveTo>
                <a:lnTo>
                  <a:pt x="1452992" y="88056"/>
                </a:lnTo>
                <a:cubicBezTo>
                  <a:pt x="1442896" y="92059"/>
                  <a:pt x="1436377" y="94895"/>
                  <a:pt x="1433435" y="96562"/>
                </a:cubicBezTo>
                <a:cubicBezTo>
                  <a:pt x="1428153" y="99498"/>
                  <a:pt x="1424375" y="102567"/>
                  <a:pt x="1422102" y="105770"/>
                </a:cubicBezTo>
                <a:cubicBezTo>
                  <a:pt x="1419829" y="108971"/>
                  <a:pt x="1418692" y="112473"/>
                  <a:pt x="1418692" y="116276"/>
                </a:cubicBezTo>
                <a:cubicBezTo>
                  <a:pt x="1418692" y="121079"/>
                  <a:pt x="1420130" y="125066"/>
                  <a:pt x="1423005" y="128235"/>
                </a:cubicBezTo>
                <a:cubicBezTo>
                  <a:pt x="1425880" y="131403"/>
                  <a:pt x="1429189" y="132987"/>
                  <a:pt x="1432934" y="132987"/>
                </a:cubicBezTo>
                <a:cubicBezTo>
                  <a:pt x="1438015" y="132987"/>
                  <a:pt x="1444701" y="129651"/>
                  <a:pt x="1452992" y="122979"/>
                </a:cubicBezTo>
                <a:close/>
                <a:moveTo>
                  <a:pt x="1518815" y="20459"/>
                </a:moveTo>
                <a:lnTo>
                  <a:pt x="1518815" y="50748"/>
                </a:lnTo>
                <a:lnTo>
                  <a:pt x="1540278" y="50748"/>
                </a:lnTo>
                <a:lnTo>
                  <a:pt x="1540278" y="57567"/>
                </a:lnTo>
                <a:lnTo>
                  <a:pt x="1518815" y="57768"/>
                </a:lnTo>
                <a:lnTo>
                  <a:pt x="1518815" y="117423"/>
                </a:lnTo>
                <a:cubicBezTo>
                  <a:pt x="1518815" y="123380"/>
                  <a:pt x="1519668" y="127396"/>
                  <a:pt x="1521373" y="129473"/>
                </a:cubicBezTo>
                <a:cubicBezTo>
                  <a:pt x="1523078" y="131548"/>
                  <a:pt x="1525267" y="132585"/>
                  <a:pt x="1527942" y="132585"/>
                </a:cubicBezTo>
                <a:cubicBezTo>
                  <a:pt x="1530148" y="132585"/>
                  <a:pt x="1532288" y="131892"/>
                  <a:pt x="1534360" y="130504"/>
                </a:cubicBezTo>
                <a:cubicBezTo>
                  <a:pt x="1536433" y="129117"/>
                  <a:pt x="1538038" y="127069"/>
                  <a:pt x="1539174" y="124362"/>
                </a:cubicBezTo>
                <a:lnTo>
                  <a:pt x="1543086" y="124362"/>
                </a:lnTo>
                <a:cubicBezTo>
                  <a:pt x="1540746" y="130947"/>
                  <a:pt x="1537436" y="135903"/>
                  <a:pt x="1533157" y="139230"/>
                </a:cubicBezTo>
                <a:cubicBezTo>
                  <a:pt x="1528878" y="142556"/>
                  <a:pt x="1524465" y="144219"/>
                  <a:pt x="1519918" y="144219"/>
                </a:cubicBezTo>
                <a:cubicBezTo>
                  <a:pt x="1516843" y="144219"/>
                  <a:pt x="1513834" y="143364"/>
                  <a:pt x="1510892" y="141652"/>
                </a:cubicBezTo>
                <a:cubicBezTo>
                  <a:pt x="1507950" y="139941"/>
                  <a:pt x="1505777" y="137492"/>
                  <a:pt x="1504373" y="134306"/>
                </a:cubicBezTo>
                <a:cubicBezTo>
                  <a:pt x="1502969" y="131120"/>
                  <a:pt x="1502267" y="126205"/>
                  <a:pt x="1502267" y="119563"/>
                </a:cubicBezTo>
                <a:lnTo>
                  <a:pt x="1502267" y="57567"/>
                </a:lnTo>
                <a:lnTo>
                  <a:pt x="1487725" y="57567"/>
                </a:lnTo>
                <a:lnTo>
                  <a:pt x="1487725" y="54352"/>
                </a:lnTo>
                <a:cubicBezTo>
                  <a:pt x="1491402" y="52889"/>
                  <a:pt x="1495163" y="50413"/>
                  <a:pt x="1499008" y="46924"/>
                </a:cubicBezTo>
                <a:cubicBezTo>
                  <a:pt x="1502852" y="43435"/>
                  <a:pt x="1506279" y="39276"/>
                  <a:pt x="1509288" y="34447"/>
                </a:cubicBezTo>
                <a:cubicBezTo>
                  <a:pt x="1510825" y="31898"/>
                  <a:pt x="1512965" y="27235"/>
                  <a:pt x="1515706" y="20459"/>
                </a:cubicBezTo>
                <a:lnTo>
                  <a:pt x="1518815" y="20459"/>
                </a:lnTo>
                <a:close/>
                <a:moveTo>
                  <a:pt x="1572606" y="0"/>
                </a:moveTo>
                <a:cubicBezTo>
                  <a:pt x="1575414" y="0"/>
                  <a:pt x="1577804" y="991"/>
                  <a:pt x="1579777" y="2974"/>
                </a:cubicBezTo>
                <a:cubicBezTo>
                  <a:pt x="1581749" y="4955"/>
                  <a:pt x="1582735" y="7357"/>
                  <a:pt x="1582735" y="10180"/>
                </a:cubicBezTo>
                <a:cubicBezTo>
                  <a:pt x="1582735" y="13002"/>
                  <a:pt x="1581749" y="15422"/>
                  <a:pt x="1579777" y="17438"/>
                </a:cubicBezTo>
                <a:cubicBezTo>
                  <a:pt x="1577804" y="19452"/>
                  <a:pt x="1575414" y="20459"/>
                  <a:pt x="1572606" y="20459"/>
                </a:cubicBezTo>
                <a:cubicBezTo>
                  <a:pt x="1569798" y="20459"/>
                  <a:pt x="1567391" y="19452"/>
                  <a:pt x="1565385" y="17438"/>
                </a:cubicBezTo>
                <a:cubicBezTo>
                  <a:pt x="1563379" y="15422"/>
                  <a:pt x="1562376" y="13002"/>
                  <a:pt x="1562376" y="10180"/>
                </a:cubicBezTo>
                <a:cubicBezTo>
                  <a:pt x="1562376" y="7357"/>
                  <a:pt x="1563362" y="4955"/>
                  <a:pt x="1565335" y="2974"/>
                </a:cubicBezTo>
                <a:cubicBezTo>
                  <a:pt x="1567307" y="991"/>
                  <a:pt x="1569731" y="0"/>
                  <a:pt x="1572606" y="0"/>
                </a:cubicBezTo>
                <a:moveTo>
                  <a:pt x="1580930" y="48140"/>
                </a:moveTo>
                <a:lnTo>
                  <a:pt x="1580930" y="121754"/>
                </a:lnTo>
                <a:cubicBezTo>
                  <a:pt x="1580930" y="127537"/>
                  <a:pt x="1581348" y="131388"/>
                  <a:pt x="1582184" y="133306"/>
                </a:cubicBezTo>
                <a:cubicBezTo>
                  <a:pt x="1583020" y="135222"/>
                  <a:pt x="1584256" y="136651"/>
                  <a:pt x="1585895" y="137594"/>
                </a:cubicBezTo>
                <a:cubicBezTo>
                  <a:pt x="1587533" y="138534"/>
                  <a:pt x="1590525" y="139004"/>
                  <a:pt x="1594871" y="139004"/>
                </a:cubicBezTo>
                <a:lnTo>
                  <a:pt x="1594871" y="142615"/>
                </a:lnTo>
                <a:lnTo>
                  <a:pt x="1550241" y="142615"/>
                </a:lnTo>
                <a:lnTo>
                  <a:pt x="1550241" y="139004"/>
                </a:lnTo>
                <a:cubicBezTo>
                  <a:pt x="1554721" y="139004"/>
                  <a:pt x="1557729" y="138567"/>
                  <a:pt x="1559267" y="137694"/>
                </a:cubicBezTo>
                <a:cubicBezTo>
                  <a:pt x="1560805" y="136819"/>
                  <a:pt x="1562025" y="135373"/>
                  <a:pt x="1562928" y="133356"/>
                </a:cubicBezTo>
                <a:cubicBezTo>
                  <a:pt x="1563830" y="131338"/>
                  <a:pt x="1564282" y="127471"/>
                  <a:pt x="1564282" y="121754"/>
                </a:cubicBezTo>
                <a:lnTo>
                  <a:pt x="1564282" y="86652"/>
                </a:lnTo>
                <a:cubicBezTo>
                  <a:pt x="1564282" y="76648"/>
                  <a:pt x="1563981" y="70169"/>
                  <a:pt x="1563379" y="67214"/>
                </a:cubicBezTo>
                <a:cubicBezTo>
                  <a:pt x="1562911" y="65064"/>
                  <a:pt x="1562176" y="63571"/>
                  <a:pt x="1561173" y="62736"/>
                </a:cubicBezTo>
                <a:cubicBezTo>
                  <a:pt x="1560170" y="61898"/>
                  <a:pt x="1558799" y="61479"/>
                  <a:pt x="1557061" y="61479"/>
                </a:cubicBezTo>
                <a:cubicBezTo>
                  <a:pt x="1555189" y="61479"/>
                  <a:pt x="1552915" y="61980"/>
                  <a:pt x="1550241" y="62983"/>
                </a:cubicBezTo>
                <a:lnTo>
                  <a:pt x="1548837" y="59373"/>
                </a:lnTo>
                <a:lnTo>
                  <a:pt x="1576517" y="48140"/>
                </a:lnTo>
                <a:lnTo>
                  <a:pt x="1580930" y="48140"/>
                </a:lnTo>
                <a:close/>
                <a:moveTo>
                  <a:pt x="1651269" y="48140"/>
                </a:moveTo>
                <a:cubicBezTo>
                  <a:pt x="1665176" y="48140"/>
                  <a:pt x="1676342" y="53417"/>
                  <a:pt x="1684766" y="63970"/>
                </a:cubicBezTo>
                <a:cubicBezTo>
                  <a:pt x="1691920" y="72986"/>
                  <a:pt x="1695497" y="83339"/>
                  <a:pt x="1695497" y="95029"/>
                </a:cubicBezTo>
                <a:cubicBezTo>
                  <a:pt x="1695497" y="103245"/>
                  <a:pt x="1693525" y="111561"/>
                  <a:pt x="1689580" y="119977"/>
                </a:cubicBezTo>
                <a:cubicBezTo>
                  <a:pt x="1685635" y="128391"/>
                  <a:pt x="1680203" y="134735"/>
                  <a:pt x="1673283" y="139010"/>
                </a:cubicBezTo>
                <a:cubicBezTo>
                  <a:pt x="1666363" y="143285"/>
                  <a:pt x="1658657" y="145423"/>
                  <a:pt x="1650166" y="145423"/>
                </a:cubicBezTo>
                <a:cubicBezTo>
                  <a:pt x="1636325" y="145423"/>
                  <a:pt x="1625327" y="139912"/>
                  <a:pt x="1617170" y="128890"/>
                </a:cubicBezTo>
                <a:cubicBezTo>
                  <a:pt x="1610283" y="119607"/>
                  <a:pt x="1606840" y="109188"/>
                  <a:pt x="1606840" y="97634"/>
                </a:cubicBezTo>
                <a:cubicBezTo>
                  <a:pt x="1606840" y="89218"/>
                  <a:pt x="1608929" y="80852"/>
                  <a:pt x="1613108" y="72536"/>
                </a:cubicBezTo>
                <a:cubicBezTo>
                  <a:pt x="1617287" y="64220"/>
                  <a:pt x="1622786" y="58075"/>
                  <a:pt x="1629606" y="54101"/>
                </a:cubicBezTo>
                <a:cubicBezTo>
                  <a:pt x="1636426" y="50127"/>
                  <a:pt x="1643647" y="48140"/>
                  <a:pt x="1651269" y="48140"/>
                </a:cubicBezTo>
                <a:moveTo>
                  <a:pt x="1648160" y="54759"/>
                </a:moveTo>
                <a:cubicBezTo>
                  <a:pt x="1644616" y="54759"/>
                  <a:pt x="1641056" y="55809"/>
                  <a:pt x="1637479" y="57909"/>
                </a:cubicBezTo>
                <a:cubicBezTo>
                  <a:pt x="1633902" y="60007"/>
                  <a:pt x="1631010" y="63687"/>
                  <a:pt x="1628804" y="68950"/>
                </a:cubicBezTo>
                <a:cubicBezTo>
                  <a:pt x="1626597" y="74214"/>
                  <a:pt x="1625494" y="80975"/>
                  <a:pt x="1625494" y="89234"/>
                </a:cubicBezTo>
                <a:cubicBezTo>
                  <a:pt x="1625494" y="102559"/>
                  <a:pt x="1628152" y="114051"/>
                  <a:pt x="1633467" y="123713"/>
                </a:cubicBezTo>
                <a:cubicBezTo>
                  <a:pt x="1638783" y="133372"/>
                  <a:pt x="1645786" y="138202"/>
                  <a:pt x="1654478" y="138202"/>
                </a:cubicBezTo>
                <a:cubicBezTo>
                  <a:pt x="1660964" y="138202"/>
                  <a:pt x="1666313" y="135537"/>
                  <a:pt x="1670525" y="130207"/>
                </a:cubicBezTo>
                <a:cubicBezTo>
                  <a:pt x="1674737" y="124877"/>
                  <a:pt x="1676843" y="115717"/>
                  <a:pt x="1676843" y="102727"/>
                </a:cubicBezTo>
                <a:cubicBezTo>
                  <a:pt x="1676843" y="86471"/>
                  <a:pt x="1673333" y="73680"/>
                  <a:pt x="1666313" y="64353"/>
                </a:cubicBezTo>
                <a:cubicBezTo>
                  <a:pt x="1661565" y="57957"/>
                  <a:pt x="1655515" y="54759"/>
                  <a:pt x="1648160" y="54759"/>
                </a:cubicBezTo>
                <a:close/>
                <a:moveTo>
                  <a:pt x="1735815" y="67496"/>
                </a:moveTo>
                <a:cubicBezTo>
                  <a:pt x="1746579" y="54592"/>
                  <a:pt x="1756842" y="48140"/>
                  <a:pt x="1766604" y="48140"/>
                </a:cubicBezTo>
                <a:cubicBezTo>
                  <a:pt x="1771619" y="48140"/>
                  <a:pt x="1775931" y="49390"/>
                  <a:pt x="1779542" y="51891"/>
                </a:cubicBezTo>
                <a:cubicBezTo>
                  <a:pt x="1783152" y="54390"/>
                  <a:pt x="1786027" y="58508"/>
                  <a:pt x="1788167" y="64243"/>
                </a:cubicBezTo>
                <a:cubicBezTo>
                  <a:pt x="1789638" y="68244"/>
                  <a:pt x="1790373" y="74379"/>
                  <a:pt x="1790373" y="82647"/>
                </a:cubicBezTo>
                <a:lnTo>
                  <a:pt x="1790373" y="121754"/>
                </a:lnTo>
                <a:cubicBezTo>
                  <a:pt x="1790373" y="127604"/>
                  <a:pt x="1790841" y="131572"/>
                  <a:pt x="1791777" y="133657"/>
                </a:cubicBezTo>
                <a:cubicBezTo>
                  <a:pt x="1792513" y="135339"/>
                  <a:pt x="1793700" y="136651"/>
                  <a:pt x="1795338" y="137594"/>
                </a:cubicBezTo>
                <a:cubicBezTo>
                  <a:pt x="1796976" y="138534"/>
                  <a:pt x="1800001" y="139004"/>
                  <a:pt x="1804414" y="139004"/>
                </a:cubicBezTo>
                <a:lnTo>
                  <a:pt x="1804414" y="142615"/>
                </a:lnTo>
                <a:lnTo>
                  <a:pt x="1758982" y="142615"/>
                </a:lnTo>
                <a:lnTo>
                  <a:pt x="1758982" y="139004"/>
                </a:lnTo>
                <a:lnTo>
                  <a:pt x="1760888" y="139004"/>
                </a:lnTo>
                <a:cubicBezTo>
                  <a:pt x="1765167" y="139004"/>
                  <a:pt x="1768159" y="138349"/>
                  <a:pt x="1769864" y="137039"/>
                </a:cubicBezTo>
                <a:cubicBezTo>
                  <a:pt x="1771569" y="135727"/>
                  <a:pt x="1772755" y="133793"/>
                  <a:pt x="1773424" y="131238"/>
                </a:cubicBezTo>
                <a:cubicBezTo>
                  <a:pt x="1773691" y="130229"/>
                  <a:pt x="1773825" y="127067"/>
                  <a:pt x="1773825" y="121754"/>
                </a:cubicBezTo>
                <a:lnTo>
                  <a:pt x="1773825" y="84207"/>
                </a:lnTo>
                <a:cubicBezTo>
                  <a:pt x="1773825" y="75862"/>
                  <a:pt x="1772739" y="69804"/>
                  <a:pt x="1770566" y="66033"/>
                </a:cubicBezTo>
                <a:cubicBezTo>
                  <a:pt x="1768393" y="62261"/>
                  <a:pt x="1764732" y="60376"/>
                  <a:pt x="1759584" y="60376"/>
                </a:cubicBezTo>
                <a:cubicBezTo>
                  <a:pt x="1751627" y="60376"/>
                  <a:pt x="1743704" y="64721"/>
                  <a:pt x="1735815" y="73413"/>
                </a:cubicBezTo>
                <a:lnTo>
                  <a:pt x="1735815" y="121754"/>
                </a:lnTo>
                <a:cubicBezTo>
                  <a:pt x="1735815" y="128008"/>
                  <a:pt x="1736182" y="131875"/>
                  <a:pt x="1736918" y="133356"/>
                </a:cubicBezTo>
                <a:cubicBezTo>
                  <a:pt x="1737854" y="135306"/>
                  <a:pt x="1739141" y="136735"/>
                  <a:pt x="1740779" y="137644"/>
                </a:cubicBezTo>
                <a:cubicBezTo>
                  <a:pt x="1742417" y="138551"/>
                  <a:pt x="1745744" y="139004"/>
                  <a:pt x="1750758" y="139004"/>
                </a:cubicBezTo>
                <a:lnTo>
                  <a:pt x="1750758" y="142615"/>
                </a:lnTo>
                <a:lnTo>
                  <a:pt x="1705326" y="142615"/>
                </a:lnTo>
                <a:lnTo>
                  <a:pt x="1705326" y="139004"/>
                </a:lnTo>
                <a:lnTo>
                  <a:pt x="1707332" y="139004"/>
                </a:lnTo>
                <a:cubicBezTo>
                  <a:pt x="1712012" y="139004"/>
                  <a:pt x="1715171" y="137811"/>
                  <a:pt x="1716809" y="135425"/>
                </a:cubicBezTo>
                <a:cubicBezTo>
                  <a:pt x="1718448" y="133037"/>
                  <a:pt x="1719267" y="128480"/>
                  <a:pt x="1719267" y="121754"/>
                </a:cubicBezTo>
                <a:lnTo>
                  <a:pt x="1719267" y="87855"/>
                </a:lnTo>
                <a:cubicBezTo>
                  <a:pt x="1719267" y="76823"/>
                  <a:pt x="1719016" y="70104"/>
                  <a:pt x="1718514" y="67697"/>
                </a:cubicBezTo>
                <a:cubicBezTo>
                  <a:pt x="1718013" y="65290"/>
                  <a:pt x="1717244" y="63652"/>
                  <a:pt x="1716208" y="62783"/>
                </a:cubicBezTo>
                <a:cubicBezTo>
                  <a:pt x="1715171" y="61913"/>
                  <a:pt x="1713784" y="61479"/>
                  <a:pt x="1712046" y="61479"/>
                </a:cubicBezTo>
                <a:cubicBezTo>
                  <a:pt x="1710173" y="61479"/>
                  <a:pt x="1707934" y="61980"/>
                  <a:pt x="1705326" y="62983"/>
                </a:cubicBezTo>
                <a:lnTo>
                  <a:pt x="1703822" y="59373"/>
                </a:lnTo>
                <a:lnTo>
                  <a:pt x="1731502" y="48140"/>
                </a:lnTo>
                <a:lnTo>
                  <a:pt x="1735815" y="48140"/>
                </a:lnTo>
                <a:lnTo>
                  <a:pt x="1735815" y="6749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MinimalMutation">
            <a:extLst xmlns:a="http://schemas.openxmlformats.org/drawingml/2006/main">
              <a:ext uri="{FF2B5EF4-FFF2-40B4-BE49-F238E27FC236}">
                <a16:creationId xmlns:a16="http://schemas.microsoft.com/office/drawing/2014/main" id="{5C1095BD-F1AF-464F-A226-58529781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1523" y="1893864"/>
            <a:ext cx="1507821" cy="145423"/>
          </a:xfrm>
          <a:custGeom xmlns:a="http://schemas.openxmlformats.org/drawingml/2006/main">
            <a:pathLst>
              <a:path w="1507821" h="145423">
                <a:moveTo>
                  <a:pt x="80634" y="142615"/>
                </a:moveTo>
                <a:lnTo>
                  <a:pt x="28082" y="28182"/>
                </a:lnTo>
                <a:lnTo>
                  <a:pt x="28082" y="118946"/>
                </a:lnTo>
                <a:cubicBezTo>
                  <a:pt x="28082" y="127303"/>
                  <a:pt x="28984" y="132519"/>
                  <a:pt x="30790" y="134591"/>
                </a:cubicBezTo>
                <a:cubicBezTo>
                  <a:pt x="33263" y="137399"/>
                  <a:pt x="37175" y="138804"/>
                  <a:pt x="42524" y="138804"/>
                </a:cubicBezTo>
                <a:lnTo>
                  <a:pt x="47338" y="138804"/>
                </a:lnTo>
                <a:lnTo>
                  <a:pt x="47338" y="142615"/>
                </a:lnTo>
                <a:lnTo>
                  <a:pt x="0" y="142615"/>
                </a:lnTo>
                <a:lnTo>
                  <a:pt x="0" y="138804"/>
                </a:lnTo>
                <a:lnTo>
                  <a:pt x="4814" y="138804"/>
                </a:lnTo>
                <a:cubicBezTo>
                  <a:pt x="10564" y="138804"/>
                  <a:pt x="14643" y="137065"/>
                  <a:pt x="17050" y="133588"/>
                </a:cubicBezTo>
                <a:cubicBezTo>
                  <a:pt x="18521" y="131449"/>
                  <a:pt x="19256" y="126568"/>
                  <a:pt x="19256" y="118946"/>
                </a:cubicBezTo>
                <a:lnTo>
                  <a:pt x="19256" y="30288"/>
                </a:lnTo>
                <a:cubicBezTo>
                  <a:pt x="19256" y="24271"/>
                  <a:pt x="18587" y="19925"/>
                  <a:pt x="17250" y="17250"/>
                </a:cubicBezTo>
                <a:cubicBezTo>
                  <a:pt x="16314" y="15311"/>
                  <a:pt x="14592" y="13690"/>
                  <a:pt x="12085" y="12386"/>
                </a:cubicBezTo>
                <a:cubicBezTo>
                  <a:pt x="9578" y="11082"/>
                  <a:pt x="5549" y="10430"/>
                  <a:pt x="0" y="10430"/>
                </a:cubicBezTo>
                <a:lnTo>
                  <a:pt x="0" y="6619"/>
                </a:lnTo>
                <a:lnTo>
                  <a:pt x="38512" y="6619"/>
                </a:lnTo>
                <a:lnTo>
                  <a:pt x="87855" y="113007"/>
                </a:lnTo>
                <a:lnTo>
                  <a:pt x="136397" y="6619"/>
                </a:lnTo>
                <a:lnTo>
                  <a:pt x="174908" y="6619"/>
                </a:lnTo>
                <a:lnTo>
                  <a:pt x="174908" y="10430"/>
                </a:lnTo>
                <a:lnTo>
                  <a:pt x="170195" y="10430"/>
                </a:lnTo>
                <a:cubicBezTo>
                  <a:pt x="164378" y="10430"/>
                  <a:pt x="160266" y="12169"/>
                  <a:pt x="157859" y="15645"/>
                </a:cubicBezTo>
                <a:cubicBezTo>
                  <a:pt x="156388" y="17785"/>
                  <a:pt x="155652" y="22666"/>
                  <a:pt x="155652" y="30288"/>
                </a:cubicBezTo>
                <a:lnTo>
                  <a:pt x="155652" y="118946"/>
                </a:lnTo>
                <a:cubicBezTo>
                  <a:pt x="155652" y="127303"/>
                  <a:pt x="156589" y="132519"/>
                  <a:pt x="158461" y="134591"/>
                </a:cubicBezTo>
                <a:cubicBezTo>
                  <a:pt x="160935" y="137399"/>
                  <a:pt x="164846" y="138804"/>
                  <a:pt x="170195" y="138804"/>
                </a:cubicBezTo>
                <a:lnTo>
                  <a:pt x="174908" y="138804"/>
                </a:lnTo>
                <a:lnTo>
                  <a:pt x="174908" y="142615"/>
                </a:lnTo>
                <a:lnTo>
                  <a:pt x="117141" y="142615"/>
                </a:lnTo>
                <a:lnTo>
                  <a:pt x="117141" y="138804"/>
                </a:lnTo>
                <a:lnTo>
                  <a:pt x="121955" y="138804"/>
                </a:lnTo>
                <a:cubicBezTo>
                  <a:pt x="127771" y="138804"/>
                  <a:pt x="131850" y="137065"/>
                  <a:pt x="134190" y="133588"/>
                </a:cubicBezTo>
                <a:cubicBezTo>
                  <a:pt x="135661" y="131449"/>
                  <a:pt x="136397" y="126568"/>
                  <a:pt x="136397" y="118946"/>
                </a:cubicBezTo>
                <a:lnTo>
                  <a:pt x="136397" y="28182"/>
                </a:lnTo>
                <a:lnTo>
                  <a:pt x="83944" y="142615"/>
                </a:lnTo>
                <a:lnTo>
                  <a:pt x="80634" y="142615"/>
                </a:lnTo>
                <a:close/>
                <a:moveTo>
                  <a:pt x="208975" y="0"/>
                </a:moveTo>
                <a:cubicBezTo>
                  <a:pt x="211783" y="0"/>
                  <a:pt x="214173" y="991"/>
                  <a:pt x="216145" y="2974"/>
                </a:cubicBezTo>
                <a:cubicBezTo>
                  <a:pt x="218118" y="4955"/>
                  <a:pt x="219104" y="7357"/>
                  <a:pt x="219104" y="10180"/>
                </a:cubicBezTo>
                <a:cubicBezTo>
                  <a:pt x="219104" y="13002"/>
                  <a:pt x="218118" y="15422"/>
                  <a:pt x="216145" y="17438"/>
                </a:cubicBezTo>
                <a:cubicBezTo>
                  <a:pt x="214173" y="19452"/>
                  <a:pt x="211783" y="20459"/>
                  <a:pt x="208975" y="20459"/>
                </a:cubicBezTo>
                <a:cubicBezTo>
                  <a:pt x="206166" y="20459"/>
                  <a:pt x="203759" y="19452"/>
                  <a:pt x="201754" y="17438"/>
                </a:cubicBezTo>
                <a:cubicBezTo>
                  <a:pt x="199748" y="15422"/>
                  <a:pt x="198745" y="13002"/>
                  <a:pt x="198745" y="10180"/>
                </a:cubicBezTo>
                <a:cubicBezTo>
                  <a:pt x="198745" y="7357"/>
                  <a:pt x="199731" y="4955"/>
                  <a:pt x="201704" y="2974"/>
                </a:cubicBezTo>
                <a:cubicBezTo>
                  <a:pt x="203676" y="991"/>
                  <a:pt x="206100" y="0"/>
                  <a:pt x="208975" y="0"/>
                </a:cubicBezTo>
                <a:moveTo>
                  <a:pt x="217299" y="48140"/>
                </a:moveTo>
                <a:lnTo>
                  <a:pt x="217299" y="121754"/>
                </a:lnTo>
                <a:cubicBezTo>
                  <a:pt x="217299" y="127537"/>
                  <a:pt x="217717" y="131388"/>
                  <a:pt x="218552" y="133306"/>
                </a:cubicBezTo>
                <a:cubicBezTo>
                  <a:pt x="219388" y="135222"/>
                  <a:pt x="220625" y="136651"/>
                  <a:pt x="222263" y="137594"/>
                </a:cubicBezTo>
                <a:cubicBezTo>
                  <a:pt x="223901" y="138534"/>
                  <a:pt x="226893" y="139004"/>
                  <a:pt x="231239" y="139004"/>
                </a:cubicBezTo>
                <a:lnTo>
                  <a:pt x="231239" y="142615"/>
                </a:lnTo>
                <a:lnTo>
                  <a:pt x="186610" y="142615"/>
                </a:lnTo>
                <a:lnTo>
                  <a:pt x="186610" y="139004"/>
                </a:lnTo>
                <a:cubicBezTo>
                  <a:pt x="191089" y="139004"/>
                  <a:pt x="194098" y="138567"/>
                  <a:pt x="195636" y="137694"/>
                </a:cubicBezTo>
                <a:cubicBezTo>
                  <a:pt x="197174" y="136819"/>
                  <a:pt x="198394" y="135373"/>
                  <a:pt x="199297" y="133356"/>
                </a:cubicBezTo>
                <a:cubicBezTo>
                  <a:pt x="200199" y="131338"/>
                  <a:pt x="200650" y="127471"/>
                  <a:pt x="200650" y="121754"/>
                </a:cubicBezTo>
                <a:lnTo>
                  <a:pt x="200650" y="86652"/>
                </a:lnTo>
                <a:cubicBezTo>
                  <a:pt x="200650" y="76648"/>
                  <a:pt x="200350" y="70169"/>
                  <a:pt x="199748" y="67214"/>
                </a:cubicBezTo>
                <a:cubicBezTo>
                  <a:pt x="199280" y="65064"/>
                  <a:pt x="198544" y="63571"/>
                  <a:pt x="197541" y="62736"/>
                </a:cubicBezTo>
                <a:cubicBezTo>
                  <a:pt x="196538" y="61898"/>
                  <a:pt x="195168" y="61479"/>
                  <a:pt x="193429" y="61479"/>
                </a:cubicBezTo>
                <a:cubicBezTo>
                  <a:pt x="191557" y="61479"/>
                  <a:pt x="189284" y="61980"/>
                  <a:pt x="186610" y="62983"/>
                </a:cubicBezTo>
                <a:lnTo>
                  <a:pt x="185206" y="59373"/>
                </a:lnTo>
                <a:lnTo>
                  <a:pt x="212886" y="48140"/>
                </a:lnTo>
                <a:lnTo>
                  <a:pt x="217299" y="48140"/>
                </a:lnTo>
                <a:close/>
                <a:moveTo>
                  <a:pt x="269485" y="67496"/>
                </a:moveTo>
                <a:cubicBezTo>
                  <a:pt x="280250" y="54592"/>
                  <a:pt x="290513" y="48140"/>
                  <a:pt x="300275" y="48140"/>
                </a:cubicBezTo>
                <a:cubicBezTo>
                  <a:pt x="305289" y="48140"/>
                  <a:pt x="309602" y="49390"/>
                  <a:pt x="313212" y="51891"/>
                </a:cubicBezTo>
                <a:cubicBezTo>
                  <a:pt x="316823" y="54390"/>
                  <a:pt x="319698" y="58508"/>
                  <a:pt x="321837" y="64243"/>
                </a:cubicBezTo>
                <a:cubicBezTo>
                  <a:pt x="323308" y="68244"/>
                  <a:pt x="324044" y="74379"/>
                  <a:pt x="324044" y="82647"/>
                </a:cubicBezTo>
                <a:lnTo>
                  <a:pt x="324044" y="121754"/>
                </a:lnTo>
                <a:cubicBezTo>
                  <a:pt x="324044" y="127604"/>
                  <a:pt x="324512" y="131572"/>
                  <a:pt x="325448" y="133657"/>
                </a:cubicBezTo>
                <a:cubicBezTo>
                  <a:pt x="326183" y="135339"/>
                  <a:pt x="327370" y="136651"/>
                  <a:pt x="329008" y="137594"/>
                </a:cubicBezTo>
                <a:cubicBezTo>
                  <a:pt x="330646" y="138534"/>
                  <a:pt x="333672" y="139004"/>
                  <a:pt x="338085" y="139004"/>
                </a:cubicBezTo>
                <a:lnTo>
                  <a:pt x="338085" y="142615"/>
                </a:lnTo>
                <a:lnTo>
                  <a:pt x="292652" y="142615"/>
                </a:lnTo>
                <a:lnTo>
                  <a:pt x="292652" y="139004"/>
                </a:lnTo>
                <a:lnTo>
                  <a:pt x="294558" y="139004"/>
                </a:lnTo>
                <a:cubicBezTo>
                  <a:pt x="298837" y="139004"/>
                  <a:pt x="301829" y="138349"/>
                  <a:pt x="303534" y="137039"/>
                </a:cubicBezTo>
                <a:cubicBezTo>
                  <a:pt x="305239" y="135727"/>
                  <a:pt x="306426" y="133793"/>
                  <a:pt x="307094" y="131238"/>
                </a:cubicBezTo>
                <a:cubicBezTo>
                  <a:pt x="307362" y="130229"/>
                  <a:pt x="307496" y="127067"/>
                  <a:pt x="307496" y="121754"/>
                </a:cubicBezTo>
                <a:lnTo>
                  <a:pt x="307496" y="84207"/>
                </a:lnTo>
                <a:cubicBezTo>
                  <a:pt x="307496" y="75862"/>
                  <a:pt x="306409" y="69804"/>
                  <a:pt x="304236" y="66033"/>
                </a:cubicBezTo>
                <a:cubicBezTo>
                  <a:pt x="302063" y="62261"/>
                  <a:pt x="298403" y="60376"/>
                  <a:pt x="293254" y="60376"/>
                </a:cubicBezTo>
                <a:cubicBezTo>
                  <a:pt x="285298" y="60376"/>
                  <a:pt x="277375" y="64721"/>
                  <a:pt x="269485" y="73413"/>
                </a:cubicBezTo>
                <a:lnTo>
                  <a:pt x="269485" y="121754"/>
                </a:lnTo>
                <a:cubicBezTo>
                  <a:pt x="269485" y="128008"/>
                  <a:pt x="269853" y="131875"/>
                  <a:pt x="270588" y="133356"/>
                </a:cubicBezTo>
                <a:cubicBezTo>
                  <a:pt x="271524" y="135306"/>
                  <a:pt x="272811" y="136735"/>
                  <a:pt x="274450" y="137644"/>
                </a:cubicBezTo>
                <a:cubicBezTo>
                  <a:pt x="276088" y="138551"/>
                  <a:pt x="279414" y="139004"/>
                  <a:pt x="284429" y="139004"/>
                </a:cubicBezTo>
                <a:lnTo>
                  <a:pt x="284429" y="142615"/>
                </a:lnTo>
                <a:lnTo>
                  <a:pt x="238996" y="142615"/>
                </a:lnTo>
                <a:lnTo>
                  <a:pt x="238996" y="139004"/>
                </a:lnTo>
                <a:lnTo>
                  <a:pt x="241002" y="139004"/>
                </a:lnTo>
                <a:cubicBezTo>
                  <a:pt x="245683" y="139004"/>
                  <a:pt x="248842" y="137811"/>
                  <a:pt x="250480" y="135425"/>
                </a:cubicBezTo>
                <a:cubicBezTo>
                  <a:pt x="252118" y="133037"/>
                  <a:pt x="252937" y="128480"/>
                  <a:pt x="252937" y="121754"/>
                </a:cubicBezTo>
                <a:lnTo>
                  <a:pt x="252937" y="87855"/>
                </a:lnTo>
                <a:cubicBezTo>
                  <a:pt x="252937" y="76823"/>
                  <a:pt x="252686" y="70104"/>
                  <a:pt x="252185" y="67697"/>
                </a:cubicBezTo>
                <a:cubicBezTo>
                  <a:pt x="251683" y="65290"/>
                  <a:pt x="250914" y="63652"/>
                  <a:pt x="249878" y="62783"/>
                </a:cubicBezTo>
                <a:cubicBezTo>
                  <a:pt x="248842" y="61913"/>
                  <a:pt x="247454" y="61479"/>
                  <a:pt x="245716" y="61479"/>
                </a:cubicBezTo>
                <a:cubicBezTo>
                  <a:pt x="243844" y="61479"/>
                  <a:pt x="241604" y="61980"/>
                  <a:pt x="238996" y="62983"/>
                </a:cubicBezTo>
                <a:lnTo>
                  <a:pt x="237492" y="59373"/>
                </a:lnTo>
                <a:lnTo>
                  <a:pt x="265173" y="48140"/>
                </a:lnTo>
                <a:lnTo>
                  <a:pt x="269485" y="48140"/>
                </a:lnTo>
                <a:lnTo>
                  <a:pt x="269485" y="67496"/>
                </a:lnTo>
                <a:close/>
                <a:moveTo>
                  <a:pt x="368773" y="0"/>
                </a:moveTo>
                <a:cubicBezTo>
                  <a:pt x="371582" y="0"/>
                  <a:pt x="373972" y="991"/>
                  <a:pt x="375944" y="2974"/>
                </a:cubicBezTo>
                <a:cubicBezTo>
                  <a:pt x="377917" y="4955"/>
                  <a:pt x="378903" y="7357"/>
                  <a:pt x="378903" y="10180"/>
                </a:cubicBezTo>
                <a:cubicBezTo>
                  <a:pt x="378903" y="13002"/>
                  <a:pt x="377917" y="15422"/>
                  <a:pt x="375944" y="17438"/>
                </a:cubicBezTo>
                <a:cubicBezTo>
                  <a:pt x="373972" y="19452"/>
                  <a:pt x="371582" y="20459"/>
                  <a:pt x="368773" y="20459"/>
                </a:cubicBezTo>
                <a:cubicBezTo>
                  <a:pt x="365965" y="20459"/>
                  <a:pt x="363558" y="19452"/>
                  <a:pt x="361552" y="17438"/>
                </a:cubicBezTo>
                <a:cubicBezTo>
                  <a:pt x="359547" y="15422"/>
                  <a:pt x="358544" y="13002"/>
                  <a:pt x="358544" y="10180"/>
                </a:cubicBezTo>
                <a:cubicBezTo>
                  <a:pt x="358544" y="7357"/>
                  <a:pt x="359530" y="4955"/>
                  <a:pt x="361502" y="2974"/>
                </a:cubicBezTo>
                <a:cubicBezTo>
                  <a:pt x="363475" y="991"/>
                  <a:pt x="365898" y="0"/>
                  <a:pt x="368773" y="0"/>
                </a:cubicBezTo>
                <a:moveTo>
                  <a:pt x="377098" y="48140"/>
                </a:moveTo>
                <a:lnTo>
                  <a:pt x="377098" y="121754"/>
                </a:lnTo>
                <a:cubicBezTo>
                  <a:pt x="377098" y="127537"/>
                  <a:pt x="377516" y="131388"/>
                  <a:pt x="378351" y="133306"/>
                </a:cubicBezTo>
                <a:cubicBezTo>
                  <a:pt x="379187" y="135222"/>
                  <a:pt x="380424" y="136651"/>
                  <a:pt x="382062" y="137594"/>
                </a:cubicBezTo>
                <a:cubicBezTo>
                  <a:pt x="383700" y="138534"/>
                  <a:pt x="386692" y="139004"/>
                  <a:pt x="391038" y="139004"/>
                </a:cubicBezTo>
                <a:lnTo>
                  <a:pt x="391038" y="142615"/>
                </a:lnTo>
                <a:lnTo>
                  <a:pt x="346408" y="142615"/>
                </a:lnTo>
                <a:lnTo>
                  <a:pt x="346408" y="139004"/>
                </a:lnTo>
                <a:cubicBezTo>
                  <a:pt x="350888" y="139004"/>
                  <a:pt x="353897" y="138567"/>
                  <a:pt x="355435" y="137694"/>
                </a:cubicBezTo>
                <a:cubicBezTo>
                  <a:pt x="356972" y="136819"/>
                  <a:pt x="358193" y="135373"/>
                  <a:pt x="359095" y="133356"/>
                </a:cubicBezTo>
                <a:cubicBezTo>
                  <a:pt x="359998" y="131338"/>
                  <a:pt x="360449" y="127471"/>
                  <a:pt x="360449" y="121754"/>
                </a:cubicBezTo>
                <a:lnTo>
                  <a:pt x="360449" y="86652"/>
                </a:lnTo>
                <a:cubicBezTo>
                  <a:pt x="360449" y="76648"/>
                  <a:pt x="360148" y="70169"/>
                  <a:pt x="359547" y="67214"/>
                </a:cubicBezTo>
                <a:cubicBezTo>
                  <a:pt x="359079" y="65064"/>
                  <a:pt x="358343" y="63571"/>
                  <a:pt x="357340" y="62736"/>
                </a:cubicBezTo>
                <a:cubicBezTo>
                  <a:pt x="356337" y="61898"/>
                  <a:pt x="354967" y="61479"/>
                  <a:pt x="353228" y="61479"/>
                </a:cubicBezTo>
                <a:cubicBezTo>
                  <a:pt x="351356" y="61479"/>
                  <a:pt x="349083" y="61980"/>
                  <a:pt x="346408" y="62983"/>
                </a:cubicBezTo>
                <a:lnTo>
                  <a:pt x="345004" y="59373"/>
                </a:lnTo>
                <a:lnTo>
                  <a:pt x="372685" y="48140"/>
                </a:lnTo>
                <a:lnTo>
                  <a:pt x="377098" y="48140"/>
                </a:lnTo>
                <a:close/>
                <a:moveTo>
                  <a:pt x="429786" y="67869"/>
                </a:moveTo>
                <a:cubicBezTo>
                  <a:pt x="436472" y="61125"/>
                  <a:pt x="440417" y="57247"/>
                  <a:pt x="441621" y="56235"/>
                </a:cubicBezTo>
                <a:cubicBezTo>
                  <a:pt x="444629" y="53672"/>
                  <a:pt x="447872" y="51681"/>
                  <a:pt x="451349" y="50265"/>
                </a:cubicBezTo>
                <a:cubicBezTo>
                  <a:pt x="454826" y="48848"/>
                  <a:pt x="458269" y="48140"/>
                  <a:pt x="461679" y="48140"/>
                </a:cubicBezTo>
                <a:cubicBezTo>
                  <a:pt x="467429" y="48140"/>
                  <a:pt x="472377" y="49826"/>
                  <a:pt x="476522" y="53198"/>
                </a:cubicBezTo>
                <a:cubicBezTo>
                  <a:pt x="480668" y="56571"/>
                  <a:pt x="483442" y="61461"/>
                  <a:pt x="484846" y="67869"/>
                </a:cubicBezTo>
                <a:cubicBezTo>
                  <a:pt x="491733" y="59775"/>
                  <a:pt x="497550" y="54464"/>
                  <a:pt x="502297" y="51935"/>
                </a:cubicBezTo>
                <a:cubicBezTo>
                  <a:pt x="507044" y="49405"/>
                  <a:pt x="511925" y="48140"/>
                  <a:pt x="516940" y="48140"/>
                </a:cubicBezTo>
                <a:cubicBezTo>
                  <a:pt x="521820" y="48140"/>
                  <a:pt x="526150" y="49390"/>
                  <a:pt x="529927" y="51891"/>
                </a:cubicBezTo>
                <a:cubicBezTo>
                  <a:pt x="533705" y="54390"/>
                  <a:pt x="536697" y="58474"/>
                  <a:pt x="538903" y="64143"/>
                </a:cubicBezTo>
                <a:cubicBezTo>
                  <a:pt x="540374" y="68010"/>
                  <a:pt x="541110" y="74078"/>
                  <a:pt x="541110" y="82346"/>
                </a:cubicBezTo>
                <a:lnTo>
                  <a:pt x="541110" y="121754"/>
                </a:lnTo>
                <a:cubicBezTo>
                  <a:pt x="541110" y="127537"/>
                  <a:pt x="541544" y="131505"/>
                  <a:pt x="542414" y="133657"/>
                </a:cubicBezTo>
                <a:cubicBezTo>
                  <a:pt x="543082" y="135137"/>
                  <a:pt x="544319" y="136398"/>
                  <a:pt x="546124" y="137440"/>
                </a:cubicBezTo>
                <a:cubicBezTo>
                  <a:pt x="547930" y="138483"/>
                  <a:pt x="550872" y="139004"/>
                  <a:pt x="554950" y="139004"/>
                </a:cubicBezTo>
                <a:lnTo>
                  <a:pt x="554950" y="142615"/>
                </a:lnTo>
                <a:lnTo>
                  <a:pt x="509618" y="142615"/>
                </a:lnTo>
                <a:lnTo>
                  <a:pt x="509618" y="139004"/>
                </a:lnTo>
                <a:lnTo>
                  <a:pt x="511524" y="139004"/>
                </a:lnTo>
                <a:cubicBezTo>
                  <a:pt x="515469" y="139004"/>
                  <a:pt x="518544" y="138231"/>
                  <a:pt x="520751" y="136685"/>
                </a:cubicBezTo>
                <a:cubicBezTo>
                  <a:pt x="522289" y="135609"/>
                  <a:pt x="523392" y="133893"/>
                  <a:pt x="524060" y="131539"/>
                </a:cubicBezTo>
                <a:cubicBezTo>
                  <a:pt x="524328" y="130396"/>
                  <a:pt x="524461" y="127134"/>
                  <a:pt x="524461" y="121754"/>
                </a:cubicBezTo>
                <a:lnTo>
                  <a:pt x="524461" y="82496"/>
                </a:lnTo>
                <a:cubicBezTo>
                  <a:pt x="524461" y="75056"/>
                  <a:pt x="523559" y="69808"/>
                  <a:pt x="521754" y="66753"/>
                </a:cubicBezTo>
                <a:cubicBezTo>
                  <a:pt x="519146" y="62501"/>
                  <a:pt x="514967" y="60376"/>
                  <a:pt x="509217" y="60376"/>
                </a:cubicBezTo>
                <a:cubicBezTo>
                  <a:pt x="505674" y="60376"/>
                  <a:pt x="502113" y="61258"/>
                  <a:pt x="498536" y="63024"/>
                </a:cubicBezTo>
                <a:cubicBezTo>
                  <a:pt x="494959" y="64789"/>
                  <a:pt x="490630" y="68070"/>
                  <a:pt x="485548" y="72865"/>
                </a:cubicBezTo>
                <a:lnTo>
                  <a:pt x="485348" y="73965"/>
                </a:lnTo>
                <a:lnTo>
                  <a:pt x="485548" y="78246"/>
                </a:lnTo>
                <a:lnTo>
                  <a:pt x="485548" y="121754"/>
                </a:lnTo>
                <a:cubicBezTo>
                  <a:pt x="485548" y="128076"/>
                  <a:pt x="485899" y="132011"/>
                  <a:pt x="486601" y="133557"/>
                </a:cubicBezTo>
                <a:cubicBezTo>
                  <a:pt x="487303" y="135103"/>
                  <a:pt x="488624" y="136398"/>
                  <a:pt x="490563" y="137440"/>
                </a:cubicBezTo>
                <a:cubicBezTo>
                  <a:pt x="492502" y="138483"/>
                  <a:pt x="495812" y="139004"/>
                  <a:pt x="500492" y="139004"/>
                </a:cubicBezTo>
                <a:lnTo>
                  <a:pt x="500492" y="142615"/>
                </a:lnTo>
                <a:lnTo>
                  <a:pt x="454057" y="142615"/>
                </a:lnTo>
                <a:lnTo>
                  <a:pt x="454057" y="139004"/>
                </a:lnTo>
                <a:cubicBezTo>
                  <a:pt x="459138" y="139004"/>
                  <a:pt x="462632" y="138399"/>
                  <a:pt x="464537" y="137189"/>
                </a:cubicBezTo>
                <a:cubicBezTo>
                  <a:pt x="466443" y="135978"/>
                  <a:pt x="467763" y="134162"/>
                  <a:pt x="468499" y="131742"/>
                </a:cubicBezTo>
                <a:cubicBezTo>
                  <a:pt x="468833" y="130597"/>
                  <a:pt x="469000" y="127268"/>
                  <a:pt x="469000" y="121754"/>
                </a:cubicBezTo>
                <a:lnTo>
                  <a:pt x="469000" y="82521"/>
                </a:lnTo>
                <a:cubicBezTo>
                  <a:pt x="469000" y="75085"/>
                  <a:pt x="467897" y="69720"/>
                  <a:pt x="465691" y="66427"/>
                </a:cubicBezTo>
                <a:cubicBezTo>
                  <a:pt x="462749" y="62125"/>
                  <a:pt x="458637" y="59974"/>
                  <a:pt x="453355" y="59974"/>
                </a:cubicBezTo>
                <a:cubicBezTo>
                  <a:pt x="449744" y="59974"/>
                  <a:pt x="446167" y="60948"/>
                  <a:pt x="442624" y="62895"/>
                </a:cubicBezTo>
                <a:cubicBezTo>
                  <a:pt x="437074" y="65850"/>
                  <a:pt x="432795" y="69173"/>
                  <a:pt x="429786" y="72865"/>
                </a:cubicBezTo>
                <a:lnTo>
                  <a:pt x="429786" y="121754"/>
                </a:lnTo>
                <a:cubicBezTo>
                  <a:pt x="429786" y="127807"/>
                  <a:pt x="430204" y="131741"/>
                  <a:pt x="431040" y="133557"/>
                </a:cubicBezTo>
                <a:cubicBezTo>
                  <a:pt x="431876" y="135373"/>
                  <a:pt x="433113" y="136735"/>
                  <a:pt x="434751" y="137644"/>
                </a:cubicBezTo>
                <a:cubicBezTo>
                  <a:pt x="436389" y="138551"/>
                  <a:pt x="439715" y="139004"/>
                  <a:pt x="444730" y="139004"/>
                </a:cubicBezTo>
                <a:lnTo>
                  <a:pt x="444730" y="142615"/>
                </a:lnTo>
                <a:lnTo>
                  <a:pt x="399298" y="142615"/>
                </a:lnTo>
                <a:lnTo>
                  <a:pt x="399298" y="139004"/>
                </a:lnTo>
                <a:cubicBezTo>
                  <a:pt x="403510" y="139004"/>
                  <a:pt x="406452" y="138551"/>
                  <a:pt x="408123" y="137644"/>
                </a:cubicBezTo>
                <a:cubicBezTo>
                  <a:pt x="409795" y="136735"/>
                  <a:pt x="411065" y="135289"/>
                  <a:pt x="411934" y="133306"/>
                </a:cubicBezTo>
                <a:cubicBezTo>
                  <a:pt x="412804" y="131321"/>
                  <a:pt x="413238" y="127471"/>
                  <a:pt x="413238" y="121754"/>
                </a:cubicBezTo>
                <a:lnTo>
                  <a:pt x="413238" y="86852"/>
                </a:lnTo>
                <a:cubicBezTo>
                  <a:pt x="413238" y="76756"/>
                  <a:pt x="412937" y="70238"/>
                  <a:pt x="412336" y="67296"/>
                </a:cubicBezTo>
                <a:cubicBezTo>
                  <a:pt x="411868" y="65089"/>
                  <a:pt x="411132" y="63568"/>
                  <a:pt x="410129" y="62732"/>
                </a:cubicBezTo>
                <a:cubicBezTo>
                  <a:pt x="409126" y="61897"/>
                  <a:pt x="407756" y="61479"/>
                  <a:pt x="406017" y="61479"/>
                </a:cubicBezTo>
                <a:cubicBezTo>
                  <a:pt x="404145" y="61479"/>
                  <a:pt x="401905" y="61980"/>
                  <a:pt x="399298" y="62983"/>
                </a:cubicBezTo>
                <a:lnTo>
                  <a:pt x="397793" y="59373"/>
                </a:lnTo>
                <a:lnTo>
                  <a:pt x="425474" y="48140"/>
                </a:lnTo>
                <a:lnTo>
                  <a:pt x="429786" y="48140"/>
                </a:lnTo>
                <a:lnTo>
                  <a:pt x="429786" y="67869"/>
                </a:lnTo>
                <a:close/>
                <a:moveTo>
                  <a:pt x="614357" y="129483"/>
                </a:moveTo>
                <a:cubicBezTo>
                  <a:pt x="604929" y="136768"/>
                  <a:pt x="599012" y="140979"/>
                  <a:pt x="596605" y="142113"/>
                </a:cubicBezTo>
                <a:cubicBezTo>
                  <a:pt x="592994" y="143785"/>
                  <a:pt x="589150" y="144620"/>
                  <a:pt x="585071" y="144620"/>
                </a:cubicBezTo>
                <a:cubicBezTo>
                  <a:pt x="578720" y="144620"/>
                  <a:pt x="573488" y="142447"/>
                  <a:pt x="569376" y="138101"/>
                </a:cubicBezTo>
                <a:cubicBezTo>
                  <a:pt x="565264" y="133756"/>
                  <a:pt x="563208" y="128039"/>
                  <a:pt x="563208" y="120952"/>
                </a:cubicBezTo>
                <a:cubicBezTo>
                  <a:pt x="563208" y="116472"/>
                  <a:pt x="564211" y="112594"/>
                  <a:pt x="566217" y="109318"/>
                </a:cubicBezTo>
                <a:cubicBezTo>
                  <a:pt x="568958" y="104771"/>
                  <a:pt x="573722" y="100492"/>
                  <a:pt x="580508" y="96480"/>
                </a:cubicBezTo>
                <a:cubicBezTo>
                  <a:pt x="587295" y="92469"/>
                  <a:pt x="598577" y="87588"/>
                  <a:pt x="614357" y="81838"/>
                </a:cubicBezTo>
                <a:lnTo>
                  <a:pt x="614357" y="78240"/>
                </a:lnTo>
                <a:cubicBezTo>
                  <a:pt x="614357" y="69113"/>
                  <a:pt x="612902" y="62851"/>
                  <a:pt x="609994" y="59454"/>
                </a:cubicBezTo>
                <a:cubicBezTo>
                  <a:pt x="607085" y="56057"/>
                  <a:pt x="602856" y="54358"/>
                  <a:pt x="597307" y="54358"/>
                </a:cubicBezTo>
                <a:cubicBezTo>
                  <a:pt x="593095" y="54358"/>
                  <a:pt x="589752" y="55495"/>
                  <a:pt x="587278" y="57768"/>
                </a:cubicBezTo>
                <a:cubicBezTo>
                  <a:pt x="584737" y="60041"/>
                  <a:pt x="583467" y="62649"/>
                  <a:pt x="583467" y="65591"/>
                </a:cubicBezTo>
                <a:lnTo>
                  <a:pt x="583667" y="71408"/>
                </a:lnTo>
                <a:cubicBezTo>
                  <a:pt x="583667" y="74483"/>
                  <a:pt x="582882" y="76857"/>
                  <a:pt x="581310" y="78528"/>
                </a:cubicBezTo>
                <a:cubicBezTo>
                  <a:pt x="579739" y="80200"/>
                  <a:pt x="577683" y="81036"/>
                  <a:pt x="575143" y="81036"/>
                </a:cubicBezTo>
                <a:cubicBezTo>
                  <a:pt x="572669" y="81036"/>
                  <a:pt x="570646" y="80164"/>
                  <a:pt x="569075" y="78422"/>
                </a:cubicBezTo>
                <a:cubicBezTo>
                  <a:pt x="567504" y="76677"/>
                  <a:pt x="566718" y="74296"/>
                  <a:pt x="566718" y="71279"/>
                </a:cubicBezTo>
                <a:cubicBezTo>
                  <a:pt x="566718" y="65510"/>
                  <a:pt x="569660" y="60211"/>
                  <a:pt x="575544" y="55383"/>
                </a:cubicBezTo>
                <a:cubicBezTo>
                  <a:pt x="581427" y="50554"/>
                  <a:pt x="589685" y="48140"/>
                  <a:pt x="600316" y="48140"/>
                </a:cubicBezTo>
                <a:cubicBezTo>
                  <a:pt x="608473" y="48140"/>
                  <a:pt x="615159" y="49509"/>
                  <a:pt x="620374" y="52246"/>
                </a:cubicBezTo>
                <a:cubicBezTo>
                  <a:pt x="624319" y="54316"/>
                  <a:pt x="627227" y="57556"/>
                  <a:pt x="629099" y="61965"/>
                </a:cubicBezTo>
                <a:cubicBezTo>
                  <a:pt x="630303" y="64835"/>
                  <a:pt x="630905" y="70712"/>
                  <a:pt x="630905" y="79594"/>
                </a:cubicBezTo>
                <a:lnTo>
                  <a:pt x="630905" y="110747"/>
                </a:lnTo>
                <a:cubicBezTo>
                  <a:pt x="630905" y="119495"/>
                  <a:pt x="631072" y="124855"/>
                  <a:pt x="631406" y="126825"/>
                </a:cubicBezTo>
                <a:cubicBezTo>
                  <a:pt x="631740" y="128795"/>
                  <a:pt x="632292" y="130115"/>
                  <a:pt x="633061" y="130783"/>
                </a:cubicBezTo>
                <a:cubicBezTo>
                  <a:pt x="633830" y="131450"/>
                  <a:pt x="634716" y="131783"/>
                  <a:pt x="635719" y="131783"/>
                </a:cubicBezTo>
                <a:cubicBezTo>
                  <a:pt x="636788" y="131783"/>
                  <a:pt x="637724" y="131549"/>
                  <a:pt x="638527" y="131081"/>
                </a:cubicBezTo>
                <a:cubicBezTo>
                  <a:pt x="639931" y="130212"/>
                  <a:pt x="642639" y="127771"/>
                  <a:pt x="646650" y="123760"/>
                </a:cubicBezTo>
                <a:lnTo>
                  <a:pt x="646650" y="129376"/>
                </a:lnTo>
                <a:cubicBezTo>
                  <a:pt x="639162" y="139405"/>
                  <a:pt x="632008" y="144420"/>
                  <a:pt x="625188" y="144420"/>
                </a:cubicBezTo>
                <a:cubicBezTo>
                  <a:pt x="621912" y="144420"/>
                  <a:pt x="619304" y="143292"/>
                  <a:pt x="617365" y="141035"/>
                </a:cubicBezTo>
                <a:cubicBezTo>
                  <a:pt x="615426" y="138776"/>
                  <a:pt x="614423" y="134926"/>
                  <a:pt x="614357" y="129483"/>
                </a:cubicBezTo>
                <a:moveTo>
                  <a:pt x="614357" y="122979"/>
                </a:moveTo>
                <a:lnTo>
                  <a:pt x="614357" y="88056"/>
                </a:lnTo>
                <a:cubicBezTo>
                  <a:pt x="604261" y="92059"/>
                  <a:pt x="597742" y="94895"/>
                  <a:pt x="594800" y="96562"/>
                </a:cubicBezTo>
                <a:cubicBezTo>
                  <a:pt x="589518" y="99498"/>
                  <a:pt x="585740" y="102567"/>
                  <a:pt x="583467" y="105770"/>
                </a:cubicBezTo>
                <a:cubicBezTo>
                  <a:pt x="581193" y="108971"/>
                  <a:pt x="580057" y="112473"/>
                  <a:pt x="580057" y="116276"/>
                </a:cubicBezTo>
                <a:cubicBezTo>
                  <a:pt x="580057" y="121079"/>
                  <a:pt x="581494" y="125066"/>
                  <a:pt x="584369" y="128235"/>
                </a:cubicBezTo>
                <a:cubicBezTo>
                  <a:pt x="587244" y="131403"/>
                  <a:pt x="590554" y="132987"/>
                  <a:pt x="594298" y="132987"/>
                </a:cubicBezTo>
                <a:cubicBezTo>
                  <a:pt x="599380" y="132987"/>
                  <a:pt x="606066" y="129651"/>
                  <a:pt x="614357" y="122979"/>
                </a:cubicBezTo>
                <a:close/>
                <a:moveTo>
                  <a:pt x="685094" y="0"/>
                </a:moveTo>
                <a:lnTo>
                  <a:pt x="685094" y="121754"/>
                </a:lnTo>
                <a:cubicBezTo>
                  <a:pt x="685094" y="127537"/>
                  <a:pt x="685511" y="131371"/>
                  <a:pt x="686347" y="133256"/>
                </a:cubicBezTo>
                <a:cubicBezTo>
                  <a:pt x="687183" y="135139"/>
                  <a:pt x="688470" y="136568"/>
                  <a:pt x="690208" y="137544"/>
                </a:cubicBezTo>
                <a:cubicBezTo>
                  <a:pt x="691947" y="138517"/>
                  <a:pt x="695190" y="139004"/>
                  <a:pt x="699937" y="139004"/>
                </a:cubicBezTo>
                <a:lnTo>
                  <a:pt x="699937" y="142615"/>
                </a:lnTo>
                <a:lnTo>
                  <a:pt x="654906" y="142615"/>
                </a:lnTo>
                <a:lnTo>
                  <a:pt x="654906" y="139004"/>
                </a:lnTo>
                <a:cubicBezTo>
                  <a:pt x="659118" y="139004"/>
                  <a:pt x="661993" y="138567"/>
                  <a:pt x="663531" y="137694"/>
                </a:cubicBezTo>
                <a:cubicBezTo>
                  <a:pt x="665069" y="136819"/>
                  <a:pt x="666272" y="135373"/>
                  <a:pt x="667141" y="133356"/>
                </a:cubicBezTo>
                <a:cubicBezTo>
                  <a:pt x="668011" y="131338"/>
                  <a:pt x="668445" y="127471"/>
                  <a:pt x="668445" y="121754"/>
                </a:cubicBezTo>
                <a:lnTo>
                  <a:pt x="668445" y="38512"/>
                </a:lnTo>
                <a:cubicBezTo>
                  <a:pt x="668445" y="28148"/>
                  <a:pt x="668211" y="21780"/>
                  <a:pt x="667743" y="19406"/>
                </a:cubicBezTo>
                <a:cubicBezTo>
                  <a:pt x="667275" y="17033"/>
                  <a:pt x="666523" y="15411"/>
                  <a:pt x="665487" y="14542"/>
                </a:cubicBezTo>
                <a:cubicBezTo>
                  <a:pt x="664450" y="13673"/>
                  <a:pt x="663130" y="13238"/>
                  <a:pt x="661525" y="13238"/>
                </a:cubicBezTo>
                <a:cubicBezTo>
                  <a:pt x="659787" y="13238"/>
                  <a:pt x="657580" y="13773"/>
                  <a:pt x="654906" y="14843"/>
                </a:cubicBezTo>
                <a:lnTo>
                  <a:pt x="653201" y="11233"/>
                </a:lnTo>
                <a:lnTo>
                  <a:pt x="680580" y="0"/>
                </a:lnTo>
                <a:lnTo>
                  <a:pt x="685094" y="0"/>
                </a:lnTo>
                <a:close/>
                <a:moveTo>
                  <a:pt x="839577" y="142615"/>
                </a:moveTo>
                <a:lnTo>
                  <a:pt x="787024" y="28182"/>
                </a:lnTo>
                <a:lnTo>
                  <a:pt x="787024" y="118946"/>
                </a:lnTo>
                <a:cubicBezTo>
                  <a:pt x="787024" y="127303"/>
                  <a:pt x="787927" y="132519"/>
                  <a:pt x="789732" y="134591"/>
                </a:cubicBezTo>
                <a:cubicBezTo>
                  <a:pt x="792206" y="137399"/>
                  <a:pt x="796117" y="138804"/>
                  <a:pt x="801466" y="138804"/>
                </a:cubicBezTo>
                <a:lnTo>
                  <a:pt x="806280" y="138804"/>
                </a:lnTo>
                <a:lnTo>
                  <a:pt x="806280" y="142615"/>
                </a:lnTo>
                <a:lnTo>
                  <a:pt x="758943" y="142615"/>
                </a:lnTo>
                <a:lnTo>
                  <a:pt x="758943" y="138804"/>
                </a:lnTo>
                <a:lnTo>
                  <a:pt x="763757" y="138804"/>
                </a:lnTo>
                <a:cubicBezTo>
                  <a:pt x="769507" y="138804"/>
                  <a:pt x="773585" y="137065"/>
                  <a:pt x="775992" y="133588"/>
                </a:cubicBezTo>
                <a:cubicBezTo>
                  <a:pt x="777463" y="131449"/>
                  <a:pt x="778199" y="126568"/>
                  <a:pt x="778199" y="118946"/>
                </a:cubicBezTo>
                <a:lnTo>
                  <a:pt x="778199" y="30288"/>
                </a:lnTo>
                <a:cubicBezTo>
                  <a:pt x="778199" y="24271"/>
                  <a:pt x="777530" y="19925"/>
                  <a:pt x="776193" y="17250"/>
                </a:cubicBezTo>
                <a:cubicBezTo>
                  <a:pt x="775257" y="15311"/>
                  <a:pt x="773535" y="13690"/>
                  <a:pt x="771028" y="12386"/>
                </a:cubicBezTo>
                <a:cubicBezTo>
                  <a:pt x="768520" y="11082"/>
                  <a:pt x="764492" y="10430"/>
                  <a:pt x="758943" y="10430"/>
                </a:cubicBezTo>
                <a:lnTo>
                  <a:pt x="758943" y="6619"/>
                </a:lnTo>
                <a:lnTo>
                  <a:pt x="797455" y="6619"/>
                </a:lnTo>
                <a:lnTo>
                  <a:pt x="846798" y="113007"/>
                </a:lnTo>
                <a:lnTo>
                  <a:pt x="895339" y="6619"/>
                </a:lnTo>
                <a:lnTo>
                  <a:pt x="933851" y="6619"/>
                </a:lnTo>
                <a:lnTo>
                  <a:pt x="933851" y="10430"/>
                </a:lnTo>
                <a:lnTo>
                  <a:pt x="929137" y="10430"/>
                </a:lnTo>
                <a:cubicBezTo>
                  <a:pt x="923320" y="10430"/>
                  <a:pt x="919208" y="12169"/>
                  <a:pt x="916801" y="15645"/>
                </a:cubicBezTo>
                <a:cubicBezTo>
                  <a:pt x="915331" y="17785"/>
                  <a:pt x="914595" y="22666"/>
                  <a:pt x="914595" y="30288"/>
                </a:cubicBezTo>
                <a:lnTo>
                  <a:pt x="914595" y="118946"/>
                </a:lnTo>
                <a:cubicBezTo>
                  <a:pt x="914595" y="127303"/>
                  <a:pt x="915531" y="132519"/>
                  <a:pt x="917403" y="134591"/>
                </a:cubicBezTo>
                <a:cubicBezTo>
                  <a:pt x="919877" y="137399"/>
                  <a:pt x="923788" y="138804"/>
                  <a:pt x="929137" y="138804"/>
                </a:cubicBezTo>
                <a:lnTo>
                  <a:pt x="933851" y="138804"/>
                </a:lnTo>
                <a:lnTo>
                  <a:pt x="933851" y="142615"/>
                </a:lnTo>
                <a:lnTo>
                  <a:pt x="876083" y="142615"/>
                </a:lnTo>
                <a:lnTo>
                  <a:pt x="876083" y="138804"/>
                </a:lnTo>
                <a:lnTo>
                  <a:pt x="880897" y="138804"/>
                </a:lnTo>
                <a:cubicBezTo>
                  <a:pt x="886714" y="138804"/>
                  <a:pt x="890793" y="137065"/>
                  <a:pt x="893133" y="133588"/>
                </a:cubicBezTo>
                <a:cubicBezTo>
                  <a:pt x="894604" y="131449"/>
                  <a:pt x="895339" y="126568"/>
                  <a:pt x="895339" y="118946"/>
                </a:cubicBezTo>
                <a:lnTo>
                  <a:pt x="895339" y="28182"/>
                </a:lnTo>
                <a:lnTo>
                  <a:pt x="842887" y="142615"/>
                </a:lnTo>
                <a:lnTo>
                  <a:pt x="839577" y="142615"/>
                </a:lnTo>
                <a:close/>
                <a:moveTo>
                  <a:pt x="1025084" y="50748"/>
                </a:moveTo>
                <a:lnTo>
                  <a:pt x="1025084" y="106710"/>
                </a:lnTo>
                <a:cubicBezTo>
                  <a:pt x="1025084" y="117209"/>
                  <a:pt x="1025335" y="123631"/>
                  <a:pt x="1025836" y="125976"/>
                </a:cubicBezTo>
                <a:cubicBezTo>
                  <a:pt x="1026338" y="128318"/>
                  <a:pt x="1027140" y="129955"/>
                  <a:pt x="1028243" y="130887"/>
                </a:cubicBezTo>
                <a:cubicBezTo>
                  <a:pt x="1029347" y="131819"/>
                  <a:pt x="1030634" y="132285"/>
                  <a:pt x="1032105" y="132285"/>
                </a:cubicBezTo>
                <a:cubicBezTo>
                  <a:pt x="1034177" y="132285"/>
                  <a:pt x="1036517" y="131716"/>
                  <a:pt x="1039125" y="130580"/>
                </a:cubicBezTo>
                <a:lnTo>
                  <a:pt x="1040529" y="134190"/>
                </a:lnTo>
                <a:lnTo>
                  <a:pt x="1013049" y="145423"/>
                </a:lnTo>
                <a:lnTo>
                  <a:pt x="1008536" y="145423"/>
                </a:lnTo>
                <a:lnTo>
                  <a:pt x="1008536" y="126057"/>
                </a:lnTo>
                <a:cubicBezTo>
                  <a:pt x="1000647" y="134576"/>
                  <a:pt x="994629" y="139933"/>
                  <a:pt x="990484" y="142129"/>
                </a:cubicBezTo>
                <a:cubicBezTo>
                  <a:pt x="986338" y="144325"/>
                  <a:pt x="981959" y="145423"/>
                  <a:pt x="977345" y="145423"/>
                </a:cubicBezTo>
                <a:cubicBezTo>
                  <a:pt x="972197" y="145423"/>
                  <a:pt x="967734" y="143935"/>
                  <a:pt x="963957" y="140960"/>
                </a:cubicBezTo>
                <a:cubicBezTo>
                  <a:pt x="960179" y="137984"/>
                  <a:pt x="957555" y="134157"/>
                  <a:pt x="956084" y="129476"/>
                </a:cubicBezTo>
                <a:cubicBezTo>
                  <a:pt x="954613" y="124796"/>
                  <a:pt x="953877" y="118177"/>
                  <a:pt x="953877" y="109619"/>
                </a:cubicBezTo>
                <a:lnTo>
                  <a:pt x="953877" y="68599"/>
                </a:lnTo>
                <a:cubicBezTo>
                  <a:pt x="953877" y="64222"/>
                  <a:pt x="953409" y="61192"/>
                  <a:pt x="952473" y="59511"/>
                </a:cubicBezTo>
                <a:cubicBezTo>
                  <a:pt x="951537" y="57826"/>
                  <a:pt x="950150" y="56530"/>
                  <a:pt x="948311" y="55621"/>
                </a:cubicBezTo>
                <a:cubicBezTo>
                  <a:pt x="946472" y="54712"/>
                  <a:pt x="943146" y="54291"/>
                  <a:pt x="938332" y="54358"/>
                </a:cubicBezTo>
                <a:lnTo>
                  <a:pt x="938332" y="50748"/>
                </a:lnTo>
                <a:lnTo>
                  <a:pt x="970526" y="50748"/>
                </a:lnTo>
                <a:lnTo>
                  <a:pt x="970526" y="112301"/>
                </a:lnTo>
                <a:cubicBezTo>
                  <a:pt x="970526" y="120870"/>
                  <a:pt x="972013" y="126494"/>
                  <a:pt x="974989" y="129172"/>
                </a:cubicBezTo>
                <a:cubicBezTo>
                  <a:pt x="977964" y="131849"/>
                  <a:pt x="981558" y="133187"/>
                  <a:pt x="985770" y="133187"/>
                </a:cubicBezTo>
                <a:cubicBezTo>
                  <a:pt x="988645" y="133187"/>
                  <a:pt x="991904" y="132284"/>
                  <a:pt x="995548" y="130476"/>
                </a:cubicBezTo>
                <a:cubicBezTo>
                  <a:pt x="999192" y="128669"/>
                  <a:pt x="1003522" y="125221"/>
                  <a:pt x="1008536" y="120134"/>
                </a:cubicBezTo>
                <a:lnTo>
                  <a:pt x="1008536" y="68198"/>
                </a:lnTo>
                <a:cubicBezTo>
                  <a:pt x="1008536" y="62868"/>
                  <a:pt x="1007583" y="59263"/>
                  <a:pt x="1005678" y="57382"/>
                </a:cubicBezTo>
                <a:cubicBezTo>
                  <a:pt x="1003772" y="55502"/>
                  <a:pt x="999811" y="54494"/>
                  <a:pt x="993793" y="54358"/>
                </a:cubicBezTo>
                <a:lnTo>
                  <a:pt x="993793" y="50748"/>
                </a:lnTo>
                <a:lnTo>
                  <a:pt x="1025084" y="50748"/>
                </a:lnTo>
                <a:close/>
                <a:moveTo>
                  <a:pt x="1073926" y="20459"/>
                </a:moveTo>
                <a:lnTo>
                  <a:pt x="1073926" y="50748"/>
                </a:lnTo>
                <a:lnTo>
                  <a:pt x="1095389" y="50748"/>
                </a:lnTo>
                <a:lnTo>
                  <a:pt x="1095389" y="57567"/>
                </a:lnTo>
                <a:lnTo>
                  <a:pt x="1073926" y="57768"/>
                </a:lnTo>
                <a:lnTo>
                  <a:pt x="1073926" y="117423"/>
                </a:lnTo>
                <a:cubicBezTo>
                  <a:pt x="1073926" y="123380"/>
                  <a:pt x="1074779" y="127396"/>
                  <a:pt x="1076484" y="129473"/>
                </a:cubicBezTo>
                <a:cubicBezTo>
                  <a:pt x="1078189" y="131548"/>
                  <a:pt x="1080378" y="132585"/>
                  <a:pt x="1083053" y="132585"/>
                </a:cubicBezTo>
                <a:cubicBezTo>
                  <a:pt x="1085259" y="132585"/>
                  <a:pt x="1087399" y="131892"/>
                  <a:pt x="1089471" y="130504"/>
                </a:cubicBezTo>
                <a:cubicBezTo>
                  <a:pt x="1091544" y="129117"/>
                  <a:pt x="1093149" y="127069"/>
                  <a:pt x="1094285" y="124362"/>
                </a:cubicBezTo>
                <a:lnTo>
                  <a:pt x="1098197" y="124362"/>
                </a:lnTo>
                <a:cubicBezTo>
                  <a:pt x="1095857" y="130947"/>
                  <a:pt x="1092547" y="135903"/>
                  <a:pt x="1088268" y="139230"/>
                </a:cubicBezTo>
                <a:cubicBezTo>
                  <a:pt x="1083989" y="142556"/>
                  <a:pt x="1079576" y="144219"/>
                  <a:pt x="1075029" y="144219"/>
                </a:cubicBezTo>
                <a:cubicBezTo>
                  <a:pt x="1071954" y="144219"/>
                  <a:pt x="1068945" y="143364"/>
                  <a:pt x="1066003" y="141652"/>
                </a:cubicBezTo>
                <a:cubicBezTo>
                  <a:pt x="1063061" y="139941"/>
                  <a:pt x="1060888" y="137492"/>
                  <a:pt x="1059484" y="134306"/>
                </a:cubicBezTo>
                <a:cubicBezTo>
                  <a:pt x="1058080" y="131120"/>
                  <a:pt x="1057378" y="126205"/>
                  <a:pt x="1057378" y="119563"/>
                </a:cubicBezTo>
                <a:lnTo>
                  <a:pt x="1057378" y="57567"/>
                </a:lnTo>
                <a:lnTo>
                  <a:pt x="1042836" y="57567"/>
                </a:lnTo>
                <a:lnTo>
                  <a:pt x="1042836" y="54352"/>
                </a:lnTo>
                <a:cubicBezTo>
                  <a:pt x="1046513" y="52889"/>
                  <a:pt x="1050274" y="50413"/>
                  <a:pt x="1054119" y="46924"/>
                </a:cubicBezTo>
                <a:cubicBezTo>
                  <a:pt x="1057963" y="43435"/>
                  <a:pt x="1061390" y="39276"/>
                  <a:pt x="1064399" y="34447"/>
                </a:cubicBezTo>
                <a:cubicBezTo>
                  <a:pt x="1065936" y="31898"/>
                  <a:pt x="1068076" y="27235"/>
                  <a:pt x="1070817" y="20459"/>
                </a:cubicBezTo>
                <a:lnTo>
                  <a:pt x="1073926" y="20459"/>
                </a:lnTo>
                <a:close/>
                <a:moveTo>
                  <a:pt x="1156400" y="129483"/>
                </a:moveTo>
                <a:cubicBezTo>
                  <a:pt x="1146973" y="136768"/>
                  <a:pt x="1141056" y="140979"/>
                  <a:pt x="1138649" y="142113"/>
                </a:cubicBezTo>
                <a:cubicBezTo>
                  <a:pt x="1135038" y="143785"/>
                  <a:pt x="1131194" y="144620"/>
                  <a:pt x="1127115" y="144620"/>
                </a:cubicBezTo>
                <a:cubicBezTo>
                  <a:pt x="1120763" y="144620"/>
                  <a:pt x="1115531" y="142447"/>
                  <a:pt x="1111420" y="138101"/>
                </a:cubicBezTo>
                <a:cubicBezTo>
                  <a:pt x="1107308" y="133756"/>
                  <a:pt x="1105252" y="128039"/>
                  <a:pt x="1105252" y="120952"/>
                </a:cubicBezTo>
                <a:cubicBezTo>
                  <a:pt x="1105252" y="116472"/>
                  <a:pt x="1106255" y="112594"/>
                  <a:pt x="1108260" y="109318"/>
                </a:cubicBezTo>
                <a:cubicBezTo>
                  <a:pt x="1111002" y="104771"/>
                  <a:pt x="1115765" y="100492"/>
                  <a:pt x="1122552" y="96480"/>
                </a:cubicBezTo>
                <a:cubicBezTo>
                  <a:pt x="1129338" y="92469"/>
                  <a:pt x="1140621" y="87588"/>
                  <a:pt x="1156400" y="81838"/>
                </a:cubicBezTo>
                <a:lnTo>
                  <a:pt x="1156400" y="78240"/>
                </a:lnTo>
                <a:cubicBezTo>
                  <a:pt x="1156400" y="69113"/>
                  <a:pt x="1154946" y="62851"/>
                  <a:pt x="1152038" y="59454"/>
                </a:cubicBezTo>
                <a:cubicBezTo>
                  <a:pt x="1149129" y="56057"/>
                  <a:pt x="1144900" y="54358"/>
                  <a:pt x="1139351" y="54358"/>
                </a:cubicBezTo>
                <a:cubicBezTo>
                  <a:pt x="1135138" y="54358"/>
                  <a:pt x="1131795" y="55495"/>
                  <a:pt x="1129322" y="57768"/>
                </a:cubicBezTo>
                <a:cubicBezTo>
                  <a:pt x="1126781" y="60041"/>
                  <a:pt x="1125510" y="62649"/>
                  <a:pt x="1125510" y="65591"/>
                </a:cubicBezTo>
                <a:lnTo>
                  <a:pt x="1125711" y="71408"/>
                </a:lnTo>
                <a:cubicBezTo>
                  <a:pt x="1125711" y="74483"/>
                  <a:pt x="1124925" y="76857"/>
                  <a:pt x="1123354" y="78528"/>
                </a:cubicBezTo>
                <a:cubicBezTo>
                  <a:pt x="1121783" y="80200"/>
                  <a:pt x="1119727" y="81036"/>
                  <a:pt x="1117186" y="81036"/>
                </a:cubicBezTo>
                <a:cubicBezTo>
                  <a:pt x="1114712" y="81036"/>
                  <a:pt x="1112690" y="80164"/>
                  <a:pt x="1111119" y="78422"/>
                </a:cubicBezTo>
                <a:cubicBezTo>
                  <a:pt x="1109547" y="76677"/>
                  <a:pt x="1108762" y="74296"/>
                  <a:pt x="1108762" y="71279"/>
                </a:cubicBezTo>
                <a:cubicBezTo>
                  <a:pt x="1108762" y="65510"/>
                  <a:pt x="1111704" y="60211"/>
                  <a:pt x="1117587" y="55383"/>
                </a:cubicBezTo>
                <a:cubicBezTo>
                  <a:pt x="1123471" y="50554"/>
                  <a:pt x="1131729" y="48140"/>
                  <a:pt x="1142359" y="48140"/>
                </a:cubicBezTo>
                <a:cubicBezTo>
                  <a:pt x="1150517" y="48140"/>
                  <a:pt x="1157203" y="49509"/>
                  <a:pt x="1162418" y="52246"/>
                </a:cubicBezTo>
                <a:cubicBezTo>
                  <a:pt x="1166363" y="54316"/>
                  <a:pt x="1169271" y="57556"/>
                  <a:pt x="1171143" y="61965"/>
                </a:cubicBezTo>
                <a:cubicBezTo>
                  <a:pt x="1172347" y="64835"/>
                  <a:pt x="1172948" y="70712"/>
                  <a:pt x="1172948" y="79594"/>
                </a:cubicBezTo>
                <a:lnTo>
                  <a:pt x="1172948" y="110747"/>
                </a:lnTo>
                <a:cubicBezTo>
                  <a:pt x="1172948" y="119495"/>
                  <a:pt x="1173116" y="124855"/>
                  <a:pt x="1173450" y="126825"/>
                </a:cubicBezTo>
                <a:cubicBezTo>
                  <a:pt x="1173784" y="128795"/>
                  <a:pt x="1174336" y="130115"/>
                  <a:pt x="1175105" y="130783"/>
                </a:cubicBezTo>
                <a:cubicBezTo>
                  <a:pt x="1175874" y="131450"/>
                  <a:pt x="1176759" y="131783"/>
                  <a:pt x="1177762" y="131783"/>
                </a:cubicBezTo>
                <a:cubicBezTo>
                  <a:pt x="1178832" y="131783"/>
                  <a:pt x="1179768" y="131549"/>
                  <a:pt x="1180571" y="131081"/>
                </a:cubicBezTo>
                <a:cubicBezTo>
                  <a:pt x="1181975" y="130212"/>
                  <a:pt x="1184683" y="127771"/>
                  <a:pt x="1188694" y="123760"/>
                </a:cubicBezTo>
                <a:lnTo>
                  <a:pt x="1188694" y="129376"/>
                </a:lnTo>
                <a:cubicBezTo>
                  <a:pt x="1181206" y="139405"/>
                  <a:pt x="1174052" y="144420"/>
                  <a:pt x="1167232" y="144420"/>
                </a:cubicBezTo>
                <a:cubicBezTo>
                  <a:pt x="1163956" y="144420"/>
                  <a:pt x="1161348" y="143292"/>
                  <a:pt x="1159409" y="141035"/>
                </a:cubicBezTo>
                <a:cubicBezTo>
                  <a:pt x="1157470" y="138776"/>
                  <a:pt x="1156467" y="134926"/>
                  <a:pt x="1156400" y="129483"/>
                </a:cubicBezTo>
                <a:moveTo>
                  <a:pt x="1156400" y="122979"/>
                </a:moveTo>
                <a:lnTo>
                  <a:pt x="1156400" y="88056"/>
                </a:lnTo>
                <a:cubicBezTo>
                  <a:pt x="1146304" y="92059"/>
                  <a:pt x="1139785" y="94895"/>
                  <a:pt x="1136843" y="96562"/>
                </a:cubicBezTo>
                <a:cubicBezTo>
                  <a:pt x="1131561" y="99498"/>
                  <a:pt x="1127784" y="102567"/>
                  <a:pt x="1125510" y="105770"/>
                </a:cubicBezTo>
                <a:cubicBezTo>
                  <a:pt x="1123237" y="108971"/>
                  <a:pt x="1122101" y="112473"/>
                  <a:pt x="1122101" y="116276"/>
                </a:cubicBezTo>
                <a:cubicBezTo>
                  <a:pt x="1122101" y="121079"/>
                  <a:pt x="1123538" y="125066"/>
                  <a:pt x="1126413" y="128235"/>
                </a:cubicBezTo>
                <a:cubicBezTo>
                  <a:pt x="1129288" y="131403"/>
                  <a:pt x="1132598" y="132987"/>
                  <a:pt x="1136342" y="132987"/>
                </a:cubicBezTo>
                <a:cubicBezTo>
                  <a:pt x="1141423" y="132987"/>
                  <a:pt x="1148110" y="129651"/>
                  <a:pt x="1156400" y="122979"/>
                </a:cubicBezTo>
                <a:close/>
                <a:moveTo>
                  <a:pt x="1222222" y="20459"/>
                </a:moveTo>
                <a:lnTo>
                  <a:pt x="1222222" y="50748"/>
                </a:lnTo>
                <a:lnTo>
                  <a:pt x="1243684" y="50748"/>
                </a:lnTo>
                <a:lnTo>
                  <a:pt x="1243684" y="57567"/>
                </a:lnTo>
                <a:lnTo>
                  <a:pt x="1222222" y="57768"/>
                </a:lnTo>
                <a:lnTo>
                  <a:pt x="1222222" y="117423"/>
                </a:lnTo>
                <a:cubicBezTo>
                  <a:pt x="1222222" y="123380"/>
                  <a:pt x="1223074" y="127396"/>
                  <a:pt x="1224779" y="129473"/>
                </a:cubicBezTo>
                <a:cubicBezTo>
                  <a:pt x="1226484" y="131548"/>
                  <a:pt x="1228674" y="132585"/>
                  <a:pt x="1231348" y="132585"/>
                </a:cubicBezTo>
                <a:cubicBezTo>
                  <a:pt x="1233555" y="132585"/>
                  <a:pt x="1235694" y="131892"/>
                  <a:pt x="1237767" y="130504"/>
                </a:cubicBezTo>
                <a:cubicBezTo>
                  <a:pt x="1239840" y="129117"/>
                  <a:pt x="1241444" y="127069"/>
                  <a:pt x="1242581" y="124362"/>
                </a:cubicBezTo>
                <a:lnTo>
                  <a:pt x="1246492" y="124362"/>
                </a:lnTo>
                <a:cubicBezTo>
                  <a:pt x="1244152" y="130947"/>
                  <a:pt x="1240843" y="135903"/>
                  <a:pt x="1236564" y="139230"/>
                </a:cubicBezTo>
                <a:cubicBezTo>
                  <a:pt x="1232285" y="142556"/>
                  <a:pt x="1227872" y="144219"/>
                  <a:pt x="1223325" y="144219"/>
                </a:cubicBezTo>
                <a:cubicBezTo>
                  <a:pt x="1220250" y="144219"/>
                  <a:pt x="1217241" y="143364"/>
                  <a:pt x="1214299" y="141652"/>
                </a:cubicBezTo>
                <a:cubicBezTo>
                  <a:pt x="1211357" y="139941"/>
                  <a:pt x="1209184" y="137492"/>
                  <a:pt x="1207780" y="134306"/>
                </a:cubicBezTo>
                <a:cubicBezTo>
                  <a:pt x="1206376" y="131120"/>
                  <a:pt x="1205674" y="126205"/>
                  <a:pt x="1205674" y="119563"/>
                </a:cubicBezTo>
                <a:lnTo>
                  <a:pt x="1205674" y="57567"/>
                </a:lnTo>
                <a:lnTo>
                  <a:pt x="1191132" y="57567"/>
                </a:lnTo>
                <a:lnTo>
                  <a:pt x="1191132" y="54352"/>
                </a:lnTo>
                <a:cubicBezTo>
                  <a:pt x="1194809" y="52889"/>
                  <a:pt x="1198570" y="50413"/>
                  <a:pt x="1202414" y="46924"/>
                </a:cubicBezTo>
                <a:cubicBezTo>
                  <a:pt x="1206259" y="43435"/>
                  <a:pt x="1209685" y="39276"/>
                  <a:pt x="1212694" y="34447"/>
                </a:cubicBezTo>
                <a:cubicBezTo>
                  <a:pt x="1214232" y="31898"/>
                  <a:pt x="1216372" y="27235"/>
                  <a:pt x="1219113" y="20459"/>
                </a:cubicBezTo>
                <a:lnTo>
                  <a:pt x="1222222" y="20459"/>
                </a:lnTo>
                <a:close/>
                <a:moveTo>
                  <a:pt x="1276013" y="0"/>
                </a:moveTo>
                <a:cubicBezTo>
                  <a:pt x="1278822" y="0"/>
                  <a:pt x="1281212" y="991"/>
                  <a:pt x="1283184" y="2974"/>
                </a:cubicBezTo>
                <a:cubicBezTo>
                  <a:pt x="1285157" y="4955"/>
                  <a:pt x="1286143" y="7357"/>
                  <a:pt x="1286143" y="10180"/>
                </a:cubicBezTo>
                <a:cubicBezTo>
                  <a:pt x="1286143" y="13002"/>
                  <a:pt x="1285157" y="15422"/>
                  <a:pt x="1283184" y="17438"/>
                </a:cubicBezTo>
                <a:cubicBezTo>
                  <a:pt x="1281212" y="19452"/>
                  <a:pt x="1278822" y="20459"/>
                  <a:pt x="1276013" y="20459"/>
                </a:cubicBezTo>
                <a:cubicBezTo>
                  <a:pt x="1273205" y="20459"/>
                  <a:pt x="1270798" y="19452"/>
                  <a:pt x="1268792" y="17438"/>
                </a:cubicBezTo>
                <a:cubicBezTo>
                  <a:pt x="1266787" y="15422"/>
                  <a:pt x="1265784" y="13002"/>
                  <a:pt x="1265784" y="10180"/>
                </a:cubicBezTo>
                <a:cubicBezTo>
                  <a:pt x="1265784" y="7357"/>
                  <a:pt x="1266770" y="4955"/>
                  <a:pt x="1268742" y="2974"/>
                </a:cubicBezTo>
                <a:cubicBezTo>
                  <a:pt x="1270715" y="991"/>
                  <a:pt x="1273138" y="0"/>
                  <a:pt x="1276013" y="0"/>
                </a:cubicBezTo>
                <a:moveTo>
                  <a:pt x="1284338" y="48140"/>
                </a:moveTo>
                <a:lnTo>
                  <a:pt x="1284338" y="121754"/>
                </a:lnTo>
                <a:cubicBezTo>
                  <a:pt x="1284338" y="127537"/>
                  <a:pt x="1284756" y="131388"/>
                  <a:pt x="1285591" y="133306"/>
                </a:cubicBezTo>
                <a:cubicBezTo>
                  <a:pt x="1286427" y="135222"/>
                  <a:pt x="1287664" y="136651"/>
                  <a:pt x="1289302" y="137594"/>
                </a:cubicBezTo>
                <a:cubicBezTo>
                  <a:pt x="1290940" y="138534"/>
                  <a:pt x="1293932" y="139004"/>
                  <a:pt x="1298278" y="139004"/>
                </a:cubicBezTo>
                <a:lnTo>
                  <a:pt x="1298278" y="142615"/>
                </a:lnTo>
                <a:lnTo>
                  <a:pt x="1253648" y="142615"/>
                </a:lnTo>
                <a:lnTo>
                  <a:pt x="1253648" y="139004"/>
                </a:lnTo>
                <a:cubicBezTo>
                  <a:pt x="1258128" y="139004"/>
                  <a:pt x="1261137" y="138567"/>
                  <a:pt x="1262675" y="137694"/>
                </a:cubicBezTo>
                <a:cubicBezTo>
                  <a:pt x="1264212" y="136819"/>
                  <a:pt x="1265433" y="135373"/>
                  <a:pt x="1266335" y="133356"/>
                </a:cubicBezTo>
                <a:cubicBezTo>
                  <a:pt x="1267238" y="131338"/>
                  <a:pt x="1267689" y="127471"/>
                  <a:pt x="1267689" y="121754"/>
                </a:cubicBezTo>
                <a:lnTo>
                  <a:pt x="1267689" y="86652"/>
                </a:lnTo>
                <a:cubicBezTo>
                  <a:pt x="1267689" y="76648"/>
                  <a:pt x="1267388" y="70169"/>
                  <a:pt x="1266787" y="67214"/>
                </a:cubicBezTo>
                <a:cubicBezTo>
                  <a:pt x="1266319" y="65064"/>
                  <a:pt x="1265583" y="63571"/>
                  <a:pt x="1264580" y="62736"/>
                </a:cubicBezTo>
                <a:cubicBezTo>
                  <a:pt x="1263577" y="61898"/>
                  <a:pt x="1262207" y="61479"/>
                  <a:pt x="1260468" y="61479"/>
                </a:cubicBezTo>
                <a:cubicBezTo>
                  <a:pt x="1258596" y="61479"/>
                  <a:pt x="1256323" y="61980"/>
                  <a:pt x="1253648" y="62983"/>
                </a:cubicBezTo>
                <a:lnTo>
                  <a:pt x="1252244" y="59373"/>
                </a:lnTo>
                <a:lnTo>
                  <a:pt x="1279925" y="48140"/>
                </a:lnTo>
                <a:lnTo>
                  <a:pt x="1284338" y="48140"/>
                </a:lnTo>
                <a:close/>
                <a:moveTo>
                  <a:pt x="1354676" y="48140"/>
                </a:moveTo>
                <a:cubicBezTo>
                  <a:pt x="1368583" y="48140"/>
                  <a:pt x="1379749" y="53417"/>
                  <a:pt x="1388174" y="63970"/>
                </a:cubicBezTo>
                <a:cubicBezTo>
                  <a:pt x="1395328" y="72986"/>
                  <a:pt x="1398905" y="83339"/>
                  <a:pt x="1398905" y="95029"/>
                </a:cubicBezTo>
                <a:cubicBezTo>
                  <a:pt x="1398905" y="103245"/>
                  <a:pt x="1396933" y="111561"/>
                  <a:pt x="1392988" y="119977"/>
                </a:cubicBezTo>
                <a:cubicBezTo>
                  <a:pt x="1389043" y="128391"/>
                  <a:pt x="1383611" y="134735"/>
                  <a:pt x="1376690" y="139010"/>
                </a:cubicBezTo>
                <a:cubicBezTo>
                  <a:pt x="1369770" y="143285"/>
                  <a:pt x="1362065" y="145423"/>
                  <a:pt x="1353573" y="145423"/>
                </a:cubicBezTo>
                <a:cubicBezTo>
                  <a:pt x="1339733" y="145423"/>
                  <a:pt x="1328734" y="139912"/>
                  <a:pt x="1320577" y="128890"/>
                </a:cubicBezTo>
                <a:cubicBezTo>
                  <a:pt x="1313691" y="119607"/>
                  <a:pt x="1310247" y="109188"/>
                  <a:pt x="1310247" y="97634"/>
                </a:cubicBezTo>
                <a:cubicBezTo>
                  <a:pt x="1310247" y="89218"/>
                  <a:pt x="1312337" y="80852"/>
                  <a:pt x="1316515" y="72536"/>
                </a:cubicBezTo>
                <a:cubicBezTo>
                  <a:pt x="1320694" y="64220"/>
                  <a:pt x="1326194" y="58075"/>
                  <a:pt x="1333013" y="54101"/>
                </a:cubicBezTo>
                <a:cubicBezTo>
                  <a:pt x="1339833" y="50127"/>
                  <a:pt x="1347054" y="48140"/>
                  <a:pt x="1354676" y="48140"/>
                </a:cubicBezTo>
                <a:moveTo>
                  <a:pt x="1351567" y="54759"/>
                </a:moveTo>
                <a:cubicBezTo>
                  <a:pt x="1348024" y="54759"/>
                  <a:pt x="1344463" y="55809"/>
                  <a:pt x="1340886" y="57909"/>
                </a:cubicBezTo>
                <a:cubicBezTo>
                  <a:pt x="1337309" y="60007"/>
                  <a:pt x="1334418" y="63687"/>
                  <a:pt x="1332211" y="68950"/>
                </a:cubicBezTo>
                <a:cubicBezTo>
                  <a:pt x="1330005" y="74214"/>
                  <a:pt x="1328901" y="80975"/>
                  <a:pt x="1328901" y="89234"/>
                </a:cubicBezTo>
                <a:cubicBezTo>
                  <a:pt x="1328901" y="102559"/>
                  <a:pt x="1331559" y="114051"/>
                  <a:pt x="1336875" y="123713"/>
                </a:cubicBezTo>
                <a:cubicBezTo>
                  <a:pt x="1342190" y="133372"/>
                  <a:pt x="1349194" y="138202"/>
                  <a:pt x="1357886" y="138202"/>
                </a:cubicBezTo>
                <a:cubicBezTo>
                  <a:pt x="1364371" y="138202"/>
                  <a:pt x="1369720" y="135537"/>
                  <a:pt x="1373932" y="130207"/>
                </a:cubicBezTo>
                <a:cubicBezTo>
                  <a:pt x="1378145" y="124877"/>
                  <a:pt x="1380251" y="115717"/>
                  <a:pt x="1380251" y="102727"/>
                </a:cubicBezTo>
                <a:cubicBezTo>
                  <a:pt x="1380251" y="86471"/>
                  <a:pt x="1376741" y="73680"/>
                  <a:pt x="1369720" y="64353"/>
                </a:cubicBezTo>
                <a:cubicBezTo>
                  <a:pt x="1364973" y="57957"/>
                  <a:pt x="1358922" y="54759"/>
                  <a:pt x="1351567" y="54759"/>
                </a:cubicBezTo>
                <a:close/>
                <a:moveTo>
                  <a:pt x="1439222" y="67496"/>
                </a:moveTo>
                <a:cubicBezTo>
                  <a:pt x="1449987" y="54592"/>
                  <a:pt x="1460250" y="48140"/>
                  <a:pt x="1470011" y="48140"/>
                </a:cubicBezTo>
                <a:cubicBezTo>
                  <a:pt x="1475026" y="48140"/>
                  <a:pt x="1479339" y="49390"/>
                  <a:pt x="1482949" y="51891"/>
                </a:cubicBezTo>
                <a:cubicBezTo>
                  <a:pt x="1486560" y="54390"/>
                  <a:pt x="1489435" y="58508"/>
                  <a:pt x="1491574" y="64243"/>
                </a:cubicBezTo>
                <a:cubicBezTo>
                  <a:pt x="1493045" y="68244"/>
                  <a:pt x="1493780" y="74379"/>
                  <a:pt x="1493780" y="82647"/>
                </a:cubicBezTo>
                <a:lnTo>
                  <a:pt x="1493780" y="121754"/>
                </a:lnTo>
                <a:cubicBezTo>
                  <a:pt x="1493780" y="127604"/>
                  <a:pt x="1494249" y="131572"/>
                  <a:pt x="1495185" y="133657"/>
                </a:cubicBezTo>
                <a:cubicBezTo>
                  <a:pt x="1495920" y="135339"/>
                  <a:pt x="1497107" y="136651"/>
                  <a:pt x="1498745" y="137594"/>
                </a:cubicBezTo>
                <a:cubicBezTo>
                  <a:pt x="1500383" y="138534"/>
                  <a:pt x="1503408" y="139004"/>
                  <a:pt x="1507821" y="139004"/>
                </a:cubicBezTo>
                <a:lnTo>
                  <a:pt x="1507821" y="142615"/>
                </a:lnTo>
                <a:lnTo>
                  <a:pt x="1462389" y="142615"/>
                </a:lnTo>
                <a:lnTo>
                  <a:pt x="1462389" y="139004"/>
                </a:lnTo>
                <a:lnTo>
                  <a:pt x="1464295" y="139004"/>
                </a:lnTo>
                <a:cubicBezTo>
                  <a:pt x="1468574" y="139004"/>
                  <a:pt x="1471566" y="138349"/>
                  <a:pt x="1473271" y="137039"/>
                </a:cubicBezTo>
                <a:cubicBezTo>
                  <a:pt x="1474976" y="135727"/>
                  <a:pt x="1476163" y="133793"/>
                  <a:pt x="1476831" y="131238"/>
                </a:cubicBezTo>
                <a:cubicBezTo>
                  <a:pt x="1477099" y="130229"/>
                  <a:pt x="1477232" y="127067"/>
                  <a:pt x="1477232" y="121754"/>
                </a:cubicBezTo>
                <a:lnTo>
                  <a:pt x="1477232" y="84207"/>
                </a:lnTo>
                <a:cubicBezTo>
                  <a:pt x="1477232" y="75862"/>
                  <a:pt x="1476146" y="69804"/>
                  <a:pt x="1473973" y="66033"/>
                </a:cubicBezTo>
                <a:cubicBezTo>
                  <a:pt x="1471800" y="62261"/>
                  <a:pt x="1468139" y="60376"/>
                  <a:pt x="1462991" y="60376"/>
                </a:cubicBezTo>
                <a:cubicBezTo>
                  <a:pt x="1455035" y="60376"/>
                  <a:pt x="1447111" y="64721"/>
                  <a:pt x="1439222" y="73413"/>
                </a:cubicBezTo>
                <a:lnTo>
                  <a:pt x="1439222" y="121754"/>
                </a:lnTo>
                <a:cubicBezTo>
                  <a:pt x="1439222" y="128008"/>
                  <a:pt x="1439590" y="131875"/>
                  <a:pt x="1440325" y="133356"/>
                </a:cubicBezTo>
                <a:cubicBezTo>
                  <a:pt x="1441261" y="135306"/>
                  <a:pt x="1442548" y="136735"/>
                  <a:pt x="1444186" y="137644"/>
                </a:cubicBezTo>
                <a:cubicBezTo>
                  <a:pt x="1445824" y="138551"/>
                  <a:pt x="1449151" y="139004"/>
                  <a:pt x="1454165" y="139004"/>
                </a:cubicBezTo>
                <a:lnTo>
                  <a:pt x="1454165" y="142615"/>
                </a:lnTo>
                <a:lnTo>
                  <a:pt x="1408733" y="142615"/>
                </a:lnTo>
                <a:lnTo>
                  <a:pt x="1408733" y="139004"/>
                </a:lnTo>
                <a:lnTo>
                  <a:pt x="1410739" y="139004"/>
                </a:lnTo>
                <a:cubicBezTo>
                  <a:pt x="1415419" y="139004"/>
                  <a:pt x="1418579" y="137811"/>
                  <a:pt x="1420217" y="135425"/>
                </a:cubicBezTo>
                <a:cubicBezTo>
                  <a:pt x="1421855" y="133037"/>
                  <a:pt x="1422674" y="128480"/>
                  <a:pt x="1422674" y="121754"/>
                </a:cubicBezTo>
                <a:lnTo>
                  <a:pt x="1422674" y="87855"/>
                </a:lnTo>
                <a:cubicBezTo>
                  <a:pt x="1422674" y="76823"/>
                  <a:pt x="1422423" y="70104"/>
                  <a:pt x="1421922" y="67697"/>
                </a:cubicBezTo>
                <a:cubicBezTo>
                  <a:pt x="1421420" y="65290"/>
                  <a:pt x="1420651" y="63652"/>
                  <a:pt x="1419615" y="62783"/>
                </a:cubicBezTo>
                <a:cubicBezTo>
                  <a:pt x="1418579" y="61913"/>
                  <a:pt x="1417191" y="61479"/>
                  <a:pt x="1415453" y="61479"/>
                </a:cubicBezTo>
                <a:cubicBezTo>
                  <a:pt x="1413581" y="61479"/>
                  <a:pt x="1411341" y="61980"/>
                  <a:pt x="1408733" y="62983"/>
                </a:cubicBezTo>
                <a:lnTo>
                  <a:pt x="1407229" y="59373"/>
                </a:lnTo>
                <a:lnTo>
                  <a:pt x="1434909" y="48140"/>
                </a:lnTo>
                <a:lnTo>
                  <a:pt x="1439222" y="48140"/>
                </a:lnTo>
                <a:lnTo>
                  <a:pt x="1439222" y="6749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D2FE8-ADB4-4AB2-8D62-82F8593F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311" y="1057749"/>
            <a:ext cx="740936" cy="10"/>
          </a:xfrm>
          <a:custGeom xmlns:a="http://schemas.openxmlformats.org/drawingml/2006/main">
            <a:pathLst>
              <a:path w="740936" h="1" fill="none">
                <a:moveTo>
                  <a:pt x="0" y="0"/>
                </a:moveTo>
                <a:lnTo>
                  <a:pt x="7409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custDash>
              <a:ds d="301700" sp="201700"/>
            </a:custDash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CE868-E378-4125-893A-4A08231E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0715" y="1014068"/>
            <a:ext cx="120020" cy="87362"/>
          </a:xfrm>
          <a:custGeom xmlns:a="http://schemas.openxmlformats.org/drawingml/2006/main">
            <a:pathLst>
              <a:path w="120020" h="87362">
                <a:moveTo>
                  <a:pt x="120020" y="43681"/>
                </a:moveTo>
                <a:lnTo>
                  <a:pt x="0" y="0"/>
                </a:lnTo>
                <a:lnTo>
                  <a:pt x="0" y="87362"/>
                </a:lnTo>
                <a:lnTo>
                  <a:pt x="120020" y="4368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BF333B-56F5-4E51-B8D8-44557D49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103" y="6943088"/>
            <a:ext cx="508580" cy="10"/>
          </a:xfrm>
          <a:custGeom xmlns:a="http://schemas.openxmlformats.org/drawingml/2006/main">
            <a:pathLst>
              <a:path w="508580" h="1" fill="none">
                <a:moveTo>
                  <a:pt x="0" y="0"/>
                </a:moveTo>
                <a:lnTo>
                  <a:pt x="5085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custDash>
              <a:ds d="315600" sp="215600"/>
            </a:custDash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D3D119-36D0-4DCE-8719-88D55947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5151" y="6899407"/>
            <a:ext cx="120020" cy="87362"/>
          </a:xfrm>
          <a:custGeom xmlns:a="http://schemas.openxmlformats.org/drawingml/2006/main">
            <a:pathLst>
              <a:path w="120020" h="87362">
                <a:moveTo>
                  <a:pt x="120020" y="43681"/>
                </a:moveTo>
                <a:lnTo>
                  <a:pt x="0" y="0"/>
                </a:lnTo>
                <a:lnTo>
                  <a:pt x="0" y="87362"/>
                </a:lnTo>
                <a:lnTo>
                  <a:pt x="120020" y="4368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A7B50-0EE0-46EE-A4C3-6EF63F98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642" y="6935211"/>
            <a:ext cx="555171" cy="10"/>
          </a:xfrm>
          <a:custGeom xmlns:a="http://schemas.openxmlformats.org/drawingml/2006/main">
            <a:pathLst>
              <a:path w="555171" h="1" fill="none">
                <a:moveTo>
                  <a:pt x="0" y="0"/>
                </a:moveTo>
                <a:lnTo>
                  <a:pt x="5551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custDash>
              <a:ds d="295700" sp="195700"/>
            </a:custDash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88E43-EEA3-461C-A8F6-0533DAC9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8285" y="6891530"/>
            <a:ext cx="120020" cy="87362"/>
          </a:xfrm>
          <a:custGeom xmlns:a="http://schemas.openxmlformats.org/drawingml/2006/main">
            <a:pathLst>
              <a:path w="120020" h="87362">
                <a:moveTo>
                  <a:pt x="120020" y="43681"/>
                </a:moveTo>
                <a:lnTo>
                  <a:pt x="0" y="0"/>
                </a:lnTo>
                <a:lnTo>
                  <a:pt x="0" y="87362"/>
                </a:lnTo>
                <a:lnTo>
                  <a:pt x="120020" y="4368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8D26F-04C1-43BB-A1C0-5A83A823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334" y="2198994"/>
            <a:ext cx="5540193" cy="10"/>
          </a:xfrm>
          <a:custGeom xmlns:a="http://schemas.openxmlformats.org/drawingml/2006/main">
            <a:pathLst>
              <a:path w="5540193" h="1" fill="none">
                <a:moveTo>
                  <a:pt x="554019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custDash>
              <a:ds d="299800" sp="199800"/>
            </a:custDash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5EDEDA-CE2E-44F0-A13C-9E6AD4727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586" y="1871396"/>
            <a:ext cx="10" cy="261676"/>
          </a:xfrm>
          <a:custGeom xmlns:a="http://schemas.openxmlformats.org/drawingml/2006/main">
            <a:pathLst>
              <a:path w="1" h="261676" fill="none">
                <a:moveTo>
                  <a:pt x="0" y="26167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custDash>
              <a:ds d="323400" sp="223400"/>
            </a:custDash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C570E-B29D-483D-92F4-68239B8F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582" y="1824582"/>
            <a:ext cx="5642789" cy="374405"/>
          </a:xfrm>
          <a:custGeom xmlns:a="http://schemas.openxmlformats.org/drawingml/2006/main">
            <a:pathLst>
              <a:path w="5642789" h="374405" fill="none">
                <a:moveTo>
                  <a:pt x="5642789" y="283568"/>
                </a:moveTo>
                <a:lnTo>
                  <a:pt x="5642789" y="310560"/>
                </a:lnTo>
                <a:moveTo>
                  <a:pt x="5642789" y="347429"/>
                </a:moveTo>
                <a:lnTo>
                  <a:pt x="5642789" y="374405"/>
                </a:lnTo>
                <a:lnTo>
                  <a:pt x="5617131" y="374405"/>
                </a:lnTo>
                <a:moveTo>
                  <a:pt x="25658" y="374405"/>
                </a:moveTo>
                <a:lnTo>
                  <a:pt x="0" y="374405"/>
                </a:lnTo>
                <a:lnTo>
                  <a:pt x="0" y="346727"/>
                </a:lnTo>
                <a:moveTo>
                  <a:pt x="0" y="2769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73686B-EE33-40D3-AC8D-2572ED40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905" y="1731098"/>
            <a:ext cx="87362" cy="120020"/>
          </a:xfrm>
          <a:custGeom xmlns:a="http://schemas.openxmlformats.org/drawingml/2006/main">
            <a:pathLst>
              <a:path w="87362" h="120020">
                <a:moveTo>
                  <a:pt x="43681" y="0"/>
                </a:moveTo>
                <a:lnTo>
                  <a:pt x="0" y="120020"/>
                </a:lnTo>
                <a:lnTo>
                  <a:pt x="87362" y="120020"/>
                </a:lnTo>
                <a:lnTo>
                  <a:pt x="43681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FBBE9E-61DC-4930-83CD-B63C6812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337" y="7997399"/>
            <a:ext cx="5495708" cy="10"/>
          </a:xfrm>
          <a:custGeom xmlns:a="http://schemas.openxmlformats.org/drawingml/2006/main">
            <a:pathLst>
              <a:path w="5495708" h="1" fill="none">
                <a:moveTo>
                  <a:pt x="549570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custDash>
              <a:ds d="301600" sp="201600"/>
            </a:custDash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5F90D0-2E77-41DE-AFDF-4D46D528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264" y="7868403"/>
            <a:ext cx="10" cy="68774"/>
          </a:xfrm>
          <a:custGeom xmlns:a="http://schemas.openxmlformats.org/drawingml/2006/main">
            <a:pathLst>
              <a:path w="1" h="68774" fill="none">
                <a:moveTo>
                  <a:pt x="0" y="6877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custDash>
              <a:ds d="301200" sp="201200"/>
            </a:custDash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FEA2D-B442-470C-9F44-C44F05B0E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263" y="7825391"/>
            <a:ext cx="5599108" cy="172003"/>
          </a:xfrm>
          <a:custGeom xmlns:a="http://schemas.openxmlformats.org/drawingml/2006/main">
            <a:pathLst>
              <a:path w="5599108" h="172003" fill="none">
                <a:moveTo>
                  <a:pt x="5599108" y="130273"/>
                </a:moveTo>
                <a:lnTo>
                  <a:pt x="5599108" y="172003"/>
                </a:lnTo>
                <a:lnTo>
                  <a:pt x="5573296" y="172003"/>
                </a:lnTo>
                <a:moveTo>
                  <a:pt x="25812" y="172003"/>
                </a:moveTo>
                <a:lnTo>
                  <a:pt x="0" y="172003"/>
                </a:lnTo>
                <a:lnTo>
                  <a:pt x="0" y="146226"/>
                </a:lnTo>
                <a:moveTo>
                  <a:pt x="0" y="2577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4EAB2-8834-4BB7-BF4A-18EAA5BC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583" y="7731903"/>
            <a:ext cx="87362" cy="120020"/>
          </a:xfrm>
          <a:custGeom xmlns:a="http://schemas.openxmlformats.org/drawingml/2006/main">
            <a:pathLst>
              <a:path w="87362" h="120020">
                <a:moveTo>
                  <a:pt x="43681" y="0"/>
                </a:moveTo>
                <a:lnTo>
                  <a:pt x="0" y="120020"/>
                </a:lnTo>
                <a:lnTo>
                  <a:pt x="87362" y="120020"/>
                </a:lnTo>
                <a:lnTo>
                  <a:pt x="43681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E0AC0-97B8-46A1-A060-8384A40B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8" y="95529"/>
            <a:ext cx="81919" cy="99823"/>
          </a:xfrm>
          <a:custGeom xmlns:a="http://schemas.openxmlformats.org/drawingml/2006/main">
            <a:pathLst>
              <a:path w="81919" h="99823" fill="none">
                <a:moveTo>
                  <a:pt x="81919" y="0"/>
                </a:moveTo>
                <a:cubicBezTo>
                  <a:pt x="40258" y="17270"/>
                  <a:pt x="8969" y="54533"/>
                  <a:pt x="0" y="998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BBA5B0-B5FE-4D08-9B1D-C3215C41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0" y="273218"/>
            <a:ext cx="10" cy="1048518"/>
          </a:xfrm>
          <a:custGeom xmlns:a="http://schemas.openxmlformats.org/drawingml/2006/main">
            <a:pathLst>
              <a:path w="1" h="1048518" fill="none">
                <a:moveTo>
                  <a:pt x="0" y="0"/>
                </a:moveTo>
                <a:lnTo>
                  <a:pt x="0" y="1048518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298800"/>
            </a:custDash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1F95D-C1EC-4126-B46D-D949ACFF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60" y="1399723"/>
            <a:ext cx="99823" cy="81919"/>
          </a:xfrm>
          <a:custGeom xmlns:a="http://schemas.openxmlformats.org/drawingml/2006/main">
            <a:pathLst>
              <a:path w="99823" h="81919" fill="none">
                <a:moveTo>
                  <a:pt x="0" y="0"/>
                </a:moveTo>
                <a:cubicBezTo>
                  <a:pt x="17270" y="41661"/>
                  <a:pt x="54533" y="72950"/>
                  <a:pt x="99823" y="81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F9475-1B81-4075-B9E2-5C055130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67" y="1484241"/>
            <a:ext cx="2144157" cy="10"/>
          </a:xfrm>
          <a:custGeom xmlns:a="http://schemas.openxmlformats.org/drawingml/2006/main">
            <a:pathLst>
              <a:path w="2144157" h="1" fill="none">
                <a:moveTo>
                  <a:pt x="0" y="0"/>
                </a:moveTo>
                <a:lnTo>
                  <a:pt x="214415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01900"/>
            </a:custDash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BE493B-2914-4B63-A3EB-0191C5B5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3378" y="1374029"/>
            <a:ext cx="81919" cy="99823"/>
          </a:xfrm>
          <a:custGeom xmlns:a="http://schemas.openxmlformats.org/drawingml/2006/main">
            <a:pathLst>
              <a:path w="81919" h="99823" fill="none">
                <a:moveTo>
                  <a:pt x="0" y="99823"/>
                </a:moveTo>
                <a:cubicBezTo>
                  <a:pt x="41661" y="82553"/>
                  <a:pt x="72950" y="45290"/>
                  <a:pt x="8191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65B24-A73D-4CEA-86FA-F52E1959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895" y="247645"/>
            <a:ext cx="10" cy="1048518"/>
          </a:xfrm>
          <a:custGeom xmlns:a="http://schemas.openxmlformats.org/drawingml/2006/main">
            <a:pathLst>
              <a:path w="1" h="1048518" fill="none">
                <a:moveTo>
                  <a:pt x="0" y="10485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298800"/>
            </a:custDash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5FAF51-57CF-4A60-9D6F-4BF8712A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684" y="87738"/>
            <a:ext cx="99823" cy="81919"/>
          </a:xfrm>
          <a:custGeom xmlns:a="http://schemas.openxmlformats.org/drawingml/2006/main">
            <a:pathLst>
              <a:path w="99823" h="81919" fill="none">
                <a:moveTo>
                  <a:pt x="99823" y="81919"/>
                </a:moveTo>
                <a:cubicBezTo>
                  <a:pt x="82553" y="40258"/>
                  <a:pt x="45290" y="896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B9257F-B178-47E2-A2C3-AFB09999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40" y="85140"/>
            <a:ext cx="2144157" cy="10"/>
          </a:xfrm>
          <a:custGeom xmlns:a="http://schemas.openxmlformats.org/drawingml/2006/main">
            <a:pathLst>
              <a:path w="2144157" h="1" fill="none">
                <a:moveTo>
                  <a:pt x="2144157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01900"/>
            </a:custDash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764DFA-24C2-4F92-8932-25D86688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0" y="85140"/>
            <a:ext cx="2495523" cy="1399097"/>
          </a:xfrm>
          <a:custGeom xmlns:a="http://schemas.openxmlformats.org/drawingml/2006/main">
            <a:pathLst>
              <a:path w="2495523" h="1399097" fill="none">
                <a:moveTo>
                  <a:pt x="0" y="136931"/>
                </a:moveTo>
                <a:lnTo>
                  <a:pt x="0" y="136931"/>
                </a:lnTo>
                <a:moveTo>
                  <a:pt x="0" y="1262165"/>
                </a:moveTo>
                <a:lnTo>
                  <a:pt x="0" y="1262165"/>
                </a:lnTo>
                <a:moveTo>
                  <a:pt x="136931" y="1399097"/>
                </a:moveTo>
                <a:lnTo>
                  <a:pt x="136931" y="1399097"/>
                </a:lnTo>
                <a:moveTo>
                  <a:pt x="2358592" y="1399097"/>
                </a:moveTo>
                <a:lnTo>
                  <a:pt x="2358592" y="1399097"/>
                </a:lnTo>
                <a:moveTo>
                  <a:pt x="2495523" y="1262165"/>
                </a:moveTo>
                <a:lnTo>
                  <a:pt x="2495523" y="1262165"/>
                </a:lnTo>
                <a:moveTo>
                  <a:pt x="2495523" y="136931"/>
                </a:moveTo>
                <a:lnTo>
                  <a:pt x="2495523" y="136931"/>
                </a:lnTo>
                <a:moveTo>
                  <a:pt x="2358592" y="0"/>
                </a:moveTo>
                <a:lnTo>
                  <a:pt x="2358592" y="0"/>
                </a:lnTo>
                <a:moveTo>
                  <a:pt x="136931" y="0"/>
                </a:moveTo>
                <a:lnTo>
                  <a:pt x="1369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round/>
          </a:ln>
        </p:spPr>
      </p:sp>
      <p:sp>
        <p:nvSpPr>
          <p:cNvPr id="102" name="Text Phase-I:AccidentReplay">
            <a:extLst xmlns:a="http://schemas.openxmlformats.org/drawingml/2006/main">
              <a:ext uri="{FF2B5EF4-FFF2-40B4-BE49-F238E27FC236}">
                <a16:creationId xmlns:a16="http://schemas.microsoft.com/office/drawing/2014/main" id="{784DC4E9-019C-471E-81EE-1C619B4B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225" y="161991"/>
            <a:ext cx="2206423" cy="183333"/>
          </a:xfrm>
          <a:custGeom xmlns:a="http://schemas.openxmlformats.org/drawingml/2006/main">
            <a:pathLst>
              <a:path w="2206423" h="183333">
                <a:moveTo>
                  <a:pt x="50246" y="77425"/>
                </a:moveTo>
                <a:lnTo>
                  <a:pt x="50246" y="115135"/>
                </a:lnTo>
                <a:cubicBezTo>
                  <a:pt x="50246" y="122527"/>
                  <a:pt x="50697" y="127181"/>
                  <a:pt x="51600" y="129097"/>
                </a:cubicBezTo>
                <a:cubicBezTo>
                  <a:pt x="52503" y="131011"/>
                  <a:pt x="54107" y="132539"/>
                  <a:pt x="56414" y="133682"/>
                </a:cubicBezTo>
                <a:cubicBezTo>
                  <a:pt x="58721" y="134823"/>
                  <a:pt x="62950" y="135394"/>
                  <a:pt x="69101" y="135394"/>
                </a:cubicBezTo>
                <a:lnTo>
                  <a:pt x="69101" y="139004"/>
                </a:lnTo>
                <a:lnTo>
                  <a:pt x="0" y="139004"/>
                </a:lnTo>
                <a:lnTo>
                  <a:pt x="0" y="135394"/>
                </a:lnTo>
                <a:cubicBezTo>
                  <a:pt x="6285" y="135394"/>
                  <a:pt x="10547" y="134805"/>
                  <a:pt x="12787" y="133629"/>
                </a:cubicBezTo>
                <a:cubicBezTo>
                  <a:pt x="15027" y="132453"/>
                  <a:pt x="16598" y="130924"/>
                  <a:pt x="17501" y="129044"/>
                </a:cubicBezTo>
                <a:cubicBezTo>
                  <a:pt x="18404" y="127163"/>
                  <a:pt x="18855" y="122527"/>
                  <a:pt x="18855" y="115135"/>
                </a:cubicBezTo>
                <a:lnTo>
                  <a:pt x="18855" y="26878"/>
                </a:lnTo>
                <a:cubicBezTo>
                  <a:pt x="18855" y="19486"/>
                  <a:pt x="18404" y="14833"/>
                  <a:pt x="17501" y="12919"/>
                </a:cubicBezTo>
                <a:cubicBezTo>
                  <a:pt x="16598" y="11003"/>
                  <a:pt x="15010" y="9474"/>
                  <a:pt x="12737" y="8334"/>
                </a:cubicBezTo>
                <a:cubicBezTo>
                  <a:pt x="10464" y="7191"/>
                  <a:pt x="6218" y="6619"/>
                  <a:pt x="0" y="6619"/>
                </a:cubicBezTo>
                <a:lnTo>
                  <a:pt x="0" y="3009"/>
                </a:lnTo>
                <a:lnTo>
                  <a:pt x="59272" y="3009"/>
                </a:lnTo>
                <a:cubicBezTo>
                  <a:pt x="78796" y="3009"/>
                  <a:pt x="92803" y="6486"/>
                  <a:pt x="101294" y="13439"/>
                </a:cubicBezTo>
                <a:cubicBezTo>
                  <a:pt x="109786" y="20393"/>
                  <a:pt x="114031" y="29085"/>
                  <a:pt x="114031" y="39515"/>
                </a:cubicBezTo>
                <a:cubicBezTo>
                  <a:pt x="114031" y="48341"/>
                  <a:pt x="111290" y="55896"/>
                  <a:pt x="105808" y="62181"/>
                </a:cubicBezTo>
                <a:cubicBezTo>
                  <a:pt x="100325" y="68466"/>
                  <a:pt x="92770" y="72745"/>
                  <a:pt x="83142" y="75018"/>
                </a:cubicBezTo>
                <a:cubicBezTo>
                  <a:pt x="76656" y="76623"/>
                  <a:pt x="65691" y="77425"/>
                  <a:pt x="50246" y="77425"/>
                </a:cubicBezTo>
                <a:moveTo>
                  <a:pt x="50246" y="10831"/>
                </a:moveTo>
                <a:lnTo>
                  <a:pt x="50246" y="69602"/>
                </a:lnTo>
                <a:cubicBezTo>
                  <a:pt x="52452" y="69736"/>
                  <a:pt x="54124" y="69803"/>
                  <a:pt x="55261" y="69803"/>
                </a:cubicBezTo>
                <a:cubicBezTo>
                  <a:pt x="63418" y="69803"/>
                  <a:pt x="69703" y="67379"/>
                  <a:pt x="74115" y="62532"/>
                </a:cubicBezTo>
                <a:cubicBezTo>
                  <a:pt x="78528" y="57684"/>
                  <a:pt x="80735" y="50179"/>
                  <a:pt x="80735" y="40016"/>
                </a:cubicBezTo>
                <a:cubicBezTo>
                  <a:pt x="80735" y="29920"/>
                  <a:pt x="78528" y="22532"/>
                  <a:pt x="74115" y="17852"/>
                </a:cubicBezTo>
                <a:cubicBezTo>
                  <a:pt x="69703" y="13172"/>
                  <a:pt x="63117" y="10831"/>
                  <a:pt x="54358" y="10831"/>
                </a:cubicBezTo>
                <a:lnTo>
                  <a:pt x="50246" y="10831"/>
                </a:lnTo>
                <a:close/>
                <a:moveTo>
                  <a:pt x="165514" y="3009"/>
                </a:moveTo>
                <a:lnTo>
                  <a:pt x="165514" y="57266"/>
                </a:lnTo>
                <a:cubicBezTo>
                  <a:pt x="170662" y="51813"/>
                  <a:pt x="175376" y="47959"/>
                  <a:pt x="179655" y="45705"/>
                </a:cubicBezTo>
                <a:cubicBezTo>
                  <a:pt x="183934" y="43450"/>
                  <a:pt x="188380" y="42323"/>
                  <a:pt x="192994" y="42323"/>
                </a:cubicBezTo>
                <a:cubicBezTo>
                  <a:pt x="198878" y="42323"/>
                  <a:pt x="203909" y="43995"/>
                  <a:pt x="208088" y="47338"/>
                </a:cubicBezTo>
                <a:cubicBezTo>
                  <a:pt x="212267" y="50681"/>
                  <a:pt x="215041" y="54609"/>
                  <a:pt x="216412" y="59122"/>
                </a:cubicBezTo>
                <a:cubicBezTo>
                  <a:pt x="217783" y="63635"/>
                  <a:pt x="218468" y="71240"/>
                  <a:pt x="218468" y="81938"/>
                </a:cubicBezTo>
                <a:lnTo>
                  <a:pt x="218468" y="118545"/>
                </a:lnTo>
                <a:cubicBezTo>
                  <a:pt x="218468" y="125743"/>
                  <a:pt x="219137" y="130233"/>
                  <a:pt x="220474" y="132015"/>
                </a:cubicBezTo>
                <a:cubicBezTo>
                  <a:pt x="221811" y="133797"/>
                  <a:pt x="224519" y="134923"/>
                  <a:pt x="228597" y="135394"/>
                </a:cubicBezTo>
                <a:lnTo>
                  <a:pt x="228597" y="139004"/>
                </a:lnTo>
                <a:lnTo>
                  <a:pt x="181059" y="139004"/>
                </a:lnTo>
                <a:lnTo>
                  <a:pt x="181059" y="135394"/>
                </a:lnTo>
                <a:cubicBezTo>
                  <a:pt x="184402" y="134923"/>
                  <a:pt x="186909" y="133578"/>
                  <a:pt x="188581" y="131357"/>
                </a:cubicBezTo>
                <a:cubicBezTo>
                  <a:pt x="189785" y="129608"/>
                  <a:pt x="190386" y="125337"/>
                  <a:pt x="190386" y="118545"/>
                </a:cubicBezTo>
                <a:lnTo>
                  <a:pt x="190386" y="76789"/>
                </a:lnTo>
                <a:cubicBezTo>
                  <a:pt x="190386" y="69046"/>
                  <a:pt x="190085" y="64190"/>
                  <a:pt x="189484" y="62222"/>
                </a:cubicBezTo>
                <a:cubicBezTo>
                  <a:pt x="188882" y="60251"/>
                  <a:pt x="187862" y="58715"/>
                  <a:pt x="186425" y="57614"/>
                </a:cubicBezTo>
                <a:cubicBezTo>
                  <a:pt x="184987" y="56513"/>
                  <a:pt x="183366" y="55963"/>
                  <a:pt x="181561" y="55963"/>
                </a:cubicBezTo>
                <a:cubicBezTo>
                  <a:pt x="178886" y="55963"/>
                  <a:pt x="176279" y="56882"/>
                  <a:pt x="173738" y="58721"/>
                </a:cubicBezTo>
                <a:cubicBezTo>
                  <a:pt x="171197" y="60559"/>
                  <a:pt x="168456" y="63785"/>
                  <a:pt x="165514" y="68399"/>
                </a:cubicBezTo>
                <a:lnTo>
                  <a:pt x="165514" y="118545"/>
                </a:lnTo>
                <a:cubicBezTo>
                  <a:pt x="165514" y="125270"/>
                  <a:pt x="166015" y="129474"/>
                  <a:pt x="167018" y="131156"/>
                </a:cubicBezTo>
                <a:cubicBezTo>
                  <a:pt x="168289" y="133442"/>
                  <a:pt x="170896" y="134855"/>
                  <a:pt x="174841" y="135394"/>
                </a:cubicBezTo>
                <a:lnTo>
                  <a:pt x="174841" y="139004"/>
                </a:lnTo>
                <a:lnTo>
                  <a:pt x="127303" y="139004"/>
                </a:lnTo>
                <a:lnTo>
                  <a:pt x="127303" y="135394"/>
                </a:lnTo>
                <a:cubicBezTo>
                  <a:pt x="131248" y="134990"/>
                  <a:pt x="134056" y="133713"/>
                  <a:pt x="135727" y="131561"/>
                </a:cubicBezTo>
                <a:cubicBezTo>
                  <a:pt x="136864" y="130081"/>
                  <a:pt x="137432" y="125743"/>
                  <a:pt x="137432" y="118545"/>
                </a:cubicBezTo>
                <a:lnTo>
                  <a:pt x="137432" y="23468"/>
                </a:lnTo>
                <a:cubicBezTo>
                  <a:pt x="137432" y="16295"/>
                  <a:pt x="136780" y="11829"/>
                  <a:pt x="135477" y="10070"/>
                </a:cubicBezTo>
                <a:cubicBezTo>
                  <a:pt x="134173" y="8311"/>
                  <a:pt x="131448" y="7160"/>
                  <a:pt x="127303" y="6619"/>
                </a:cubicBezTo>
                <a:lnTo>
                  <a:pt x="127303" y="3009"/>
                </a:lnTo>
                <a:lnTo>
                  <a:pt x="165514" y="3009"/>
                </a:lnTo>
                <a:close/>
                <a:moveTo>
                  <a:pt x="293154" y="125164"/>
                </a:moveTo>
                <a:cubicBezTo>
                  <a:pt x="281721" y="135327"/>
                  <a:pt x="271457" y="140408"/>
                  <a:pt x="262364" y="140408"/>
                </a:cubicBezTo>
                <a:cubicBezTo>
                  <a:pt x="257015" y="140408"/>
                  <a:pt x="252569" y="138648"/>
                  <a:pt x="249026" y="135127"/>
                </a:cubicBezTo>
                <a:cubicBezTo>
                  <a:pt x="245482" y="131604"/>
                  <a:pt x="243710" y="127194"/>
                  <a:pt x="243710" y="121895"/>
                </a:cubicBezTo>
                <a:cubicBezTo>
                  <a:pt x="243710" y="114716"/>
                  <a:pt x="246786" y="108258"/>
                  <a:pt x="252937" y="102523"/>
                </a:cubicBezTo>
                <a:cubicBezTo>
                  <a:pt x="259088" y="96788"/>
                  <a:pt x="272494" y="89157"/>
                  <a:pt x="293154" y="79631"/>
                </a:cubicBezTo>
                <a:lnTo>
                  <a:pt x="293154" y="70204"/>
                </a:lnTo>
                <a:cubicBezTo>
                  <a:pt x="293154" y="63117"/>
                  <a:pt x="292769" y="58654"/>
                  <a:pt x="292000" y="56815"/>
                </a:cubicBezTo>
                <a:cubicBezTo>
                  <a:pt x="291232" y="54976"/>
                  <a:pt x="289777" y="53372"/>
                  <a:pt x="287638" y="52001"/>
                </a:cubicBezTo>
                <a:cubicBezTo>
                  <a:pt x="285498" y="50631"/>
                  <a:pt x="283091" y="49945"/>
                  <a:pt x="280417" y="49945"/>
                </a:cubicBezTo>
                <a:cubicBezTo>
                  <a:pt x="276071" y="49945"/>
                  <a:pt x="272494" y="50915"/>
                  <a:pt x="269686" y="52854"/>
                </a:cubicBezTo>
                <a:cubicBezTo>
                  <a:pt x="267947" y="54057"/>
                  <a:pt x="267078" y="55461"/>
                  <a:pt x="267078" y="57066"/>
                </a:cubicBezTo>
                <a:cubicBezTo>
                  <a:pt x="267078" y="58470"/>
                  <a:pt x="268014" y="60208"/>
                  <a:pt x="269886" y="62281"/>
                </a:cubicBezTo>
                <a:cubicBezTo>
                  <a:pt x="272427" y="65156"/>
                  <a:pt x="273697" y="67931"/>
                  <a:pt x="273697" y="70605"/>
                </a:cubicBezTo>
                <a:cubicBezTo>
                  <a:pt x="273697" y="73881"/>
                  <a:pt x="272477" y="76673"/>
                  <a:pt x="270037" y="78980"/>
                </a:cubicBezTo>
                <a:cubicBezTo>
                  <a:pt x="267596" y="81286"/>
                  <a:pt x="264404" y="82440"/>
                  <a:pt x="260459" y="82440"/>
                </a:cubicBezTo>
                <a:cubicBezTo>
                  <a:pt x="256247" y="82440"/>
                  <a:pt x="252720" y="81169"/>
                  <a:pt x="249878" y="78629"/>
                </a:cubicBezTo>
                <a:cubicBezTo>
                  <a:pt x="247036" y="76088"/>
                  <a:pt x="245616" y="73113"/>
                  <a:pt x="245616" y="69703"/>
                </a:cubicBezTo>
                <a:cubicBezTo>
                  <a:pt x="245616" y="64889"/>
                  <a:pt x="247521" y="60292"/>
                  <a:pt x="251332" y="55913"/>
                </a:cubicBezTo>
                <a:cubicBezTo>
                  <a:pt x="255143" y="51533"/>
                  <a:pt x="260459" y="48173"/>
                  <a:pt x="267279" y="45833"/>
                </a:cubicBezTo>
                <a:cubicBezTo>
                  <a:pt x="274098" y="43493"/>
                  <a:pt x="281186" y="42323"/>
                  <a:pt x="288540" y="42323"/>
                </a:cubicBezTo>
                <a:cubicBezTo>
                  <a:pt x="297433" y="42323"/>
                  <a:pt x="304470" y="44217"/>
                  <a:pt x="309652" y="48005"/>
                </a:cubicBezTo>
                <a:cubicBezTo>
                  <a:pt x="314834" y="51791"/>
                  <a:pt x="318193" y="55896"/>
                  <a:pt x="319731" y="60319"/>
                </a:cubicBezTo>
                <a:cubicBezTo>
                  <a:pt x="320667" y="63134"/>
                  <a:pt x="321135" y="69600"/>
                  <a:pt x="321135" y="79719"/>
                </a:cubicBezTo>
                <a:lnTo>
                  <a:pt x="321135" y="116210"/>
                </a:lnTo>
                <a:cubicBezTo>
                  <a:pt x="321135" y="120499"/>
                  <a:pt x="321302" y="123198"/>
                  <a:pt x="321637" y="124305"/>
                </a:cubicBezTo>
                <a:cubicBezTo>
                  <a:pt x="321971" y="125410"/>
                  <a:pt x="322472" y="126232"/>
                  <a:pt x="323141" y="126769"/>
                </a:cubicBezTo>
                <a:cubicBezTo>
                  <a:pt x="323810" y="127303"/>
                  <a:pt x="324578" y="127571"/>
                  <a:pt x="325448" y="127571"/>
                </a:cubicBezTo>
                <a:cubicBezTo>
                  <a:pt x="327186" y="127571"/>
                  <a:pt x="328958" y="126334"/>
                  <a:pt x="330763" y="123860"/>
                </a:cubicBezTo>
                <a:lnTo>
                  <a:pt x="333772" y="126267"/>
                </a:lnTo>
                <a:cubicBezTo>
                  <a:pt x="330429" y="131215"/>
                  <a:pt x="326969" y="134809"/>
                  <a:pt x="323392" y="137048"/>
                </a:cubicBezTo>
                <a:cubicBezTo>
                  <a:pt x="319815" y="139288"/>
                  <a:pt x="315753" y="140408"/>
                  <a:pt x="311206" y="140408"/>
                </a:cubicBezTo>
                <a:cubicBezTo>
                  <a:pt x="305857" y="140408"/>
                  <a:pt x="301679" y="139146"/>
                  <a:pt x="298670" y="136622"/>
                </a:cubicBezTo>
                <a:cubicBezTo>
                  <a:pt x="295661" y="134098"/>
                  <a:pt x="293822" y="130279"/>
                  <a:pt x="293154" y="125164"/>
                </a:cubicBezTo>
                <a:moveTo>
                  <a:pt x="293154" y="117742"/>
                </a:moveTo>
                <a:lnTo>
                  <a:pt x="293154" y="86370"/>
                </a:lnTo>
                <a:cubicBezTo>
                  <a:pt x="285064" y="91140"/>
                  <a:pt x="279046" y="96246"/>
                  <a:pt x="275101" y="101689"/>
                </a:cubicBezTo>
                <a:cubicBezTo>
                  <a:pt x="272494" y="105317"/>
                  <a:pt x="271190" y="108978"/>
                  <a:pt x="271190" y="112674"/>
                </a:cubicBezTo>
                <a:cubicBezTo>
                  <a:pt x="271190" y="115765"/>
                  <a:pt x="272293" y="118486"/>
                  <a:pt x="274500" y="120839"/>
                </a:cubicBezTo>
                <a:cubicBezTo>
                  <a:pt x="276171" y="122652"/>
                  <a:pt x="278511" y="123559"/>
                  <a:pt x="281520" y="123559"/>
                </a:cubicBezTo>
                <a:cubicBezTo>
                  <a:pt x="284863" y="123559"/>
                  <a:pt x="288741" y="121620"/>
                  <a:pt x="293154" y="117742"/>
                </a:cubicBezTo>
                <a:close/>
                <a:moveTo>
                  <a:pt x="403374" y="42724"/>
                </a:moveTo>
                <a:lnTo>
                  <a:pt x="404879" y="74817"/>
                </a:lnTo>
                <a:lnTo>
                  <a:pt x="401469" y="74817"/>
                </a:lnTo>
                <a:cubicBezTo>
                  <a:pt x="397390" y="65246"/>
                  <a:pt x="393161" y="58708"/>
                  <a:pt x="388782" y="55204"/>
                </a:cubicBezTo>
                <a:cubicBezTo>
                  <a:pt x="384402" y="51698"/>
                  <a:pt x="380040" y="49945"/>
                  <a:pt x="375694" y="49945"/>
                </a:cubicBezTo>
                <a:cubicBezTo>
                  <a:pt x="372952" y="49945"/>
                  <a:pt x="370612" y="50865"/>
                  <a:pt x="368673" y="52703"/>
                </a:cubicBezTo>
                <a:cubicBezTo>
                  <a:pt x="366734" y="54542"/>
                  <a:pt x="365765" y="56665"/>
                  <a:pt x="365765" y="59072"/>
                </a:cubicBezTo>
                <a:cubicBezTo>
                  <a:pt x="365765" y="60877"/>
                  <a:pt x="366434" y="62615"/>
                  <a:pt x="367771" y="64287"/>
                </a:cubicBezTo>
                <a:cubicBezTo>
                  <a:pt x="369910" y="67028"/>
                  <a:pt x="375894" y="71725"/>
                  <a:pt x="385723" y="78378"/>
                </a:cubicBezTo>
                <a:cubicBezTo>
                  <a:pt x="395551" y="85031"/>
                  <a:pt x="402020" y="90680"/>
                  <a:pt x="405129" y="95327"/>
                </a:cubicBezTo>
                <a:cubicBezTo>
                  <a:pt x="408238" y="99974"/>
                  <a:pt x="409793" y="105172"/>
                  <a:pt x="409793" y="110922"/>
                </a:cubicBezTo>
                <a:cubicBezTo>
                  <a:pt x="409793" y="116138"/>
                  <a:pt x="408489" y="121252"/>
                  <a:pt x="405882" y="126267"/>
                </a:cubicBezTo>
                <a:cubicBezTo>
                  <a:pt x="403274" y="131282"/>
                  <a:pt x="399597" y="135126"/>
                  <a:pt x="394849" y="137801"/>
                </a:cubicBezTo>
                <a:cubicBezTo>
                  <a:pt x="390102" y="140475"/>
                  <a:pt x="384854" y="141812"/>
                  <a:pt x="379104" y="141812"/>
                </a:cubicBezTo>
                <a:cubicBezTo>
                  <a:pt x="374624" y="141812"/>
                  <a:pt x="368640" y="140382"/>
                  <a:pt x="361151" y="137522"/>
                </a:cubicBezTo>
                <a:cubicBezTo>
                  <a:pt x="359146" y="136772"/>
                  <a:pt x="357775" y="136397"/>
                  <a:pt x="357040" y="136397"/>
                </a:cubicBezTo>
                <a:cubicBezTo>
                  <a:pt x="354833" y="136397"/>
                  <a:pt x="352994" y="138068"/>
                  <a:pt x="351523" y="141411"/>
                </a:cubicBezTo>
                <a:lnTo>
                  <a:pt x="348214" y="141411"/>
                </a:lnTo>
                <a:lnTo>
                  <a:pt x="346609" y="107713"/>
                </a:lnTo>
                <a:lnTo>
                  <a:pt x="350019" y="107713"/>
                </a:lnTo>
                <a:cubicBezTo>
                  <a:pt x="353028" y="116539"/>
                  <a:pt x="357157" y="123158"/>
                  <a:pt x="362405" y="127571"/>
                </a:cubicBezTo>
                <a:cubicBezTo>
                  <a:pt x="367654" y="131984"/>
                  <a:pt x="372618" y="134190"/>
                  <a:pt x="377298" y="134190"/>
                </a:cubicBezTo>
                <a:cubicBezTo>
                  <a:pt x="380508" y="134190"/>
                  <a:pt x="383132" y="133204"/>
                  <a:pt x="385171" y="131231"/>
                </a:cubicBezTo>
                <a:cubicBezTo>
                  <a:pt x="387211" y="129259"/>
                  <a:pt x="388230" y="126869"/>
                  <a:pt x="388230" y="124061"/>
                </a:cubicBezTo>
                <a:cubicBezTo>
                  <a:pt x="388230" y="120851"/>
                  <a:pt x="387227" y="118077"/>
                  <a:pt x="385221" y="115736"/>
                </a:cubicBezTo>
                <a:cubicBezTo>
                  <a:pt x="383216" y="113396"/>
                  <a:pt x="378736" y="109853"/>
                  <a:pt x="371782" y="105106"/>
                </a:cubicBezTo>
                <a:cubicBezTo>
                  <a:pt x="361553" y="98018"/>
                  <a:pt x="354933" y="92603"/>
                  <a:pt x="351925" y="88858"/>
                </a:cubicBezTo>
                <a:cubicBezTo>
                  <a:pt x="347512" y="83376"/>
                  <a:pt x="345305" y="77325"/>
                  <a:pt x="345305" y="70706"/>
                </a:cubicBezTo>
                <a:cubicBezTo>
                  <a:pt x="345305" y="63485"/>
                  <a:pt x="347796" y="56949"/>
                  <a:pt x="352777" y="51099"/>
                </a:cubicBezTo>
                <a:cubicBezTo>
                  <a:pt x="357758" y="45248"/>
                  <a:pt x="364963" y="42323"/>
                  <a:pt x="374390" y="42323"/>
                </a:cubicBezTo>
                <a:cubicBezTo>
                  <a:pt x="379471" y="42323"/>
                  <a:pt x="384386" y="43608"/>
                  <a:pt x="389133" y="46178"/>
                </a:cubicBezTo>
                <a:cubicBezTo>
                  <a:pt x="390938" y="47219"/>
                  <a:pt x="392409" y="47739"/>
                  <a:pt x="393546" y="47739"/>
                </a:cubicBezTo>
                <a:cubicBezTo>
                  <a:pt x="394749" y="47739"/>
                  <a:pt x="395719" y="47488"/>
                  <a:pt x="396454" y="46987"/>
                </a:cubicBezTo>
                <a:cubicBezTo>
                  <a:pt x="397190" y="46485"/>
                  <a:pt x="398360" y="45064"/>
                  <a:pt x="399964" y="42724"/>
                </a:cubicBezTo>
                <a:lnTo>
                  <a:pt x="403374" y="42724"/>
                </a:lnTo>
                <a:close/>
                <a:moveTo>
                  <a:pt x="503432" y="88658"/>
                </a:moveTo>
                <a:lnTo>
                  <a:pt x="451983" y="88658"/>
                </a:lnTo>
                <a:cubicBezTo>
                  <a:pt x="452584" y="101127"/>
                  <a:pt x="455894" y="110982"/>
                  <a:pt x="461912" y="118222"/>
                </a:cubicBezTo>
                <a:cubicBezTo>
                  <a:pt x="466525" y="123786"/>
                  <a:pt x="472074" y="126568"/>
                  <a:pt x="478560" y="126568"/>
                </a:cubicBezTo>
                <a:cubicBezTo>
                  <a:pt x="482572" y="126568"/>
                  <a:pt x="486216" y="125448"/>
                  <a:pt x="489492" y="123208"/>
                </a:cubicBezTo>
                <a:cubicBezTo>
                  <a:pt x="492768" y="120968"/>
                  <a:pt x="496278" y="116940"/>
                  <a:pt x="500022" y="111123"/>
                </a:cubicBezTo>
                <a:lnTo>
                  <a:pt x="503432" y="113329"/>
                </a:lnTo>
                <a:cubicBezTo>
                  <a:pt x="498351" y="123693"/>
                  <a:pt x="492735" y="131031"/>
                  <a:pt x="486583" y="135343"/>
                </a:cubicBezTo>
                <a:cubicBezTo>
                  <a:pt x="480432" y="139656"/>
                  <a:pt x="473311" y="141812"/>
                  <a:pt x="465221" y="141812"/>
                </a:cubicBezTo>
                <a:cubicBezTo>
                  <a:pt x="451314" y="141812"/>
                  <a:pt x="440783" y="136458"/>
                  <a:pt x="433629" y="125750"/>
                </a:cubicBezTo>
                <a:cubicBezTo>
                  <a:pt x="427879" y="117117"/>
                  <a:pt x="425004" y="106408"/>
                  <a:pt x="425004" y="93625"/>
                </a:cubicBezTo>
                <a:cubicBezTo>
                  <a:pt x="425004" y="77963"/>
                  <a:pt x="429233" y="65498"/>
                  <a:pt x="437691" y="56229"/>
                </a:cubicBezTo>
                <a:cubicBezTo>
                  <a:pt x="446149" y="46958"/>
                  <a:pt x="456061" y="42323"/>
                  <a:pt x="467428" y="42323"/>
                </a:cubicBezTo>
                <a:cubicBezTo>
                  <a:pt x="476922" y="42323"/>
                  <a:pt x="485162" y="46218"/>
                  <a:pt x="492149" y="54007"/>
                </a:cubicBezTo>
                <a:cubicBezTo>
                  <a:pt x="499136" y="61796"/>
                  <a:pt x="502897" y="73347"/>
                  <a:pt x="503432" y="88658"/>
                </a:cubicBezTo>
                <a:moveTo>
                  <a:pt x="478761" y="82038"/>
                </a:moveTo>
                <a:cubicBezTo>
                  <a:pt x="478761" y="71274"/>
                  <a:pt x="478176" y="63886"/>
                  <a:pt x="477005" y="59874"/>
                </a:cubicBezTo>
                <a:cubicBezTo>
                  <a:pt x="475835" y="55862"/>
                  <a:pt x="474013" y="52820"/>
                  <a:pt x="471540" y="50748"/>
                </a:cubicBezTo>
                <a:cubicBezTo>
                  <a:pt x="470135" y="49544"/>
                  <a:pt x="468263" y="48942"/>
                  <a:pt x="465923" y="48942"/>
                </a:cubicBezTo>
                <a:cubicBezTo>
                  <a:pt x="462446" y="48942"/>
                  <a:pt x="459605" y="50647"/>
                  <a:pt x="457398" y="54057"/>
                </a:cubicBezTo>
                <a:cubicBezTo>
                  <a:pt x="453454" y="60008"/>
                  <a:pt x="451481" y="68165"/>
                  <a:pt x="451481" y="78528"/>
                </a:cubicBezTo>
                <a:lnTo>
                  <a:pt x="451481" y="82038"/>
                </a:lnTo>
                <a:lnTo>
                  <a:pt x="478761" y="82038"/>
                </a:lnTo>
                <a:close/>
                <a:moveTo>
                  <a:pt x="571762" y="102097"/>
                </a:moveTo>
                <a:lnTo>
                  <a:pt x="513292" y="102097"/>
                </a:lnTo>
                <a:lnTo>
                  <a:pt x="513292" y="81236"/>
                </a:lnTo>
                <a:lnTo>
                  <a:pt x="571762" y="81236"/>
                </a:lnTo>
                <a:lnTo>
                  <a:pt x="571762" y="102097"/>
                </a:lnTo>
                <a:close/>
                <a:moveTo>
                  <a:pt x="651893" y="135394"/>
                </a:moveTo>
                <a:lnTo>
                  <a:pt x="651893" y="139004"/>
                </a:lnTo>
                <a:lnTo>
                  <a:pt x="580787" y="139004"/>
                </a:lnTo>
                <a:lnTo>
                  <a:pt x="580787" y="135394"/>
                </a:lnTo>
                <a:lnTo>
                  <a:pt x="585300" y="135394"/>
                </a:lnTo>
                <a:cubicBezTo>
                  <a:pt x="589245" y="135394"/>
                  <a:pt x="592421" y="134688"/>
                  <a:pt x="594828" y="133278"/>
                </a:cubicBezTo>
                <a:cubicBezTo>
                  <a:pt x="596566" y="132336"/>
                  <a:pt x="597903" y="130723"/>
                  <a:pt x="598839" y="128439"/>
                </a:cubicBezTo>
                <a:cubicBezTo>
                  <a:pt x="599575" y="126826"/>
                  <a:pt x="599942" y="122592"/>
                  <a:pt x="599942" y="115736"/>
                </a:cubicBezTo>
                <a:lnTo>
                  <a:pt x="599942" y="26276"/>
                </a:lnTo>
                <a:cubicBezTo>
                  <a:pt x="599942" y="19287"/>
                  <a:pt x="599575" y="14919"/>
                  <a:pt x="598839" y="13173"/>
                </a:cubicBezTo>
                <a:cubicBezTo>
                  <a:pt x="598104" y="11424"/>
                  <a:pt x="596616" y="9894"/>
                  <a:pt x="594376" y="8584"/>
                </a:cubicBezTo>
                <a:cubicBezTo>
                  <a:pt x="592136" y="7274"/>
                  <a:pt x="589111" y="6619"/>
                  <a:pt x="585300" y="6619"/>
                </a:cubicBezTo>
                <a:lnTo>
                  <a:pt x="580787" y="6619"/>
                </a:lnTo>
                <a:lnTo>
                  <a:pt x="580787" y="3009"/>
                </a:lnTo>
                <a:lnTo>
                  <a:pt x="651893" y="3009"/>
                </a:lnTo>
                <a:lnTo>
                  <a:pt x="651893" y="6619"/>
                </a:lnTo>
                <a:lnTo>
                  <a:pt x="647380" y="6619"/>
                </a:lnTo>
                <a:cubicBezTo>
                  <a:pt x="643436" y="6619"/>
                  <a:pt x="640260" y="7324"/>
                  <a:pt x="637853" y="8735"/>
                </a:cubicBezTo>
                <a:cubicBezTo>
                  <a:pt x="636114" y="9677"/>
                  <a:pt x="634744" y="11290"/>
                  <a:pt x="633741" y="13574"/>
                </a:cubicBezTo>
                <a:cubicBezTo>
                  <a:pt x="633005" y="15187"/>
                  <a:pt x="632637" y="19421"/>
                  <a:pt x="632637" y="26276"/>
                </a:cubicBezTo>
                <a:lnTo>
                  <a:pt x="632637" y="115736"/>
                </a:lnTo>
                <a:cubicBezTo>
                  <a:pt x="632637" y="122726"/>
                  <a:pt x="633022" y="127094"/>
                  <a:pt x="633791" y="128843"/>
                </a:cubicBezTo>
                <a:cubicBezTo>
                  <a:pt x="634560" y="130590"/>
                  <a:pt x="636064" y="132118"/>
                  <a:pt x="638304" y="133429"/>
                </a:cubicBezTo>
                <a:cubicBezTo>
                  <a:pt x="640544" y="134739"/>
                  <a:pt x="643569" y="135394"/>
                  <a:pt x="647380" y="135394"/>
                </a:cubicBezTo>
                <a:lnTo>
                  <a:pt x="651893" y="135394"/>
                </a:lnTo>
                <a:close/>
                <a:moveTo>
                  <a:pt x="690874" y="42524"/>
                </a:moveTo>
                <a:cubicBezTo>
                  <a:pt x="695487" y="42524"/>
                  <a:pt x="699415" y="44145"/>
                  <a:pt x="702658" y="47388"/>
                </a:cubicBezTo>
                <a:cubicBezTo>
                  <a:pt x="705901" y="50631"/>
                  <a:pt x="707522" y="54559"/>
                  <a:pt x="707522" y="59172"/>
                </a:cubicBezTo>
                <a:cubicBezTo>
                  <a:pt x="707522" y="63785"/>
                  <a:pt x="705901" y="67714"/>
                  <a:pt x="702658" y="70956"/>
                </a:cubicBezTo>
                <a:cubicBezTo>
                  <a:pt x="699415" y="74199"/>
                  <a:pt x="695487" y="75820"/>
                  <a:pt x="690874" y="75820"/>
                </a:cubicBezTo>
                <a:cubicBezTo>
                  <a:pt x="686261" y="75820"/>
                  <a:pt x="682332" y="74199"/>
                  <a:pt x="679090" y="70956"/>
                </a:cubicBezTo>
                <a:cubicBezTo>
                  <a:pt x="675847" y="67714"/>
                  <a:pt x="674226" y="63785"/>
                  <a:pt x="674226" y="59172"/>
                </a:cubicBezTo>
                <a:cubicBezTo>
                  <a:pt x="674226" y="54559"/>
                  <a:pt x="675847" y="50631"/>
                  <a:pt x="679090" y="47388"/>
                </a:cubicBezTo>
                <a:cubicBezTo>
                  <a:pt x="682332" y="44145"/>
                  <a:pt x="686261" y="42524"/>
                  <a:pt x="690874" y="42524"/>
                </a:cubicBezTo>
                <a:moveTo>
                  <a:pt x="690774" y="108114"/>
                </a:moveTo>
                <a:cubicBezTo>
                  <a:pt x="695454" y="108114"/>
                  <a:pt x="699415" y="109758"/>
                  <a:pt x="702658" y="113044"/>
                </a:cubicBezTo>
                <a:cubicBezTo>
                  <a:pt x="705901" y="116329"/>
                  <a:pt x="707522" y="120285"/>
                  <a:pt x="707522" y="124913"/>
                </a:cubicBezTo>
                <a:cubicBezTo>
                  <a:pt x="707522" y="129541"/>
                  <a:pt x="705884" y="133482"/>
                  <a:pt x="702608" y="136735"/>
                </a:cubicBezTo>
                <a:cubicBezTo>
                  <a:pt x="699332" y="139986"/>
                  <a:pt x="695387" y="141612"/>
                  <a:pt x="690774" y="141612"/>
                </a:cubicBezTo>
                <a:cubicBezTo>
                  <a:pt x="686160" y="141612"/>
                  <a:pt x="682232" y="139986"/>
                  <a:pt x="678989" y="136735"/>
                </a:cubicBezTo>
                <a:cubicBezTo>
                  <a:pt x="675747" y="133482"/>
                  <a:pt x="674125" y="129541"/>
                  <a:pt x="674125" y="124913"/>
                </a:cubicBezTo>
                <a:cubicBezTo>
                  <a:pt x="674125" y="120285"/>
                  <a:pt x="675747" y="116329"/>
                  <a:pt x="678989" y="113044"/>
                </a:cubicBezTo>
                <a:cubicBezTo>
                  <a:pt x="682232" y="109758"/>
                  <a:pt x="686160" y="108114"/>
                  <a:pt x="690774" y="108114"/>
                </a:cubicBezTo>
                <a:close/>
                <a:moveTo>
                  <a:pt x="850472" y="100091"/>
                </a:moveTo>
                <a:lnTo>
                  <a:pt x="802433" y="100091"/>
                </a:lnTo>
                <a:lnTo>
                  <a:pt x="796716" y="113395"/>
                </a:lnTo>
                <a:cubicBezTo>
                  <a:pt x="794844" y="117856"/>
                  <a:pt x="793908" y="121540"/>
                  <a:pt x="793908" y="124446"/>
                </a:cubicBezTo>
                <a:cubicBezTo>
                  <a:pt x="793908" y="128297"/>
                  <a:pt x="795446" y="131135"/>
                  <a:pt x="798521" y="132962"/>
                </a:cubicBezTo>
                <a:cubicBezTo>
                  <a:pt x="800326" y="134042"/>
                  <a:pt x="804773" y="134852"/>
                  <a:pt x="811860" y="135394"/>
                </a:cubicBezTo>
                <a:lnTo>
                  <a:pt x="811860" y="139004"/>
                </a:lnTo>
                <a:lnTo>
                  <a:pt x="766629" y="139004"/>
                </a:lnTo>
                <a:lnTo>
                  <a:pt x="766629" y="135394"/>
                </a:lnTo>
                <a:cubicBezTo>
                  <a:pt x="771509" y="134652"/>
                  <a:pt x="775521" y="132611"/>
                  <a:pt x="778664" y="129270"/>
                </a:cubicBezTo>
                <a:cubicBezTo>
                  <a:pt x="781806" y="125926"/>
                  <a:pt x="785684" y="119023"/>
                  <a:pt x="790297" y="108559"/>
                </a:cubicBezTo>
                <a:lnTo>
                  <a:pt x="838939" y="0"/>
                </a:lnTo>
                <a:lnTo>
                  <a:pt x="840844" y="0"/>
                </a:lnTo>
                <a:lnTo>
                  <a:pt x="889887" y="111584"/>
                </a:lnTo>
                <a:cubicBezTo>
                  <a:pt x="894567" y="122256"/>
                  <a:pt x="898412" y="128977"/>
                  <a:pt x="901420" y="131745"/>
                </a:cubicBezTo>
                <a:cubicBezTo>
                  <a:pt x="903694" y="133839"/>
                  <a:pt x="906903" y="135055"/>
                  <a:pt x="911048" y="135394"/>
                </a:cubicBezTo>
                <a:lnTo>
                  <a:pt x="911048" y="139004"/>
                </a:lnTo>
                <a:lnTo>
                  <a:pt x="845257" y="139004"/>
                </a:lnTo>
                <a:lnTo>
                  <a:pt x="845257" y="135394"/>
                </a:lnTo>
                <a:lnTo>
                  <a:pt x="847965" y="135394"/>
                </a:lnTo>
                <a:cubicBezTo>
                  <a:pt x="853247" y="135394"/>
                  <a:pt x="856958" y="134646"/>
                  <a:pt x="859097" y="133150"/>
                </a:cubicBezTo>
                <a:cubicBezTo>
                  <a:pt x="860568" y="132063"/>
                  <a:pt x="861304" y="130499"/>
                  <a:pt x="861304" y="128458"/>
                </a:cubicBezTo>
                <a:cubicBezTo>
                  <a:pt x="861304" y="127236"/>
                  <a:pt x="861103" y="125978"/>
                  <a:pt x="860702" y="124684"/>
                </a:cubicBezTo>
                <a:cubicBezTo>
                  <a:pt x="860568" y="124074"/>
                  <a:pt x="859565" y="121525"/>
                  <a:pt x="857693" y="117037"/>
                </a:cubicBezTo>
                <a:lnTo>
                  <a:pt x="850472" y="100091"/>
                </a:lnTo>
                <a:moveTo>
                  <a:pt x="847062" y="92669"/>
                </a:moveTo>
                <a:lnTo>
                  <a:pt x="826803" y="45777"/>
                </a:lnTo>
                <a:lnTo>
                  <a:pt x="805943" y="92669"/>
                </a:lnTo>
                <a:lnTo>
                  <a:pt x="847062" y="92669"/>
                </a:lnTo>
                <a:close/>
                <a:moveTo>
                  <a:pt x="996763" y="114755"/>
                </a:moveTo>
                <a:lnTo>
                  <a:pt x="999872" y="117159"/>
                </a:lnTo>
                <a:cubicBezTo>
                  <a:pt x="995459" y="125477"/>
                  <a:pt x="989960" y="131666"/>
                  <a:pt x="983374" y="135726"/>
                </a:cubicBezTo>
                <a:cubicBezTo>
                  <a:pt x="976788" y="139783"/>
                  <a:pt x="969785" y="141812"/>
                  <a:pt x="962363" y="141812"/>
                </a:cubicBezTo>
                <a:cubicBezTo>
                  <a:pt x="949860" y="141812"/>
                  <a:pt x="939864" y="137094"/>
                  <a:pt x="932376" y="127659"/>
                </a:cubicBezTo>
                <a:cubicBezTo>
                  <a:pt x="924888" y="118221"/>
                  <a:pt x="921143" y="106876"/>
                  <a:pt x="921143" y="93625"/>
                </a:cubicBezTo>
                <a:cubicBezTo>
                  <a:pt x="921143" y="80840"/>
                  <a:pt x="924553" y="69596"/>
                  <a:pt x="931373" y="59893"/>
                </a:cubicBezTo>
                <a:cubicBezTo>
                  <a:pt x="939597" y="48180"/>
                  <a:pt x="950930" y="42323"/>
                  <a:pt x="965372" y="42323"/>
                </a:cubicBezTo>
                <a:cubicBezTo>
                  <a:pt x="975067" y="42323"/>
                  <a:pt x="982773" y="44771"/>
                  <a:pt x="988489" y="49666"/>
                </a:cubicBezTo>
                <a:cubicBezTo>
                  <a:pt x="994206" y="54560"/>
                  <a:pt x="997064" y="60023"/>
                  <a:pt x="997064" y="66058"/>
                </a:cubicBezTo>
                <a:cubicBezTo>
                  <a:pt x="997064" y="69879"/>
                  <a:pt x="995911" y="72930"/>
                  <a:pt x="993604" y="75209"/>
                </a:cubicBezTo>
                <a:cubicBezTo>
                  <a:pt x="991297" y="77489"/>
                  <a:pt x="988272" y="78629"/>
                  <a:pt x="984528" y="78629"/>
                </a:cubicBezTo>
                <a:cubicBezTo>
                  <a:pt x="980583" y="78629"/>
                  <a:pt x="977323" y="77321"/>
                  <a:pt x="974749" y="74705"/>
                </a:cubicBezTo>
                <a:cubicBezTo>
                  <a:pt x="972175" y="72087"/>
                  <a:pt x="970587" y="67423"/>
                  <a:pt x="969985" y="60714"/>
                </a:cubicBezTo>
                <a:cubicBezTo>
                  <a:pt x="969584" y="56487"/>
                  <a:pt x="968615" y="53535"/>
                  <a:pt x="967077" y="51857"/>
                </a:cubicBezTo>
                <a:cubicBezTo>
                  <a:pt x="965539" y="50181"/>
                  <a:pt x="963734" y="49343"/>
                  <a:pt x="961661" y="49343"/>
                </a:cubicBezTo>
                <a:cubicBezTo>
                  <a:pt x="958452" y="49343"/>
                  <a:pt x="955711" y="51048"/>
                  <a:pt x="953437" y="54458"/>
                </a:cubicBezTo>
                <a:cubicBezTo>
                  <a:pt x="949960" y="59607"/>
                  <a:pt x="948222" y="67496"/>
                  <a:pt x="948222" y="78127"/>
                </a:cubicBezTo>
                <a:cubicBezTo>
                  <a:pt x="948222" y="86953"/>
                  <a:pt x="949626" y="95394"/>
                  <a:pt x="952434" y="103451"/>
                </a:cubicBezTo>
                <a:cubicBezTo>
                  <a:pt x="955243" y="111507"/>
                  <a:pt x="959087" y="117508"/>
                  <a:pt x="963968" y="121453"/>
                </a:cubicBezTo>
                <a:cubicBezTo>
                  <a:pt x="967645" y="124328"/>
                  <a:pt x="971991" y="125766"/>
                  <a:pt x="977006" y="125766"/>
                </a:cubicBezTo>
                <a:cubicBezTo>
                  <a:pt x="980282" y="125766"/>
                  <a:pt x="983391" y="124999"/>
                  <a:pt x="986333" y="123465"/>
                </a:cubicBezTo>
                <a:cubicBezTo>
                  <a:pt x="989275" y="121929"/>
                  <a:pt x="992752" y="119026"/>
                  <a:pt x="996763" y="114755"/>
                </a:cubicBezTo>
                <a:close/>
                <a:moveTo>
                  <a:pt x="1087959" y="114755"/>
                </a:moveTo>
                <a:lnTo>
                  <a:pt x="1091069" y="117159"/>
                </a:lnTo>
                <a:cubicBezTo>
                  <a:pt x="1086656" y="125477"/>
                  <a:pt x="1081156" y="131666"/>
                  <a:pt x="1074571" y="135726"/>
                </a:cubicBezTo>
                <a:cubicBezTo>
                  <a:pt x="1067985" y="139783"/>
                  <a:pt x="1060981" y="141812"/>
                  <a:pt x="1053559" y="141812"/>
                </a:cubicBezTo>
                <a:cubicBezTo>
                  <a:pt x="1041056" y="141812"/>
                  <a:pt x="1031061" y="137094"/>
                  <a:pt x="1023572" y="127659"/>
                </a:cubicBezTo>
                <a:cubicBezTo>
                  <a:pt x="1016084" y="118221"/>
                  <a:pt x="1012340" y="106876"/>
                  <a:pt x="1012340" y="93625"/>
                </a:cubicBezTo>
                <a:cubicBezTo>
                  <a:pt x="1012340" y="80840"/>
                  <a:pt x="1015750" y="69596"/>
                  <a:pt x="1022569" y="59893"/>
                </a:cubicBezTo>
                <a:cubicBezTo>
                  <a:pt x="1030793" y="48180"/>
                  <a:pt x="1042126" y="42323"/>
                  <a:pt x="1056568" y="42323"/>
                </a:cubicBezTo>
                <a:cubicBezTo>
                  <a:pt x="1066263" y="42323"/>
                  <a:pt x="1073969" y="44771"/>
                  <a:pt x="1079685" y="49666"/>
                </a:cubicBezTo>
                <a:cubicBezTo>
                  <a:pt x="1085402" y="54560"/>
                  <a:pt x="1088260" y="60023"/>
                  <a:pt x="1088260" y="66058"/>
                </a:cubicBezTo>
                <a:cubicBezTo>
                  <a:pt x="1088260" y="69879"/>
                  <a:pt x="1087107" y="72930"/>
                  <a:pt x="1084800" y="75209"/>
                </a:cubicBezTo>
                <a:cubicBezTo>
                  <a:pt x="1082494" y="77489"/>
                  <a:pt x="1079468" y="78629"/>
                  <a:pt x="1075724" y="78629"/>
                </a:cubicBezTo>
                <a:cubicBezTo>
                  <a:pt x="1071779" y="78629"/>
                  <a:pt x="1068520" y="77321"/>
                  <a:pt x="1065946" y="74705"/>
                </a:cubicBezTo>
                <a:cubicBezTo>
                  <a:pt x="1063371" y="72087"/>
                  <a:pt x="1061783" y="67423"/>
                  <a:pt x="1061182" y="60714"/>
                </a:cubicBezTo>
                <a:cubicBezTo>
                  <a:pt x="1060780" y="56487"/>
                  <a:pt x="1059811" y="53535"/>
                  <a:pt x="1058273" y="51857"/>
                </a:cubicBezTo>
                <a:cubicBezTo>
                  <a:pt x="1056735" y="50181"/>
                  <a:pt x="1054930" y="49343"/>
                  <a:pt x="1052857" y="49343"/>
                </a:cubicBezTo>
                <a:cubicBezTo>
                  <a:pt x="1049648" y="49343"/>
                  <a:pt x="1046907" y="51048"/>
                  <a:pt x="1044634" y="54458"/>
                </a:cubicBezTo>
                <a:cubicBezTo>
                  <a:pt x="1041157" y="59607"/>
                  <a:pt x="1039418" y="67496"/>
                  <a:pt x="1039418" y="78127"/>
                </a:cubicBezTo>
                <a:cubicBezTo>
                  <a:pt x="1039418" y="86953"/>
                  <a:pt x="1040822" y="95394"/>
                  <a:pt x="1043631" y="103451"/>
                </a:cubicBezTo>
                <a:cubicBezTo>
                  <a:pt x="1046439" y="111507"/>
                  <a:pt x="1050283" y="117508"/>
                  <a:pt x="1055164" y="121453"/>
                </a:cubicBezTo>
                <a:cubicBezTo>
                  <a:pt x="1058842" y="124328"/>
                  <a:pt x="1063187" y="125766"/>
                  <a:pt x="1068202" y="125766"/>
                </a:cubicBezTo>
                <a:cubicBezTo>
                  <a:pt x="1071478" y="125766"/>
                  <a:pt x="1074587" y="124999"/>
                  <a:pt x="1077529" y="123465"/>
                </a:cubicBezTo>
                <a:cubicBezTo>
                  <a:pt x="1080471" y="121929"/>
                  <a:pt x="1083948" y="119026"/>
                  <a:pt x="1087959" y="114755"/>
                </a:cubicBezTo>
                <a:close/>
                <a:moveTo>
                  <a:pt x="1125199" y="0"/>
                </a:moveTo>
                <a:cubicBezTo>
                  <a:pt x="1129545" y="0"/>
                  <a:pt x="1133222" y="1526"/>
                  <a:pt x="1136231" y="4579"/>
                </a:cubicBezTo>
                <a:cubicBezTo>
                  <a:pt x="1139240" y="7629"/>
                  <a:pt x="1140744" y="11302"/>
                  <a:pt x="1140744" y="15595"/>
                </a:cubicBezTo>
                <a:cubicBezTo>
                  <a:pt x="1140744" y="19889"/>
                  <a:pt x="1139223" y="23546"/>
                  <a:pt x="1136181" y="26565"/>
                </a:cubicBezTo>
                <a:cubicBezTo>
                  <a:pt x="1133139" y="29582"/>
                  <a:pt x="1129478" y="31090"/>
                  <a:pt x="1125199" y="31090"/>
                </a:cubicBezTo>
                <a:cubicBezTo>
                  <a:pt x="1120920" y="31090"/>
                  <a:pt x="1117276" y="29582"/>
                  <a:pt x="1114267" y="26565"/>
                </a:cubicBezTo>
                <a:cubicBezTo>
                  <a:pt x="1111258" y="23546"/>
                  <a:pt x="1109754" y="19889"/>
                  <a:pt x="1109754" y="15595"/>
                </a:cubicBezTo>
                <a:cubicBezTo>
                  <a:pt x="1109754" y="11302"/>
                  <a:pt x="1111258" y="7629"/>
                  <a:pt x="1114267" y="4579"/>
                </a:cubicBezTo>
                <a:cubicBezTo>
                  <a:pt x="1117276" y="1526"/>
                  <a:pt x="1120920" y="0"/>
                  <a:pt x="1125199" y="0"/>
                </a:cubicBezTo>
                <a:moveTo>
                  <a:pt x="1139240" y="45131"/>
                </a:moveTo>
                <a:lnTo>
                  <a:pt x="1139240" y="119548"/>
                </a:lnTo>
                <a:cubicBezTo>
                  <a:pt x="1139240" y="126167"/>
                  <a:pt x="1140009" y="130396"/>
                  <a:pt x="1141546" y="132234"/>
                </a:cubicBezTo>
                <a:cubicBezTo>
                  <a:pt x="1143084" y="134073"/>
                  <a:pt x="1146093" y="135126"/>
                  <a:pt x="1150573" y="135394"/>
                </a:cubicBezTo>
                <a:lnTo>
                  <a:pt x="1150573" y="139004"/>
                </a:lnTo>
                <a:lnTo>
                  <a:pt x="1099925" y="139004"/>
                </a:lnTo>
                <a:lnTo>
                  <a:pt x="1099925" y="135394"/>
                </a:lnTo>
                <a:cubicBezTo>
                  <a:pt x="1104071" y="135260"/>
                  <a:pt x="1107146" y="134056"/>
                  <a:pt x="1109152" y="131783"/>
                </a:cubicBezTo>
                <a:cubicBezTo>
                  <a:pt x="1110490" y="130245"/>
                  <a:pt x="1111158" y="126167"/>
                  <a:pt x="1111158" y="119548"/>
                </a:cubicBezTo>
                <a:lnTo>
                  <a:pt x="1111158" y="64788"/>
                </a:lnTo>
                <a:cubicBezTo>
                  <a:pt x="1111158" y="58086"/>
                  <a:pt x="1110389" y="53803"/>
                  <a:pt x="1108851" y="51942"/>
                </a:cubicBezTo>
                <a:cubicBezTo>
                  <a:pt x="1107314" y="50080"/>
                  <a:pt x="1104338" y="49013"/>
                  <a:pt x="1099925" y="48742"/>
                </a:cubicBezTo>
                <a:lnTo>
                  <a:pt x="1099925" y="45131"/>
                </a:lnTo>
                <a:lnTo>
                  <a:pt x="1139240" y="45131"/>
                </a:lnTo>
                <a:close/>
                <a:moveTo>
                  <a:pt x="1250899" y="3009"/>
                </a:moveTo>
                <a:lnTo>
                  <a:pt x="1250899" y="110922"/>
                </a:lnTo>
                <a:cubicBezTo>
                  <a:pt x="1250899" y="118137"/>
                  <a:pt x="1251099" y="122406"/>
                  <a:pt x="1251500" y="123728"/>
                </a:cubicBezTo>
                <a:cubicBezTo>
                  <a:pt x="1252035" y="125914"/>
                  <a:pt x="1253055" y="127536"/>
                  <a:pt x="1254559" y="128596"/>
                </a:cubicBezTo>
                <a:cubicBezTo>
                  <a:pt x="1256064" y="129653"/>
                  <a:pt x="1258688" y="130314"/>
                  <a:pt x="1262432" y="130580"/>
                </a:cubicBezTo>
                <a:lnTo>
                  <a:pt x="1262432" y="134190"/>
                </a:lnTo>
                <a:lnTo>
                  <a:pt x="1222817" y="141812"/>
                </a:lnTo>
                <a:lnTo>
                  <a:pt x="1222817" y="126969"/>
                </a:lnTo>
                <a:cubicBezTo>
                  <a:pt x="1218070" y="132719"/>
                  <a:pt x="1213841" y="136631"/>
                  <a:pt x="1210130" y="138703"/>
                </a:cubicBezTo>
                <a:cubicBezTo>
                  <a:pt x="1206419" y="140776"/>
                  <a:pt x="1202224" y="141812"/>
                  <a:pt x="1197544" y="141812"/>
                </a:cubicBezTo>
                <a:cubicBezTo>
                  <a:pt x="1185575" y="141812"/>
                  <a:pt x="1176115" y="136458"/>
                  <a:pt x="1169161" y="125750"/>
                </a:cubicBezTo>
                <a:cubicBezTo>
                  <a:pt x="1163545" y="117050"/>
                  <a:pt x="1160737" y="106375"/>
                  <a:pt x="1160737" y="93726"/>
                </a:cubicBezTo>
                <a:cubicBezTo>
                  <a:pt x="1160737" y="83619"/>
                  <a:pt x="1162475" y="74567"/>
                  <a:pt x="1165952" y="66569"/>
                </a:cubicBezTo>
                <a:cubicBezTo>
                  <a:pt x="1169429" y="58570"/>
                  <a:pt x="1174192" y="52530"/>
                  <a:pt x="1180243" y="48447"/>
                </a:cubicBezTo>
                <a:cubicBezTo>
                  <a:pt x="1186294" y="44364"/>
                  <a:pt x="1192796" y="42323"/>
                  <a:pt x="1199750" y="42323"/>
                </a:cubicBezTo>
                <a:cubicBezTo>
                  <a:pt x="1204230" y="42323"/>
                  <a:pt x="1208208" y="43200"/>
                  <a:pt x="1211685" y="44953"/>
                </a:cubicBezTo>
                <a:cubicBezTo>
                  <a:pt x="1215161" y="46706"/>
                  <a:pt x="1218872" y="49774"/>
                  <a:pt x="1222817" y="54157"/>
                </a:cubicBezTo>
                <a:lnTo>
                  <a:pt x="1222817" y="25875"/>
                </a:lnTo>
                <a:cubicBezTo>
                  <a:pt x="1222817" y="18721"/>
                  <a:pt x="1222516" y="14409"/>
                  <a:pt x="1221914" y="12938"/>
                </a:cubicBezTo>
                <a:cubicBezTo>
                  <a:pt x="1221112" y="10999"/>
                  <a:pt x="1219909" y="9561"/>
                  <a:pt x="1218304" y="8625"/>
                </a:cubicBezTo>
                <a:cubicBezTo>
                  <a:pt x="1216699" y="7689"/>
                  <a:pt x="1213691" y="7221"/>
                  <a:pt x="1209278" y="7221"/>
                </a:cubicBezTo>
                <a:lnTo>
                  <a:pt x="1209278" y="3009"/>
                </a:lnTo>
                <a:lnTo>
                  <a:pt x="1250899" y="3009"/>
                </a:lnTo>
                <a:moveTo>
                  <a:pt x="1222817" y="66393"/>
                </a:moveTo>
                <a:cubicBezTo>
                  <a:pt x="1217869" y="57032"/>
                  <a:pt x="1211818" y="52352"/>
                  <a:pt x="1204664" y="52352"/>
                </a:cubicBezTo>
                <a:cubicBezTo>
                  <a:pt x="1202190" y="52352"/>
                  <a:pt x="1200151" y="53021"/>
                  <a:pt x="1198547" y="54358"/>
                </a:cubicBezTo>
                <a:cubicBezTo>
                  <a:pt x="1196073" y="56431"/>
                  <a:pt x="1194050" y="60075"/>
                  <a:pt x="1192479" y="65290"/>
                </a:cubicBezTo>
                <a:cubicBezTo>
                  <a:pt x="1190908" y="70505"/>
                  <a:pt x="1190122" y="78495"/>
                  <a:pt x="1190122" y="89259"/>
                </a:cubicBezTo>
                <a:cubicBezTo>
                  <a:pt x="1190122" y="101094"/>
                  <a:pt x="1190991" y="109853"/>
                  <a:pt x="1192730" y="115536"/>
                </a:cubicBezTo>
                <a:cubicBezTo>
                  <a:pt x="1194468" y="121219"/>
                  <a:pt x="1196842" y="125331"/>
                  <a:pt x="1199850" y="127872"/>
                </a:cubicBezTo>
                <a:cubicBezTo>
                  <a:pt x="1201388" y="129142"/>
                  <a:pt x="1203494" y="129777"/>
                  <a:pt x="1206169" y="129777"/>
                </a:cubicBezTo>
                <a:cubicBezTo>
                  <a:pt x="1212052" y="129777"/>
                  <a:pt x="1217602" y="125149"/>
                  <a:pt x="1222817" y="115893"/>
                </a:cubicBezTo>
                <a:lnTo>
                  <a:pt x="1222817" y="66393"/>
                </a:lnTo>
                <a:close/>
                <a:moveTo>
                  <a:pt x="1353365" y="88658"/>
                </a:moveTo>
                <a:lnTo>
                  <a:pt x="1301916" y="88658"/>
                </a:lnTo>
                <a:cubicBezTo>
                  <a:pt x="1302518" y="101127"/>
                  <a:pt x="1305827" y="110982"/>
                  <a:pt x="1311845" y="118222"/>
                </a:cubicBezTo>
                <a:cubicBezTo>
                  <a:pt x="1316458" y="123786"/>
                  <a:pt x="1322008" y="126568"/>
                  <a:pt x="1328493" y="126568"/>
                </a:cubicBezTo>
                <a:cubicBezTo>
                  <a:pt x="1332505" y="126568"/>
                  <a:pt x="1336149" y="125448"/>
                  <a:pt x="1339425" y="123208"/>
                </a:cubicBezTo>
                <a:cubicBezTo>
                  <a:pt x="1342701" y="120968"/>
                  <a:pt x="1346211" y="116940"/>
                  <a:pt x="1349955" y="111123"/>
                </a:cubicBezTo>
                <a:lnTo>
                  <a:pt x="1353365" y="113329"/>
                </a:lnTo>
                <a:cubicBezTo>
                  <a:pt x="1348284" y="123693"/>
                  <a:pt x="1342668" y="131031"/>
                  <a:pt x="1336516" y="135343"/>
                </a:cubicBezTo>
                <a:cubicBezTo>
                  <a:pt x="1330365" y="139656"/>
                  <a:pt x="1323244" y="141812"/>
                  <a:pt x="1315154" y="141812"/>
                </a:cubicBezTo>
                <a:cubicBezTo>
                  <a:pt x="1301247" y="141812"/>
                  <a:pt x="1290717" y="136458"/>
                  <a:pt x="1283562" y="125750"/>
                </a:cubicBezTo>
                <a:cubicBezTo>
                  <a:pt x="1277812" y="117117"/>
                  <a:pt x="1274937" y="106408"/>
                  <a:pt x="1274937" y="93625"/>
                </a:cubicBezTo>
                <a:cubicBezTo>
                  <a:pt x="1274937" y="77963"/>
                  <a:pt x="1279166" y="65498"/>
                  <a:pt x="1287624" y="56229"/>
                </a:cubicBezTo>
                <a:cubicBezTo>
                  <a:pt x="1296082" y="46958"/>
                  <a:pt x="1305994" y="42323"/>
                  <a:pt x="1317361" y="42323"/>
                </a:cubicBezTo>
                <a:cubicBezTo>
                  <a:pt x="1326855" y="42323"/>
                  <a:pt x="1335096" y="46218"/>
                  <a:pt x="1342083" y="54007"/>
                </a:cubicBezTo>
                <a:cubicBezTo>
                  <a:pt x="1349070" y="61796"/>
                  <a:pt x="1352830" y="73347"/>
                  <a:pt x="1353365" y="88658"/>
                </a:cubicBezTo>
                <a:moveTo>
                  <a:pt x="1328694" y="82038"/>
                </a:moveTo>
                <a:cubicBezTo>
                  <a:pt x="1328694" y="71274"/>
                  <a:pt x="1328109" y="63886"/>
                  <a:pt x="1326939" y="59874"/>
                </a:cubicBezTo>
                <a:cubicBezTo>
                  <a:pt x="1325768" y="55862"/>
                  <a:pt x="1323946" y="52820"/>
                  <a:pt x="1321473" y="50748"/>
                </a:cubicBezTo>
                <a:cubicBezTo>
                  <a:pt x="1320069" y="49544"/>
                  <a:pt x="1318196" y="48942"/>
                  <a:pt x="1315856" y="48942"/>
                </a:cubicBezTo>
                <a:cubicBezTo>
                  <a:pt x="1312380" y="48942"/>
                  <a:pt x="1309538" y="50647"/>
                  <a:pt x="1307332" y="54057"/>
                </a:cubicBezTo>
                <a:cubicBezTo>
                  <a:pt x="1303387" y="60008"/>
                  <a:pt x="1301414" y="68165"/>
                  <a:pt x="1301414" y="78528"/>
                </a:cubicBezTo>
                <a:lnTo>
                  <a:pt x="1301414" y="82038"/>
                </a:lnTo>
                <a:lnTo>
                  <a:pt x="1328694" y="82038"/>
                </a:lnTo>
                <a:close/>
                <a:moveTo>
                  <a:pt x="1403442" y="45131"/>
                </a:moveTo>
                <a:lnTo>
                  <a:pt x="1403442" y="57367"/>
                </a:lnTo>
                <a:cubicBezTo>
                  <a:pt x="1408256" y="52116"/>
                  <a:pt x="1412870" y="48297"/>
                  <a:pt x="1417282" y="45908"/>
                </a:cubicBezTo>
                <a:cubicBezTo>
                  <a:pt x="1421695" y="43518"/>
                  <a:pt x="1426442" y="42323"/>
                  <a:pt x="1431524" y="42323"/>
                </a:cubicBezTo>
                <a:cubicBezTo>
                  <a:pt x="1437608" y="42323"/>
                  <a:pt x="1442656" y="44013"/>
                  <a:pt x="1446668" y="47394"/>
                </a:cubicBezTo>
                <a:cubicBezTo>
                  <a:pt x="1450679" y="50775"/>
                  <a:pt x="1453354" y="54975"/>
                  <a:pt x="1454691" y="59996"/>
                </a:cubicBezTo>
                <a:cubicBezTo>
                  <a:pt x="1455761" y="63814"/>
                  <a:pt x="1456296" y="71145"/>
                  <a:pt x="1456296" y="81991"/>
                </a:cubicBezTo>
                <a:lnTo>
                  <a:pt x="1456296" y="118545"/>
                </a:lnTo>
                <a:cubicBezTo>
                  <a:pt x="1456296" y="125766"/>
                  <a:pt x="1456948" y="130262"/>
                  <a:pt x="1458252" y="132034"/>
                </a:cubicBezTo>
                <a:cubicBezTo>
                  <a:pt x="1459555" y="133806"/>
                  <a:pt x="1462280" y="134926"/>
                  <a:pt x="1466425" y="135394"/>
                </a:cubicBezTo>
                <a:lnTo>
                  <a:pt x="1466425" y="139004"/>
                </a:lnTo>
                <a:lnTo>
                  <a:pt x="1418987" y="139004"/>
                </a:lnTo>
                <a:lnTo>
                  <a:pt x="1418987" y="135394"/>
                </a:lnTo>
                <a:cubicBezTo>
                  <a:pt x="1422531" y="134926"/>
                  <a:pt x="1425072" y="133455"/>
                  <a:pt x="1426610" y="130981"/>
                </a:cubicBezTo>
                <a:cubicBezTo>
                  <a:pt x="1427679" y="129309"/>
                  <a:pt x="1428214" y="125164"/>
                  <a:pt x="1428214" y="118545"/>
                </a:cubicBezTo>
                <a:lnTo>
                  <a:pt x="1428214" y="76823"/>
                </a:lnTo>
                <a:cubicBezTo>
                  <a:pt x="1428214" y="69134"/>
                  <a:pt x="1427913" y="64287"/>
                  <a:pt x="1427312" y="62281"/>
                </a:cubicBezTo>
                <a:cubicBezTo>
                  <a:pt x="1426710" y="60275"/>
                  <a:pt x="1425690" y="58721"/>
                  <a:pt x="1424253" y="57617"/>
                </a:cubicBezTo>
                <a:cubicBezTo>
                  <a:pt x="1422815" y="56514"/>
                  <a:pt x="1421227" y="55963"/>
                  <a:pt x="1419489" y="55963"/>
                </a:cubicBezTo>
                <a:cubicBezTo>
                  <a:pt x="1413739" y="55963"/>
                  <a:pt x="1408390" y="60108"/>
                  <a:pt x="1403442" y="68399"/>
                </a:cubicBezTo>
                <a:lnTo>
                  <a:pt x="1403442" y="118545"/>
                </a:lnTo>
                <a:cubicBezTo>
                  <a:pt x="1403442" y="125565"/>
                  <a:pt x="1404094" y="130011"/>
                  <a:pt x="1405398" y="131883"/>
                </a:cubicBezTo>
                <a:cubicBezTo>
                  <a:pt x="1406702" y="133755"/>
                  <a:pt x="1409125" y="134926"/>
                  <a:pt x="1412669" y="135394"/>
                </a:cubicBezTo>
                <a:lnTo>
                  <a:pt x="1412669" y="139004"/>
                </a:lnTo>
                <a:lnTo>
                  <a:pt x="1365231" y="139004"/>
                </a:lnTo>
                <a:lnTo>
                  <a:pt x="1365231" y="135394"/>
                </a:lnTo>
                <a:cubicBezTo>
                  <a:pt x="1369176" y="134992"/>
                  <a:pt x="1371984" y="133722"/>
                  <a:pt x="1373656" y="131583"/>
                </a:cubicBezTo>
                <a:cubicBezTo>
                  <a:pt x="1374792" y="130112"/>
                  <a:pt x="1375361" y="125766"/>
                  <a:pt x="1375361" y="118545"/>
                </a:cubicBezTo>
                <a:lnTo>
                  <a:pt x="1375361" y="65591"/>
                </a:lnTo>
                <a:cubicBezTo>
                  <a:pt x="1375361" y="58418"/>
                  <a:pt x="1374709" y="53952"/>
                  <a:pt x="1373405" y="52192"/>
                </a:cubicBezTo>
                <a:cubicBezTo>
                  <a:pt x="1372101" y="50433"/>
                  <a:pt x="1369376" y="49283"/>
                  <a:pt x="1365231" y="48742"/>
                </a:cubicBezTo>
                <a:lnTo>
                  <a:pt x="1365231" y="45131"/>
                </a:lnTo>
                <a:lnTo>
                  <a:pt x="1403442" y="45131"/>
                </a:lnTo>
                <a:close/>
                <a:moveTo>
                  <a:pt x="1516540" y="10631"/>
                </a:moveTo>
                <a:lnTo>
                  <a:pt x="1516540" y="45131"/>
                </a:lnTo>
                <a:lnTo>
                  <a:pt x="1538804" y="45131"/>
                </a:lnTo>
                <a:lnTo>
                  <a:pt x="1538804" y="54960"/>
                </a:lnTo>
                <a:lnTo>
                  <a:pt x="1516540" y="54960"/>
                </a:lnTo>
                <a:lnTo>
                  <a:pt x="1516540" y="112985"/>
                </a:lnTo>
                <a:cubicBezTo>
                  <a:pt x="1516540" y="118415"/>
                  <a:pt x="1516790" y="121918"/>
                  <a:pt x="1517292" y="123493"/>
                </a:cubicBezTo>
                <a:cubicBezTo>
                  <a:pt x="1517793" y="125069"/>
                  <a:pt x="1518679" y="126343"/>
                  <a:pt x="1519950" y="127317"/>
                </a:cubicBezTo>
                <a:cubicBezTo>
                  <a:pt x="1521220" y="128289"/>
                  <a:pt x="1522390" y="128774"/>
                  <a:pt x="1523460" y="128774"/>
                </a:cubicBezTo>
                <a:cubicBezTo>
                  <a:pt x="1527806" y="128774"/>
                  <a:pt x="1531918" y="125431"/>
                  <a:pt x="1535796" y="118745"/>
                </a:cubicBezTo>
                <a:lnTo>
                  <a:pt x="1538804" y="120974"/>
                </a:lnTo>
                <a:cubicBezTo>
                  <a:pt x="1533389" y="133930"/>
                  <a:pt x="1524596" y="140408"/>
                  <a:pt x="1512428" y="140408"/>
                </a:cubicBezTo>
                <a:cubicBezTo>
                  <a:pt x="1506477" y="140408"/>
                  <a:pt x="1501446" y="138748"/>
                  <a:pt x="1497334" y="135428"/>
                </a:cubicBezTo>
                <a:cubicBezTo>
                  <a:pt x="1493222" y="132106"/>
                  <a:pt x="1490598" y="128398"/>
                  <a:pt x="1489461" y="124305"/>
                </a:cubicBezTo>
                <a:cubicBezTo>
                  <a:pt x="1488792" y="122023"/>
                  <a:pt x="1488458" y="115850"/>
                  <a:pt x="1488458" y="105786"/>
                </a:cubicBezTo>
                <a:lnTo>
                  <a:pt x="1488458" y="54960"/>
                </a:lnTo>
                <a:lnTo>
                  <a:pt x="1476222" y="54960"/>
                </a:lnTo>
                <a:lnTo>
                  <a:pt x="1476222" y="51440"/>
                </a:lnTo>
                <a:cubicBezTo>
                  <a:pt x="1484647" y="45477"/>
                  <a:pt x="1491818" y="39212"/>
                  <a:pt x="1497735" y="32645"/>
                </a:cubicBezTo>
                <a:cubicBezTo>
                  <a:pt x="1503652" y="26078"/>
                  <a:pt x="1508817" y="18740"/>
                  <a:pt x="1513230" y="10631"/>
                </a:cubicBezTo>
                <a:lnTo>
                  <a:pt x="1516540" y="10631"/>
                </a:lnTo>
                <a:close/>
                <a:moveTo>
                  <a:pt x="1646696" y="77024"/>
                </a:moveTo>
                <a:lnTo>
                  <a:pt x="1646696" y="115335"/>
                </a:lnTo>
                <a:cubicBezTo>
                  <a:pt x="1646696" y="122652"/>
                  <a:pt x="1647147" y="127260"/>
                  <a:pt x="1648050" y="129157"/>
                </a:cubicBezTo>
                <a:cubicBezTo>
                  <a:pt x="1648953" y="131052"/>
                  <a:pt x="1650540" y="132566"/>
                  <a:pt x="1652814" y="133698"/>
                </a:cubicBezTo>
                <a:cubicBezTo>
                  <a:pt x="1655087" y="134828"/>
                  <a:pt x="1659333" y="135394"/>
                  <a:pt x="1665551" y="135394"/>
                </a:cubicBezTo>
                <a:lnTo>
                  <a:pt x="1665551" y="139004"/>
                </a:lnTo>
                <a:lnTo>
                  <a:pt x="1595948" y="139004"/>
                </a:lnTo>
                <a:lnTo>
                  <a:pt x="1595948" y="135394"/>
                </a:lnTo>
                <a:cubicBezTo>
                  <a:pt x="1602233" y="135394"/>
                  <a:pt x="1606496" y="134812"/>
                  <a:pt x="1608736" y="133648"/>
                </a:cubicBezTo>
                <a:cubicBezTo>
                  <a:pt x="1610975" y="132484"/>
                  <a:pt x="1612547" y="130970"/>
                  <a:pt x="1613449" y="129107"/>
                </a:cubicBezTo>
                <a:cubicBezTo>
                  <a:pt x="1614352" y="127243"/>
                  <a:pt x="1614803" y="122652"/>
                  <a:pt x="1614803" y="115335"/>
                </a:cubicBezTo>
                <a:lnTo>
                  <a:pt x="1614803" y="26678"/>
                </a:lnTo>
                <a:cubicBezTo>
                  <a:pt x="1614803" y="19360"/>
                  <a:pt x="1614352" y="14754"/>
                  <a:pt x="1613449" y="12859"/>
                </a:cubicBezTo>
                <a:cubicBezTo>
                  <a:pt x="1612547" y="10962"/>
                  <a:pt x="1610959" y="9448"/>
                  <a:pt x="1608685" y="8318"/>
                </a:cubicBezTo>
                <a:cubicBezTo>
                  <a:pt x="1606412" y="7185"/>
                  <a:pt x="1602166" y="6619"/>
                  <a:pt x="1595948" y="6619"/>
                </a:cubicBezTo>
                <a:lnTo>
                  <a:pt x="1595948" y="3009"/>
                </a:lnTo>
                <a:lnTo>
                  <a:pt x="1659132" y="3009"/>
                </a:lnTo>
                <a:cubicBezTo>
                  <a:pt x="1675580" y="3009"/>
                  <a:pt x="1687615" y="4144"/>
                  <a:pt x="1695237" y="6416"/>
                </a:cubicBezTo>
                <a:cubicBezTo>
                  <a:pt x="1702859" y="8687"/>
                  <a:pt x="1709077" y="12878"/>
                  <a:pt x="1713891" y="18990"/>
                </a:cubicBezTo>
                <a:cubicBezTo>
                  <a:pt x="1718705" y="25101"/>
                  <a:pt x="1721112" y="32265"/>
                  <a:pt x="1721112" y="40480"/>
                </a:cubicBezTo>
                <a:cubicBezTo>
                  <a:pt x="1721112" y="50501"/>
                  <a:pt x="1717502" y="58784"/>
                  <a:pt x="1710281" y="65331"/>
                </a:cubicBezTo>
                <a:cubicBezTo>
                  <a:pt x="1705667" y="69472"/>
                  <a:pt x="1699215" y="72578"/>
                  <a:pt x="1690925" y="74648"/>
                </a:cubicBezTo>
                <a:lnTo>
                  <a:pt x="1723620" y="120795"/>
                </a:lnTo>
                <a:cubicBezTo>
                  <a:pt x="1727899" y="126687"/>
                  <a:pt x="1730941" y="130361"/>
                  <a:pt x="1732746" y="131818"/>
                </a:cubicBezTo>
                <a:cubicBezTo>
                  <a:pt x="1735487" y="133869"/>
                  <a:pt x="1738663" y="134995"/>
                  <a:pt x="1742274" y="135193"/>
                </a:cubicBezTo>
                <a:lnTo>
                  <a:pt x="1742274" y="139004"/>
                </a:lnTo>
                <a:lnTo>
                  <a:pt x="1699449" y="139004"/>
                </a:lnTo>
                <a:lnTo>
                  <a:pt x="1655622" y="77024"/>
                </a:lnTo>
                <a:lnTo>
                  <a:pt x="1646696" y="77024"/>
                </a:lnTo>
                <a:moveTo>
                  <a:pt x="1646696" y="10631"/>
                </a:moveTo>
                <a:lnTo>
                  <a:pt x="1646696" y="69803"/>
                </a:lnTo>
                <a:lnTo>
                  <a:pt x="1652413" y="69803"/>
                </a:lnTo>
                <a:cubicBezTo>
                  <a:pt x="1661706" y="69803"/>
                  <a:pt x="1668660" y="68957"/>
                  <a:pt x="1673273" y="67264"/>
                </a:cubicBezTo>
                <a:cubicBezTo>
                  <a:pt x="1677887" y="65570"/>
                  <a:pt x="1681514" y="62515"/>
                  <a:pt x="1684155" y="58100"/>
                </a:cubicBezTo>
                <a:cubicBezTo>
                  <a:pt x="1686796" y="53683"/>
                  <a:pt x="1688116" y="47922"/>
                  <a:pt x="1688116" y="40816"/>
                </a:cubicBezTo>
                <a:cubicBezTo>
                  <a:pt x="1688116" y="30521"/>
                  <a:pt x="1685693" y="22917"/>
                  <a:pt x="1680845" y="18002"/>
                </a:cubicBezTo>
                <a:cubicBezTo>
                  <a:pt x="1675998" y="13088"/>
                  <a:pt x="1668192" y="10631"/>
                  <a:pt x="1657427" y="10631"/>
                </a:cubicBezTo>
                <a:lnTo>
                  <a:pt x="1646696" y="10631"/>
                </a:lnTo>
                <a:close/>
                <a:moveTo>
                  <a:pt x="1826785" y="88658"/>
                </a:moveTo>
                <a:lnTo>
                  <a:pt x="1775336" y="88658"/>
                </a:lnTo>
                <a:cubicBezTo>
                  <a:pt x="1775937" y="101127"/>
                  <a:pt x="1779247" y="110982"/>
                  <a:pt x="1785264" y="118222"/>
                </a:cubicBezTo>
                <a:cubicBezTo>
                  <a:pt x="1789878" y="123786"/>
                  <a:pt x="1795427" y="126568"/>
                  <a:pt x="1801913" y="126568"/>
                </a:cubicBezTo>
                <a:cubicBezTo>
                  <a:pt x="1805924" y="126568"/>
                  <a:pt x="1809568" y="125448"/>
                  <a:pt x="1812845" y="123208"/>
                </a:cubicBezTo>
                <a:cubicBezTo>
                  <a:pt x="1816121" y="120968"/>
                  <a:pt x="1819631" y="116940"/>
                  <a:pt x="1823375" y="111123"/>
                </a:cubicBezTo>
                <a:lnTo>
                  <a:pt x="1826785" y="113329"/>
                </a:lnTo>
                <a:cubicBezTo>
                  <a:pt x="1821704" y="123693"/>
                  <a:pt x="1816087" y="131031"/>
                  <a:pt x="1809936" y="135343"/>
                </a:cubicBezTo>
                <a:cubicBezTo>
                  <a:pt x="1803785" y="139656"/>
                  <a:pt x="1796664" y="141812"/>
                  <a:pt x="1788574" y="141812"/>
                </a:cubicBezTo>
                <a:cubicBezTo>
                  <a:pt x="1774667" y="141812"/>
                  <a:pt x="1764136" y="136458"/>
                  <a:pt x="1756982" y="125750"/>
                </a:cubicBezTo>
                <a:cubicBezTo>
                  <a:pt x="1751232" y="117117"/>
                  <a:pt x="1748357" y="106408"/>
                  <a:pt x="1748357" y="93625"/>
                </a:cubicBezTo>
                <a:cubicBezTo>
                  <a:pt x="1748357" y="77963"/>
                  <a:pt x="1752586" y="65498"/>
                  <a:pt x="1761044" y="56229"/>
                </a:cubicBezTo>
                <a:cubicBezTo>
                  <a:pt x="1769502" y="46958"/>
                  <a:pt x="1779414" y="42323"/>
                  <a:pt x="1790780" y="42323"/>
                </a:cubicBezTo>
                <a:cubicBezTo>
                  <a:pt x="1800275" y="42323"/>
                  <a:pt x="1808515" y="46218"/>
                  <a:pt x="1815502" y="54007"/>
                </a:cubicBezTo>
                <a:cubicBezTo>
                  <a:pt x="1822489" y="61796"/>
                  <a:pt x="1826250" y="73347"/>
                  <a:pt x="1826785" y="88658"/>
                </a:cubicBezTo>
                <a:moveTo>
                  <a:pt x="1802113" y="82038"/>
                </a:moveTo>
                <a:cubicBezTo>
                  <a:pt x="1802113" y="71274"/>
                  <a:pt x="1801528" y="63886"/>
                  <a:pt x="1800358" y="59874"/>
                </a:cubicBezTo>
                <a:cubicBezTo>
                  <a:pt x="1799188" y="55862"/>
                  <a:pt x="1797366" y="52820"/>
                  <a:pt x="1794892" y="50748"/>
                </a:cubicBezTo>
                <a:cubicBezTo>
                  <a:pt x="1793488" y="49544"/>
                  <a:pt x="1791616" y="48942"/>
                  <a:pt x="1789276" y="48942"/>
                </a:cubicBezTo>
                <a:cubicBezTo>
                  <a:pt x="1785799" y="48942"/>
                  <a:pt x="1782958" y="50647"/>
                  <a:pt x="1780751" y="54057"/>
                </a:cubicBezTo>
                <a:cubicBezTo>
                  <a:pt x="1776807" y="60008"/>
                  <a:pt x="1774834" y="68165"/>
                  <a:pt x="1774834" y="78528"/>
                </a:cubicBezTo>
                <a:lnTo>
                  <a:pt x="1774834" y="82038"/>
                </a:lnTo>
                <a:lnTo>
                  <a:pt x="1802113" y="82038"/>
                </a:lnTo>
                <a:close/>
                <a:moveTo>
                  <a:pt x="1874856" y="129476"/>
                </a:moveTo>
                <a:lnTo>
                  <a:pt x="1874856" y="164278"/>
                </a:lnTo>
                <a:cubicBezTo>
                  <a:pt x="1874856" y="169156"/>
                  <a:pt x="1875241" y="172476"/>
                  <a:pt x="1876009" y="174238"/>
                </a:cubicBezTo>
                <a:cubicBezTo>
                  <a:pt x="1876778" y="176001"/>
                  <a:pt x="1877965" y="177289"/>
                  <a:pt x="1879570" y="178102"/>
                </a:cubicBezTo>
                <a:cubicBezTo>
                  <a:pt x="1881174" y="178915"/>
                  <a:pt x="1884317" y="179321"/>
                  <a:pt x="1888997" y="179321"/>
                </a:cubicBezTo>
                <a:lnTo>
                  <a:pt x="1888997" y="182932"/>
                </a:lnTo>
                <a:lnTo>
                  <a:pt x="1835542" y="182932"/>
                </a:lnTo>
                <a:lnTo>
                  <a:pt x="1835542" y="179321"/>
                </a:lnTo>
                <a:cubicBezTo>
                  <a:pt x="1839687" y="179185"/>
                  <a:pt x="1842763" y="178000"/>
                  <a:pt x="1844769" y="175764"/>
                </a:cubicBezTo>
                <a:cubicBezTo>
                  <a:pt x="1846106" y="174207"/>
                  <a:pt x="1846774" y="170178"/>
                  <a:pt x="1846774" y="163676"/>
                </a:cubicBezTo>
                <a:lnTo>
                  <a:pt x="1846774" y="64788"/>
                </a:lnTo>
                <a:cubicBezTo>
                  <a:pt x="1846774" y="58086"/>
                  <a:pt x="1846006" y="53803"/>
                  <a:pt x="1844468" y="51942"/>
                </a:cubicBezTo>
                <a:cubicBezTo>
                  <a:pt x="1842930" y="50080"/>
                  <a:pt x="1839955" y="49013"/>
                  <a:pt x="1835542" y="48742"/>
                </a:cubicBezTo>
                <a:lnTo>
                  <a:pt x="1835542" y="45131"/>
                </a:lnTo>
                <a:lnTo>
                  <a:pt x="1874856" y="45131"/>
                </a:lnTo>
                <a:lnTo>
                  <a:pt x="1874856" y="57467"/>
                </a:lnTo>
                <a:cubicBezTo>
                  <a:pt x="1878132" y="52653"/>
                  <a:pt x="1881475" y="49176"/>
                  <a:pt x="1884885" y="47037"/>
                </a:cubicBezTo>
                <a:cubicBezTo>
                  <a:pt x="1889766" y="43894"/>
                  <a:pt x="1895082" y="42323"/>
                  <a:pt x="1900832" y="42323"/>
                </a:cubicBezTo>
                <a:cubicBezTo>
                  <a:pt x="1907718" y="42323"/>
                  <a:pt x="1913987" y="44498"/>
                  <a:pt x="1919636" y="48848"/>
                </a:cubicBezTo>
                <a:cubicBezTo>
                  <a:pt x="1925286" y="53198"/>
                  <a:pt x="1929582" y="59205"/>
                  <a:pt x="1932524" y="66869"/>
                </a:cubicBezTo>
                <a:cubicBezTo>
                  <a:pt x="1935466" y="74533"/>
                  <a:pt x="1936937" y="82782"/>
                  <a:pt x="1936937" y="91616"/>
                </a:cubicBezTo>
                <a:cubicBezTo>
                  <a:pt x="1936937" y="101119"/>
                  <a:pt x="1935415" y="109803"/>
                  <a:pt x="1932373" y="117667"/>
                </a:cubicBezTo>
                <a:cubicBezTo>
                  <a:pt x="1929331" y="125532"/>
                  <a:pt x="1924918" y="131522"/>
                  <a:pt x="1919135" y="135638"/>
                </a:cubicBezTo>
                <a:cubicBezTo>
                  <a:pt x="1913351" y="139754"/>
                  <a:pt x="1906916" y="141812"/>
                  <a:pt x="1899829" y="141812"/>
                </a:cubicBezTo>
                <a:cubicBezTo>
                  <a:pt x="1894680" y="141812"/>
                  <a:pt x="1889866" y="140676"/>
                  <a:pt x="1885387" y="138402"/>
                </a:cubicBezTo>
                <a:cubicBezTo>
                  <a:pt x="1882044" y="136664"/>
                  <a:pt x="1878533" y="133689"/>
                  <a:pt x="1874856" y="129476"/>
                </a:cubicBezTo>
                <a:moveTo>
                  <a:pt x="1874856" y="119331"/>
                </a:moveTo>
                <a:cubicBezTo>
                  <a:pt x="1880606" y="127499"/>
                  <a:pt x="1886757" y="131583"/>
                  <a:pt x="1893310" y="131583"/>
                </a:cubicBezTo>
                <a:cubicBezTo>
                  <a:pt x="1896920" y="131583"/>
                  <a:pt x="1899896" y="129675"/>
                  <a:pt x="1902236" y="125860"/>
                </a:cubicBezTo>
                <a:cubicBezTo>
                  <a:pt x="1905712" y="120235"/>
                  <a:pt x="1907451" y="109523"/>
                  <a:pt x="1907451" y="93722"/>
                </a:cubicBezTo>
                <a:cubicBezTo>
                  <a:pt x="1907451" y="77521"/>
                  <a:pt x="1905545" y="66441"/>
                  <a:pt x="1901734" y="60482"/>
                </a:cubicBezTo>
                <a:cubicBezTo>
                  <a:pt x="1899193" y="56533"/>
                  <a:pt x="1895784" y="54559"/>
                  <a:pt x="1891504" y="54559"/>
                </a:cubicBezTo>
                <a:cubicBezTo>
                  <a:pt x="1884752" y="54559"/>
                  <a:pt x="1879202" y="59446"/>
                  <a:pt x="1874856" y="69220"/>
                </a:cubicBezTo>
                <a:lnTo>
                  <a:pt x="1874856" y="119331"/>
                </a:lnTo>
                <a:close/>
                <a:moveTo>
                  <a:pt x="1989458" y="3009"/>
                </a:moveTo>
                <a:lnTo>
                  <a:pt x="1989458" y="119548"/>
                </a:lnTo>
                <a:cubicBezTo>
                  <a:pt x="1989458" y="126167"/>
                  <a:pt x="1990227" y="130396"/>
                  <a:pt x="1991765" y="132234"/>
                </a:cubicBezTo>
                <a:cubicBezTo>
                  <a:pt x="1993303" y="134073"/>
                  <a:pt x="1996311" y="135126"/>
                  <a:pt x="2000791" y="135394"/>
                </a:cubicBezTo>
                <a:lnTo>
                  <a:pt x="2000791" y="139004"/>
                </a:lnTo>
                <a:lnTo>
                  <a:pt x="1950144" y="139004"/>
                </a:lnTo>
                <a:lnTo>
                  <a:pt x="1950144" y="135394"/>
                </a:lnTo>
                <a:cubicBezTo>
                  <a:pt x="1954289" y="135260"/>
                  <a:pt x="1957365" y="134056"/>
                  <a:pt x="1959371" y="131783"/>
                </a:cubicBezTo>
                <a:cubicBezTo>
                  <a:pt x="1960708" y="130245"/>
                  <a:pt x="1961376" y="126167"/>
                  <a:pt x="1961376" y="119548"/>
                </a:cubicBezTo>
                <a:lnTo>
                  <a:pt x="1961376" y="22465"/>
                </a:lnTo>
                <a:cubicBezTo>
                  <a:pt x="1961376" y="15871"/>
                  <a:pt x="1960608" y="11649"/>
                  <a:pt x="1959070" y="9800"/>
                </a:cubicBezTo>
                <a:cubicBezTo>
                  <a:pt x="1957532" y="7949"/>
                  <a:pt x="1954557" y="6889"/>
                  <a:pt x="1950144" y="6619"/>
                </a:cubicBezTo>
                <a:lnTo>
                  <a:pt x="1950144" y="3009"/>
                </a:lnTo>
                <a:lnTo>
                  <a:pt x="1989458" y="3009"/>
                </a:lnTo>
                <a:close/>
                <a:moveTo>
                  <a:pt x="2061602" y="125164"/>
                </a:moveTo>
                <a:cubicBezTo>
                  <a:pt x="2050169" y="135327"/>
                  <a:pt x="2039906" y="140408"/>
                  <a:pt x="2030813" y="140408"/>
                </a:cubicBezTo>
                <a:cubicBezTo>
                  <a:pt x="2025464" y="140408"/>
                  <a:pt x="2021017" y="138648"/>
                  <a:pt x="2017474" y="135127"/>
                </a:cubicBezTo>
                <a:cubicBezTo>
                  <a:pt x="2013930" y="131604"/>
                  <a:pt x="2012158" y="127194"/>
                  <a:pt x="2012158" y="121895"/>
                </a:cubicBezTo>
                <a:cubicBezTo>
                  <a:pt x="2012158" y="114716"/>
                  <a:pt x="2015234" y="108258"/>
                  <a:pt x="2021385" y="102523"/>
                </a:cubicBezTo>
                <a:cubicBezTo>
                  <a:pt x="2027536" y="96788"/>
                  <a:pt x="2040942" y="89157"/>
                  <a:pt x="2061602" y="79631"/>
                </a:cubicBezTo>
                <a:lnTo>
                  <a:pt x="2061602" y="70204"/>
                </a:lnTo>
                <a:cubicBezTo>
                  <a:pt x="2061602" y="63117"/>
                  <a:pt x="2061218" y="58654"/>
                  <a:pt x="2060449" y="56815"/>
                </a:cubicBezTo>
                <a:cubicBezTo>
                  <a:pt x="2059680" y="54976"/>
                  <a:pt x="2058226" y="53372"/>
                  <a:pt x="2056086" y="52001"/>
                </a:cubicBezTo>
                <a:cubicBezTo>
                  <a:pt x="2053947" y="50631"/>
                  <a:pt x="2051540" y="49945"/>
                  <a:pt x="2048865" y="49945"/>
                </a:cubicBezTo>
                <a:cubicBezTo>
                  <a:pt x="2044519" y="49945"/>
                  <a:pt x="2040942" y="50915"/>
                  <a:pt x="2038134" y="52854"/>
                </a:cubicBezTo>
                <a:cubicBezTo>
                  <a:pt x="2036395" y="54057"/>
                  <a:pt x="2035526" y="55461"/>
                  <a:pt x="2035526" y="57066"/>
                </a:cubicBezTo>
                <a:cubicBezTo>
                  <a:pt x="2035526" y="58470"/>
                  <a:pt x="2036462" y="60208"/>
                  <a:pt x="2038334" y="62281"/>
                </a:cubicBezTo>
                <a:cubicBezTo>
                  <a:pt x="2040875" y="65156"/>
                  <a:pt x="2042146" y="67931"/>
                  <a:pt x="2042146" y="70605"/>
                </a:cubicBezTo>
                <a:cubicBezTo>
                  <a:pt x="2042146" y="73881"/>
                  <a:pt x="2040925" y="76673"/>
                  <a:pt x="2038485" y="78980"/>
                </a:cubicBezTo>
                <a:cubicBezTo>
                  <a:pt x="2036044" y="81286"/>
                  <a:pt x="2032852" y="82440"/>
                  <a:pt x="2028907" y="82440"/>
                </a:cubicBezTo>
                <a:cubicBezTo>
                  <a:pt x="2024695" y="82440"/>
                  <a:pt x="2021168" y="81169"/>
                  <a:pt x="2018326" y="78629"/>
                </a:cubicBezTo>
                <a:cubicBezTo>
                  <a:pt x="2015485" y="76088"/>
                  <a:pt x="2014064" y="73113"/>
                  <a:pt x="2014064" y="69703"/>
                </a:cubicBezTo>
                <a:cubicBezTo>
                  <a:pt x="2014064" y="64889"/>
                  <a:pt x="2015969" y="60292"/>
                  <a:pt x="2019781" y="55913"/>
                </a:cubicBezTo>
                <a:cubicBezTo>
                  <a:pt x="2023592" y="51533"/>
                  <a:pt x="2028907" y="48173"/>
                  <a:pt x="2035727" y="45833"/>
                </a:cubicBezTo>
                <a:cubicBezTo>
                  <a:pt x="2042547" y="43493"/>
                  <a:pt x="2049634" y="42323"/>
                  <a:pt x="2056989" y="42323"/>
                </a:cubicBezTo>
                <a:cubicBezTo>
                  <a:pt x="2065881" y="42323"/>
                  <a:pt x="2072918" y="44217"/>
                  <a:pt x="2078100" y="48005"/>
                </a:cubicBezTo>
                <a:cubicBezTo>
                  <a:pt x="2083282" y="51791"/>
                  <a:pt x="2086642" y="55896"/>
                  <a:pt x="2088179" y="60319"/>
                </a:cubicBezTo>
                <a:cubicBezTo>
                  <a:pt x="2089115" y="63134"/>
                  <a:pt x="2089583" y="69600"/>
                  <a:pt x="2089583" y="79719"/>
                </a:cubicBezTo>
                <a:lnTo>
                  <a:pt x="2089583" y="116210"/>
                </a:lnTo>
                <a:cubicBezTo>
                  <a:pt x="2089583" y="120499"/>
                  <a:pt x="2089751" y="123198"/>
                  <a:pt x="2090085" y="124305"/>
                </a:cubicBezTo>
                <a:cubicBezTo>
                  <a:pt x="2090419" y="125410"/>
                  <a:pt x="2090921" y="126232"/>
                  <a:pt x="2091589" y="126769"/>
                </a:cubicBezTo>
                <a:cubicBezTo>
                  <a:pt x="2092258" y="127303"/>
                  <a:pt x="2093027" y="127571"/>
                  <a:pt x="2093896" y="127571"/>
                </a:cubicBezTo>
                <a:cubicBezTo>
                  <a:pt x="2095634" y="127571"/>
                  <a:pt x="2097406" y="126334"/>
                  <a:pt x="2099211" y="123860"/>
                </a:cubicBezTo>
                <a:lnTo>
                  <a:pt x="2102220" y="126267"/>
                </a:lnTo>
                <a:cubicBezTo>
                  <a:pt x="2098877" y="131215"/>
                  <a:pt x="2095417" y="134809"/>
                  <a:pt x="2091840" y="137048"/>
                </a:cubicBezTo>
                <a:cubicBezTo>
                  <a:pt x="2088263" y="139288"/>
                  <a:pt x="2084201" y="140408"/>
                  <a:pt x="2079655" y="140408"/>
                </a:cubicBezTo>
                <a:cubicBezTo>
                  <a:pt x="2074306" y="140408"/>
                  <a:pt x="2070127" y="139146"/>
                  <a:pt x="2067118" y="136622"/>
                </a:cubicBezTo>
                <a:cubicBezTo>
                  <a:pt x="2064109" y="134098"/>
                  <a:pt x="2062271" y="130279"/>
                  <a:pt x="2061602" y="125164"/>
                </a:cubicBezTo>
                <a:moveTo>
                  <a:pt x="2061602" y="117742"/>
                </a:moveTo>
                <a:lnTo>
                  <a:pt x="2061602" y="86370"/>
                </a:lnTo>
                <a:cubicBezTo>
                  <a:pt x="2053512" y="91140"/>
                  <a:pt x="2047494" y="96246"/>
                  <a:pt x="2043550" y="101689"/>
                </a:cubicBezTo>
                <a:cubicBezTo>
                  <a:pt x="2040942" y="105317"/>
                  <a:pt x="2039638" y="108978"/>
                  <a:pt x="2039638" y="112674"/>
                </a:cubicBezTo>
                <a:cubicBezTo>
                  <a:pt x="2039638" y="115765"/>
                  <a:pt x="2040741" y="118486"/>
                  <a:pt x="2042948" y="120839"/>
                </a:cubicBezTo>
                <a:cubicBezTo>
                  <a:pt x="2044619" y="122652"/>
                  <a:pt x="2046960" y="123559"/>
                  <a:pt x="2049968" y="123559"/>
                </a:cubicBezTo>
                <a:cubicBezTo>
                  <a:pt x="2053311" y="123559"/>
                  <a:pt x="2057189" y="121620"/>
                  <a:pt x="2061602" y="117742"/>
                </a:cubicBezTo>
                <a:close/>
                <a:moveTo>
                  <a:pt x="2155575" y="142906"/>
                </a:moveTo>
                <a:lnTo>
                  <a:pt x="2125287" y="73241"/>
                </a:lnTo>
                <a:cubicBezTo>
                  <a:pt x="2120741" y="62690"/>
                  <a:pt x="2117381" y="56204"/>
                  <a:pt x="2115208" y="53784"/>
                </a:cubicBezTo>
                <a:cubicBezTo>
                  <a:pt x="2113035" y="51363"/>
                  <a:pt x="2110411" y="49682"/>
                  <a:pt x="2107335" y="48742"/>
                </a:cubicBezTo>
                <a:lnTo>
                  <a:pt x="2107335" y="45131"/>
                </a:lnTo>
                <a:lnTo>
                  <a:pt x="2157180" y="45131"/>
                </a:lnTo>
                <a:lnTo>
                  <a:pt x="2157180" y="48742"/>
                </a:lnTo>
                <a:cubicBezTo>
                  <a:pt x="2153904" y="48875"/>
                  <a:pt x="2151597" y="49514"/>
                  <a:pt x="2150260" y="50657"/>
                </a:cubicBezTo>
                <a:cubicBezTo>
                  <a:pt x="2148923" y="51797"/>
                  <a:pt x="2148254" y="53174"/>
                  <a:pt x="2148254" y="54787"/>
                </a:cubicBezTo>
                <a:cubicBezTo>
                  <a:pt x="2148254" y="57339"/>
                  <a:pt x="2149926" y="62376"/>
                  <a:pt x="2153269" y="69900"/>
                </a:cubicBezTo>
                <a:lnTo>
                  <a:pt x="2169315" y="106779"/>
                </a:lnTo>
                <a:lnTo>
                  <a:pt x="2180247" y="78281"/>
                </a:lnTo>
                <a:cubicBezTo>
                  <a:pt x="2184192" y="68132"/>
                  <a:pt x="2186164" y="61075"/>
                  <a:pt x="2186164" y="57110"/>
                </a:cubicBezTo>
                <a:cubicBezTo>
                  <a:pt x="2186164" y="54623"/>
                  <a:pt x="2185345" y="52641"/>
                  <a:pt x="2183707" y="51161"/>
                </a:cubicBezTo>
                <a:cubicBezTo>
                  <a:pt x="2182069" y="49682"/>
                  <a:pt x="2179177" y="48875"/>
                  <a:pt x="2175032" y="48742"/>
                </a:cubicBezTo>
                <a:lnTo>
                  <a:pt x="2175032" y="45131"/>
                </a:lnTo>
                <a:lnTo>
                  <a:pt x="2206423" y="45131"/>
                </a:lnTo>
                <a:lnTo>
                  <a:pt x="2206423" y="48742"/>
                </a:lnTo>
                <a:cubicBezTo>
                  <a:pt x="2203347" y="49078"/>
                  <a:pt x="2200840" y="50271"/>
                  <a:pt x="2198901" y="52321"/>
                </a:cubicBezTo>
                <a:cubicBezTo>
                  <a:pt x="2196962" y="54371"/>
                  <a:pt x="2193720" y="61344"/>
                  <a:pt x="2189173" y="73241"/>
                </a:cubicBezTo>
                <a:lnTo>
                  <a:pt x="2162395" y="142815"/>
                </a:lnTo>
                <a:cubicBezTo>
                  <a:pt x="2155642" y="160199"/>
                  <a:pt x="2150628" y="170897"/>
                  <a:pt x="2147351" y="174908"/>
                </a:cubicBezTo>
                <a:cubicBezTo>
                  <a:pt x="2142738" y="180525"/>
                  <a:pt x="2136954" y="183333"/>
                  <a:pt x="2130001" y="183333"/>
                </a:cubicBezTo>
                <a:cubicBezTo>
                  <a:pt x="2124451" y="183333"/>
                  <a:pt x="2119955" y="181745"/>
                  <a:pt x="2116512" y="178569"/>
                </a:cubicBezTo>
                <a:cubicBezTo>
                  <a:pt x="2113068" y="175393"/>
                  <a:pt x="2111347" y="171565"/>
                  <a:pt x="2111347" y="167086"/>
                </a:cubicBezTo>
                <a:cubicBezTo>
                  <a:pt x="2111347" y="163208"/>
                  <a:pt x="2112533" y="159998"/>
                  <a:pt x="2114907" y="157458"/>
                </a:cubicBezTo>
                <a:cubicBezTo>
                  <a:pt x="2117281" y="154917"/>
                  <a:pt x="2120206" y="153647"/>
                  <a:pt x="2123683" y="153647"/>
                </a:cubicBezTo>
                <a:cubicBezTo>
                  <a:pt x="2127026" y="153647"/>
                  <a:pt x="2129717" y="154710"/>
                  <a:pt x="2131756" y="156837"/>
                </a:cubicBezTo>
                <a:cubicBezTo>
                  <a:pt x="2133795" y="158966"/>
                  <a:pt x="2134848" y="162259"/>
                  <a:pt x="2134915" y="166716"/>
                </a:cubicBezTo>
                <a:cubicBezTo>
                  <a:pt x="2134982" y="169244"/>
                  <a:pt x="2135283" y="170874"/>
                  <a:pt x="2135818" y="171605"/>
                </a:cubicBezTo>
                <a:cubicBezTo>
                  <a:pt x="2136353" y="172336"/>
                  <a:pt x="2137122" y="172702"/>
                  <a:pt x="2138125" y="172702"/>
                </a:cubicBezTo>
                <a:cubicBezTo>
                  <a:pt x="2139729" y="172702"/>
                  <a:pt x="2141434" y="171737"/>
                  <a:pt x="2143239" y="169806"/>
                </a:cubicBezTo>
                <a:cubicBezTo>
                  <a:pt x="2145914" y="167011"/>
                  <a:pt x="2149056" y="160621"/>
                  <a:pt x="2152667" y="150638"/>
                </a:cubicBezTo>
                <a:lnTo>
                  <a:pt x="2155575" y="14290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269e970004d65"/>
          <a:stretch xmlns:a="http://schemas.openxmlformats.org/drawingml/2006/main"/>
        </p:blipFill>
        <p:spPr>
          <a:xfrm xmlns:a="http://schemas.openxmlformats.org/drawingml/2006/main">
            <a:off x="1895224" y="388989"/>
            <a:ext cx="577759" cy="577759"/>
          </a:xfrm>
          <a:prstGeom xmlns:a="http://schemas.openxmlformats.org/drawingml/2006/main" prst="rect">
            <a:avLst/>
          </a:prstGeom>
        </p:spPr>
      </p:pic>
      <p:sp>
        <p:nvSpPr>
          <p:cNvPr id="104" name="Text Accident">
            <a:extLst xmlns:a="http://schemas.openxmlformats.org/drawingml/2006/main">
              <a:ext uri="{FF2B5EF4-FFF2-40B4-BE49-F238E27FC236}">
                <a16:creationId xmlns:a16="http://schemas.microsoft.com/office/drawing/2014/main" id="{DA189B86-6EA0-4320-8CC6-C1AEFF07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078" y="1017845"/>
            <a:ext cx="740145" cy="145423"/>
          </a:xfrm>
          <a:custGeom xmlns:a="http://schemas.openxmlformats.org/drawingml/2006/main">
            <a:pathLst>
              <a:path w="740145" h="145423">
                <a:moveTo>
                  <a:pt x="92369" y="97082"/>
                </a:moveTo>
                <a:lnTo>
                  <a:pt x="39715" y="97082"/>
                </a:lnTo>
                <a:lnTo>
                  <a:pt x="30489" y="118545"/>
                </a:lnTo>
                <a:cubicBezTo>
                  <a:pt x="28215" y="123802"/>
                  <a:pt x="27079" y="127727"/>
                  <a:pt x="27079" y="130319"/>
                </a:cubicBezTo>
                <a:cubicBezTo>
                  <a:pt x="27079" y="132384"/>
                  <a:pt x="28065" y="134197"/>
                  <a:pt x="30037" y="135760"/>
                </a:cubicBezTo>
                <a:cubicBezTo>
                  <a:pt x="32010" y="137323"/>
                  <a:pt x="36272" y="138338"/>
                  <a:pt x="42824" y="138804"/>
                </a:cubicBezTo>
                <a:lnTo>
                  <a:pt x="42824" y="142615"/>
                </a:lnTo>
                <a:lnTo>
                  <a:pt x="0" y="142615"/>
                </a:lnTo>
                <a:lnTo>
                  <a:pt x="0" y="138804"/>
                </a:lnTo>
                <a:cubicBezTo>
                  <a:pt x="5683" y="137803"/>
                  <a:pt x="9361" y="136502"/>
                  <a:pt x="11032" y="134902"/>
                </a:cubicBezTo>
                <a:cubicBezTo>
                  <a:pt x="14442" y="131698"/>
                  <a:pt x="18220" y="125194"/>
                  <a:pt x="22365" y="115389"/>
                </a:cubicBezTo>
                <a:lnTo>
                  <a:pt x="70204" y="3611"/>
                </a:lnTo>
                <a:lnTo>
                  <a:pt x="73714" y="3611"/>
                </a:lnTo>
                <a:lnTo>
                  <a:pt x="121052" y="116639"/>
                </a:lnTo>
                <a:cubicBezTo>
                  <a:pt x="124863" y="125690"/>
                  <a:pt x="128323" y="131565"/>
                  <a:pt x="131432" y="134262"/>
                </a:cubicBezTo>
                <a:cubicBezTo>
                  <a:pt x="134541" y="136958"/>
                  <a:pt x="138870" y="138471"/>
                  <a:pt x="144420" y="138804"/>
                </a:cubicBezTo>
                <a:lnTo>
                  <a:pt x="144420" y="142615"/>
                </a:lnTo>
                <a:lnTo>
                  <a:pt x="90764" y="142615"/>
                </a:lnTo>
                <a:lnTo>
                  <a:pt x="90764" y="138804"/>
                </a:lnTo>
                <a:cubicBezTo>
                  <a:pt x="96180" y="138538"/>
                  <a:pt x="99840" y="137640"/>
                  <a:pt x="101746" y="136108"/>
                </a:cubicBezTo>
                <a:cubicBezTo>
                  <a:pt x="103651" y="134577"/>
                  <a:pt x="104604" y="132713"/>
                  <a:pt x="104604" y="130517"/>
                </a:cubicBezTo>
                <a:cubicBezTo>
                  <a:pt x="104604" y="127588"/>
                  <a:pt x="103267" y="122962"/>
                  <a:pt x="100592" y="116639"/>
                </a:cubicBezTo>
                <a:lnTo>
                  <a:pt x="92369" y="97082"/>
                </a:lnTo>
                <a:moveTo>
                  <a:pt x="89560" y="89661"/>
                </a:moveTo>
                <a:lnTo>
                  <a:pt x="66493" y="34701"/>
                </a:lnTo>
                <a:lnTo>
                  <a:pt x="42824" y="89661"/>
                </a:lnTo>
                <a:lnTo>
                  <a:pt x="89560" y="89661"/>
                </a:lnTo>
                <a:close/>
                <a:moveTo>
                  <a:pt x="231138" y="107713"/>
                </a:moveTo>
                <a:cubicBezTo>
                  <a:pt x="228664" y="119815"/>
                  <a:pt x="223816" y="129125"/>
                  <a:pt x="216595" y="135644"/>
                </a:cubicBezTo>
                <a:cubicBezTo>
                  <a:pt x="209374" y="142163"/>
                  <a:pt x="201384" y="145423"/>
                  <a:pt x="192626" y="145423"/>
                </a:cubicBezTo>
                <a:cubicBezTo>
                  <a:pt x="182195" y="145423"/>
                  <a:pt x="173102" y="141049"/>
                  <a:pt x="165346" y="132300"/>
                </a:cubicBezTo>
                <a:cubicBezTo>
                  <a:pt x="157591" y="123550"/>
                  <a:pt x="153713" y="111727"/>
                  <a:pt x="153713" y="96831"/>
                </a:cubicBezTo>
                <a:cubicBezTo>
                  <a:pt x="153713" y="82404"/>
                  <a:pt x="158008" y="70683"/>
                  <a:pt x="166600" y="61667"/>
                </a:cubicBezTo>
                <a:cubicBezTo>
                  <a:pt x="175192" y="52649"/>
                  <a:pt x="185505" y="48140"/>
                  <a:pt x="197540" y="48140"/>
                </a:cubicBezTo>
                <a:cubicBezTo>
                  <a:pt x="206566" y="48140"/>
                  <a:pt x="213988" y="50539"/>
                  <a:pt x="219805" y="55336"/>
                </a:cubicBezTo>
                <a:cubicBezTo>
                  <a:pt x="225622" y="60131"/>
                  <a:pt x="228530" y="65111"/>
                  <a:pt x="228530" y="70276"/>
                </a:cubicBezTo>
                <a:cubicBezTo>
                  <a:pt x="228530" y="72825"/>
                  <a:pt x="227711" y="74889"/>
                  <a:pt x="226073" y="76466"/>
                </a:cubicBezTo>
                <a:cubicBezTo>
                  <a:pt x="224435" y="78041"/>
                  <a:pt x="222145" y="78829"/>
                  <a:pt x="219203" y="78829"/>
                </a:cubicBezTo>
                <a:cubicBezTo>
                  <a:pt x="215258" y="78829"/>
                  <a:pt x="212283" y="77548"/>
                  <a:pt x="210277" y="74987"/>
                </a:cubicBezTo>
                <a:cubicBezTo>
                  <a:pt x="209140" y="73570"/>
                  <a:pt x="208388" y="70873"/>
                  <a:pt x="208020" y="66894"/>
                </a:cubicBezTo>
                <a:cubicBezTo>
                  <a:pt x="207653" y="62916"/>
                  <a:pt x="206299" y="59882"/>
                  <a:pt x="203959" y="57793"/>
                </a:cubicBezTo>
                <a:cubicBezTo>
                  <a:pt x="201618" y="55770"/>
                  <a:pt x="198376" y="54759"/>
                  <a:pt x="194230" y="54759"/>
                </a:cubicBezTo>
                <a:cubicBezTo>
                  <a:pt x="187544" y="54759"/>
                  <a:pt x="182162" y="57233"/>
                  <a:pt x="178083" y="62181"/>
                </a:cubicBezTo>
                <a:cubicBezTo>
                  <a:pt x="172668" y="68733"/>
                  <a:pt x="169960" y="77392"/>
                  <a:pt x="169960" y="88156"/>
                </a:cubicBezTo>
                <a:cubicBezTo>
                  <a:pt x="169960" y="99121"/>
                  <a:pt x="172651" y="108800"/>
                  <a:pt x="178033" y="117191"/>
                </a:cubicBezTo>
                <a:cubicBezTo>
                  <a:pt x="183416" y="125582"/>
                  <a:pt x="190687" y="129777"/>
                  <a:pt x="199847" y="129777"/>
                </a:cubicBezTo>
                <a:cubicBezTo>
                  <a:pt x="206399" y="129777"/>
                  <a:pt x="212283" y="127537"/>
                  <a:pt x="217498" y="123058"/>
                </a:cubicBezTo>
                <a:cubicBezTo>
                  <a:pt x="221175" y="119982"/>
                  <a:pt x="224752" y="114399"/>
                  <a:pt x="228229" y="106309"/>
                </a:cubicBezTo>
                <a:lnTo>
                  <a:pt x="231138" y="107713"/>
                </a:lnTo>
                <a:close/>
                <a:moveTo>
                  <a:pt x="322334" y="107713"/>
                </a:moveTo>
                <a:cubicBezTo>
                  <a:pt x="319860" y="119815"/>
                  <a:pt x="315013" y="129125"/>
                  <a:pt x="307792" y="135644"/>
                </a:cubicBezTo>
                <a:cubicBezTo>
                  <a:pt x="300571" y="142163"/>
                  <a:pt x="292581" y="145423"/>
                  <a:pt x="283822" y="145423"/>
                </a:cubicBezTo>
                <a:cubicBezTo>
                  <a:pt x="273392" y="145423"/>
                  <a:pt x="264299" y="141049"/>
                  <a:pt x="256543" y="132300"/>
                </a:cubicBezTo>
                <a:cubicBezTo>
                  <a:pt x="248787" y="123550"/>
                  <a:pt x="244909" y="111727"/>
                  <a:pt x="244909" y="96831"/>
                </a:cubicBezTo>
                <a:cubicBezTo>
                  <a:pt x="244909" y="82404"/>
                  <a:pt x="249205" y="70683"/>
                  <a:pt x="257797" y="61667"/>
                </a:cubicBezTo>
                <a:cubicBezTo>
                  <a:pt x="266388" y="52649"/>
                  <a:pt x="276701" y="48140"/>
                  <a:pt x="288736" y="48140"/>
                </a:cubicBezTo>
                <a:cubicBezTo>
                  <a:pt x="297763" y="48140"/>
                  <a:pt x="305184" y="50539"/>
                  <a:pt x="311001" y="55336"/>
                </a:cubicBezTo>
                <a:cubicBezTo>
                  <a:pt x="316818" y="60131"/>
                  <a:pt x="319727" y="65111"/>
                  <a:pt x="319727" y="70276"/>
                </a:cubicBezTo>
                <a:cubicBezTo>
                  <a:pt x="319727" y="72825"/>
                  <a:pt x="318908" y="74889"/>
                  <a:pt x="317269" y="76466"/>
                </a:cubicBezTo>
                <a:cubicBezTo>
                  <a:pt x="315631" y="78041"/>
                  <a:pt x="313341" y="78829"/>
                  <a:pt x="310399" y="78829"/>
                </a:cubicBezTo>
                <a:cubicBezTo>
                  <a:pt x="306455" y="78829"/>
                  <a:pt x="303479" y="77548"/>
                  <a:pt x="301474" y="74987"/>
                </a:cubicBezTo>
                <a:cubicBezTo>
                  <a:pt x="300337" y="73570"/>
                  <a:pt x="299585" y="70873"/>
                  <a:pt x="299217" y="66894"/>
                </a:cubicBezTo>
                <a:cubicBezTo>
                  <a:pt x="298849" y="62916"/>
                  <a:pt x="297495" y="59882"/>
                  <a:pt x="295155" y="57793"/>
                </a:cubicBezTo>
                <a:cubicBezTo>
                  <a:pt x="292815" y="55770"/>
                  <a:pt x="289572" y="54759"/>
                  <a:pt x="285427" y="54759"/>
                </a:cubicBezTo>
                <a:cubicBezTo>
                  <a:pt x="278741" y="54759"/>
                  <a:pt x="273358" y="57233"/>
                  <a:pt x="269280" y="62181"/>
                </a:cubicBezTo>
                <a:cubicBezTo>
                  <a:pt x="263864" y="68733"/>
                  <a:pt x="261156" y="77392"/>
                  <a:pt x="261156" y="88156"/>
                </a:cubicBezTo>
                <a:cubicBezTo>
                  <a:pt x="261156" y="99121"/>
                  <a:pt x="263847" y="108800"/>
                  <a:pt x="269230" y="117191"/>
                </a:cubicBezTo>
                <a:cubicBezTo>
                  <a:pt x="274612" y="125582"/>
                  <a:pt x="281883" y="129777"/>
                  <a:pt x="291043" y="129777"/>
                </a:cubicBezTo>
                <a:cubicBezTo>
                  <a:pt x="297596" y="129777"/>
                  <a:pt x="303479" y="127537"/>
                  <a:pt x="308695" y="123058"/>
                </a:cubicBezTo>
                <a:cubicBezTo>
                  <a:pt x="312372" y="119982"/>
                  <a:pt x="315949" y="114399"/>
                  <a:pt x="319426" y="106309"/>
                </a:cubicBezTo>
                <a:lnTo>
                  <a:pt x="322334" y="107713"/>
                </a:lnTo>
                <a:close/>
                <a:moveTo>
                  <a:pt x="358871" y="0"/>
                </a:moveTo>
                <a:cubicBezTo>
                  <a:pt x="361679" y="0"/>
                  <a:pt x="364070" y="991"/>
                  <a:pt x="366042" y="2974"/>
                </a:cubicBezTo>
                <a:cubicBezTo>
                  <a:pt x="368015" y="4955"/>
                  <a:pt x="369001" y="7357"/>
                  <a:pt x="369001" y="10180"/>
                </a:cubicBezTo>
                <a:cubicBezTo>
                  <a:pt x="369001" y="13002"/>
                  <a:pt x="368015" y="15422"/>
                  <a:pt x="366042" y="17438"/>
                </a:cubicBezTo>
                <a:cubicBezTo>
                  <a:pt x="364070" y="19452"/>
                  <a:pt x="361679" y="20459"/>
                  <a:pt x="358871" y="20459"/>
                </a:cubicBezTo>
                <a:cubicBezTo>
                  <a:pt x="356063" y="20459"/>
                  <a:pt x="353656" y="19452"/>
                  <a:pt x="351650" y="17438"/>
                </a:cubicBezTo>
                <a:cubicBezTo>
                  <a:pt x="349644" y="15422"/>
                  <a:pt x="348642" y="13002"/>
                  <a:pt x="348642" y="10180"/>
                </a:cubicBezTo>
                <a:cubicBezTo>
                  <a:pt x="348642" y="7357"/>
                  <a:pt x="349628" y="4955"/>
                  <a:pt x="351600" y="2974"/>
                </a:cubicBezTo>
                <a:cubicBezTo>
                  <a:pt x="353573" y="991"/>
                  <a:pt x="355996" y="0"/>
                  <a:pt x="358871" y="0"/>
                </a:cubicBezTo>
                <a:moveTo>
                  <a:pt x="367195" y="48140"/>
                </a:moveTo>
                <a:lnTo>
                  <a:pt x="367195" y="121754"/>
                </a:lnTo>
                <a:cubicBezTo>
                  <a:pt x="367195" y="127537"/>
                  <a:pt x="367613" y="131388"/>
                  <a:pt x="368449" y="133306"/>
                </a:cubicBezTo>
                <a:cubicBezTo>
                  <a:pt x="369285" y="135222"/>
                  <a:pt x="370522" y="136651"/>
                  <a:pt x="372160" y="137594"/>
                </a:cubicBezTo>
                <a:cubicBezTo>
                  <a:pt x="373798" y="138534"/>
                  <a:pt x="376790" y="139004"/>
                  <a:pt x="381136" y="139004"/>
                </a:cubicBezTo>
                <a:lnTo>
                  <a:pt x="381136" y="142615"/>
                </a:lnTo>
                <a:lnTo>
                  <a:pt x="336506" y="142615"/>
                </a:lnTo>
                <a:lnTo>
                  <a:pt x="336506" y="139004"/>
                </a:lnTo>
                <a:cubicBezTo>
                  <a:pt x="340986" y="139004"/>
                  <a:pt x="343995" y="138567"/>
                  <a:pt x="345532" y="137694"/>
                </a:cubicBezTo>
                <a:cubicBezTo>
                  <a:pt x="347070" y="136819"/>
                  <a:pt x="348290" y="135373"/>
                  <a:pt x="349193" y="133356"/>
                </a:cubicBezTo>
                <a:cubicBezTo>
                  <a:pt x="350096" y="131338"/>
                  <a:pt x="350547" y="127471"/>
                  <a:pt x="350547" y="121754"/>
                </a:cubicBezTo>
                <a:lnTo>
                  <a:pt x="350547" y="86652"/>
                </a:lnTo>
                <a:cubicBezTo>
                  <a:pt x="350547" y="76648"/>
                  <a:pt x="350246" y="70169"/>
                  <a:pt x="349644" y="67214"/>
                </a:cubicBezTo>
                <a:cubicBezTo>
                  <a:pt x="349176" y="65064"/>
                  <a:pt x="348441" y="63571"/>
                  <a:pt x="347438" y="62736"/>
                </a:cubicBezTo>
                <a:cubicBezTo>
                  <a:pt x="346435" y="61898"/>
                  <a:pt x="345064" y="61479"/>
                  <a:pt x="343326" y="61479"/>
                </a:cubicBezTo>
                <a:cubicBezTo>
                  <a:pt x="341454" y="61479"/>
                  <a:pt x="339181" y="61980"/>
                  <a:pt x="336506" y="62983"/>
                </a:cubicBezTo>
                <a:lnTo>
                  <a:pt x="335102" y="59373"/>
                </a:lnTo>
                <a:lnTo>
                  <a:pt x="362783" y="48140"/>
                </a:lnTo>
                <a:lnTo>
                  <a:pt x="367195" y="48140"/>
                </a:lnTo>
                <a:close/>
                <a:moveTo>
                  <a:pt x="457493" y="132291"/>
                </a:moveTo>
                <a:cubicBezTo>
                  <a:pt x="453013" y="136969"/>
                  <a:pt x="448633" y="140328"/>
                  <a:pt x="444354" y="142367"/>
                </a:cubicBezTo>
                <a:cubicBezTo>
                  <a:pt x="440075" y="144404"/>
                  <a:pt x="435462" y="145423"/>
                  <a:pt x="430514" y="145423"/>
                </a:cubicBezTo>
                <a:cubicBezTo>
                  <a:pt x="420485" y="145423"/>
                  <a:pt x="411726" y="141237"/>
                  <a:pt x="404238" y="132864"/>
                </a:cubicBezTo>
                <a:cubicBezTo>
                  <a:pt x="396749" y="124490"/>
                  <a:pt x="393005" y="113730"/>
                  <a:pt x="393005" y="100583"/>
                </a:cubicBezTo>
                <a:cubicBezTo>
                  <a:pt x="393005" y="87439"/>
                  <a:pt x="397150" y="75412"/>
                  <a:pt x="405441" y="64503"/>
                </a:cubicBezTo>
                <a:cubicBezTo>
                  <a:pt x="413732" y="53594"/>
                  <a:pt x="424396" y="48140"/>
                  <a:pt x="437434" y="48140"/>
                </a:cubicBezTo>
                <a:cubicBezTo>
                  <a:pt x="445524" y="48140"/>
                  <a:pt x="452210" y="50713"/>
                  <a:pt x="457493" y="55859"/>
                </a:cubicBezTo>
                <a:lnTo>
                  <a:pt x="457493" y="38713"/>
                </a:lnTo>
                <a:cubicBezTo>
                  <a:pt x="457493" y="28259"/>
                  <a:pt x="457242" y="21834"/>
                  <a:pt x="456740" y="19438"/>
                </a:cubicBezTo>
                <a:cubicBezTo>
                  <a:pt x="456239" y="17041"/>
                  <a:pt x="455453" y="15409"/>
                  <a:pt x="454383" y="14542"/>
                </a:cubicBezTo>
                <a:cubicBezTo>
                  <a:pt x="453314" y="13673"/>
                  <a:pt x="451976" y="13238"/>
                  <a:pt x="450372" y="13238"/>
                </a:cubicBezTo>
                <a:cubicBezTo>
                  <a:pt x="448633" y="13238"/>
                  <a:pt x="446327" y="13773"/>
                  <a:pt x="443452" y="14843"/>
                </a:cubicBezTo>
                <a:lnTo>
                  <a:pt x="442148" y="11233"/>
                </a:lnTo>
                <a:lnTo>
                  <a:pt x="469528" y="0"/>
                </a:lnTo>
                <a:lnTo>
                  <a:pt x="474041" y="0"/>
                </a:lnTo>
                <a:lnTo>
                  <a:pt x="474041" y="106309"/>
                </a:lnTo>
                <a:cubicBezTo>
                  <a:pt x="474041" y="117030"/>
                  <a:pt x="474291" y="123572"/>
                  <a:pt x="474793" y="125935"/>
                </a:cubicBezTo>
                <a:cubicBezTo>
                  <a:pt x="475294" y="128298"/>
                  <a:pt x="476097" y="129948"/>
                  <a:pt x="477200" y="130884"/>
                </a:cubicBezTo>
                <a:cubicBezTo>
                  <a:pt x="478303" y="131818"/>
                  <a:pt x="479590" y="132285"/>
                  <a:pt x="481061" y="132285"/>
                </a:cubicBezTo>
                <a:cubicBezTo>
                  <a:pt x="482866" y="132285"/>
                  <a:pt x="485273" y="131716"/>
                  <a:pt x="488282" y="130580"/>
                </a:cubicBezTo>
                <a:lnTo>
                  <a:pt x="489385" y="134190"/>
                </a:lnTo>
                <a:lnTo>
                  <a:pt x="462106" y="145423"/>
                </a:lnTo>
                <a:lnTo>
                  <a:pt x="457493" y="145423"/>
                </a:lnTo>
                <a:lnTo>
                  <a:pt x="457493" y="132291"/>
                </a:lnTo>
                <a:moveTo>
                  <a:pt x="457493" y="125286"/>
                </a:moveTo>
                <a:lnTo>
                  <a:pt x="457493" y="78068"/>
                </a:lnTo>
                <a:cubicBezTo>
                  <a:pt x="457091" y="73531"/>
                  <a:pt x="455888" y="69397"/>
                  <a:pt x="453882" y="65663"/>
                </a:cubicBezTo>
                <a:cubicBezTo>
                  <a:pt x="451876" y="61927"/>
                  <a:pt x="449218" y="59109"/>
                  <a:pt x="445909" y="57210"/>
                </a:cubicBezTo>
                <a:cubicBezTo>
                  <a:pt x="442599" y="55309"/>
                  <a:pt x="439373" y="54358"/>
                  <a:pt x="436231" y="54358"/>
                </a:cubicBezTo>
                <a:cubicBezTo>
                  <a:pt x="430347" y="54358"/>
                  <a:pt x="425098" y="56993"/>
                  <a:pt x="420485" y="62262"/>
                </a:cubicBezTo>
                <a:cubicBezTo>
                  <a:pt x="414401" y="69197"/>
                  <a:pt x="411358" y="79334"/>
                  <a:pt x="411358" y="92673"/>
                </a:cubicBezTo>
                <a:cubicBezTo>
                  <a:pt x="411358" y="106145"/>
                  <a:pt x="414300" y="116467"/>
                  <a:pt x="420184" y="123638"/>
                </a:cubicBezTo>
                <a:cubicBezTo>
                  <a:pt x="426068" y="130806"/>
                  <a:pt x="432620" y="134391"/>
                  <a:pt x="439841" y="134391"/>
                </a:cubicBezTo>
                <a:cubicBezTo>
                  <a:pt x="445926" y="134391"/>
                  <a:pt x="451809" y="131356"/>
                  <a:pt x="457493" y="125286"/>
                </a:cubicBezTo>
                <a:close/>
                <a:moveTo>
                  <a:pt x="510747" y="85448"/>
                </a:moveTo>
                <a:cubicBezTo>
                  <a:pt x="510680" y="99025"/>
                  <a:pt x="513990" y="109674"/>
                  <a:pt x="520676" y="117394"/>
                </a:cubicBezTo>
                <a:cubicBezTo>
                  <a:pt x="527362" y="125115"/>
                  <a:pt x="535218" y="128975"/>
                  <a:pt x="544245" y="128975"/>
                </a:cubicBezTo>
                <a:cubicBezTo>
                  <a:pt x="550262" y="128975"/>
                  <a:pt x="555494" y="127313"/>
                  <a:pt x="559940" y="123989"/>
                </a:cubicBezTo>
                <a:cubicBezTo>
                  <a:pt x="564387" y="120664"/>
                  <a:pt x="568114" y="114972"/>
                  <a:pt x="571123" y="106911"/>
                </a:cubicBezTo>
                <a:lnTo>
                  <a:pt x="574232" y="108926"/>
                </a:lnTo>
                <a:cubicBezTo>
                  <a:pt x="572828" y="118134"/>
                  <a:pt x="568749" y="126519"/>
                  <a:pt x="561996" y="134080"/>
                </a:cubicBezTo>
                <a:cubicBezTo>
                  <a:pt x="555243" y="141642"/>
                  <a:pt x="546785" y="145423"/>
                  <a:pt x="536623" y="145423"/>
                </a:cubicBezTo>
                <a:cubicBezTo>
                  <a:pt x="525590" y="145423"/>
                  <a:pt x="516146" y="141136"/>
                  <a:pt x="508290" y="132563"/>
                </a:cubicBezTo>
                <a:cubicBezTo>
                  <a:pt x="500434" y="123989"/>
                  <a:pt x="496506" y="112461"/>
                  <a:pt x="496506" y="97982"/>
                </a:cubicBezTo>
                <a:cubicBezTo>
                  <a:pt x="496506" y="82303"/>
                  <a:pt x="500534" y="70077"/>
                  <a:pt x="508591" y="61303"/>
                </a:cubicBezTo>
                <a:cubicBezTo>
                  <a:pt x="516648" y="52528"/>
                  <a:pt x="526760" y="48140"/>
                  <a:pt x="538929" y="48140"/>
                </a:cubicBezTo>
                <a:cubicBezTo>
                  <a:pt x="549226" y="48140"/>
                  <a:pt x="557684" y="51525"/>
                  <a:pt x="564303" y="58294"/>
                </a:cubicBezTo>
                <a:cubicBezTo>
                  <a:pt x="570922" y="65062"/>
                  <a:pt x="574232" y="74113"/>
                  <a:pt x="574232" y="85448"/>
                </a:cubicBezTo>
                <a:lnTo>
                  <a:pt x="510747" y="85448"/>
                </a:lnTo>
                <a:moveTo>
                  <a:pt x="510747" y="79631"/>
                </a:moveTo>
                <a:lnTo>
                  <a:pt x="553271" y="79631"/>
                </a:lnTo>
                <a:cubicBezTo>
                  <a:pt x="552937" y="73796"/>
                  <a:pt x="552235" y="69685"/>
                  <a:pt x="551165" y="67299"/>
                </a:cubicBezTo>
                <a:cubicBezTo>
                  <a:pt x="549493" y="63584"/>
                  <a:pt x="547003" y="60666"/>
                  <a:pt x="543693" y="58545"/>
                </a:cubicBezTo>
                <a:cubicBezTo>
                  <a:pt x="540383" y="56422"/>
                  <a:pt x="536923" y="55361"/>
                  <a:pt x="533313" y="55361"/>
                </a:cubicBezTo>
                <a:cubicBezTo>
                  <a:pt x="527763" y="55361"/>
                  <a:pt x="522799" y="57499"/>
                  <a:pt x="518420" y="61776"/>
                </a:cubicBezTo>
                <a:cubicBezTo>
                  <a:pt x="514040" y="66053"/>
                  <a:pt x="511483" y="72005"/>
                  <a:pt x="510747" y="79631"/>
                </a:cubicBezTo>
                <a:close/>
                <a:moveTo>
                  <a:pt x="613277" y="67496"/>
                </a:moveTo>
                <a:cubicBezTo>
                  <a:pt x="624041" y="54592"/>
                  <a:pt x="634304" y="48140"/>
                  <a:pt x="644066" y="48140"/>
                </a:cubicBezTo>
                <a:cubicBezTo>
                  <a:pt x="649081" y="48140"/>
                  <a:pt x="653393" y="49390"/>
                  <a:pt x="657004" y="51891"/>
                </a:cubicBezTo>
                <a:cubicBezTo>
                  <a:pt x="660614" y="54390"/>
                  <a:pt x="663489" y="58508"/>
                  <a:pt x="665629" y="64243"/>
                </a:cubicBezTo>
                <a:cubicBezTo>
                  <a:pt x="667100" y="68244"/>
                  <a:pt x="667835" y="74379"/>
                  <a:pt x="667835" y="82647"/>
                </a:cubicBezTo>
                <a:lnTo>
                  <a:pt x="667835" y="121754"/>
                </a:lnTo>
                <a:cubicBezTo>
                  <a:pt x="667835" y="127604"/>
                  <a:pt x="668303" y="131572"/>
                  <a:pt x="669239" y="133657"/>
                </a:cubicBezTo>
                <a:cubicBezTo>
                  <a:pt x="669975" y="135339"/>
                  <a:pt x="671161" y="136651"/>
                  <a:pt x="672800" y="137594"/>
                </a:cubicBezTo>
                <a:cubicBezTo>
                  <a:pt x="674438" y="138534"/>
                  <a:pt x="677463" y="139004"/>
                  <a:pt x="681876" y="139004"/>
                </a:cubicBezTo>
                <a:lnTo>
                  <a:pt x="681876" y="142615"/>
                </a:lnTo>
                <a:lnTo>
                  <a:pt x="636444" y="142615"/>
                </a:lnTo>
                <a:lnTo>
                  <a:pt x="636444" y="139004"/>
                </a:lnTo>
                <a:lnTo>
                  <a:pt x="638349" y="139004"/>
                </a:lnTo>
                <a:cubicBezTo>
                  <a:pt x="642629" y="139004"/>
                  <a:pt x="645621" y="138349"/>
                  <a:pt x="647326" y="137039"/>
                </a:cubicBezTo>
                <a:cubicBezTo>
                  <a:pt x="649030" y="135727"/>
                  <a:pt x="650217" y="133793"/>
                  <a:pt x="650886" y="131238"/>
                </a:cubicBezTo>
                <a:cubicBezTo>
                  <a:pt x="651153" y="130229"/>
                  <a:pt x="651287" y="127067"/>
                  <a:pt x="651287" y="121754"/>
                </a:cubicBezTo>
                <a:lnTo>
                  <a:pt x="651287" y="84207"/>
                </a:lnTo>
                <a:cubicBezTo>
                  <a:pt x="651287" y="75862"/>
                  <a:pt x="650201" y="69804"/>
                  <a:pt x="648028" y="66033"/>
                </a:cubicBezTo>
                <a:cubicBezTo>
                  <a:pt x="645855" y="62261"/>
                  <a:pt x="642194" y="60376"/>
                  <a:pt x="637046" y="60376"/>
                </a:cubicBezTo>
                <a:cubicBezTo>
                  <a:pt x="629089" y="60376"/>
                  <a:pt x="621166" y="64721"/>
                  <a:pt x="613277" y="73413"/>
                </a:cubicBezTo>
                <a:lnTo>
                  <a:pt x="613277" y="121754"/>
                </a:lnTo>
                <a:cubicBezTo>
                  <a:pt x="613277" y="128008"/>
                  <a:pt x="613644" y="131875"/>
                  <a:pt x="614380" y="133356"/>
                </a:cubicBezTo>
                <a:cubicBezTo>
                  <a:pt x="615316" y="135306"/>
                  <a:pt x="616603" y="136735"/>
                  <a:pt x="618241" y="137644"/>
                </a:cubicBezTo>
                <a:cubicBezTo>
                  <a:pt x="619879" y="138551"/>
                  <a:pt x="623205" y="139004"/>
                  <a:pt x="628220" y="139004"/>
                </a:cubicBezTo>
                <a:lnTo>
                  <a:pt x="628220" y="142615"/>
                </a:lnTo>
                <a:lnTo>
                  <a:pt x="582788" y="142615"/>
                </a:lnTo>
                <a:lnTo>
                  <a:pt x="582788" y="139004"/>
                </a:lnTo>
                <a:lnTo>
                  <a:pt x="584794" y="139004"/>
                </a:lnTo>
                <a:cubicBezTo>
                  <a:pt x="589474" y="139004"/>
                  <a:pt x="592633" y="137811"/>
                  <a:pt x="594271" y="135425"/>
                </a:cubicBezTo>
                <a:cubicBezTo>
                  <a:pt x="595909" y="133037"/>
                  <a:pt x="596728" y="128480"/>
                  <a:pt x="596728" y="121754"/>
                </a:cubicBezTo>
                <a:lnTo>
                  <a:pt x="596728" y="87855"/>
                </a:lnTo>
                <a:cubicBezTo>
                  <a:pt x="596728" y="76823"/>
                  <a:pt x="596478" y="70104"/>
                  <a:pt x="595976" y="67697"/>
                </a:cubicBezTo>
                <a:cubicBezTo>
                  <a:pt x="595475" y="65290"/>
                  <a:pt x="594706" y="63652"/>
                  <a:pt x="593670" y="62783"/>
                </a:cubicBezTo>
                <a:cubicBezTo>
                  <a:pt x="592633" y="61913"/>
                  <a:pt x="591246" y="61479"/>
                  <a:pt x="589507" y="61479"/>
                </a:cubicBezTo>
                <a:cubicBezTo>
                  <a:pt x="587635" y="61479"/>
                  <a:pt x="585395" y="61980"/>
                  <a:pt x="582788" y="62983"/>
                </a:cubicBezTo>
                <a:lnTo>
                  <a:pt x="581284" y="59373"/>
                </a:lnTo>
                <a:lnTo>
                  <a:pt x="608964" y="48140"/>
                </a:lnTo>
                <a:lnTo>
                  <a:pt x="613277" y="48140"/>
                </a:lnTo>
                <a:lnTo>
                  <a:pt x="613277" y="67496"/>
                </a:lnTo>
                <a:close/>
                <a:moveTo>
                  <a:pt x="715875" y="20459"/>
                </a:moveTo>
                <a:lnTo>
                  <a:pt x="715875" y="50748"/>
                </a:lnTo>
                <a:lnTo>
                  <a:pt x="737337" y="50748"/>
                </a:lnTo>
                <a:lnTo>
                  <a:pt x="737337" y="57567"/>
                </a:lnTo>
                <a:lnTo>
                  <a:pt x="715875" y="57768"/>
                </a:lnTo>
                <a:lnTo>
                  <a:pt x="715875" y="117423"/>
                </a:lnTo>
                <a:cubicBezTo>
                  <a:pt x="715875" y="123380"/>
                  <a:pt x="716727" y="127396"/>
                  <a:pt x="718432" y="129473"/>
                </a:cubicBezTo>
                <a:cubicBezTo>
                  <a:pt x="720137" y="131548"/>
                  <a:pt x="722327" y="132585"/>
                  <a:pt x="725001" y="132585"/>
                </a:cubicBezTo>
                <a:cubicBezTo>
                  <a:pt x="727208" y="132585"/>
                  <a:pt x="729347" y="131892"/>
                  <a:pt x="731420" y="130504"/>
                </a:cubicBezTo>
                <a:cubicBezTo>
                  <a:pt x="733493" y="129117"/>
                  <a:pt x="735097" y="127069"/>
                  <a:pt x="736234" y="124362"/>
                </a:cubicBezTo>
                <a:lnTo>
                  <a:pt x="740145" y="124362"/>
                </a:lnTo>
                <a:cubicBezTo>
                  <a:pt x="737805" y="130947"/>
                  <a:pt x="734496" y="135903"/>
                  <a:pt x="730216" y="139230"/>
                </a:cubicBezTo>
                <a:cubicBezTo>
                  <a:pt x="725937" y="142556"/>
                  <a:pt x="721525" y="144219"/>
                  <a:pt x="716978" y="144219"/>
                </a:cubicBezTo>
                <a:cubicBezTo>
                  <a:pt x="713902" y="144219"/>
                  <a:pt x="710894" y="143364"/>
                  <a:pt x="707952" y="141652"/>
                </a:cubicBezTo>
                <a:cubicBezTo>
                  <a:pt x="705010" y="139941"/>
                  <a:pt x="702837" y="137492"/>
                  <a:pt x="701433" y="134306"/>
                </a:cubicBezTo>
                <a:cubicBezTo>
                  <a:pt x="700029" y="131120"/>
                  <a:pt x="699327" y="126205"/>
                  <a:pt x="699327" y="119563"/>
                </a:cubicBezTo>
                <a:lnTo>
                  <a:pt x="699327" y="57567"/>
                </a:lnTo>
                <a:lnTo>
                  <a:pt x="684784" y="57567"/>
                </a:lnTo>
                <a:lnTo>
                  <a:pt x="684784" y="54352"/>
                </a:lnTo>
                <a:cubicBezTo>
                  <a:pt x="688462" y="52889"/>
                  <a:pt x="692223" y="50413"/>
                  <a:pt x="696067" y="46924"/>
                </a:cubicBezTo>
                <a:cubicBezTo>
                  <a:pt x="699912" y="43435"/>
                  <a:pt x="703338" y="39276"/>
                  <a:pt x="706347" y="34447"/>
                </a:cubicBezTo>
                <a:cubicBezTo>
                  <a:pt x="707885" y="31898"/>
                  <a:pt x="710024" y="27235"/>
                  <a:pt x="712766" y="20459"/>
                </a:cubicBezTo>
                <a:lnTo>
                  <a:pt x="715875" y="2045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Execution">
            <a:extLst xmlns:a="http://schemas.openxmlformats.org/drawingml/2006/main">
              <a:ext uri="{FF2B5EF4-FFF2-40B4-BE49-F238E27FC236}">
                <a16:creationId xmlns:a16="http://schemas.microsoft.com/office/drawing/2014/main" id="{F305AF6C-870C-4420-A314-D562A9F1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2002" y="1264322"/>
            <a:ext cx="827770" cy="145423"/>
          </a:xfrm>
          <a:custGeom xmlns:a="http://schemas.openxmlformats.org/drawingml/2006/main">
            <a:pathLst>
              <a:path w="827770" h="145423">
                <a:moveTo>
                  <a:pt x="38713" y="14041"/>
                </a:moveTo>
                <a:lnTo>
                  <a:pt x="38713" y="67597"/>
                </a:lnTo>
                <a:lnTo>
                  <a:pt x="68599" y="67597"/>
                </a:lnTo>
                <a:cubicBezTo>
                  <a:pt x="76355" y="67597"/>
                  <a:pt x="81537" y="66420"/>
                  <a:pt x="84145" y="64067"/>
                </a:cubicBezTo>
                <a:cubicBezTo>
                  <a:pt x="87621" y="60977"/>
                  <a:pt x="89560" y="55534"/>
                  <a:pt x="89962" y="47739"/>
                </a:cubicBezTo>
                <a:lnTo>
                  <a:pt x="93672" y="47739"/>
                </a:lnTo>
                <a:lnTo>
                  <a:pt x="93672" y="95277"/>
                </a:lnTo>
                <a:lnTo>
                  <a:pt x="89962" y="95277"/>
                </a:lnTo>
                <a:cubicBezTo>
                  <a:pt x="89025" y="88658"/>
                  <a:pt x="88089" y="84412"/>
                  <a:pt x="87153" y="82540"/>
                </a:cubicBezTo>
                <a:cubicBezTo>
                  <a:pt x="85950" y="80200"/>
                  <a:pt x="83977" y="78361"/>
                  <a:pt x="81236" y="77024"/>
                </a:cubicBezTo>
                <a:cubicBezTo>
                  <a:pt x="78495" y="75687"/>
                  <a:pt x="74283" y="75018"/>
                  <a:pt x="68599" y="75018"/>
                </a:cubicBezTo>
                <a:lnTo>
                  <a:pt x="38713" y="75018"/>
                </a:lnTo>
                <a:lnTo>
                  <a:pt x="38713" y="119924"/>
                </a:lnTo>
                <a:cubicBezTo>
                  <a:pt x="38713" y="125952"/>
                  <a:pt x="38980" y="129618"/>
                  <a:pt x="39515" y="130924"/>
                </a:cubicBezTo>
                <a:cubicBezTo>
                  <a:pt x="40050" y="132230"/>
                  <a:pt x="40986" y="133269"/>
                  <a:pt x="42323" y="134040"/>
                </a:cubicBezTo>
                <a:cubicBezTo>
                  <a:pt x="43660" y="134809"/>
                  <a:pt x="46201" y="135193"/>
                  <a:pt x="49945" y="135193"/>
                </a:cubicBezTo>
                <a:lnTo>
                  <a:pt x="73012" y="135193"/>
                </a:lnTo>
                <a:cubicBezTo>
                  <a:pt x="80701" y="135193"/>
                  <a:pt x="86284" y="134658"/>
                  <a:pt x="89761" y="133588"/>
                </a:cubicBezTo>
                <a:cubicBezTo>
                  <a:pt x="93238" y="132519"/>
                  <a:pt x="96581" y="130412"/>
                  <a:pt x="99790" y="127270"/>
                </a:cubicBezTo>
                <a:cubicBezTo>
                  <a:pt x="103935" y="123125"/>
                  <a:pt x="108181" y="116873"/>
                  <a:pt x="112527" y="108515"/>
                </a:cubicBezTo>
                <a:lnTo>
                  <a:pt x="116539" y="108515"/>
                </a:lnTo>
                <a:lnTo>
                  <a:pt x="104805" y="142615"/>
                </a:lnTo>
                <a:lnTo>
                  <a:pt x="0" y="142615"/>
                </a:lnTo>
                <a:lnTo>
                  <a:pt x="0" y="138804"/>
                </a:lnTo>
                <a:lnTo>
                  <a:pt x="4814" y="138804"/>
                </a:lnTo>
                <a:cubicBezTo>
                  <a:pt x="8023" y="138804"/>
                  <a:pt x="11066" y="138035"/>
                  <a:pt x="13941" y="136497"/>
                </a:cubicBezTo>
                <a:cubicBezTo>
                  <a:pt x="16080" y="135427"/>
                  <a:pt x="17534" y="133822"/>
                  <a:pt x="18303" y="131683"/>
                </a:cubicBezTo>
                <a:cubicBezTo>
                  <a:pt x="19072" y="129543"/>
                  <a:pt x="19457" y="125164"/>
                  <a:pt x="19457" y="118545"/>
                </a:cubicBezTo>
                <a:lnTo>
                  <a:pt x="19457" y="30288"/>
                </a:lnTo>
                <a:cubicBezTo>
                  <a:pt x="19457" y="21707"/>
                  <a:pt x="18587" y="16419"/>
                  <a:pt x="16849" y="14423"/>
                </a:cubicBezTo>
                <a:cubicBezTo>
                  <a:pt x="14442" y="11761"/>
                  <a:pt x="10430" y="10430"/>
                  <a:pt x="4814" y="10430"/>
                </a:cubicBezTo>
                <a:lnTo>
                  <a:pt x="0" y="10430"/>
                </a:lnTo>
                <a:lnTo>
                  <a:pt x="0" y="6619"/>
                </a:lnTo>
                <a:lnTo>
                  <a:pt x="104805" y="6619"/>
                </a:lnTo>
                <a:lnTo>
                  <a:pt x="106309" y="36506"/>
                </a:lnTo>
                <a:lnTo>
                  <a:pt x="102398" y="36506"/>
                </a:lnTo>
                <a:cubicBezTo>
                  <a:pt x="100994" y="29321"/>
                  <a:pt x="99439" y="24384"/>
                  <a:pt x="97734" y="21697"/>
                </a:cubicBezTo>
                <a:cubicBezTo>
                  <a:pt x="96029" y="19010"/>
                  <a:pt x="93505" y="16962"/>
                  <a:pt x="90162" y="15551"/>
                </a:cubicBezTo>
                <a:cubicBezTo>
                  <a:pt x="87488" y="14544"/>
                  <a:pt x="82774" y="14041"/>
                  <a:pt x="76021" y="14041"/>
                </a:cubicBezTo>
                <a:lnTo>
                  <a:pt x="38713" y="14041"/>
                </a:lnTo>
                <a:close/>
                <a:moveTo>
                  <a:pt x="123993" y="50748"/>
                </a:moveTo>
                <a:lnTo>
                  <a:pt x="167219" y="50748"/>
                </a:lnTo>
                <a:lnTo>
                  <a:pt x="167219" y="54358"/>
                </a:lnTo>
                <a:cubicBezTo>
                  <a:pt x="164478" y="54358"/>
                  <a:pt x="162555" y="54831"/>
                  <a:pt x="161452" y="55778"/>
                </a:cubicBezTo>
                <a:cubicBezTo>
                  <a:pt x="160349" y="56722"/>
                  <a:pt x="159797" y="57971"/>
                  <a:pt x="159797" y="59523"/>
                </a:cubicBezTo>
                <a:cubicBezTo>
                  <a:pt x="159797" y="61144"/>
                  <a:pt x="160967" y="63643"/>
                  <a:pt x="163307" y="67020"/>
                </a:cubicBezTo>
                <a:cubicBezTo>
                  <a:pt x="164043" y="68067"/>
                  <a:pt x="165146" y="69704"/>
                  <a:pt x="166617" y="71931"/>
                </a:cubicBezTo>
                <a:lnTo>
                  <a:pt x="173136" y="82399"/>
                </a:lnTo>
                <a:lnTo>
                  <a:pt x="180658" y="71969"/>
                </a:lnTo>
                <a:cubicBezTo>
                  <a:pt x="185472" y="65414"/>
                  <a:pt x="187879" y="61250"/>
                  <a:pt x="187879" y="59476"/>
                </a:cubicBezTo>
                <a:cubicBezTo>
                  <a:pt x="187879" y="58043"/>
                  <a:pt x="187311" y="56832"/>
                  <a:pt x="186174" y="55844"/>
                </a:cubicBezTo>
                <a:cubicBezTo>
                  <a:pt x="185037" y="54853"/>
                  <a:pt x="183199" y="54358"/>
                  <a:pt x="180658" y="54358"/>
                </a:cubicBezTo>
                <a:lnTo>
                  <a:pt x="180658" y="50748"/>
                </a:lnTo>
                <a:lnTo>
                  <a:pt x="211748" y="50748"/>
                </a:lnTo>
                <a:lnTo>
                  <a:pt x="211748" y="54358"/>
                </a:lnTo>
                <a:cubicBezTo>
                  <a:pt x="208472" y="54559"/>
                  <a:pt x="205631" y="55462"/>
                  <a:pt x="203224" y="57069"/>
                </a:cubicBezTo>
                <a:cubicBezTo>
                  <a:pt x="199947" y="59344"/>
                  <a:pt x="195468" y="64296"/>
                  <a:pt x="189784" y="71925"/>
                </a:cubicBezTo>
                <a:lnTo>
                  <a:pt x="177248" y="88655"/>
                </a:lnTo>
                <a:lnTo>
                  <a:pt x="200114" y="121632"/>
                </a:lnTo>
                <a:cubicBezTo>
                  <a:pt x="205731" y="129732"/>
                  <a:pt x="209742" y="134603"/>
                  <a:pt x="212149" y="136243"/>
                </a:cubicBezTo>
                <a:cubicBezTo>
                  <a:pt x="214556" y="137883"/>
                  <a:pt x="217666" y="138804"/>
                  <a:pt x="221477" y="139004"/>
                </a:cubicBezTo>
                <a:lnTo>
                  <a:pt x="221477" y="142615"/>
                </a:lnTo>
                <a:lnTo>
                  <a:pt x="178151" y="142615"/>
                </a:lnTo>
                <a:lnTo>
                  <a:pt x="178151" y="139004"/>
                </a:lnTo>
                <a:cubicBezTo>
                  <a:pt x="181159" y="139004"/>
                  <a:pt x="183500" y="138334"/>
                  <a:pt x="185171" y="136995"/>
                </a:cubicBezTo>
                <a:cubicBezTo>
                  <a:pt x="186441" y="136057"/>
                  <a:pt x="187077" y="134817"/>
                  <a:pt x="187077" y="133275"/>
                </a:cubicBezTo>
                <a:cubicBezTo>
                  <a:pt x="187077" y="131735"/>
                  <a:pt x="184937" y="127850"/>
                  <a:pt x="180658" y="121619"/>
                </a:cubicBezTo>
                <a:lnTo>
                  <a:pt x="167219" y="101968"/>
                </a:lnTo>
                <a:lnTo>
                  <a:pt x="152476" y="121538"/>
                </a:lnTo>
                <a:cubicBezTo>
                  <a:pt x="147929" y="127662"/>
                  <a:pt x="145656" y="131296"/>
                  <a:pt x="145656" y="132441"/>
                </a:cubicBezTo>
                <a:cubicBezTo>
                  <a:pt x="145656" y="134056"/>
                  <a:pt x="146408" y="135521"/>
                  <a:pt x="147913" y="136835"/>
                </a:cubicBezTo>
                <a:cubicBezTo>
                  <a:pt x="149417" y="138147"/>
                  <a:pt x="151674" y="138870"/>
                  <a:pt x="154682" y="139004"/>
                </a:cubicBezTo>
                <a:lnTo>
                  <a:pt x="154682" y="142615"/>
                </a:lnTo>
                <a:lnTo>
                  <a:pt x="124695" y="142615"/>
                </a:lnTo>
                <a:lnTo>
                  <a:pt x="124695" y="139004"/>
                </a:lnTo>
                <a:cubicBezTo>
                  <a:pt x="127102" y="138670"/>
                  <a:pt x="129208" y="137833"/>
                  <a:pt x="131014" y="136494"/>
                </a:cubicBezTo>
                <a:cubicBezTo>
                  <a:pt x="133554" y="134553"/>
                  <a:pt x="137833" y="129599"/>
                  <a:pt x="143851" y="121632"/>
                </a:cubicBezTo>
                <a:lnTo>
                  <a:pt x="163107" y="96004"/>
                </a:lnTo>
                <a:lnTo>
                  <a:pt x="145656" y="70724"/>
                </a:lnTo>
                <a:cubicBezTo>
                  <a:pt x="140708" y="63495"/>
                  <a:pt x="136881" y="58960"/>
                  <a:pt x="134173" y="57119"/>
                </a:cubicBezTo>
                <a:cubicBezTo>
                  <a:pt x="131465" y="55278"/>
                  <a:pt x="128072" y="54358"/>
                  <a:pt x="123993" y="54358"/>
                </a:cubicBezTo>
                <a:lnTo>
                  <a:pt x="123993" y="50748"/>
                </a:lnTo>
                <a:close/>
                <a:moveTo>
                  <a:pt x="245847" y="85448"/>
                </a:moveTo>
                <a:cubicBezTo>
                  <a:pt x="245781" y="99025"/>
                  <a:pt x="249090" y="109674"/>
                  <a:pt x="255776" y="117394"/>
                </a:cubicBezTo>
                <a:cubicBezTo>
                  <a:pt x="262462" y="125115"/>
                  <a:pt x="270319" y="128975"/>
                  <a:pt x="279345" y="128975"/>
                </a:cubicBezTo>
                <a:cubicBezTo>
                  <a:pt x="285362" y="128975"/>
                  <a:pt x="290594" y="127313"/>
                  <a:pt x="295040" y="123989"/>
                </a:cubicBezTo>
                <a:cubicBezTo>
                  <a:pt x="299487" y="120664"/>
                  <a:pt x="303214" y="114972"/>
                  <a:pt x="306223" y="106911"/>
                </a:cubicBezTo>
                <a:lnTo>
                  <a:pt x="309332" y="108926"/>
                </a:lnTo>
                <a:cubicBezTo>
                  <a:pt x="307928" y="118134"/>
                  <a:pt x="303849" y="126519"/>
                  <a:pt x="297096" y="134080"/>
                </a:cubicBezTo>
                <a:cubicBezTo>
                  <a:pt x="290343" y="141642"/>
                  <a:pt x="281886" y="145423"/>
                  <a:pt x="271723" y="145423"/>
                </a:cubicBezTo>
                <a:cubicBezTo>
                  <a:pt x="260691" y="145423"/>
                  <a:pt x="251246" y="141136"/>
                  <a:pt x="243390" y="132563"/>
                </a:cubicBezTo>
                <a:cubicBezTo>
                  <a:pt x="235534" y="123989"/>
                  <a:pt x="231606" y="112461"/>
                  <a:pt x="231606" y="97982"/>
                </a:cubicBezTo>
                <a:cubicBezTo>
                  <a:pt x="231606" y="82303"/>
                  <a:pt x="235634" y="70077"/>
                  <a:pt x="243691" y="61303"/>
                </a:cubicBezTo>
                <a:cubicBezTo>
                  <a:pt x="251748" y="52528"/>
                  <a:pt x="261861" y="48140"/>
                  <a:pt x="274029" y="48140"/>
                </a:cubicBezTo>
                <a:cubicBezTo>
                  <a:pt x="284326" y="48140"/>
                  <a:pt x="292784" y="51525"/>
                  <a:pt x="299403" y="58294"/>
                </a:cubicBezTo>
                <a:cubicBezTo>
                  <a:pt x="306022" y="65062"/>
                  <a:pt x="309332" y="74113"/>
                  <a:pt x="309332" y="85448"/>
                </a:cubicBezTo>
                <a:lnTo>
                  <a:pt x="245847" y="85448"/>
                </a:lnTo>
                <a:moveTo>
                  <a:pt x="245847" y="79631"/>
                </a:moveTo>
                <a:lnTo>
                  <a:pt x="288371" y="79631"/>
                </a:lnTo>
                <a:cubicBezTo>
                  <a:pt x="288037" y="73796"/>
                  <a:pt x="287335" y="69685"/>
                  <a:pt x="286265" y="67299"/>
                </a:cubicBezTo>
                <a:cubicBezTo>
                  <a:pt x="284593" y="63584"/>
                  <a:pt x="282103" y="60666"/>
                  <a:pt x="278793" y="58545"/>
                </a:cubicBezTo>
                <a:cubicBezTo>
                  <a:pt x="275484" y="56422"/>
                  <a:pt x="272024" y="55361"/>
                  <a:pt x="268413" y="55361"/>
                </a:cubicBezTo>
                <a:cubicBezTo>
                  <a:pt x="262864" y="55361"/>
                  <a:pt x="257899" y="57499"/>
                  <a:pt x="253520" y="61776"/>
                </a:cubicBezTo>
                <a:cubicBezTo>
                  <a:pt x="249140" y="66053"/>
                  <a:pt x="246583" y="72005"/>
                  <a:pt x="245847" y="79631"/>
                </a:cubicBezTo>
                <a:close/>
                <a:moveTo>
                  <a:pt x="399626" y="107713"/>
                </a:moveTo>
                <a:cubicBezTo>
                  <a:pt x="397152" y="119815"/>
                  <a:pt x="392304" y="129125"/>
                  <a:pt x="385083" y="135644"/>
                </a:cubicBezTo>
                <a:cubicBezTo>
                  <a:pt x="377862" y="142163"/>
                  <a:pt x="369872" y="145423"/>
                  <a:pt x="361114" y="145423"/>
                </a:cubicBezTo>
                <a:cubicBezTo>
                  <a:pt x="350683" y="145423"/>
                  <a:pt x="341590" y="141049"/>
                  <a:pt x="333834" y="132300"/>
                </a:cubicBezTo>
                <a:cubicBezTo>
                  <a:pt x="326078" y="123550"/>
                  <a:pt x="322201" y="111727"/>
                  <a:pt x="322201" y="96831"/>
                </a:cubicBezTo>
                <a:cubicBezTo>
                  <a:pt x="322201" y="82404"/>
                  <a:pt x="326496" y="70683"/>
                  <a:pt x="335088" y="61667"/>
                </a:cubicBezTo>
                <a:cubicBezTo>
                  <a:pt x="343680" y="52649"/>
                  <a:pt x="353993" y="48140"/>
                  <a:pt x="366028" y="48140"/>
                </a:cubicBezTo>
                <a:cubicBezTo>
                  <a:pt x="375054" y="48140"/>
                  <a:pt x="382476" y="50539"/>
                  <a:pt x="388293" y="55336"/>
                </a:cubicBezTo>
                <a:cubicBezTo>
                  <a:pt x="394110" y="60131"/>
                  <a:pt x="397018" y="65111"/>
                  <a:pt x="397018" y="70276"/>
                </a:cubicBezTo>
                <a:cubicBezTo>
                  <a:pt x="397018" y="72825"/>
                  <a:pt x="396199" y="74889"/>
                  <a:pt x="394561" y="76466"/>
                </a:cubicBezTo>
                <a:cubicBezTo>
                  <a:pt x="392923" y="78041"/>
                  <a:pt x="390633" y="78829"/>
                  <a:pt x="387691" y="78829"/>
                </a:cubicBezTo>
                <a:cubicBezTo>
                  <a:pt x="383746" y="78829"/>
                  <a:pt x="380771" y="77548"/>
                  <a:pt x="378765" y="74987"/>
                </a:cubicBezTo>
                <a:cubicBezTo>
                  <a:pt x="377628" y="73570"/>
                  <a:pt x="376876" y="70873"/>
                  <a:pt x="376508" y="66894"/>
                </a:cubicBezTo>
                <a:cubicBezTo>
                  <a:pt x="376141" y="62916"/>
                  <a:pt x="374787" y="59882"/>
                  <a:pt x="372447" y="57793"/>
                </a:cubicBezTo>
                <a:cubicBezTo>
                  <a:pt x="370106" y="55770"/>
                  <a:pt x="366864" y="54759"/>
                  <a:pt x="362718" y="54759"/>
                </a:cubicBezTo>
                <a:cubicBezTo>
                  <a:pt x="356032" y="54759"/>
                  <a:pt x="350650" y="57233"/>
                  <a:pt x="346571" y="62181"/>
                </a:cubicBezTo>
                <a:cubicBezTo>
                  <a:pt x="341156" y="68733"/>
                  <a:pt x="338448" y="77392"/>
                  <a:pt x="338448" y="88156"/>
                </a:cubicBezTo>
                <a:cubicBezTo>
                  <a:pt x="338448" y="99121"/>
                  <a:pt x="341139" y="108800"/>
                  <a:pt x="346521" y="117191"/>
                </a:cubicBezTo>
                <a:cubicBezTo>
                  <a:pt x="351904" y="125582"/>
                  <a:pt x="359175" y="129777"/>
                  <a:pt x="368335" y="129777"/>
                </a:cubicBezTo>
                <a:cubicBezTo>
                  <a:pt x="374887" y="129777"/>
                  <a:pt x="380771" y="127537"/>
                  <a:pt x="385986" y="123058"/>
                </a:cubicBezTo>
                <a:cubicBezTo>
                  <a:pt x="389663" y="119982"/>
                  <a:pt x="393240" y="114399"/>
                  <a:pt x="396717" y="106309"/>
                </a:cubicBezTo>
                <a:lnTo>
                  <a:pt x="399626" y="107713"/>
                </a:lnTo>
                <a:close/>
                <a:moveTo>
                  <a:pt x="493329" y="50748"/>
                </a:moveTo>
                <a:lnTo>
                  <a:pt x="493329" y="106710"/>
                </a:lnTo>
                <a:cubicBezTo>
                  <a:pt x="493329" y="117209"/>
                  <a:pt x="493580" y="123631"/>
                  <a:pt x="494082" y="125976"/>
                </a:cubicBezTo>
                <a:cubicBezTo>
                  <a:pt x="494583" y="128318"/>
                  <a:pt x="495385" y="129955"/>
                  <a:pt x="496489" y="130887"/>
                </a:cubicBezTo>
                <a:cubicBezTo>
                  <a:pt x="497592" y="131819"/>
                  <a:pt x="498879" y="132285"/>
                  <a:pt x="500350" y="132285"/>
                </a:cubicBezTo>
                <a:cubicBezTo>
                  <a:pt x="502423" y="132285"/>
                  <a:pt x="504763" y="131716"/>
                  <a:pt x="507370" y="130580"/>
                </a:cubicBezTo>
                <a:lnTo>
                  <a:pt x="508774" y="134190"/>
                </a:lnTo>
                <a:lnTo>
                  <a:pt x="481294" y="145423"/>
                </a:lnTo>
                <a:lnTo>
                  <a:pt x="476781" y="145423"/>
                </a:lnTo>
                <a:lnTo>
                  <a:pt x="476781" y="126057"/>
                </a:lnTo>
                <a:cubicBezTo>
                  <a:pt x="468892" y="134576"/>
                  <a:pt x="462874" y="139933"/>
                  <a:pt x="458729" y="142129"/>
                </a:cubicBezTo>
                <a:cubicBezTo>
                  <a:pt x="454583" y="144325"/>
                  <a:pt x="450204" y="145423"/>
                  <a:pt x="445591" y="145423"/>
                </a:cubicBezTo>
                <a:cubicBezTo>
                  <a:pt x="440442" y="145423"/>
                  <a:pt x="435979" y="143935"/>
                  <a:pt x="432202" y="140960"/>
                </a:cubicBezTo>
                <a:cubicBezTo>
                  <a:pt x="428424" y="137984"/>
                  <a:pt x="425800" y="134157"/>
                  <a:pt x="424329" y="129476"/>
                </a:cubicBezTo>
                <a:cubicBezTo>
                  <a:pt x="422858" y="124796"/>
                  <a:pt x="422122" y="118177"/>
                  <a:pt x="422122" y="109619"/>
                </a:cubicBezTo>
                <a:lnTo>
                  <a:pt x="422122" y="68599"/>
                </a:lnTo>
                <a:cubicBezTo>
                  <a:pt x="422122" y="64222"/>
                  <a:pt x="421654" y="61192"/>
                  <a:pt x="420718" y="59511"/>
                </a:cubicBezTo>
                <a:cubicBezTo>
                  <a:pt x="419782" y="57826"/>
                  <a:pt x="418395" y="56530"/>
                  <a:pt x="416556" y="55621"/>
                </a:cubicBezTo>
                <a:cubicBezTo>
                  <a:pt x="414718" y="54712"/>
                  <a:pt x="411391" y="54291"/>
                  <a:pt x="406577" y="54358"/>
                </a:cubicBezTo>
                <a:lnTo>
                  <a:pt x="406577" y="50748"/>
                </a:lnTo>
                <a:lnTo>
                  <a:pt x="438771" y="50748"/>
                </a:lnTo>
                <a:lnTo>
                  <a:pt x="438771" y="112301"/>
                </a:lnTo>
                <a:cubicBezTo>
                  <a:pt x="438771" y="120870"/>
                  <a:pt x="440258" y="126494"/>
                  <a:pt x="443234" y="129172"/>
                </a:cubicBezTo>
                <a:cubicBezTo>
                  <a:pt x="446209" y="131849"/>
                  <a:pt x="449803" y="133187"/>
                  <a:pt x="454015" y="133187"/>
                </a:cubicBezTo>
                <a:cubicBezTo>
                  <a:pt x="456890" y="133187"/>
                  <a:pt x="460150" y="132284"/>
                  <a:pt x="463794" y="130476"/>
                </a:cubicBezTo>
                <a:cubicBezTo>
                  <a:pt x="467437" y="128669"/>
                  <a:pt x="471767" y="125221"/>
                  <a:pt x="476781" y="120134"/>
                </a:cubicBezTo>
                <a:lnTo>
                  <a:pt x="476781" y="68198"/>
                </a:lnTo>
                <a:cubicBezTo>
                  <a:pt x="476781" y="62868"/>
                  <a:pt x="475829" y="59263"/>
                  <a:pt x="473923" y="57382"/>
                </a:cubicBezTo>
                <a:cubicBezTo>
                  <a:pt x="472017" y="55502"/>
                  <a:pt x="468056" y="54494"/>
                  <a:pt x="462038" y="54358"/>
                </a:cubicBezTo>
                <a:lnTo>
                  <a:pt x="462038" y="50748"/>
                </a:lnTo>
                <a:lnTo>
                  <a:pt x="493329" y="50748"/>
                </a:lnTo>
                <a:close/>
                <a:moveTo>
                  <a:pt x="542171" y="20459"/>
                </a:moveTo>
                <a:lnTo>
                  <a:pt x="542171" y="50748"/>
                </a:lnTo>
                <a:lnTo>
                  <a:pt x="563634" y="50748"/>
                </a:lnTo>
                <a:lnTo>
                  <a:pt x="563634" y="57567"/>
                </a:lnTo>
                <a:lnTo>
                  <a:pt x="542171" y="57768"/>
                </a:lnTo>
                <a:lnTo>
                  <a:pt x="542171" y="117423"/>
                </a:lnTo>
                <a:cubicBezTo>
                  <a:pt x="542171" y="123380"/>
                  <a:pt x="543024" y="127396"/>
                  <a:pt x="544729" y="129473"/>
                </a:cubicBezTo>
                <a:cubicBezTo>
                  <a:pt x="546434" y="131548"/>
                  <a:pt x="548624" y="132585"/>
                  <a:pt x="551298" y="132585"/>
                </a:cubicBezTo>
                <a:cubicBezTo>
                  <a:pt x="553504" y="132585"/>
                  <a:pt x="555644" y="131892"/>
                  <a:pt x="557717" y="130504"/>
                </a:cubicBezTo>
                <a:cubicBezTo>
                  <a:pt x="559789" y="129117"/>
                  <a:pt x="561394" y="127069"/>
                  <a:pt x="562531" y="124362"/>
                </a:cubicBezTo>
                <a:lnTo>
                  <a:pt x="566442" y="124362"/>
                </a:lnTo>
                <a:cubicBezTo>
                  <a:pt x="564102" y="130947"/>
                  <a:pt x="560792" y="135903"/>
                  <a:pt x="556513" y="139230"/>
                </a:cubicBezTo>
                <a:cubicBezTo>
                  <a:pt x="552234" y="142556"/>
                  <a:pt x="547821" y="144219"/>
                  <a:pt x="543275" y="144219"/>
                </a:cubicBezTo>
                <a:cubicBezTo>
                  <a:pt x="540199" y="144219"/>
                  <a:pt x="537190" y="143364"/>
                  <a:pt x="534248" y="141652"/>
                </a:cubicBezTo>
                <a:cubicBezTo>
                  <a:pt x="531307" y="139941"/>
                  <a:pt x="529134" y="137492"/>
                  <a:pt x="527729" y="134306"/>
                </a:cubicBezTo>
                <a:cubicBezTo>
                  <a:pt x="526325" y="131120"/>
                  <a:pt x="525623" y="126205"/>
                  <a:pt x="525623" y="119563"/>
                </a:cubicBezTo>
                <a:lnTo>
                  <a:pt x="525623" y="57567"/>
                </a:lnTo>
                <a:lnTo>
                  <a:pt x="511081" y="57567"/>
                </a:lnTo>
                <a:lnTo>
                  <a:pt x="511081" y="54352"/>
                </a:lnTo>
                <a:cubicBezTo>
                  <a:pt x="514758" y="52889"/>
                  <a:pt x="518519" y="50413"/>
                  <a:pt x="522364" y="46924"/>
                </a:cubicBezTo>
                <a:cubicBezTo>
                  <a:pt x="526208" y="43435"/>
                  <a:pt x="529635" y="39276"/>
                  <a:pt x="532644" y="34447"/>
                </a:cubicBezTo>
                <a:cubicBezTo>
                  <a:pt x="534182" y="31898"/>
                  <a:pt x="536321" y="27235"/>
                  <a:pt x="539062" y="20459"/>
                </a:cubicBezTo>
                <a:lnTo>
                  <a:pt x="542171" y="20459"/>
                </a:lnTo>
                <a:close/>
                <a:moveTo>
                  <a:pt x="595962" y="0"/>
                </a:moveTo>
                <a:cubicBezTo>
                  <a:pt x="598770" y="0"/>
                  <a:pt x="601161" y="991"/>
                  <a:pt x="603133" y="2974"/>
                </a:cubicBezTo>
                <a:cubicBezTo>
                  <a:pt x="605105" y="4955"/>
                  <a:pt x="606092" y="7357"/>
                  <a:pt x="606092" y="10180"/>
                </a:cubicBezTo>
                <a:cubicBezTo>
                  <a:pt x="606092" y="13002"/>
                  <a:pt x="605105" y="15422"/>
                  <a:pt x="603133" y="17438"/>
                </a:cubicBezTo>
                <a:cubicBezTo>
                  <a:pt x="601161" y="19452"/>
                  <a:pt x="598770" y="20459"/>
                  <a:pt x="595962" y="20459"/>
                </a:cubicBezTo>
                <a:cubicBezTo>
                  <a:pt x="593154" y="20459"/>
                  <a:pt x="590747" y="19452"/>
                  <a:pt x="588741" y="17438"/>
                </a:cubicBezTo>
                <a:cubicBezTo>
                  <a:pt x="586735" y="15422"/>
                  <a:pt x="585732" y="13002"/>
                  <a:pt x="585732" y="10180"/>
                </a:cubicBezTo>
                <a:cubicBezTo>
                  <a:pt x="585732" y="7357"/>
                  <a:pt x="586719" y="4955"/>
                  <a:pt x="588691" y="2974"/>
                </a:cubicBezTo>
                <a:cubicBezTo>
                  <a:pt x="590663" y="991"/>
                  <a:pt x="593087" y="0"/>
                  <a:pt x="595962" y="0"/>
                </a:cubicBezTo>
                <a:moveTo>
                  <a:pt x="604286" y="48140"/>
                </a:moveTo>
                <a:lnTo>
                  <a:pt x="604286" y="121754"/>
                </a:lnTo>
                <a:cubicBezTo>
                  <a:pt x="604286" y="127537"/>
                  <a:pt x="604704" y="131388"/>
                  <a:pt x="605540" y="133306"/>
                </a:cubicBezTo>
                <a:cubicBezTo>
                  <a:pt x="606376" y="135222"/>
                  <a:pt x="607613" y="136651"/>
                  <a:pt x="609251" y="137594"/>
                </a:cubicBezTo>
                <a:cubicBezTo>
                  <a:pt x="610889" y="138534"/>
                  <a:pt x="613881" y="139004"/>
                  <a:pt x="618227" y="139004"/>
                </a:cubicBezTo>
                <a:lnTo>
                  <a:pt x="618227" y="142615"/>
                </a:lnTo>
                <a:lnTo>
                  <a:pt x="573597" y="142615"/>
                </a:lnTo>
                <a:lnTo>
                  <a:pt x="573597" y="139004"/>
                </a:lnTo>
                <a:cubicBezTo>
                  <a:pt x="578077" y="139004"/>
                  <a:pt x="581086" y="138567"/>
                  <a:pt x="582623" y="137694"/>
                </a:cubicBezTo>
                <a:cubicBezTo>
                  <a:pt x="584161" y="136819"/>
                  <a:pt x="585381" y="135373"/>
                  <a:pt x="586284" y="133356"/>
                </a:cubicBezTo>
                <a:cubicBezTo>
                  <a:pt x="587187" y="131338"/>
                  <a:pt x="587638" y="127471"/>
                  <a:pt x="587638" y="121754"/>
                </a:cubicBezTo>
                <a:lnTo>
                  <a:pt x="587638" y="86652"/>
                </a:lnTo>
                <a:cubicBezTo>
                  <a:pt x="587638" y="76648"/>
                  <a:pt x="587337" y="70169"/>
                  <a:pt x="586735" y="67214"/>
                </a:cubicBezTo>
                <a:cubicBezTo>
                  <a:pt x="586267" y="65064"/>
                  <a:pt x="585532" y="63571"/>
                  <a:pt x="584529" y="62736"/>
                </a:cubicBezTo>
                <a:cubicBezTo>
                  <a:pt x="583526" y="61898"/>
                  <a:pt x="582155" y="61479"/>
                  <a:pt x="580417" y="61479"/>
                </a:cubicBezTo>
                <a:cubicBezTo>
                  <a:pt x="578545" y="61479"/>
                  <a:pt x="576272" y="61980"/>
                  <a:pt x="573597" y="62983"/>
                </a:cubicBezTo>
                <a:lnTo>
                  <a:pt x="572193" y="59373"/>
                </a:lnTo>
                <a:lnTo>
                  <a:pt x="599873" y="48140"/>
                </a:lnTo>
                <a:lnTo>
                  <a:pt x="604286" y="48140"/>
                </a:lnTo>
                <a:close/>
                <a:moveTo>
                  <a:pt x="674625" y="48140"/>
                </a:moveTo>
                <a:cubicBezTo>
                  <a:pt x="688532" y="48140"/>
                  <a:pt x="699698" y="53417"/>
                  <a:pt x="708123" y="63970"/>
                </a:cubicBezTo>
                <a:cubicBezTo>
                  <a:pt x="715277" y="72986"/>
                  <a:pt x="718854" y="83339"/>
                  <a:pt x="718854" y="95029"/>
                </a:cubicBezTo>
                <a:cubicBezTo>
                  <a:pt x="718854" y="103245"/>
                  <a:pt x="716881" y="111561"/>
                  <a:pt x="712937" y="119977"/>
                </a:cubicBezTo>
                <a:cubicBezTo>
                  <a:pt x="708992" y="128391"/>
                  <a:pt x="703559" y="134735"/>
                  <a:pt x="696639" y="139010"/>
                </a:cubicBezTo>
                <a:cubicBezTo>
                  <a:pt x="689719" y="143285"/>
                  <a:pt x="682013" y="145423"/>
                  <a:pt x="673522" y="145423"/>
                </a:cubicBezTo>
                <a:cubicBezTo>
                  <a:pt x="659682" y="145423"/>
                  <a:pt x="648683" y="139912"/>
                  <a:pt x="640526" y="128890"/>
                </a:cubicBezTo>
                <a:cubicBezTo>
                  <a:pt x="633639" y="119607"/>
                  <a:pt x="630196" y="109188"/>
                  <a:pt x="630196" y="97634"/>
                </a:cubicBezTo>
                <a:cubicBezTo>
                  <a:pt x="630196" y="89218"/>
                  <a:pt x="632286" y="80852"/>
                  <a:pt x="636464" y="72536"/>
                </a:cubicBezTo>
                <a:cubicBezTo>
                  <a:pt x="640643" y="64220"/>
                  <a:pt x="646143" y="58075"/>
                  <a:pt x="652962" y="54101"/>
                </a:cubicBezTo>
                <a:cubicBezTo>
                  <a:pt x="659782" y="50127"/>
                  <a:pt x="667003" y="48140"/>
                  <a:pt x="674625" y="48140"/>
                </a:cubicBezTo>
                <a:moveTo>
                  <a:pt x="671516" y="54759"/>
                </a:moveTo>
                <a:cubicBezTo>
                  <a:pt x="667973" y="54759"/>
                  <a:pt x="664412" y="55809"/>
                  <a:pt x="660835" y="57909"/>
                </a:cubicBezTo>
                <a:cubicBezTo>
                  <a:pt x="657258" y="60007"/>
                  <a:pt x="654366" y="63687"/>
                  <a:pt x="652160" y="68950"/>
                </a:cubicBezTo>
                <a:cubicBezTo>
                  <a:pt x="649954" y="74214"/>
                  <a:pt x="648850" y="80975"/>
                  <a:pt x="648850" y="89234"/>
                </a:cubicBezTo>
                <a:cubicBezTo>
                  <a:pt x="648850" y="102559"/>
                  <a:pt x="651508" y="114051"/>
                  <a:pt x="656824" y="123713"/>
                </a:cubicBezTo>
                <a:cubicBezTo>
                  <a:pt x="662139" y="133372"/>
                  <a:pt x="669143" y="138202"/>
                  <a:pt x="677835" y="138202"/>
                </a:cubicBezTo>
                <a:cubicBezTo>
                  <a:pt x="684320" y="138202"/>
                  <a:pt x="689669" y="135537"/>
                  <a:pt x="693881" y="130207"/>
                </a:cubicBezTo>
                <a:cubicBezTo>
                  <a:pt x="698094" y="124877"/>
                  <a:pt x="700200" y="115717"/>
                  <a:pt x="700200" y="102727"/>
                </a:cubicBezTo>
                <a:cubicBezTo>
                  <a:pt x="700200" y="86471"/>
                  <a:pt x="696689" y="73680"/>
                  <a:pt x="689669" y="64353"/>
                </a:cubicBezTo>
                <a:cubicBezTo>
                  <a:pt x="684922" y="57957"/>
                  <a:pt x="678871" y="54759"/>
                  <a:pt x="671516" y="54759"/>
                </a:cubicBezTo>
                <a:close/>
                <a:moveTo>
                  <a:pt x="759171" y="67496"/>
                </a:moveTo>
                <a:cubicBezTo>
                  <a:pt x="769935" y="54592"/>
                  <a:pt x="780199" y="48140"/>
                  <a:pt x="789960" y="48140"/>
                </a:cubicBezTo>
                <a:cubicBezTo>
                  <a:pt x="794975" y="48140"/>
                  <a:pt x="799287" y="49390"/>
                  <a:pt x="802898" y="51891"/>
                </a:cubicBezTo>
                <a:cubicBezTo>
                  <a:pt x="806508" y="54390"/>
                  <a:pt x="809383" y="58508"/>
                  <a:pt x="811523" y="64243"/>
                </a:cubicBezTo>
                <a:cubicBezTo>
                  <a:pt x="812994" y="68244"/>
                  <a:pt x="813729" y="74379"/>
                  <a:pt x="813729" y="82647"/>
                </a:cubicBezTo>
                <a:lnTo>
                  <a:pt x="813729" y="121754"/>
                </a:lnTo>
                <a:cubicBezTo>
                  <a:pt x="813729" y="127604"/>
                  <a:pt x="814197" y="131572"/>
                  <a:pt x="815134" y="133657"/>
                </a:cubicBezTo>
                <a:cubicBezTo>
                  <a:pt x="815869" y="135339"/>
                  <a:pt x="817056" y="136651"/>
                  <a:pt x="818694" y="137594"/>
                </a:cubicBezTo>
                <a:cubicBezTo>
                  <a:pt x="820332" y="138534"/>
                  <a:pt x="823357" y="139004"/>
                  <a:pt x="827770" y="139004"/>
                </a:cubicBezTo>
                <a:lnTo>
                  <a:pt x="827770" y="142615"/>
                </a:lnTo>
                <a:lnTo>
                  <a:pt x="782338" y="142615"/>
                </a:lnTo>
                <a:lnTo>
                  <a:pt x="782338" y="139004"/>
                </a:lnTo>
                <a:lnTo>
                  <a:pt x="784244" y="139004"/>
                </a:lnTo>
                <a:cubicBezTo>
                  <a:pt x="788523" y="139004"/>
                  <a:pt x="791515" y="138349"/>
                  <a:pt x="793220" y="137039"/>
                </a:cubicBezTo>
                <a:cubicBezTo>
                  <a:pt x="794925" y="135727"/>
                  <a:pt x="796112" y="133793"/>
                  <a:pt x="796780" y="131238"/>
                </a:cubicBezTo>
                <a:cubicBezTo>
                  <a:pt x="797048" y="130229"/>
                  <a:pt x="797181" y="127067"/>
                  <a:pt x="797181" y="121754"/>
                </a:cubicBezTo>
                <a:lnTo>
                  <a:pt x="797181" y="84207"/>
                </a:lnTo>
                <a:cubicBezTo>
                  <a:pt x="797181" y="75862"/>
                  <a:pt x="796095" y="69804"/>
                  <a:pt x="793922" y="66033"/>
                </a:cubicBezTo>
                <a:cubicBezTo>
                  <a:pt x="791749" y="62261"/>
                  <a:pt x="788088" y="60376"/>
                  <a:pt x="782940" y="60376"/>
                </a:cubicBezTo>
                <a:cubicBezTo>
                  <a:pt x="774983" y="60376"/>
                  <a:pt x="767060" y="64721"/>
                  <a:pt x="759171" y="73413"/>
                </a:cubicBezTo>
                <a:lnTo>
                  <a:pt x="759171" y="121754"/>
                </a:lnTo>
                <a:cubicBezTo>
                  <a:pt x="759171" y="128008"/>
                  <a:pt x="759539" y="131875"/>
                  <a:pt x="760274" y="133356"/>
                </a:cubicBezTo>
                <a:cubicBezTo>
                  <a:pt x="761210" y="135306"/>
                  <a:pt x="762497" y="136735"/>
                  <a:pt x="764135" y="137644"/>
                </a:cubicBezTo>
                <a:cubicBezTo>
                  <a:pt x="765773" y="138551"/>
                  <a:pt x="769100" y="139004"/>
                  <a:pt x="774114" y="139004"/>
                </a:cubicBezTo>
                <a:lnTo>
                  <a:pt x="774114" y="142615"/>
                </a:lnTo>
                <a:lnTo>
                  <a:pt x="728682" y="142615"/>
                </a:lnTo>
                <a:lnTo>
                  <a:pt x="728682" y="139004"/>
                </a:lnTo>
                <a:lnTo>
                  <a:pt x="730688" y="139004"/>
                </a:lnTo>
                <a:cubicBezTo>
                  <a:pt x="735368" y="139004"/>
                  <a:pt x="738527" y="137811"/>
                  <a:pt x="740166" y="135425"/>
                </a:cubicBezTo>
                <a:cubicBezTo>
                  <a:pt x="741804" y="133037"/>
                  <a:pt x="742623" y="128480"/>
                  <a:pt x="742623" y="121754"/>
                </a:cubicBezTo>
                <a:lnTo>
                  <a:pt x="742623" y="87855"/>
                </a:lnTo>
                <a:cubicBezTo>
                  <a:pt x="742623" y="76823"/>
                  <a:pt x="742372" y="70104"/>
                  <a:pt x="741871" y="67697"/>
                </a:cubicBezTo>
                <a:cubicBezTo>
                  <a:pt x="741369" y="65290"/>
                  <a:pt x="740600" y="63652"/>
                  <a:pt x="739564" y="62783"/>
                </a:cubicBezTo>
                <a:cubicBezTo>
                  <a:pt x="738527" y="61913"/>
                  <a:pt x="737140" y="61479"/>
                  <a:pt x="735402" y="61479"/>
                </a:cubicBezTo>
                <a:cubicBezTo>
                  <a:pt x="733530" y="61479"/>
                  <a:pt x="731290" y="61980"/>
                  <a:pt x="728682" y="62983"/>
                </a:cubicBezTo>
                <a:lnTo>
                  <a:pt x="727178" y="59373"/>
                </a:lnTo>
                <a:lnTo>
                  <a:pt x="754858" y="48140"/>
                </a:lnTo>
                <a:lnTo>
                  <a:pt x="759171" y="48140"/>
                </a:lnTo>
                <a:lnTo>
                  <a:pt x="759171" y="6749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c08b82be2244e3"/>
          <a:stretch xmlns:a="http://schemas.openxmlformats.org/drawingml/2006/main"/>
        </p:blipFill>
        <p:spPr>
          <a:xfrm xmlns:a="http://schemas.openxmlformats.org/drawingml/2006/main">
            <a:off x="12404217" y="80300"/>
            <a:ext cx="809873" cy="809873"/>
          </a:xfrm>
          <a:prstGeom xmlns:a="http://schemas.openxmlformats.org/drawingml/2006/main" prst="rect">
            <a:avLst/>
          </a:prstGeom>
        </p:spPr>
      </p:pic>
      <p:sp>
        <p:nvSpPr>
          <p:cNvPr id="107" name="Text Ref">
            <a:extLst xmlns:a="http://schemas.openxmlformats.org/drawingml/2006/main">
              <a:ext uri="{FF2B5EF4-FFF2-40B4-BE49-F238E27FC236}">
                <a16:creationId xmlns:a16="http://schemas.microsoft.com/office/drawing/2014/main" id="{22A580C6-D04D-4AA8-95B7-336AA35C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7433" y="962156"/>
            <a:ext cx="313946" cy="145423"/>
          </a:xfrm>
          <a:custGeom xmlns:a="http://schemas.openxmlformats.org/drawingml/2006/main">
            <a:pathLst>
              <a:path w="313946" h="145423">
                <a:moveTo>
                  <a:pt x="135293" y="142615"/>
                </a:moveTo>
                <a:lnTo>
                  <a:pt x="98988" y="142615"/>
                </a:lnTo>
                <a:lnTo>
                  <a:pt x="52954" y="79030"/>
                </a:lnTo>
                <a:cubicBezTo>
                  <a:pt x="49544" y="79163"/>
                  <a:pt x="46769" y="79230"/>
                  <a:pt x="44630" y="79230"/>
                </a:cubicBezTo>
                <a:cubicBezTo>
                  <a:pt x="43761" y="79230"/>
                  <a:pt x="42824" y="79214"/>
                  <a:pt x="41822" y="79180"/>
                </a:cubicBezTo>
                <a:cubicBezTo>
                  <a:pt x="40819" y="79147"/>
                  <a:pt x="39782" y="79097"/>
                  <a:pt x="38713" y="79030"/>
                </a:cubicBezTo>
                <a:lnTo>
                  <a:pt x="38713" y="118545"/>
                </a:lnTo>
                <a:cubicBezTo>
                  <a:pt x="38713" y="127061"/>
                  <a:pt x="39649" y="132350"/>
                  <a:pt x="41521" y="134413"/>
                </a:cubicBezTo>
                <a:cubicBezTo>
                  <a:pt x="44061" y="137340"/>
                  <a:pt x="47873" y="138804"/>
                  <a:pt x="52954" y="138804"/>
                </a:cubicBezTo>
                <a:lnTo>
                  <a:pt x="58269" y="138804"/>
                </a:lnTo>
                <a:lnTo>
                  <a:pt x="58269" y="142615"/>
                </a:lnTo>
                <a:lnTo>
                  <a:pt x="0" y="142615"/>
                </a:lnTo>
                <a:lnTo>
                  <a:pt x="0" y="138804"/>
                </a:lnTo>
                <a:lnTo>
                  <a:pt x="5115" y="138804"/>
                </a:lnTo>
                <a:cubicBezTo>
                  <a:pt x="10865" y="138804"/>
                  <a:pt x="14977" y="136941"/>
                  <a:pt x="17451" y="133215"/>
                </a:cubicBezTo>
                <a:cubicBezTo>
                  <a:pt x="18855" y="131153"/>
                  <a:pt x="19557" y="126263"/>
                  <a:pt x="19557" y="118545"/>
                </a:cubicBezTo>
                <a:lnTo>
                  <a:pt x="19557" y="30689"/>
                </a:lnTo>
                <a:cubicBezTo>
                  <a:pt x="19557" y="22173"/>
                  <a:pt x="18621" y="16883"/>
                  <a:pt x="16749" y="14821"/>
                </a:cubicBezTo>
                <a:cubicBezTo>
                  <a:pt x="14141" y="11894"/>
                  <a:pt x="10263" y="10430"/>
                  <a:pt x="5115" y="10430"/>
                </a:cubicBezTo>
                <a:lnTo>
                  <a:pt x="0" y="10430"/>
                </a:lnTo>
                <a:lnTo>
                  <a:pt x="0" y="6619"/>
                </a:lnTo>
                <a:lnTo>
                  <a:pt x="49544" y="6619"/>
                </a:lnTo>
                <a:cubicBezTo>
                  <a:pt x="63986" y="6619"/>
                  <a:pt x="74634" y="7671"/>
                  <a:pt x="81487" y="9775"/>
                </a:cubicBezTo>
                <a:cubicBezTo>
                  <a:pt x="88340" y="11879"/>
                  <a:pt x="94157" y="15754"/>
                  <a:pt x="98938" y="21400"/>
                </a:cubicBezTo>
                <a:cubicBezTo>
                  <a:pt x="103718" y="27043"/>
                  <a:pt x="106108" y="33772"/>
                  <a:pt x="106108" y="41587"/>
                </a:cubicBezTo>
                <a:cubicBezTo>
                  <a:pt x="106108" y="49938"/>
                  <a:pt x="103384" y="57186"/>
                  <a:pt x="97935" y="63331"/>
                </a:cubicBezTo>
                <a:cubicBezTo>
                  <a:pt x="92486" y="69476"/>
                  <a:pt x="84044" y="73818"/>
                  <a:pt x="72611" y="76356"/>
                </a:cubicBezTo>
                <a:lnTo>
                  <a:pt x="100693" y="115335"/>
                </a:lnTo>
                <a:cubicBezTo>
                  <a:pt x="107111" y="124295"/>
                  <a:pt x="112627" y="130245"/>
                  <a:pt x="117241" y="133187"/>
                </a:cubicBezTo>
                <a:cubicBezTo>
                  <a:pt x="121854" y="136129"/>
                  <a:pt x="127872" y="138001"/>
                  <a:pt x="135293" y="138804"/>
                </a:cubicBezTo>
                <a:lnTo>
                  <a:pt x="135293" y="142615"/>
                </a:lnTo>
                <a:moveTo>
                  <a:pt x="38713" y="72611"/>
                </a:moveTo>
                <a:cubicBezTo>
                  <a:pt x="39983" y="72611"/>
                  <a:pt x="41086" y="72628"/>
                  <a:pt x="42022" y="72661"/>
                </a:cubicBezTo>
                <a:cubicBezTo>
                  <a:pt x="42958" y="72695"/>
                  <a:pt x="43727" y="72711"/>
                  <a:pt x="44329" y="72711"/>
                </a:cubicBezTo>
                <a:cubicBezTo>
                  <a:pt x="57300" y="72711"/>
                  <a:pt x="67078" y="69908"/>
                  <a:pt x="73664" y="64303"/>
                </a:cubicBezTo>
                <a:cubicBezTo>
                  <a:pt x="80250" y="58695"/>
                  <a:pt x="83543" y="51552"/>
                  <a:pt x="83543" y="42875"/>
                </a:cubicBezTo>
                <a:cubicBezTo>
                  <a:pt x="83543" y="34398"/>
                  <a:pt x="80885" y="27507"/>
                  <a:pt x="75570" y="22202"/>
                </a:cubicBezTo>
                <a:cubicBezTo>
                  <a:pt x="70254" y="16895"/>
                  <a:pt x="63217" y="14241"/>
                  <a:pt x="54458" y="14241"/>
                </a:cubicBezTo>
                <a:cubicBezTo>
                  <a:pt x="50580" y="14241"/>
                  <a:pt x="45332" y="14910"/>
                  <a:pt x="38713" y="16247"/>
                </a:cubicBezTo>
                <a:lnTo>
                  <a:pt x="38713" y="72611"/>
                </a:lnTo>
                <a:close/>
                <a:moveTo>
                  <a:pt x="155354" y="85448"/>
                </a:moveTo>
                <a:cubicBezTo>
                  <a:pt x="155288" y="99025"/>
                  <a:pt x="158597" y="109674"/>
                  <a:pt x="165283" y="117394"/>
                </a:cubicBezTo>
                <a:cubicBezTo>
                  <a:pt x="171969" y="125115"/>
                  <a:pt x="179826" y="128975"/>
                  <a:pt x="188852" y="128975"/>
                </a:cubicBezTo>
                <a:cubicBezTo>
                  <a:pt x="194869" y="128975"/>
                  <a:pt x="200101" y="127313"/>
                  <a:pt x="204547" y="123989"/>
                </a:cubicBezTo>
                <a:cubicBezTo>
                  <a:pt x="208994" y="120664"/>
                  <a:pt x="212721" y="114972"/>
                  <a:pt x="215730" y="106911"/>
                </a:cubicBezTo>
                <a:lnTo>
                  <a:pt x="218839" y="108926"/>
                </a:lnTo>
                <a:cubicBezTo>
                  <a:pt x="217435" y="118134"/>
                  <a:pt x="213356" y="126519"/>
                  <a:pt x="206603" y="134080"/>
                </a:cubicBezTo>
                <a:cubicBezTo>
                  <a:pt x="199850" y="141642"/>
                  <a:pt x="191393" y="145423"/>
                  <a:pt x="181230" y="145423"/>
                </a:cubicBezTo>
                <a:cubicBezTo>
                  <a:pt x="170198" y="145423"/>
                  <a:pt x="160754" y="141136"/>
                  <a:pt x="152897" y="132563"/>
                </a:cubicBezTo>
                <a:cubicBezTo>
                  <a:pt x="145041" y="123989"/>
                  <a:pt x="141113" y="112461"/>
                  <a:pt x="141113" y="97982"/>
                </a:cubicBezTo>
                <a:cubicBezTo>
                  <a:pt x="141113" y="82303"/>
                  <a:pt x="145141" y="70077"/>
                  <a:pt x="153198" y="61303"/>
                </a:cubicBezTo>
                <a:cubicBezTo>
                  <a:pt x="161255" y="52528"/>
                  <a:pt x="171368" y="48140"/>
                  <a:pt x="183536" y="48140"/>
                </a:cubicBezTo>
                <a:cubicBezTo>
                  <a:pt x="193833" y="48140"/>
                  <a:pt x="202291" y="51525"/>
                  <a:pt x="208910" y="58294"/>
                </a:cubicBezTo>
                <a:cubicBezTo>
                  <a:pt x="215529" y="65062"/>
                  <a:pt x="218839" y="74113"/>
                  <a:pt x="218839" y="85448"/>
                </a:cubicBezTo>
                <a:lnTo>
                  <a:pt x="155354" y="85448"/>
                </a:lnTo>
                <a:moveTo>
                  <a:pt x="155354" y="79631"/>
                </a:moveTo>
                <a:lnTo>
                  <a:pt x="197878" y="79631"/>
                </a:lnTo>
                <a:cubicBezTo>
                  <a:pt x="197544" y="73796"/>
                  <a:pt x="196842" y="69685"/>
                  <a:pt x="195772" y="67299"/>
                </a:cubicBezTo>
                <a:cubicBezTo>
                  <a:pt x="194100" y="63584"/>
                  <a:pt x="191610" y="60666"/>
                  <a:pt x="188300" y="58545"/>
                </a:cubicBezTo>
                <a:cubicBezTo>
                  <a:pt x="184991" y="56422"/>
                  <a:pt x="181531" y="55361"/>
                  <a:pt x="177920" y="55361"/>
                </a:cubicBezTo>
                <a:cubicBezTo>
                  <a:pt x="172371" y="55361"/>
                  <a:pt x="167406" y="57499"/>
                  <a:pt x="163027" y="61776"/>
                </a:cubicBezTo>
                <a:cubicBezTo>
                  <a:pt x="158647" y="66053"/>
                  <a:pt x="156090" y="72005"/>
                  <a:pt x="155354" y="79631"/>
                </a:cubicBezTo>
                <a:close/>
                <a:moveTo>
                  <a:pt x="267010" y="57969"/>
                </a:moveTo>
                <a:lnTo>
                  <a:pt x="267010" y="118344"/>
                </a:lnTo>
                <a:cubicBezTo>
                  <a:pt x="267010" y="126902"/>
                  <a:pt x="267946" y="132318"/>
                  <a:pt x="269818" y="134591"/>
                </a:cubicBezTo>
                <a:cubicBezTo>
                  <a:pt x="272292" y="137533"/>
                  <a:pt x="275602" y="139004"/>
                  <a:pt x="279747" y="139004"/>
                </a:cubicBezTo>
                <a:lnTo>
                  <a:pt x="288071" y="139004"/>
                </a:lnTo>
                <a:lnTo>
                  <a:pt x="288071" y="142615"/>
                </a:lnTo>
                <a:lnTo>
                  <a:pt x="233212" y="142615"/>
                </a:lnTo>
                <a:lnTo>
                  <a:pt x="233212" y="139004"/>
                </a:lnTo>
                <a:lnTo>
                  <a:pt x="237324" y="139004"/>
                </a:lnTo>
                <a:cubicBezTo>
                  <a:pt x="239998" y="139004"/>
                  <a:pt x="242438" y="138335"/>
                  <a:pt x="244645" y="136998"/>
                </a:cubicBezTo>
                <a:cubicBezTo>
                  <a:pt x="246851" y="135661"/>
                  <a:pt x="248372" y="133856"/>
                  <a:pt x="249208" y="131583"/>
                </a:cubicBezTo>
                <a:cubicBezTo>
                  <a:pt x="250044" y="129309"/>
                  <a:pt x="250462" y="124896"/>
                  <a:pt x="250462" y="118344"/>
                </a:cubicBezTo>
                <a:lnTo>
                  <a:pt x="250462" y="57969"/>
                </a:lnTo>
                <a:lnTo>
                  <a:pt x="232610" y="57969"/>
                </a:lnTo>
                <a:lnTo>
                  <a:pt x="232610" y="50748"/>
                </a:lnTo>
                <a:lnTo>
                  <a:pt x="250462" y="50748"/>
                </a:lnTo>
                <a:lnTo>
                  <a:pt x="250462" y="44705"/>
                </a:lnTo>
                <a:cubicBezTo>
                  <a:pt x="250462" y="35509"/>
                  <a:pt x="251933" y="27723"/>
                  <a:pt x="254875" y="21346"/>
                </a:cubicBezTo>
                <a:cubicBezTo>
                  <a:pt x="257817" y="14970"/>
                  <a:pt x="262313" y="9818"/>
                  <a:pt x="268364" y="5892"/>
                </a:cubicBezTo>
                <a:cubicBezTo>
                  <a:pt x="274415" y="1964"/>
                  <a:pt x="281218" y="0"/>
                  <a:pt x="288773" y="0"/>
                </a:cubicBezTo>
                <a:cubicBezTo>
                  <a:pt x="295794" y="0"/>
                  <a:pt x="302246" y="2273"/>
                  <a:pt x="308129" y="6820"/>
                </a:cubicBezTo>
                <a:cubicBezTo>
                  <a:pt x="312007" y="9829"/>
                  <a:pt x="313946" y="13205"/>
                  <a:pt x="313946" y="16949"/>
                </a:cubicBezTo>
                <a:cubicBezTo>
                  <a:pt x="313946" y="18955"/>
                  <a:pt x="313077" y="20844"/>
                  <a:pt x="311339" y="22616"/>
                </a:cubicBezTo>
                <a:cubicBezTo>
                  <a:pt x="309600" y="24388"/>
                  <a:pt x="307728" y="25273"/>
                  <a:pt x="305722" y="25273"/>
                </a:cubicBezTo>
                <a:cubicBezTo>
                  <a:pt x="304185" y="25273"/>
                  <a:pt x="302563" y="24722"/>
                  <a:pt x="300858" y="23619"/>
                </a:cubicBezTo>
                <a:cubicBezTo>
                  <a:pt x="299153" y="22515"/>
                  <a:pt x="297064" y="20142"/>
                  <a:pt x="294590" y="16498"/>
                </a:cubicBezTo>
                <a:cubicBezTo>
                  <a:pt x="292116" y="12854"/>
                  <a:pt x="289843" y="10397"/>
                  <a:pt x="287770" y="9127"/>
                </a:cubicBezTo>
                <a:cubicBezTo>
                  <a:pt x="285698" y="7856"/>
                  <a:pt x="283391" y="7221"/>
                  <a:pt x="280850" y="7221"/>
                </a:cubicBezTo>
                <a:cubicBezTo>
                  <a:pt x="277775" y="7221"/>
                  <a:pt x="275167" y="8044"/>
                  <a:pt x="273027" y="9691"/>
                </a:cubicBezTo>
                <a:cubicBezTo>
                  <a:pt x="270888" y="11335"/>
                  <a:pt x="269350" y="13887"/>
                  <a:pt x="268414" y="17347"/>
                </a:cubicBezTo>
                <a:cubicBezTo>
                  <a:pt x="267478" y="20807"/>
                  <a:pt x="267010" y="29724"/>
                  <a:pt x="267010" y="44097"/>
                </a:cubicBezTo>
                <a:lnTo>
                  <a:pt x="267010" y="50748"/>
                </a:lnTo>
                <a:lnTo>
                  <a:pt x="290679" y="50748"/>
                </a:lnTo>
                <a:lnTo>
                  <a:pt x="290679" y="57969"/>
                </a:lnTo>
                <a:lnTo>
                  <a:pt x="267010" y="5796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erence">
            <a:extLst xmlns:a="http://schemas.openxmlformats.org/drawingml/2006/main">
              <a:ext uri="{FF2B5EF4-FFF2-40B4-BE49-F238E27FC236}">
                <a16:creationId xmlns:a16="http://schemas.microsoft.com/office/drawing/2014/main" id="{F98CDEC8-9D69-41A1-96D6-62120E56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139" y="1010296"/>
            <a:ext cx="522410" cy="97283"/>
          </a:xfrm>
          <a:custGeom xmlns:a="http://schemas.openxmlformats.org/drawingml/2006/main">
            <a:pathLst>
              <a:path w="522410" h="97283">
                <a:moveTo>
                  <a:pt x="14241" y="37308"/>
                </a:moveTo>
                <a:cubicBezTo>
                  <a:pt x="14175" y="50885"/>
                  <a:pt x="17484" y="61534"/>
                  <a:pt x="24170" y="69254"/>
                </a:cubicBezTo>
                <a:cubicBezTo>
                  <a:pt x="30856" y="76975"/>
                  <a:pt x="38713" y="80835"/>
                  <a:pt x="47739" y="80835"/>
                </a:cubicBezTo>
                <a:cubicBezTo>
                  <a:pt x="53756" y="80835"/>
                  <a:pt x="58988" y="79173"/>
                  <a:pt x="63434" y="75849"/>
                </a:cubicBezTo>
                <a:cubicBezTo>
                  <a:pt x="67881" y="72524"/>
                  <a:pt x="71608" y="66832"/>
                  <a:pt x="74617" y="58771"/>
                </a:cubicBezTo>
                <a:lnTo>
                  <a:pt x="77726" y="60786"/>
                </a:lnTo>
                <a:cubicBezTo>
                  <a:pt x="76322" y="69994"/>
                  <a:pt x="72243" y="78379"/>
                  <a:pt x="65490" y="85940"/>
                </a:cubicBezTo>
                <a:cubicBezTo>
                  <a:pt x="58737" y="93502"/>
                  <a:pt x="50279" y="97283"/>
                  <a:pt x="40117" y="97283"/>
                </a:cubicBezTo>
                <a:cubicBezTo>
                  <a:pt x="29085" y="97283"/>
                  <a:pt x="19640" y="92996"/>
                  <a:pt x="11784" y="84424"/>
                </a:cubicBezTo>
                <a:cubicBezTo>
                  <a:pt x="3928" y="75849"/>
                  <a:pt x="0" y="64321"/>
                  <a:pt x="0" y="49842"/>
                </a:cubicBezTo>
                <a:cubicBezTo>
                  <a:pt x="0" y="34163"/>
                  <a:pt x="4028" y="21937"/>
                  <a:pt x="12085" y="13163"/>
                </a:cubicBezTo>
                <a:cubicBezTo>
                  <a:pt x="20142" y="4388"/>
                  <a:pt x="30255" y="0"/>
                  <a:pt x="42423" y="0"/>
                </a:cubicBezTo>
                <a:cubicBezTo>
                  <a:pt x="52720" y="0"/>
                  <a:pt x="61178" y="3385"/>
                  <a:pt x="67797" y="10155"/>
                </a:cubicBezTo>
                <a:cubicBezTo>
                  <a:pt x="74416" y="16922"/>
                  <a:pt x="77726" y="25973"/>
                  <a:pt x="77726" y="37308"/>
                </a:cubicBezTo>
                <a:lnTo>
                  <a:pt x="14241" y="37308"/>
                </a:lnTo>
                <a:moveTo>
                  <a:pt x="14241" y="31492"/>
                </a:moveTo>
                <a:lnTo>
                  <a:pt x="56765" y="31492"/>
                </a:lnTo>
                <a:cubicBezTo>
                  <a:pt x="56431" y="25656"/>
                  <a:pt x="55729" y="21545"/>
                  <a:pt x="54659" y="19159"/>
                </a:cubicBezTo>
                <a:cubicBezTo>
                  <a:pt x="52987" y="15444"/>
                  <a:pt x="50497" y="12526"/>
                  <a:pt x="47187" y="10405"/>
                </a:cubicBezTo>
                <a:cubicBezTo>
                  <a:pt x="43878" y="8282"/>
                  <a:pt x="40417" y="7221"/>
                  <a:pt x="36807" y="7221"/>
                </a:cubicBezTo>
                <a:cubicBezTo>
                  <a:pt x="31258" y="7221"/>
                  <a:pt x="26293" y="9360"/>
                  <a:pt x="21914" y="13637"/>
                </a:cubicBezTo>
                <a:cubicBezTo>
                  <a:pt x="17534" y="17914"/>
                  <a:pt x="14977" y="23865"/>
                  <a:pt x="14241" y="31492"/>
                </a:cubicBezTo>
                <a:close/>
                <a:moveTo>
                  <a:pt x="116871" y="0"/>
                </a:moveTo>
                <a:lnTo>
                  <a:pt x="116871" y="20660"/>
                </a:lnTo>
                <a:cubicBezTo>
                  <a:pt x="124560" y="6887"/>
                  <a:pt x="132450" y="0"/>
                  <a:pt x="140540" y="0"/>
                </a:cubicBezTo>
                <a:cubicBezTo>
                  <a:pt x="144217" y="0"/>
                  <a:pt x="147259" y="1120"/>
                  <a:pt x="149666" y="3360"/>
                </a:cubicBezTo>
                <a:cubicBezTo>
                  <a:pt x="152073" y="5600"/>
                  <a:pt x="153277" y="8190"/>
                  <a:pt x="153277" y="11132"/>
                </a:cubicBezTo>
                <a:cubicBezTo>
                  <a:pt x="153277" y="13740"/>
                  <a:pt x="152408" y="15946"/>
                  <a:pt x="150669" y="17752"/>
                </a:cubicBezTo>
                <a:cubicBezTo>
                  <a:pt x="148931" y="19557"/>
                  <a:pt x="146858" y="20459"/>
                  <a:pt x="144451" y="20459"/>
                </a:cubicBezTo>
                <a:cubicBezTo>
                  <a:pt x="142111" y="20459"/>
                  <a:pt x="139487" y="19323"/>
                  <a:pt x="136578" y="17050"/>
                </a:cubicBezTo>
                <a:cubicBezTo>
                  <a:pt x="133670" y="14776"/>
                  <a:pt x="131513" y="13640"/>
                  <a:pt x="130109" y="13640"/>
                </a:cubicBezTo>
                <a:cubicBezTo>
                  <a:pt x="128906" y="13640"/>
                  <a:pt x="127602" y="14303"/>
                  <a:pt x="126198" y="15630"/>
                </a:cubicBezTo>
                <a:cubicBezTo>
                  <a:pt x="123189" y="18352"/>
                  <a:pt x="120080" y="22833"/>
                  <a:pt x="116871" y="29072"/>
                </a:cubicBezTo>
                <a:lnTo>
                  <a:pt x="116871" y="73012"/>
                </a:lnTo>
                <a:cubicBezTo>
                  <a:pt x="116871" y="78098"/>
                  <a:pt x="117506" y="81944"/>
                  <a:pt x="118776" y="84552"/>
                </a:cubicBezTo>
                <a:cubicBezTo>
                  <a:pt x="119646" y="86359"/>
                  <a:pt x="121183" y="87864"/>
                  <a:pt x="123390" y="89065"/>
                </a:cubicBezTo>
                <a:cubicBezTo>
                  <a:pt x="125596" y="90264"/>
                  <a:pt x="128772" y="90864"/>
                  <a:pt x="132918" y="90864"/>
                </a:cubicBezTo>
                <a:lnTo>
                  <a:pt x="132918" y="94475"/>
                </a:lnTo>
                <a:lnTo>
                  <a:pt x="85881" y="94475"/>
                </a:lnTo>
                <a:lnTo>
                  <a:pt x="85881" y="90864"/>
                </a:lnTo>
                <a:cubicBezTo>
                  <a:pt x="90561" y="90864"/>
                  <a:pt x="94038" y="90120"/>
                  <a:pt x="96311" y="88633"/>
                </a:cubicBezTo>
                <a:cubicBezTo>
                  <a:pt x="97983" y="87550"/>
                  <a:pt x="99153" y="85826"/>
                  <a:pt x="99821" y="83458"/>
                </a:cubicBezTo>
                <a:cubicBezTo>
                  <a:pt x="100156" y="82307"/>
                  <a:pt x="100323" y="79026"/>
                  <a:pt x="100323" y="73614"/>
                </a:cubicBezTo>
                <a:lnTo>
                  <a:pt x="100323" y="38311"/>
                </a:lnTo>
                <a:cubicBezTo>
                  <a:pt x="100323" y="27614"/>
                  <a:pt x="100105" y="21245"/>
                  <a:pt x="99671" y="19206"/>
                </a:cubicBezTo>
                <a:cubicBezTo>
                  <a:pt x="99236" y="17167"/>
                  <a:pt x="98434" y="15679"/>
                  <a:pt x="97264" y="14743"/>
                </a:cubicBezTo>
                <a:cubicBezTo>
                  <a:pt x="96094" y="13807"/>
                  <a:pt x="94640" y="13339"/>
                  <a:pt x="92901" y="13339"/>
                </a:cubicBezTo>
                <a:cubicBezTo>
                  <a:pt x="90829" y="13339"/>
                  <a:pt x="88488" y="13840"/>
                  <a:pt x="85881" y="14843"/>
                </a:cubicBezTo>
                <a:lnTo>
                  <a:pt x="84878" y="11233"/>
                </a:lnTo>
                <a:lnTo>
                  <a:pt x="112659" y="0"/>
                </a:lnTo>
                <a:lnTo>
                  <a:pt x="116871" y="0"/>
                </a:lnTo>
                <a:close/>
                <a:moveTo>
                  <a:pt x="173834" y="37308"/>
                </a:moveTo>
                <a:cubicBezTo>
                  <a:pt x="173768" y="50885"/>
                  <a:pt x="177077" y="61534"/>
                  <a:pt x="183763" y="69254"/>
                </a:cubicBezTo>
                <a:cubicBezTo>
                  <a:pt x="190449" y="76975"/>
                  <a:pt x="198306" y="80835"/>
                  <a:pt x="207332" y="80835"/>
                </a:cubicBezTo>
                <a:cubicBezTo>
                  <a:pt x="213349" y="80835"/>
                  <a:pt x="218581" y="79173"/>
                  <a:pt x="223027" y="75849"/>
                </a:cubicBezTo>
                <a:cubicBezTo>
                  <a:pt x="227474" y="72524"/>
                  <a:pt x="231201" y="66832"/>
                  <a:pt x="234210" y="58771"/>
                </a:cubicBezTo>
                <a:lnTo>
                  <a:pt x="237319" y="60786"/>
                </a:lnTo>
                <a:cubicBezTo>
                  <a:pt x="235915" y="69994"/>
                  <a:pt x="231836" y="78379"/>
                  <a:pt x="225083" y="85940"/>
                </a:cubicBezTo>
                <a:cubicBezTo>
                  <a:pt x="218331" y="93502"/>
                  <a:pt x="209873" y="97283"/>
                  <a:pt x="199710" y="97283"/>
                </a:cubicBezTo>
                <a:cubicBezTo>
                  <a:pt x="188678" y="97283"/>
                  <a:pt x="179234" y="92996"/>
                  <a:pt x="171377" y="84424"/>
                </a:cubicBezTo>
                <a:cubicBezTo>
                  <a:pt x="163521" y="75849"/>
                  <a:pt x="159593" y="64321"/>
                  <a:pt x="159593" y="49842"/>
                </a:cubicBezTo>
                <a:cubicBezTo>
                  <a:pt x="159593" y="34163"/>
                  <a:pt x="163621" y="21937"/>
                  <a:pt x="171678" y="13163"/>
                </a:cubicBezTo>
                <a:cubicBezTo>
                  <a:pt x="179735" y="4388"/>
                  <a:pt x="189848" y="0"/>
                  <a:pt x="202016" y="0"/>
                </a:cubicBezTo>
                <a:cubicBezTo>
                  <a:pt x="212313" y="0"/>
                  <a:pt x="220771" y="3385"/>
                  <a:pt x="227390" y="10155"/>
                </a:cubicBezTo>
                <a:cubicBezTo>
                  <a:pt x="234009" y="16922"/>
                  <a:pt x="237319" y="25973"/>
                  <a:pt x="237319" y="37308"/>
                </a:cubicBezTo>
                <a:lnTo>
                  <a:pt x="173834" y="37308"/>
                </a:lnTo>
                <a:moveTo>
                  <a:pt x="173834" y="31492"/>
                </a:moveTo>
                <a:lnTo>
                  <a:pt x="216358" y="31492"/>
                </a:lnTo>
                <a:cubicBezTo>
                  <a:pt x="216024" y="25656"/>
                  <a:pt x="215322" y="21545"/>
                  <a:pt x="214252" y="19159"/>
                </a:cubicBezTo>
                <a:cubicBezTo>
                  <a:pt x="212580" y="15444"/>
                  <a:pt x="210090" y="12526"/>
                  <a:pt x="206780" y="10405"/>
                </a:cubicBezTo>
                <a:cubicBezTo>
                  <a:pt x="203471" y="8282"/>
                  <a:pt x="200011" y="7221"/>
                  <a:pt x="196400" y="7221"/>
                </a:cubicBezTo>
                <a:cubicBezTo>
                  <a:pt x="190851" y="7221"/>
                  <a:pt x="185886" y="9360"/>
                  <a:pt x="181507" y="13637"/>
                </a:cubicBezTo>
                <a:cubicBezTo>
                  <a:pt x="177127" y="17914"/>
                  <a:pt x="174570" y="23865"/>
                  <a:pt x="173834" y="31492"/>
                </a:cubicBezTo>
                <a:close/>
                <a:moveTo>
                  <a:pt x="276363" y="19356"/>
                </a:moveTo>
                <a:cubicBezTo>
                  <a:pt x="287128" y="6452"/>
                  <a:pt x="297391" y="0"/>
                  <a:pt x="307153" y="0"/>
                </a:cubicBezTo>
                <a:cubicBezTo>
                  <a:pt x="312167" y="0"/>
                  <a:pt x="316480" y="1251"/>
                  <a:pt x="320090" y="3752"/>
                </a:cubicBezTo>
                <a:cubicBezTo>
                  <a:pt x="323701" y="6250"/>
                  <a:pt x="326576" y="10368"/>
                  <a:pt x="328715" y="16103"/>
                </a:cubicBezTo>
                <a:cubicBezTo>
                  <a:pt x="330186" y="20104"/>
                  <a:pt x="330922" y="26239"/>
                  <a:pt x="330922" y="34507"/>
                </a:cubicBezTo>
                <a:lnTo>
                  <a:pt x="330922" y="73614"/>
                </a:lnTo>
                <a:cubicBezTo>
                  <a:pt x="330922" y="79464"/>
                  <a:pt x="331390" y="83432"/>
                  <a:pt x="332326" y="85517"/>
                </a:cubicBezTo>
                <a:cubicBezTo>
                  <a:pt x="333061" y="87199"/>
                  <a:pt x="334248" y="88511"/>
                  <a:pt x="335886" y="89454"/>
                </a:cubicBezTo>
                <a:cubicBezTo>
                  <a:pt x="337524" y="90394"/>
                  <a:pt x="340550" y="90864"/>
                  <a:pt x="344963" y="90864"/>
                </a:cubicBezTo>
                <a:lnTo>
                  <a:pt x="344963" y="94475"/>
                </a:lnTo>
                <a:lnTo>
                  <a:pt x="299530" y="94475"/>
                </a:lnTo>
                <a:lnTo>
                  <a:pt x="299530" y="90864"/>
                </a:lnTo>
                <a:lnTo>
                  <a:pt x="301436" y="90864"/>
                </a:lnTo>
                <a:cubicBezTo>
                  <a:pt x="305715" y="90864"/>
                  <a:pt x="308707" y="90209"/>
                  <a:pt x="310412" y="88899"/>
                </a:cubicBezTo>
                <a:cubicBezTo>
                  <a:pt x="312117" y="87587"/>
                  <a:pt x="313304" y="85653"/>
                  <a:pt x="313972" y="83098"/>
                </a:cubicBezTo>
                <a:cubicBezTo>
                  <a:pt x="314240" y="82089"/>
                  <a:pt x="314374" y="78927"/>
                  <a:pt x="314374" y="73614"/>
                </a:cubicBezTo>
                <a:lnTo>
                  <a:pt x="314374" y="36067"/>
                </a:lnTo>
                <a:cubicBezTo>
                  <a:pt x="314374" y="27722"/>
                  <a:pt x="313287" y="21664"/>
                  <a:pt x="311114" y="17893"/>
                </a:cubicBezTo>
                <a:cubicBezTo>
                  <a:pt x="308941" y="14121"/>
                  <a:pt x="305281" y="12236"/>
                  <a:pt x="300132" y="12236"/>
                </a:cubicBezTo>
                <a:cubicBezTo>
                  <a:pt x="292176" y="12236"/>
                  <a:pt x="284253" y="16582"/>
                  <a:pt x="276363" y="25273"/>
                </a:cubicBezTo>
                <a:lnTo>
                  <a:pt x="276363" y="73614"/>
                </a:lnTo>
                <a:cubicBezTo>
                  <a:pt x="276363" y="79868"/>
                  <a:pt x="276731" y="83735"/>
                  <a:pt x="277466" y="85216"/>
                </a:cubicBezTo>
                <a:cubicBezTo>
                  <a:pt x="278402" y="87166"/>
                  <a:pt x="279689" y="88595"/>
                  <a:pt x="281328" y="89504"/>
                </a:cubicBezTo>
                <a:cubicBezTo>
                  <a:pt x="282966" y="90411"/>
                  <a:pt x="286292" y="90864"/>
                  <a:pt x="291307" y="90864"/>
                </a:cubicBezTo>
                <a:lnTo>
                  <a:pt x="291307" y="94475"/>
                </a:lnTo>
                <a:lnTo>
                  <a:pt x="245874" y="94475"/>
                </a:lnTo>
                <a:lnTo>
                  <a:pt x="245874" y="90864"/>
                </a:lnTo>
                <a:lnTo>
                  <a:pt x="247880" y="90864"/>
                </a:lnTo>
                <a:cubicBezTo>
                  <a:pt x="252561" y="90864"/>
                  <a:pt x="255720" y="89671"/>
                  <a:pt x="257358" y="87285"/>
                </a:cubicBezTo>
                <a:cubicBezTo>
                  <a:pt x="258996" y="84897"/>
                  <a:pt x="259815" y="80340"/>
                  <a:pt x="259815" y="73614"/>
                </a:cubicBezTo>
                <a:lnTo>
                  <a:pt x="259815" y="39715"/>
                </a:lnTo>
                <a:cubicBezTo>
                  <a:pt x="259815" y="28683"/>
                  <a:pt x="259564" y="21964"/>
                  <a:pt x="259063" y="19557"/>
                </a:cubicBezTo>
                <a:cubicBezTo>
                  <a:pt x="258561" y="17150"/>
                  <a:pt x="257792" y="15512"/>
                  <a:pt x="256756" y="14643"/>
                </a:cubicBezTo>
                <a:cubicBezTo>
                  <a:pt x="255720" y="13773"/>
                  <a:pt x="254332" y="13339"/>
                  <a:pt x="252594" y="13339"/>
                </a:cubicBezTo>
                <a:cubicBezTo>
                  <a:pt x="250722" y="13339"/>
                  <a:pt x="248482" y="13840"/>
                  <a:pt x="245874" y="14843"/>
                </a:cubicBezTo>
                <a:lnTo>
                  <a:pt x="244370" y="11233"/>
                </a:lnTo>
                <a:lnTo>
                  <a:pt x="272051" y="0"/>
                </a:lnTo>
                <a:lnTo>
                  <a:pt x="276363" y="0"/>
                </a:lnTo>
                <a:lnTo>
                  <a:pt x="276363" y="19356"/>
                </a:lnTo>
                <a:close/>
                <a:moveTo>
                  <a:pt x="430312" y="59573"/>
                </a:moveTo>
                <a:cubicBezTo>
                  <a:pt x="427838" y="71675"/>
                  <a:pt x="422991" y="80985"/>
                  <a:pt x="415770" y="87504"/>
                </a:cubicBezTo>
                <a:cubicBezTo>
                  <a:pt x="408549" y="94023"/>
                  <a:pt x="400559" y="97283"/>
                  <a:pt x="391800" y="97283"/>
                </a:cubicBezTo>
                <a:cubicBezTo>
                  <a:pt x="381370" y="97283"/>
                  <a:pt x="372276" y="92909"/>
                  <a:pt x="364521" y="84160"/>
                </a:cubicBezTo>
                <a:cubicBezTo>
                  <a:pt x="356765" y="75410"/>
                  <a:pt x="352887" y="63587"/>
                  <a:pt x="352887" y="48692"/>
                </a:cubicBezTo>
                <a:cubicBezTo>
                  <a:pt x="352887" y="34264"/>
                  <a:pt x="357183" y="22543"/>
                  <a:pt x="365774" y="13527"/>
                </a:cubicBezTo>
                <a:cubicBezTo>
                  <a:pt x="374366" y="4509"/>
                  <a:pt x="384679" y="0"/>
                  <a:pt x="396714" y="0"/>
                </a:cubicBezTo>
                <a:cubicBezTo>
                  <a:pt x="405740" y="0"/>
                  <a:pt x="413162" y="2399"/>
                  <a:pt x="418979" y="7196"/>
                </a:cubicBezTo>
                <a:cubicBezTo>
                  <a:pt x="424796" y="11991"/>
                  <a:pt x="427704" y="16971"/>
                  <a:pt x="427704" y="22136"/>
                </a:cubicBezTo>
                <a:cubicBezTo>
                  <a:pt x="427704" y="24685"/>
                  <a:pt x="426885" y="26749"/>
                  <a:pt x="425247" y="28326"/>
                </a:cubicBezTo>
                <a:cubicBezTo>
                  <a:pt x="423609" y="29902"/>
                  <a:pt x="421319" y="30689"/>
                  <a:pt x="418377" y="30689"/>
                </a:cubicBezTo>
                <a:cubicBezTo>
                  <a:pt x="414432" y="30689"/>
                  <a:pt x="411457" y="29408"/>
                  <a:pt x="409451" y="26847"/>
                </a:cubicBezTo>
                <a:cubicBezTo>
                  <a:pt x="408315" y="25430"/>
                  <a:pt x="407562" y="22733"/>
                  <a:pt x="407195" y="18755"/>
                </a:cubicBezTo>
                <a:cubicBezTo>
                  <a:pt x="406827" y="14776"/>
                  <a:pt x="405473" y="11742"/>
                  <a:pt x="403133" y="9653"/>
                </a:cubicBezTo>
                <a:cubicBezTo>
                  <a:pt x="400793" y="7631"/>
                  <a:pt x="397550" y="6619"/>
                  <a:pt x="393405" y="6619"/>
                </a:cubicBezTo>
                <a:cubicBezTo>
                  <a:pt x="386718" y="6619"/>
                  <a:pt x="381336" y="9093"/>
                  <a:pt x="377258" y="14041"/>
                </a:cubicBezTo>
                <a:cubicBezTo>
                  <a:pt x="371842" y="20593"/>
                  <a:pt x="369134" y="29252"/>
                  <a:pt x="369134" y="40016"/>
                </a:cubicBezTo>
                <a:cubicBezTo>
                  <a:pt x="369134" y="50982"/>
                  <a:pt x="371825" y="60660"/>
                  <a:pt x="377207" y="69051"/>
                </a:cubicBezTo>
                <a:cubicBezTo>
                  <a:pt x="382590" y="77442"/>
                  <a:pt x="389861" y="81637"/>
                  <a:pt x="399021" y="81637"/>
                </a:cubicBezTo>
                <a:cubicBezTo>
                  <a:pt x="405573" y="81637"/>
                  <a:pt x="411457" y="79397"/>
                  <a:pt x="416672" y="74918"/>
                </a:cubicBezTo>
                <a:cubicBezTo>
                  <a:pt x="420350" y="71842"/>
                  <a:pt x="423927" y="66259"/>
                  <a:pt x="427403" y="58169"/>
                </a:cubicBezTo>
                <a:lnTo>
                  <a:pt x="430312" y="59573"/>
                </a:lnTo>
                <a:close/>
                <a:moveTo>
                  <a:pt x="458926" y="37308"/>
                </a:moveTo>
                <a:cubicBezTo>
                  <a:pt x="458859" y="50885"/>
                  <a:pt x="462169" y="61534"/>
                  <a:pt x="468855" y="69254"/>
                </a:cubicBezTo>
                <a:cubicBezTo>
                  <a:pt x="475541" y="76975"/>
                  <a:pt x="483397" y="80835"/>
                  <a:pt x="492423" y="80835"/>
                </a:cubicBezTo>
                <a:cubicBezTo>
                  <a:pt x="498441" y="80835"/>
                  <a:pt x="503673" y="79173"/>
                  <a:pt x="508119" y="75849"/>
                </a:cubicBezTo>
                <a:cubicBezTo>
                  <a:pt x="512565" y="72524"/>
                  <a:pt x="516293" y="66832"/>
                  <a:pt x="519301" y="58771"/>
                </a:cubicBezTo>
                <a:lnTo>
                  <a:pt x="522410" y="60786"/>
                </a:lnTo>
                <a:cubicBezTo>
                  <a:pt x="521006" y="69994"/>
                  <a:pt x="516928" y="78379"/>
                  <a:pt x="510175" y="85940"/>
                </a:cubicBezTo>
                <a:cubicBezTo>
                  <a:pt x="503422" y="93502"/>
                  <a:pt x="494964" y="97283"/>
                  <a:pt x="484801" y="97283"/>
                </a:cubicBezTo>
                <a:cubicBezTo>
                  <a:pt x="473769" y="97283"/>
                  <a:pt x="464325" y="92996"/>
                  <a:pt x="456469" y="84424"/>
                </a:cubicBezTo>
                <a:cubicBezTo>
                  <a:pt x="448613" y="75849"/>
                  <a:pt x="444684" y="64321"/>
                  <a:pt x="444684" y="49842"/>
                </a:cubicBezTo>
                <a:cubicBezTo>
                  <a:pt x="444684" y="34163"/>
                  <a:pt x="448713" y="21937"/>
                  <a:pt x="456770" y="13163"/>
                </a:cubicBezTo>
                <a:cubicBezTo>
                  <a:pt x="464826" y="4388"/>
                  <a:pt x="474939" y="0"/>
                  <a:pt x="487108" y="0"/>
                </a:cubicBezTo>
                <a:cubicBezTo>
                  <a:pt x="497404" y="0"/>
                  <a:pt x="505862" y="3385"/>
                  <a:pt x="512482" y="10155"/>
                </a:cubicBezTo>
                <a:cubicBezTo>
                  <a:pt x="519101" y="16922"/>
                  <a:pt x="522410" y="25973"/>
                  <a:pt x="522410" y="37308"/>
                </a:cubicBezTo>
                <a:lnTo>
                  <a:pt x="458926" y="37308"/>
                </a:lnTo>
                <a:moveTo>
                  <a:pt x="458926" y="31492"/>
                </a:moveTo>
                <a:lnTo>
                  <a:pt x="501449" y="31492"/>
                </a:lnTo>
                <a:cubicBezTo>
                  <a:pt x="501115" y="25656"/>
                  <a:pt x="500413" y="21545"/>
                  <a:pt x="499343" y="19159"/>
                </a:cubicBezTo>
                <a:cubicBezTo>
                  <a:pt x="497672" y="15444"/>
                  <a:pt x="495181" y="12526"/>
                  <a:pt x="491872" y="10405"/>
                </a:cubicBezTo>
                <a:cubicBezTo>
                  <a:pt x="488562" y="8282"/>
                  <a:pt x="485102" y="7221"/>
                  <a:pt x="481491" y="7221"/>
                </a:cubicBezTo>
                <a:cubicBezTo>
                  <a:pt x="475942" y="7221"/>
                  <a:pt x="470978" y="9360"/>
                  <a:pt x="466598" y="13637"/>
                </a:cubicBezTo>
                <a:cubicBezTo>
                  <a:pt x="462219" y="17914"/>
                  <a:pt x="459661" y="23865"/>
                  <a:pt x="458926" y="31492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Execution">
            <a:extLst xmlns:a="http://schemas.openxmlformats.org/drawingml/2006/main">
              <a:ext uri="{FF2B5EF4-FFF2-40B4-BE49-F238E27FC236}">
                <a16:creationId xmlns:a16="http://schemas.microsoft.com/office/drawing/2014/main" id="{54F421E5-8C63-43C4-8C34-0F4D162E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7934" y="1208632"/>
            <a:ext cx="827770" cy="145423"/>
          </a:xfrm>
          <a:custGeom xmlns:a="http://schemas.openxmlformats.org/drawingml/2006/main">
            <a:pathLst>
              <a:path w="827770" h="145423">
                <a:moveTo>
                  <a:pt x="38713" y="14041"/>
                </a:moveTo>
                <a:lnTo>
                  <a:pt x="38713" y="67597"/>
                </a:lnTo>
                <a:lnTo>
                  <a:pt x="68599" y="67597"/>
                </a:lnTo>
                <a:cubicBezTo>
                  <a:pt x="76355" y="67597"/>
                  <a:pt x="81537" y="66420"/>
                  <a:pt x="84145" y="64067"/>
                </a:cubicBezTo>
                <a:cubicBezTo>
                  <a:pt x="87621" y="60977"/>
                  <a:pt x="89560" y="55534"/>
                  <a:pt x="89962" y="47739"/>
                </a:cubicBezTo>
                <a:lnTo>
                  <a:pt x="93672" y="47739"/>
                </a:lnTo>
                <a:lnTo>
                  <a:pt x="93672" y="95277"/>
                </a:lnTo>
                <a:lnTo>
                  <a:pt x="89962" y="95277"/>
                </a:lnTo>
                <a:cubicBezTo>
                  <a:pt x="89025" y="88658"/>
                  <a:pt x="88089" y="84412"/>
                  <a:pt x="87153" y="82540"/>
                </a:cubicBezTo>
                <a:cubicBezTo>
                  <a:pt x="85950" y="80200"/>
                  <a:pt x="83977" y="78361"/>
                  <a:pt x="81236" y="77024"/>
                </a:cubicBezTo>
                <a:cubicBezTo>
                  <a:pt x="78495" y="75687"/>
                  <a:pt x="74283" y="75018"/>
                  <a:pt x="68599" y="75018"/>
                </a:cubicBezTo>
                <a:lnTo>
                  <a:pt x="38713" y="75018"/>
                </a:lnTo>
                <a:lnTo>
                  <a:pt x="38713" y="119924"/>
                </a:lnTo>
                <a:cubicBezTo>
                  <a:pt x="38713" y="125952"/>
                  <a:pt x="38980" y="129618"/>
                  <a:pt x="39515" y="130924"/>
                </a:cubicBezTo>
                <a:cubicBezTo>
                  <a:pt x="40050" y="132230"/>
                  <a:pt x="40986" y="133269"/>
                  <a:pt x="42323" y="134040"/>
                </a:cubicBezTo>
                <a:cubicBezTo>
                  <a:pt x="43660" y="134809"/>
                  <a:pt x="46201" y="135193"/>
                  <a:pt x="49945" y="135193"/>
                </a:cubicBezTo>
                <a:lnTo>
                  <a:pt x="73012" y="135193"/>
                </a:lnTo>
                <a:cubicBezTo>
                  <a:pt x="80701" y="135193"/>
                  <a:pt x="86284" y="134658"/>
                  <a:pt x="89761" y="133588"/>
                </a:cubicBezTo>
                <a:cubicBezTo>
                  <a:pt x="93238" y="132519"/>
                  <a:pt x="96581" y="130412"/>
                  <a:pt x="99790" y="127270"/>
                </a:cubicBezTo>
                <a:cubicBezTo>
                  <a:pt x="103935" y="123125"/>
                  <a:pt x="108181" y="116873"/>
                  <a:pt x="112527" y="108515"/>
                </a:cubicBezTo>
                <a:lnTo>
                  <a:pt x="116539" y="108515"/>
                </a:lnTo>
                <a:lnTo>
                  <a:pt x="104805" y="142615"/>
                </a:lnTo>
                <a:lnTo>
                  <a:pt x="0" y="142615"/>
                </a:lnTo>
                <a:lnTo>
                  <a:pt x="0" y="138804"/>
                </a:lnTo>
                <a:lnTo>
                  <a:pt x="4814" y="138804"/>
                </a:lnTo>
                <a:cubicBezTo>
                  <a:pt x="8023" y="138804"/>
                  <a:pt x="11066" y="138035"/>
                  <a:pt x="13941" y="136497"/>
                </a:cubicBezTo>
                <a:cubicBezTo>
                  <a:pt x="16080" y="135427"/>
                  <a:pt x="17534" y="133822"/>
                  <a:pt x="18303" y="131683"/>
                </a:cubicBezTo>
                <a:cubicBezTo>
                  <a:pt x="19072" y="129543"/>
                  <a:pt x="19457" y="125164"/>
                  <a:pt x="19457" y="118545"/>
                </a:cubicBezTo>
                <a:lnTo>
                  <a:pt x="19457" y="30288"/>
                </a:lnTo>
                <a:cubicBezTo>
                  <a:pt x="19457" y="21707"/>
                  <a:pt x="18587" y="16419"/>
                  <a:pt x="16849" y="14423"/>
                </a:cubicBezTo>
                <a:cubicBezTo>
                  <a:pt x="14442" y="11761"/>
                  <a:pt x="10430" y="10430"/>
                  <a:pt x="4814" y="10430"/>
                </a:cubicBezTo>
                <a:lnTo>
                  <a:pt x="0" y="10430"/>
                </a:lnTo>
                <a:lnTo>
                  <a:pt x="0" y="6619"/>
                </a:lnTo>
                <a:lnTo>
                  <a:pt x="104805" y="6619"/>
                </a:lnTo>
                <a:lnTo>
                  <a:pt x="106309" y="36506"/>
                </a:lnTo>
                <a:lnTo>
                  <a:pt x="102398" y="36506"/>
                </a:lnTo>
                <a:cubicBezTo>
                  <a:pt x="100994" y="29321"/>
                  <a:pt x="99439" y="24384"/>
                  <a:pt x="97734" y="21697"/>
                </a:cubicBezTo>
                <a:cubicBezTo>
                  <a:pt x="96029" y="19010"/>
                  <a:pt x="93505" y="16962"/>
                  <a:pt x="90162" y="15551"/>
                </a:cubicBezTo>
                <a:cubicBezTo>
                  <a:pt x="87488" y="14544"/>
                  <a:pt x="82774" y="14041"/>
                  <a:pt x="76021" y="14041"/>
                </a:cubicBezTo>
                <a:lnTo>
                  <a:pt x="38713" y="14041"/>
                </a:lnTo>
                <a:close/>
                <a:moveTo>
                  <a:pt x="123992" y="50748"/>
                </a:moveTo>
                <a:lnTo>
                  <a:pt x="167218" y="50748"/>
                </a:lnTo>
                <a:lnTo>
                  <a:pt x="167218" y="54358"/>
                </a:lnTo>
                <a:cubicBezTo>
                  <a:pt x="164477" y="54358"/>
                  <a:pt x="162555" y="54831"/>
                  <a:pt x="161451" y="55778"/>
                </a:cubicBezTo>
                <a:cubicBezTo>
                  <a:pt x="160348" y="56722"/>
                  <a:pt x="159797" y="57971"/>
                  <a:pt x="159797" y="59523"/>
                </a:cubicBezTo>
                <a:cubicBezTo>
                  <a:pt x="159797" y="61144"/>
                  <a:pt x="160967" y="63643"/>
                  <a:pt x="163307" y="67020"/>
                </a:cubicBezTo>
                <a:cubicBezTo>
                  <a:pt x="164042" y="68067"/>
                  <a:pt x="165145" y="69704"/>
                  <a:pt x="166616" y="71931"/>
                </a:cubicBezTo>
                <a:lnTo>
                  <a:pt x="173135" y="82399"/>
                </a:lnTo>
                <a:lnTo>
                  <a:pt x="180657" y="71969"/>
                </a:lnTo>
                <a:cubicBezTo>
                  <a:pt x="185471" y="65414"/>
                  <a:pt x="187878" y="61250"/>
                  <a:pt x="187878" y="59476"/>
                </a:cubicBezTo>
                <a:cubicBezTo>
                  <a:pt x="187878" y="58043"/>
                  <a:pt x="187310" y="56832"/>
                  <a:pt x="186173" y="55844"/>
                </a:cubicBezTo>
                <a:cubicBezTo>
                  <a:pt x="185037" y="54853"/>
                  <a:pt x="183198" y="54358"/>
                  <a:pt x="180657" y="54358"/>
                </a:cubicBezTo>
                <a:lnTo>
                  <a:pt x="180657" y="50748"/>
                </a:lnTo>
                <a:lnTo>
                  <a:pt x="211748" y="50748"/>
                </a:lnTo>
                <a:lnTo>
                  <a:pt x="211748" y="54358"/>
                </a:lnTo>
                <a:cubicBezTo>
                  <a:pt x="208471" y="54559"/>
                  <a:pt x="205630" y="55462"/>
                  <a:pt x="203223" y="57069"/>
                </a:cubicBezTo>
                <a:cubicBezTo>
                  <a:pt x="199947" y="59344"/>
                  <a:pt x="195467" y="64296"/>
                  <a:pt x="189784" y="71925"/>
                </a:cubicBezTo>
                <a:lnTo>
                  <a:pt x="177247" y="88655"/>
                </a:lnTo>
                <a:lnTo>
                  <a:pt x="200114" y="121632"/>
                </a:lnTo>
                <a:cubicBezTo>
                  <a:pt x="205730" y="129732"/>
                  <a:pt x="209742" y="134603"/>
                  <a:pt x="212149" y="136243"/>
                </a:cubicBezTo>
                <a:cubicBezTo>
                  <a:pt x="214556" y="137883"/>
                  <a:pt x="217665" y="138804"/>
                  <a:pt x="221476" y="139004"/>
                </a:cubicBezTo>
                <a:lnTo>
                  <a:pt x="221476" y="142615"/>
                </a:lnTo>
                <a:lnTo>
                  <a:pt x="178150" y="142615"/>
                </a:lnTo>
                <a:lnTo>
                  <a:pt x="178150" y="139004"/>
                </a:lnTo>
                <a:cubicBezTo>
                  <a:pt x="181159" y="139004"/>
                  <a:pt x="183499" y="138334"/>
                  <a:pt x="185170" y="136995"/>
                </a:cubicBezTo>
                <a:cubicBezTo>
                  <a:pt x="186441" y="136057"/>
                  <a:pt x="187076" y="134817"/>
                  <a:pt x="187076" y="133275"/>
                </a:cubicBezTo>
                <a:cubicBezTo>
                  <a:pt x="187076" y="131735"/>
                  <a:pt x="184936" y="127850"/>
                  <a:pt x="180657" y="121619"/>
                </a:cubicBezTo>
                <a:lnTo>
                  <a:pt x="167218" y="101968"/>
                </a:lnTo>
                <a:lnTo>
                  <a:pt x="152475" y="121538"/>
                </a:lnTo>
                <a:cubicBezTo>
                  <a:pt x="147929" y="127662"/>
                  <a:pt x="145655" y="131296"/>
                  <a:pt x="145655" y="132441"/>
                </a:cubicBezTo>
                <a:cubicBezTo>
                  <a:pt x="145655" y="134056"/>
                  <a:pt x="146408" y="135521"/>
                  <a:pt x="147912" y="136835"/>
                </a:cubicBezTo>
                <a:cubicBezTo>
                  <a:pt x="149416" y="138147"/>
                  <a:pt x="151673" y="138870"/>
                  <a:pt x="154682" y="139004"/>
                </a:cubicBezTo>
                <a:lnTo>
                  <a:pt x="154682" y="142615"/>
                </a:lnTo>
                <a:lnTo>
                  <a:pt x="124694" y="142615"/>
                </a:lnTo>
                <a:lnTo>
                  <a:pt x="124694" y="139004"/>
                </a:lnTo>
                <a:cubicBezTo>
                  <a:pt x="127101" y="138670"/>
                  <a:pt x="129208" y="137833"/>
                  <a:pt x="131013" y="136494"/>
                </a:cubicBezTo>
                <a:cubicBezTo>
                  <a:pt x="133554" y="134553"/>
                  <a:pt x="137833" y="129599"/>
                  <a:pt x="143850" y="121632"/>
                </a:cubicBezTo>
                <a:lnTo>
                  <a:pt x="163106" y="96004"/>
                </a:lnTo>
                <a:lnTo>
                  <a:pt x="145655" y="70724"/>
                </a:lnTo>
                <a:cubicBezTo>
                  <a:pt x="140708" y="63495"/>
                  <a:pt x="136880" y="58960"/>
                  <a:pt x="134172" y="57119"/>
                </a:cubicBezTo>
                <a:cubicBezTo>
                  <a:pt x="131464" y="55278"/>
                  <a:pt x="128071" y="54358"/>
                  <a:pt x="123992" y="54358"/>
                </a:cubicBezTo>
                <a:lnTo>
                  <a:pt x="123992" y="50748"/>
                </a:lnTo>
                <a:close/>
                <a:moveTo>
                  <a:pt x="245848" y="85448"/>
                </a:moveTo>
                <a:cubicBezTo>
                  <a:pt x="245781" y="99025"/>
                  <a:pt x="249090" y="109674"/>
                  <a:pt x="255776" y="117394"/>
                </a:cubicBezTo>
                <a:cubicBezTo>
                  <a:pt x="262463" y="125115"/>
                  <a:pt x="270319" y="128975"/>
                  <a:pt x="279345" y="128975"/>
                </a:cubicBezTo>
                <a:cubicBezTo>
                  <a:pt x="285362" y="128975"/>
                  <a:pt x="290594" y="127313"/>
                  <a:pt x="295041" y="123989"/>
                </a:cubicBezTo>
                <a:cubicBezTo>
                  <a:pt x="299487" y="120664"/>
                  <a:pt x="303214" y="114972"/>
                  <a:pt x="306223" y="106911"/>
                </a:cubicBezTo>
                <a:lnTo>
                  <a:pt x="309332" y="108926"/>
                </a:lnTo>
                <a:cubicBezTo>
                  <a:pt x="307928" y="118134"/>
                  <a:pt x="303849" y="126519"/>
                  <a:pt x="297097" y="134080"/>
                </a:cubicBezTo>
                <a:cubicBezTo>
                  <a:pt x="290344" y="141642"/>
                  <a:pt x="281886" y="145423"/>
                  <a:pt x="271723" y="145423"/>
                </a:cubicBezTo>
                <a:cubicBezTo>
                  <a:pt x="260691" y="145423"/>
                  <a:pt x="251247" y="141136"/>
                  <a:pt x="243390" y="132563"/>
                </a:cubicBezTo>
                <a:cubicBezTo>
                  <a:pt x="235534" y="123989"/>
                  <a:pt x="231606" y="112461"/>
                  <a:pt x="231606" y="97982"/>
                </a:cubicBezTo>
                <a:cubicBezTo>
                  <a:pt x="231606" y="82303"/>
                  <a:pt x="235635" y="70077"/>
                  <a:pt x="243691" y="61303"/>
                </a:cubicBezTo>
                <a:cubicBezTo>
                  <a:pt x="251748" y="52528"/>
                  <a:pt x="261861" y="48140"/>
                  <a:pt x="274029" y="48140"/>
                </a:cubicBezTo>
                <a:cubicBezTo>
                  <a:pt x="284326" y="48140"/>
                  <a:pt x="292784" y="51525"/>
                  <a:pt x="299403" y="58294"/>
                </a:cubicBezTo>
                <a:cubicBezTo>
                  <a:pt x="306022" y="65062"/>
                  <a:pt x="309332" y="74113"/>
                  <a:pt x="309332" y="85448"/>
                </a:cubicBezTo>
                <a:lnTo>
                  <a:pt x="245848" y="85448"/>
                </a:lnTo>
                <a:moveTo>
                  <a:pt x="245848" y="79631"/>
                </a:moveTo>
                <a:lnTo>
                  <a:pt x="288371" y="79631"/>
                </a:lnTo>
                <a:cubicBezTo>
                  <a:pt x="288037" y="73796"/>
                  <a:pt x="287335" y="69685"/>
                  <a:pt x="286265" y="67299"/>
                </a:cubicBezTo>
                <a:cubicBezTo>
                  <a:pt x="284594" y="63584"/>
                  <a:pt x="282103" y="60666"/>
                  <a:pt x="278793" y="58545"/>
                </a:cubicBezTo>
                <a:cubicBezTo>
                  <a:pt x="275484" y="56422"/>
                  <a:pt x="272024" y="55361"/>
                  <a:pt x="268413" y="55361"/>
                </a:cubicBezTo>
                <a:cubicBezTo>
                  <a:pt x="262864" y="55361"/>
                  <a:pt x="257899" y="57499"/>
                  <a:pt x="253520" y="61776"/>
                </a:cubicBezTo>
                <a:cubicBezTo>
                  <a:pt x="249140" y="66053"/>
                  <a:pt x="246583" y="72005"/>
                  <a:pt x="245848" y="79631"/>
                </a:cubicBezTo>
                <a:close/>
                <a:moveTo>
                  <a:pt x="399626" y="107713"/>
                </a:moveTo>
                <a:cubicBezTo>
                  <a:pt x="397152" y="119815"/>
                  <a:pt x="392304" y="129125"/>
                  <a:pt x="385083" y="135644"/>
                </a:cubicBezTo>
                <a:cubicBezTo>
                  <a:pt x="377862" y="142163"/>
                  <a:pt x="369873" y="145423"/>
                  <a:pt x="361114" y="145423"/>
                </a:cubicBezTo>
                <a:cubicBezTo>
                  <a:pt x="350683" y="145423"/>
                  <a:pt x="341590" y="141049"/>
                  <a:pt x="333834" y="132300"/>
                </a:cubicBezTo>
                <a:cubicBezTo>
                  <a:pt x="326079" y="123550"/>
                  <a:pt x="322201" y="111727"/>
                  <a:pt x="322201" y="96831"/>
                </a:cubicBezTo>
                <a:cubicBezTo>
                  <a:pt x="322201" y="82404"/>
                  <a:pt x="326496" y="70683"/>
                  <a:pt x="335088" y="61667"/>
                </a:cubicBezTo>
                <a:cubicBezTo>
                  <a:pt x="343680" y="52649"/>
                  <a:pt x="353993" y="48140"/>
                  <a:pt x="366028" y="48140"/>
                </a:cubicBezTo>
                <a:cubicBezTo>
                  <a:pt x="375054" y="48140"/>
                  <a:pt x="382476" y="50539"/>
                  <a:pt x="388293" y="55336"/>
                </a:cubicBezTo>
                <a:cubicBezTo>
                  <a:pt x="394110" y="60131"/>
                  <a:pt x="397018" y="65111"/>
                  <a:pt x="397018" y="70276"/>
                </a:cubicBezTo>
                <a:cubicBezTo>
                  <a:pt x="397018" y="72825"/>
                  <a:pt x="396199" y="74889"/>
                  <a:pt x="394561" y="76466"/>
                </a:cubicBezTo>
                <a:cubicBezTo>
                  <a:pt x="392923" y="78041"/>
                  <a:pt x="390633" y="78829"/>
                  <a:pt x="387691" y="78829"/>
                </a:cubicBezTo>
                <a:cubicBezTo>
                  <a:pt x="383746" y="78829"/>
                  <a:pt x="380771" y="77548"/>
                  <a:pt x="378765" y="74987"/>
                </a:cubicBezTo>
                <a:cubicBezTo>
                  <a:pt x="377628" y="73570"/>
                  <a:pt x="376876" y="70873"/>
                  <a:pt x="376509" y="66894"/>
                </a:cubicBezTo>
                <a:cubicBezTo>
                  <a:pt x="376141" y="62916"/>
                  <a:pt x="374787" y="59882"/>
                  <a:pt x="372447" y="57793"/>
                </a:cubicBezTo>
                <a:cubicBezTo>
                  <a:pt x="370107" y="55770"/>
                  <a:pt x="366864" y="54759"/>
                  <a:pt x="362718" y="54759"/>
                </a:cubicBezTo>
                <a:cubicBezTo>
                  <a:pt x="356032" y="54759"/>
                  <a:pt x="350650" y="57233"/>
                  <a:pt x="346572" y="62181"/>
                </a:cubicBezTo>
                <a:cubicBezTo>
                  <a:pt x="341156" y="68733"/>
                  <a:pt x="338448" y="77392"/>
                  <a:pt x="338448" y="88156"/>
                </a:cubicBezTo>
                <a:cubicBezTo>
                  <a:pt x="338448" y="99121"/>
                  <a:pt x="341139" y="108800"/>
                  <a:pt x="346521" y="117191"/>
                </a:cubicBezTo>
                <a:cubicBezTo>
                  <a:pt x="351904" y="125582"/>
                  <a:pt x="359175" y="129777"/>
                  <a:pt x="368335" y="129777"/>
                </a:cubicBezTo>
                <a:cubicBezTo>
                  <a:pt x="374887" y="129777"/>
                  <a:pt x="380771" y="127537"/>
                  <a:pt x="385986" y="123058"/>
                </a:cubicBezTo>
                <a:cubicBezTo>
                  <a:pt x="389663" y="119982"/>
                  <a:pt x="393241" y="114399"/>
                  <a:pt x="396717" y="106309"/>
                </a:cubicBezTo>
                <a:lnTo>
                  <a:pt x="399626" y="107713"/>
                </a:lnTo>
                <a:close/>
                <a:moveTo>
                  <a:pt x="493329" y="50748"/>
                </a:moveTo>
                <a:lnTo>
                  <a:pt x="493329" y="106710"/>
                </a:lnTo>
                <a:cubicBezTo>
                  <a:pt x="493329" y="117209"/>
                  <a:pt x="493580" y="123631"/>
                  <a:pt x="494081" y="125976"/>
                </a:cubicBezTo>
                <a:cubicBezTo>
                  <a:pt x="494583" y="128318"/>
                  <a:pt x="495385" y="129955"/>
                  <a:pt x="496488" y="130887"/>
                </a:cubicBezTo>
                <a:cubicBezTo>
                  <a:pt x="497591" y="131819"/>
                  <a:pt x="498878" y="132285"/>
                  <a:pt x="500349" y="132285"/>
                </a:cubicBezTo>
                <a:cubicBezTo>
                  <a:pt x="502422" y="132285"/>
                  <a:pt x="504762" y="131716"/>
                  <a:pt x="507370" y="130580"/>
                </a:cubicBezTo>
                <a:lnTo>
                  <a:pt x="508774" y="134190"/>
                </a:lnTo>
                <a:lnTo>
                  <a:pt x="481294" y="145423"/>
                </a:lnTo>
                <a:lnTo>
                  <a:pt x="476781" y="145423"/>
                </a:lnTo>
                <a:lnTo>
                  <a:pt x="476781" y="126057"/>
                </a:lnTo>
                <a:cubicBezTo>
                  <a:pt x="468891" y="134576"/>
                  <a:pt x="462874" y="139933"/>
                  <a:pt x="458728" y="142129"/>
                </a:cubicBezTo>
                <a:cubicBezTo>
                  <a:pt x="454583" y="144325"/>
                  <a:pt x="450204" y="145423"/>
                  <a:pt x="445590" y="145423"/>
                </a:cubicBezTo>
                <a:cubicBezTo>
                  <a:pt x="440442" y="145423"/>
                  <a:pt x="435979" y="143935"/>
                  <a:pt x="432201" y="140960"/>
                </a:cubicBezTo>
                <a:cubicBezTo>
                  <a:pt x="428424" y="137984"/>
                  <a:pt x="425799" y="134157"/>
                  <a:pt x="424328" y="129476"/>
                </a:cubicBezTo>
                <a:cubicBezTo>
                  <a:pt x="422857" y="124796"/>
                  <a:pt x="422122" y="118177"/>
                  <a:pt x="422122" y="109619"/>
                </a:cubicBezTo>
                <a:lnTo>
                  <a:pt x="422122" y="68599"/>
                </a:lnTo>
                <a:cubicBezTo>
                  <a:pt x="422122" y="64222"/>
                  <a:pt x="421654" y="61192"/>
                  <a:pt x="420718" y="59511"/>
                </a:cubicBezTo>
                <a:cubicBezTo>
                  <a:pt x="419782" y="57826"/>
                  <a:pt x="418394" y="56530"/>
                  <a:pt x="416556" y="55621"/>
                </a:cubicBezTo>
                <a:cubicBezTo>
                  <a:pt x="414717" y="54712"/>
                  <a:pt x="411391" y="54291"/>
                  <a:pt x="406577" y="54358"/>
                </a:cubicBezTo>
                <a:lnTo>
                  <a:pt x="406577" y="50748"/>
                </a:lnTo>
                <a:lnTo>
                  <a:pt x="438770" y="50748"/>
                </a:lnTo>
                <a:lnTo>
                  <a:pt x="438770" y="112301"/>
                </a:lnTo>
                <a:cubicBezTo>
                  <a:pt x="438770" y="120870"/>
                  <a:pt x="440258" y="126494"/>
                  <a:pt x="443233" y="129172"/>
                </a:cubicBezTo>
                <a:cubicBezTo>
                  <a:pt x="446209" y="131849"/>
                  <a:pt x="449802" y="133187"/>
                  <a:pt x="454015" y="133187"/>
                </a:cubicBezTo>
                <a:cubicBezTo>
                  <a:pt x="456890" y="133187"/>
                  <a:pt x="460149" y="132284"/>
                  <a:pt x="463793" y="130476"/>
                </a:cubicBezTo>
                <a:cubicBezTo>
                  <a:pt x="467437" y="128669"/>
                  <a:pt x="471766" y="125221"/>
                  <a:pt x="476781" y="120134"/>
                </a:cubicBezTo>
                <a:lnTo>
                  <a:pt x="476781" y="68198"/>
                </a:lnTo>
                <a:cubicBezTo>
                  <a:pt x="476781" y="62868"/>
                  <a:pt x="475828" y="59263"/>
                  <a:pt x="473923" y="57382"/>
                </a:cubicBezTo>
                <a:cubicBezTo>
                  <a:pt x="472017" y="55502"/>
                  <a:pt x="468056" y="54494"/>
                  <a:pt x="462038" y="54358"/>
                </a:cubicBezTo>
                <a:lnTo>
                  <a:pt x="462038" y="50748"/>
                </a:lnTo>
                <a:lnTo>
                  <a:pt x="493329" y="50748"/>
                </a:lnTo>
                <a:close/>
                <a:moveTo>
                  <a:pt x="542171" y="20459"/>
                </a:moveTo>
                <a:lnTo>
                  <a:pt x="542171" y="50748"/>
                </a:lnTo>
                <a:lnTo>
                  <a:pt x="563633" y="50748"/>
                </a:lnTo>
                <a:lnTo>
                  <a:pt x="563633" y="57567"/>
                </a:lnTo>
                <a:lnTo>
                  <a:pt x="542171" y="57768"/>
                </a:lnTo>
                <a:lnTo>
                  <a:pt x="542171" y="117423"/>
                </a:lnTo>
                <a:cubicBezTo>
                  <a:pt x="542171" y="123380"/>
                  <a:pt x="543023" y="127396"/>
                  <a:pt x="544728" y="129473"/>
                </a:cubicBezTo>
                <a:cubicBezTo>
                  <a:pt x="546433" y="131548"/>
                  <a:pt x="548623" y="132585"/>
                  <a:pt x="551298" y="132585"/>
                </a:cubicBezTo>
                <a:cubicBezTo>
                  <a:pt x="553504" y="132585"/>
                  <a:pt x="555643" y="131892"/>
                  <a:pt x="557716" y="130504"/>
                </a:cubicBezTo>
                <a:cubicBezTo>
                  <a:pt x="559789" y="129117"/>
                  <a:pt x="561394" y="127069"/>
                  <a:pt x="562530" y="124362"/>
                </a:cubicBezTo>
                <a:lnTo>
                  <a:pt x="566442" y="124362"/>
                </a:lnTo>
                <a:cubicBezTo>
                  <a:pt x="564101" y="130947"/>
                  <a:pt x="560792" y="135903"/>
                  <a:pt x="556513" y="139230"/>
                </a:cubicBezTo>
                <a:cubicBezTo>
                  <a:pt x="552234" y="142556"/>
                  <a:pt x="547821" y="144219"/>
                  <a:pt x="543274" y="144219"/>
                </a:cubicBezTo>
                <a:cubicBezTo>
                  <a:pt x="540199" y="144219"/>
                  <a:pt x="537190" y="143364"/>
                  <a:pt x="534248" y="141652"/>
                </a:cubicBezTo>
                <a:cubicBezTo>
                  <a:pt x="531306" y="139941"/>
                  <a:pt x="529133" y="137492"/>
                  <a:pt x="527729" y="134306"/>
                </a:cubicBezTo>
                <a:cubicBezTo>
                  <a:pt x="526325" y="131120"/>
                  <a:pt x="525623" y="126205"/>
                  <a:pt x="525623" y="119563"/>
                </a:cubicBezTo>
                <a:lnTo>
                  <a:pt x="525623" y="57567"/>
                </a:lnTo>
                <a:lnTo>
                  <a:pt x="511081" y="57567"/>
                </a:lnTo>
                <a:lnTo>
                  <a:pt x="511081" y="54352"/>
                </a:lnTo>
                <a:cubicBezTo>
                  <a:pt x="514758" y="52889"/>
                  <a:pt x="518519" y="50413"/>
                  <a:pt x="522363" y="46924"/>
                </a:cubicBezTo>
                <a:cubicBezTo>
                  <a:pt x="526208" y="43435"/>
                  <a:pt x="529635" y="39276"/>
                  <a:pt x="532643" y="34447"/>
                </a:cubicBezTo>
                <a:cubicBezTo>
                  <a:pt x="534181" y="31898"/>
                  <a:pt x="536321" y="27235"/>
                  <a:pt x="539062" y="20459"/>
                </a:cubicBezTo>
                <a:lnTo>
                  <a:pt x="542171" y="20459"/>
                </a:lnTo>
                <a:close/>
                <a:moveTo>
                  <a:pt x="595962" y="0"/>
                </a:moveTo>
                <a:cubicBezTo>
                  <a:pt x="598770" y="0"/>
                  <a:pt x="601160" y="991"/>
                  <a:pt x="603132" y="2974"/>
                </a:cubicBezTo>
                <a:cubicBezTo>
                  <a:pt x="605105" y="4955"/>
                  <a:pt x="606091" y="7357"/>
                  <a:pt x="606091" y="10180"/>
                </a:cubicBezTo>
                <a:cubicBezTo>
                  <a:pt x="606091" y="13002"/>
                  <a:pt x="605105" y="15422"/>
                  <a:pt x="603132" y="17438"/>
                </a:cubicBezTo>
                <a:cubicBezTo>
                  <a:pt x="601160" y="19452"/>
                  <a:pt x="598770" y="20459"/>
                  <a:pt x="595962" y="20459"/>
                </a:cubicBezTo>
                <a:cubicBezTo>
                  <a:pt x="593153" y="20459"/>
                  <a:pt x="590746" y="19452"/>
                  <a:pt x="588741" y="17438"/>
                </a:cubicBezTo>
                <a:cubicBezTo>
                  <a:pt x="586735" y="15422"/>
                  <a:pt x="585732" y="13002"/>
                  <a:pt x="585732" y="10180"/>
                </a:cubicBezTo>
                <a:cubicBezTo>
                  <a:pt x="585732" y="7357"/>
                  <a:pt x="586718" y="4955"/>
                  <a:pt x="588690" y="2974"/>
                </a:cubicBezTo>
                <a:cubicBezTo>
                  <a:pt x="590663" y="991"/>
                  <a:pt x="593087" y="0"/>
                  <a:pt x="595962" y="0"/>
                </a:cubicBezTo>
                <a:moveTo>
                  <a:pt x="604286" y="48140"/>
                </a:moveTo>
                <a:lnTo>
                  <a:pt x="604286" y="121754"/>
                </a:lnTo>
                <a:cubicBezTo>
                  <a:pt x="604286" y="127537"/>
                  <a:pt x="604704" y="131388"/>
                  <a:pt x="605539" y="133306"/>
                </a:cubicBezTo>
                <a:cubicBezTo>
                  <a:pt x="606375" y="135222"/>
                  <a:pt x="607612" y="136651"/>
                  <a:pt x="609250" y="137594"/>
                </a:cubicBezTo>
                <a:cubicBezTo>
                  <a:pt x="610888" y="138534"/>
                  <a:pt x="613880" y="139004"/>
                  <a:pt x="618226" y="139004"/>
                </a:cubicBezTo>
                <a:lnTo>
                  <a:pt x="618226" y="142615"/>
                </a:lnTo>
                <a:lnTo>
                  <a:pt x="573597" y="142615"/>
                </a:lnTo>
                <a:lnTo>
                  <a:pt x="573597" y="139004"/>
                </a:lnTo>
                <a:cubicBezTo>
                  <a:pt x="578076" y="139004"/>
                  <a:pt x="581085" y="138567"/>
                  <a:pt x="582623" y="137694"/>
                </a:cubicBezTo>
                <a:cubicBezTo>
                  <a:pt x="584161" y="136819"/>
                  <a:pt x="585381" y="135373"/>
                  <a:pt x="586284" y="133356"/>
                </a:cubicBezTo>
                <a:cubicBezTo>
                  <a:pt x="587186" y="131338"/>
                  <a:pt x="587637" y="127471"/>
                  <a:pt x="587637" y="121754"/>
                </a:cubicBezTo>
                <a:lnTo>
                  <a:pt x="587637" y="86652"/>
                </a:lnTo>
                <a:cubicBezTo>
                  <a:pt x="587637" y="76648"/>
                  <a:pt x="587337" y="70169"/>
                  <a:pt x="586735" y="67214"/>
                </a:cubicBezTo>
                <a:cubicBezTo>
                  <a:pt x="586267" y="65064"/>
                  <a:pt x="585531" y="63571"/>
                  <a:pt x="584528" y="62736"/>
                </a:cubicBezTo>
                <a:cubicBezTo>
                  <a:pt x="583525" y="61898"/>
                  <a:pt x="582155" y="61479"/>
                  <a:pt x="580416" y="61479"/>
                </a:cubicBezTo>
                <a:cubicBezTo>
                  <a:pt x="578544" y="61479"/>
                  <a:pt x="576271" y="61980"/>
                  <a:pt x="573597" y="62983"/>
                </a:cubicBezTo>
                <a:lnTo>
                  <a:pt x="572193" y="59373"/>
                </a:lnTo>
                <a:lnTo>
                  <a:pt x="599873" y="48140"/>
                </a:lnTo>
                <a:lnTo>
                  <a:pt x="604286" y="48140"/>
                </a:lnTo>
                <a:close/>
                <a:moveTo>
                  <a:pt x="674624" y="48140"/>
                </a:moveTo>
                <a:cubicBezTo>
                  <a:pt x="688531" y="48140"/>
                  <a:pt x="699697" y="53417"/>
                  <a:pt x="708122" y="63970"/>
                </a:cubicBezTo>
                <a:cubicBezTo>
                  <a:pt x="715276" y="72986"/>
                  <a:pt x="718853" y="83339"/>
                  <a:pt x="718853" y="95029"/>
                </a:cubicBezTo>
                <a:cubicBezTo>
                  <a:pt x="718853" y="103245"/>
                  <a:pt x="716880" y="111561"/>
                  <a:pt x="712936" y="119977"/>
                </a:cubicBezTo>
                <a:cubicBezTo>
                  <a:pt x="708991" y="128391"/>
                  <a:pt x="703558" y="134735"/>
                  <a:pt x="696638" y="139010"/>
                </a:cubicBezTo>
                <a:cubicBezTo>
                  <a:pt x="689718" y="143285"/>
                  <a:pt x="682012" y="145423"/>
                  <a:pt x="673521" y="145423"/>
                </a:cubicBezTo>
                <a:cubicBezTo>
                  <a:pt x="659681" y="145423"/>
                  <a:pt x="648682" y="139912"/>
                  <a:pt x="640525" y="128890"/>
                </a:cubicBezTo>
                <a:cubicBezTo>
                  <a:pt x="633638" y="119607"/>
                  <a:pt x="630195" y="109188"/>
                  <a:pt x="630195" y="97634"/>
                </a:cubicBezTo>
                <a:cubicBezTo>
                  <a:pt x="630195" y="89218"/>
                  <a:pt x="632285" y="80852"/>
                  <a:pt x="636463" y="72536"/>
                </a:cubicBezTo>
                <a:cubicBezTo>
                  <a:pt x="640642" y="64220"/>
                  <a:pt x="646142" y="58075"/>
                  <a:pt x="652961" y="54101"/>
                </a:cubicBezTo>
                <a:cubicBezTo>
                  <a:pt x="659781" y="50127"/>
                  <a:pt x="667002" y="48140"/>
                  <a:pt x="674624" y="48140"/>
                </a:cubicBezTo>
                <a:moveTo>
                  <a:pt x="671515" y="54759"/>
                </a:moveTo>
                <a:cubicBezTo>
                  <a:pt x="667972" y="54759"/>
                  <a:pt x="664411" y="55809"/>
                  <a:pt x="660834" y="57909"/>
                </a:cubicBezTo>
                <a:cubicBezTo>
                  <a:pt x="657257" y="60007"/>
                  <a:pt x="654365" y="63687"/>
                  <a:pt x="652159" y="68950"/>
                </a:cubicBezTo>
                <a:cubicBezTo>
                  <a:pt x="649953" y="74214"/>
                  <a:pt x="648849" y="80975"/>
                  <a:pt x="648849" y="89234"/>
                </a:cubicBezTo>
                <a:cubicBezTo>
                  <a:pt x="648849" y="102559"/>
                  <a:pt x="651507" y="114051"/>
                  <a:pt x="656823" y="123713"/>
                </a:cubicBezTo>
                <a:cubicBezTo>
                  <a:pt x="662138" y="133372"/>
                  <a:pt x="669142" y="138202"/>
                  <a:pt x="677834" y="138202"/>
                </a:cubicBezTo>
                <a:cubicBezTo>
                  <a:pt x="684319" y="138202"/>
                  <a:pt x="689668" y="135537"/>
                  <a:pt x="693880" y="130207"/>
                </a:cubicBezTo>
                <a:cubicBezTo>
                  <a:pt x="698093" y="124877"/>
                  <a:pt x="700199" y="115717"/>
                  <a:pt x="700199" y="102727"/>
                </a:cubicBezTo>
                <a:cubicBezTo>
                  <a:pt x="700199" y="86471"/>
                  <a:pt x="696688" y="73680"/>
                  <a:pt x="689668" y="64353"/>
                </a:cubicBezTo>
                <a:cubicBezTo>
                  <a:pt x="684921" y="57957"/>
                  <a:pt x="678870" y="54759"/>
                  <a:pt x="671515" y="54759"/>
                </a:cubicBezTo>
                <a:close/>
                <a:moveTo>
                  <a:pt x="759171" y="67496"/>
                </a:moveTo>
                <a:cubicBezTo>
                  <a:pt x="769936" y="54592"/>
                  <a:pt x="780199" y="48140"/>
                  <a:pt x="789960" y="48140"/>
                </a:cubicBezTo>
                <a:cubicBezTo>
                  <a:pt x="794975" y="48140"/>
                  <a:pt x="799288" y="49390"/>
                  <a:pt x="802898" y="51891"/>
                </a:cubicBezTo>
                <a:cubicBezTo>
                  <a:pt x="806509" y="54390"/>
                  <a:pt x="809384" y="58508"/>
                  <a:pt x="811523" y="64243"/>
                </a:cubicBezTo>
                <a:cubicBezTo>
                  <a:pt x="812994" y="68244"/>
                  <a:pt x="813730" y="74379"/>
                  <a:pt x="813730" y="82647"/>
                </a:cubicBezTo>
                <a:lnTo>
                  <a:pt x="813730" y="121754"/>
                </a:lnTo>
                <a:cubicBezTo>
                  <a:pt x="813730" y="127604"/>
                  <a:pt x="814198" y="131572"/>
                  <a:pt x="815134" y="133657"/>
                </a:cubicBezTo>
                <a:cubicBezTo>
                  <a:pt x="815869" y="135339"/>
                  <a:pt x="817056" y="136651"/>
                  <a:pt x="818694" y="137594"/>
                </a:cubicBezTo>
                <a:cubicBezTo>
                  <a:pt x="820332" y="138534"/>
                  <a:pt x="823358" y="139004"/>
                  <a:pt x="827770" y="139004"/>
                </a:cubicBezTo>
                <a:lnTo>
                  <a:pt x="827770" y="142615"/>
                </a:lnTo>
                <a:lnTo>
                  <a:pt x="782338" y="142615"/>
                </a:lnTo>
                <a:lnTo>
                  <a:pt x="782338" y="139004"/>
                </a:lnTo>
                <a:lnTo>
                  <a:pt x="784244" y="139004"/>
                </a:lnTo>
                <a:cubicBezTo>
                  <a:pt x="788523" y="139004"/>
                  <a:pt x="791515" y="138349"/>
                  <a:pt x="793220" y="137039"/>
                </a:cubicBezTo>
                <a:cubicBezTo>
                  <a:pt x="794925" y="135727"/>
                  <a:pt x="796112" y="133793"/>
                  <a:pt x="796780" y="131238"/>
                </a:cubicBezTo>
                <a:cubicBezTo>
                  <a:pt x="797048" y="130229"/>
                  <a:pt x="797181" y="127067"/>
                  <a:pt x="797181" y="121754"/>
                </a:cubicBezTo>
                <a:lnTo>
                  <a:pt x="797181" y="84207"/>
                </a:lnTo>
                <a:cubicBezTo>
                  <a:pt x="797181" y="75862"/>
                  <a:pt x="796095" y="69804"/>
                  <a:pt x="793922" y="66033"/>
                </a:cubicBezTo>
                <a:cubicBezTo>
                  <a:pt x="791749" y="62261"/>
                  <a:pt x="788088" y="60376"/>
                  <a:pt x="782940" y="60376"/>
                </a:cubicBezTo>
                <a:cubicBezTo>
                  <a:pt x="774984" y="60376"/>
                  <a:pt x="767061" y="64721"/>
                  <a:pt x="759171" y="73413"/>
                </a:cubicBezTo>
                <a:lnTo>
                  <a:pt x="759171" y="121754"/>
                </a:lnTo>
                <a:cubicBezTo>
                  <a:pt x="759171" y="128008"/>
                  <a:pt x="759539" y="131875"/>
                  <a:pt x="760274" y="133356"/>
                </a:cubicBezTo>
                <a:cubicBezTo>
                  <a:pt x="761210" y="135306"/>
                  <a:pt x="762497" y="136735"/>
                  <a:pt x="764135" y="137644"/>
                </a:cubicBezTo>
                <a:cubicBezTo>
                  <a:pt x="765773" y="138551"/>
                  <a:pt x="769100" y="139004"/>
                  <a:pt x="774114" y="139004"/>
                </a:cubicBezTo>
                <a:lnTo>
                  <a:pt x="774114" y="142615"/>
                </a:lnTo>
                <a:lnTo>
                  <a:pt x="728682" y="142615"/>
                </a:lnTo>
                <a:lnTo>
                  <a:pt x="728682" y="139004"/>
                </a:lnTo>
                <a:lnTo>
                  <a:pt x="730688" y="139004"/>
                </a:lnTo>
                <a:cubicBezTo>
                  <a:pt x="735368" y="139004"/>
                  <a:pt x="738528" y="137811"/>
                  <a:pt x="740166" y="135425"/>
                </a:cubicBezTo>
                <a:cubicBezTo>
                  <a:pt x="741804" y="133037"/>
                  <a:pt x="742623" y="128480"/>
                  <a:pt x="742623" y="121754"/>
                </a:cubicBezTo>
                <a:lnTo>
                  <a:pt x="742623" y="87855"/>
                </a:lnTo>
                <a:cubicBezTo>
                  <a:pt x="742623" y="76823"/>
                  <a:pt x="742372" y="70104"/>
                  <a:pt x="741871" y="67697"/>
                </a:cubicBezTo>
                <a:cubicBezTo>
                  <a:pt x="741369" y="65290"/>
                  <a:pt x="740600" y="63652"/>
                  <a:pt x="739564" y="62783"/>
                </a:cubicBezTo>
                <a:cubicBezTo>
                  <a:pt x="738528" y="61913"/>
                  <a:pt x="737140" y="61479"/>
                  <a:pt x="735402" y="61479"/>
                </a:cubicBezTo>
                <a:cubicBezTo>
                  <a:pt x="733530" y="61479"/>
                  <a:pt x="731290" y="61980"/>
                  <a:pt x="728682" y="62983"/>
                </a:cubicBezTo>
                <a:lnTo>
                  <a:pt x="727178" y="59373"/>
                </a:lnTo>
                <a:lnTo>
                  <a:pt x="754858" y="48140"/>
                </a:lnTo>
                <a:lnTo>
                  <a:pt x="759171" y="48140"/>
                </a:lnTo>
                <a:lnTo>
                  <a:pt x="759171" y="6749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6d01994dd49fc"/>
          <a:stretch xmlns:a="http://schemas.openxmlformats.org/drawingml/2006/main"/>
        </p:blipFill>
        <p:spPr>
          <a:xfrm xmlns:a="http://schemas.openxmlformats.org/drawingml/2006/main">
            <a:off x="12404217" y="7086223"/>
            <a:ext cx="809873" cy="809873"/>
          </a:xfrm>
          <a:prstGeom xmlns:a="http://schemas.openxmlformats.org/drawingml/2006/main" prst="rect">
            <a:avLst/>
          </a:prstGeom>
        </p:spPr>
      </p:pic>
      <p:sp>
        <p:nvSpPr>
          <p:cNvPr id="111" name="Text V">
            <a:extLst xmlns:a="http://schemas.openxmlformats.org/drawingml/2006/main">
              <a:ext uri="{FF2B5EF4-FFF2-40B4-BE49-F238E27FC236}">
                <a16:creationId xmlns:a16="http://schemas.microsoft.com/office/drawing/2014/main" id="{D1ABA8FB-5FC6-4897-9AD0-89480B4A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760" y="7974698"/>
            <a:ext cx="144019" cy="139004"/>
          </a:xfrm>
          <a:custGeom xmlns:a="http://schemas.openxmlformats.org/drawingml/2006/main">
            <a:pathLst>
              <a:path w="144019" h="139004">
                <a:moveTo>
                  <a:pt x="144019" y="0"/>
                </a:moveTo>
                <a:lnTo>
                  <a:pt x="144019" y="3811"/>
                </a:lnTo>
                <a:cubicBezTo>
                  <a:pt x="139205" y="4674"/>
                  <a:pt x="135561" y="6201"/>
                  <a:pt x="133087" y="8393"/>
                </a:cubicBezTo>
                <a:cubicBezTo>
                  <a:pt x="129543" y="11648"/>
                  <a:pt x="126401" y="16631"/>
                  <a:pt x="123659" y="23340"/>
                </a:cubicBezTo>
                <a:lnTo>
                  <a:pt x="76222" y="139004"/>
                </a:lnTo>
                <a:lnTo>
                  <a:pt x="72511" y="139004"/>
                </a:lnTo>
                <a:lnTo>
                  <a:pt x="21563" y="21823"/>
                </a:lnTo>
                <a:cubicBezTo>
                  <a:pt x="18955" y="15851"/>
                  <a:pt x="17116" y="12202"/>
                  <a:pt x="16047" y="10875"/>
                </a:cubicBezTo>
                <a:cubicBezTo>
                  <a:pt x="14375" y="8819"/>
                  <a:pt x="12319" y="7212"/>
                  <a:pt x="9879" y="6052"/>
                </a:cubicBezTo>
                <a:cubicBezTo>
                  <a:pt x="7438" y="4890"/>
                  <a:pt x="4145" y="4143"/>
                  <a:pt x="0" y="3811"/>
                </a:cubicBezTo>
                <a:lnTo>
                  <a:pt x="0" y="0"/>
                </a:lnTo>
                <a:lnTo>
                  <a:pt x="55562" y="0"/>
                </a:lnTo>
                <a:lnTo>
                  <a:pt x="55562" y="3811"/>
                </a:lnTo>
                <a:cubicBezTo>
                  <a:pt x="49277" y="4413"/>
                  <a:pt x="45198" y="5483"/>
                  <a:pt x="43326" y="7020"/>
                </a:cubicBezTo>
                <a:cubicBezTo>
                  <a:pt x="41454" y="8558"/>
                  <a:pt x="40518" y="10531"/>
                  <a:pt x="40518" y="12938"/>
                </a:cubicBezTo>
                <a:cubicBezTo>
                  <a:pt x="40518" y="16281"/>
                  <a:pt x="42056" y="21496"/>
                  <a:pt x="45131" y="28583"/>
                </a:cubicBezTo>
                <a:lnTo>
                  <a:pt x="79732" y="108315"/>
                </a:lnTo>
                <a:lnTo>
                  <a:pt x="111825" y="29586"/>
                </a:lnTo>
                <a:cubicBezTo>
                  <a:pt x="114968" y="21830"/>
                  <a:pt x="116539" y="16448"/>
                  <a:pt x="116539" y="13439"/>
                </a:cubicBezTo>
                <a:cubicBezTo>
                  <a:pt x="116539" y="11500"/>
                  <a:pt x="115569" y="9645"/>
                  <a:pt x="113630" y="7873"/>
                </a:cubicBezTo>
                <a:cubicBezTo>
                  <a:pt x="111691" y="6101"/>
                  <a:pt x="108415" y="4847"/>
                  <a:pt x="103802" y="4112"/>
                </a:cubicBezTo>
                <a:cubicBezTo>
                  <a:pt x="103467" y="4045"/>
                  <a:pt x="102899" y="3945"/>
                  <a:pt x="102097" y="3811"/>
                </a:cubicBezTo>
                <a:lnTo>
                  <a:pt x="102097" y="0"/>
                </a:lnTo>
                <a:lnTo>
                  <a:pt x="144019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alidation">
            <a:extLst xmlns:a="http://schemas.openxmlformats.org/drawingml/2006/main">
              <a:ext uri="{FF2B5EF4-FFF2-40B4-BE49-F238E27FC236}">
                <a16:creationId xmlns:a16="http://schemas.microsoft.com/office/drawing/2014/main" id="{280E37C1-D08C-4063-829E-97CF4CC6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0835" y="7968079"/>
            <a:ext cx="710666" cy="145423"/>
          </a:xfrm>
          <a:custGeom xmlns:a="http://schemas.openxmlformats.org/drawingml/2006/main">
            <a:pathLst>
              <a:path w="710666" h="145423">
                <a:moveTo>
                  <a:pt x="51149" y="129483"/>
                </a:moveTo>
                <a:cubicBezTo>
                  <a:pt x="41721" y="136768"/>
                  <a:pt x="35804" y="140979"/>
                  <a:pt x="33397" y="142113"/>
                </a:cubicBezTo>
                <a:cubicBezTo>
                  <a:pt x="29787" y="143785"/>
                  <a:pt x="25942" y="144620"/>
                  <a:pt x="21864" y="144620"/>
                </a:cubicBezTo>
                <a:cubicBezTo>
                  <a:pt x="15512" y="144620"/>
                  <a:pt x="10280" y="142447"/>
                  <a:pt x="6168" y="138101"/>
                </a:cubicBezTo>
                <a:cubicBezTo>
                  <a:pt x="2056" y="133756"/>
                  <a:pt x="0" y="128039"/>
                  <a:pt x="0" y="120952"/>
                </a:cubicBezTo>
                <a:cubicBezTo>
                  <a:pt x="0" y="116472"/>
                  <a:pt x="1003" y="112594"/>
                  <a:pt x="3009" y="109318"/>
                </a:cubicBezTo>
                <a:cubicBezTo>
                  <a:pt x="5750" y="104771"/>
                  <a:pt x="10514" y="100492"/>
                  <a:pt x="17300" y="96480"/>
                </a:cubicBezTo>
                <a:cubicBezTo>
                  <a:pt x="24087" y="92469"/>
                  <a:pt x="35369" y="87588"/>
                  <a:pt x="51149" y="81838"/>
                </a:cubicBezTo>
                <a:lnTo>
                  <a:pt x="51149" y="78240"/>
                </a:lnTo>
                <a:cubicBezTo>
                  <a:pt x="51149" y="69113"/>
                  <a:pt x="49694" y="62851"/>
                  <a:pt x="46786" y="59454"/>
                </a:cubicBezTo>
                <a:cubicBezTo>
                  <a:pt x="43878" y="56057"/>
                  <a:pt x="39649" y="54358"/>
                  <a:pt x="34099" y="54358"/>
                </a:cubicBezTo>
                <a:cubicBezTo>
                  <a:pt x="29887" y="54358"/>
                  <a:pt x="26544" y="55495"/>
                  <a:pt x="24070" y="57768"/>
                </a:cubicBezTo>
                <a:cubicBezTo>
                  <a:pt x="21529" y="60041"/>
                  <a:pt x="20259" y="62649"/>
                  <a:pt x="20259" y="65591"/>
                </a:cubicBezTo>
                <a:lnTo>
                  <a:pt x="20459" y="71408"/>
                </a:lnTo>
                <a:cubicBezTo>
                  <a:pt x="20459" y="74483"/>
                  <a:pt x="19674" y="76857"/>
                  <a:pt x="18103" y="78528"/>
                </a:cubicBezTo>
                <a:cubicBezTo>
                  <a:pt x="16531" y="80200"/>
                  <a:pt x="14475" y="81036"/>
                  <a:pt x="11935" y="81036"/>
                </a:cubicBezTo>
                <a:cubicBezTo>
                  <a:pt x="9461" y="81036"/>
                  <a:pt x="7438" y="80164"/>
                  <a:pt x="5867" y="78422"/>
                </a:cubicBezTo>
                <a:cubicBezTo>
                  <a:pt x="4296" y="76677"/>
                  <a:pt x="3510" y="74296"/>
                  <a:pt x="3510" y="71279"/>
                </a:cubicBezTo>
                <a:cubicBezTo>
                  <a:pt x="3510" y="65510"/>
                  <a:pt x="6452" y="60211"/>
                  <a:pt x="12336" y="55383"/>
                </a:cubicBezTo>
                <a:cubicBezTo>
                  <a:pt x="18220" y="50554"/>
                  <a:pt x="26477" y="48140"/>
                  <a:pt x="37108" y="48140"/>
                </a:cubicBezTo>
                <a:cubicBezTo>
                  <a:pt x="45265" y="48140"/>
                  <a:pt x="51951" y="49509"/>
                  <a:pt x="57166" y="52246"/>
                </a:cubicBezTo>
                <a:cubicBezTo>
                  <a:pt x="61111" y="54316"/>
                  <a:pt x="64019" y="57556"/>
                  <a:pt x="65892" y="61965"/>
                </a:cubicBezTo>
                <a:cubicBezTo>
                  <a:pt x="67095" y="64835"/>
                  <a:pt x="67697" y="70712"/>
                  <a:pt x="67697" y="79594"/>
                </a:cubicBezTo>
                <a:lnTo>
                  <a:pt x="67697" y="110747"/>
                </a:lnTo>
                <a:cubicBezTo>
                  <a:pt x="67697" y="119495"/>
                  <a:pt x="67864" y="124855"/>
                  <a:pt x="68198" y="126825"/>
                </a:cubicBezTo>
                <a:cubicBezTo>
                  <a:pt x="68533" y="128795"/>
                  <a:pt x="69084" y="130115"/>
                  <a:pt x="69853" y="130783"/>
                </a:cubicBezTo>
                <a:cubicBezTo>
                  <a:pt x="70622" y="131450"/>
                  <a:pt x="71508" y="131783"/>
                  <a:pt x="72511" y="131783"/>
                </a:cubicBezTo>
                <a:cubicBezTo>
                  <a:pt x="73581" y="131783"/>
                  <a:pt x="74517" y="131549"/>
                  <a:pt x="75319" y="131081"/>
                </a:cubicBezTo>
                <a:cubicBezTo>
                  <a:pt x="76723" y="130212"/>
                  <a:pt x="79431" y="127771"/>
                  <a:pt x="83443" y="123760"/>
                </a:cubicBezTo>
                <a:lnTo>
                  <a:pt x="83443" y="129376"/>
                </a:lnTo>
                <a:cubicBezTo>
                  <a:pt x="75954" y="139405"/>
                  <a:pt x="68800" y="144420"/>
                  <a:pt x="61980" y="144420"/>
                </a:cubicBezTo>
                <a:cubicBezTo>
                  <a:pt x="58704" y="144420"/>
                  <a:pt x="56096" y="143292"/>
                  <a:pt x="54157" y="141035"/>
                </a:cubicBezTo>
                <a:cubicBezTo>
                  <a:pt x="52218" y="138776"/>
                  <a:pt x="51216" y="134926"/>
                  <a:pt x="51149" y="129483"/>
                </a:cubicBezTo>
                <a:moveTo>
                  <a:pt x="51149" y="122979"/>
                </a:moveTo>
                <a:lnTo>
                  <a:pt x="51149" y="88056"/>
                </a:lnTo>
                <a:cubicBezTo>
                  <a:pt x="41053" y="92059"/>
                  <a:pt x="34534" y="94895"/>
                  <a:pt x="31592" y="96562"/>
                </a:cubicBezTo>
                <a:cubicBezTo>
                  <a:pt x="26310" y="99498"/>
                  <a:pt x="22532" y="102567"/>
                  <a:pt x="20259" y="105770"/>
                </a:cubicBezTo>
                <a:cubicBezTo>
                  <a:pt x="17986" y="108971"/>
                  <a:pt x="16849" y="112473"/>
                  <a:pt x="16849" y="116276"/>
                </a:cubicBezTo>
                <a:cubicBezTo>
                  <a:pt x="16849" y="121079"/>
                  <a:pt x="18286" y="125066"/>
                  <a:pt x="21162" y="128235"/>
                </a:cubicBezTo>
                <a:cubicBezTo>
                  <a:pt x="24037" y="131403"/>
                  <a:pt x="27346" y="132987"/>
                  <a:pt x="31090" y="132987"/>
                </a:cubicBezTo>
                <a:cubicBezTo>
                  <a:pt x="36172" y="132987"/>
                  <a:pt x="42858" y="129651"/>
                  <a:pt x="51149" y="122979"/>
                </a:cubicBezTo>
                <a:close/>
                <a:moveTo>
                  <a:pt x="121885" y="0"/>
                </a:moveTo>
                <a:lnTo>
                  <a:pt x="121885" y="121754"/>
                </a:lnTo>
                <a:cubicBezTo>
                  <a:pt x="121885" y="127537"/>
                  <a:pt x="122302" y="131371"/>
                  <a:pt x="123138" y="133256"/>
                </a:cubicBezTo>
                <a:cubicBezTo>
                  <a:pt x="123974" y="135139"/>
                  <a:pt x="125261" y="136568"/>
                  <a:pt x="126999" y="137544"/>
                </a:cubicBezTo>
                <a:cubicBezTo>
                  <a:pt x="128738" y="138517"/>
                  <a:pt x="131981" y="139004"/>
                  <a:pt x="136728" y="139004"/>
                </a:cubicBezTo>
                <a:lnTo>
                  <a:pt x="136728" y="142615"/>
                </a:lnTo>
                <a:lnTo>
                  <a:pt x="91697" y="142615"/>
                </a:lnTo>
                <a:lnTo>
                  <a:pt x="91697" y="139004"/>
                </a:lnTo>
                <a:cubicBezTo>
                  <a:pt x="95909" y="139004"/>
                  <a:pt x="98784" y="138567"/>
                  <a:pt x="100322" y="137694"/>
                </a:cubicBezTo>
                <a:cubicBezTo>
                  <a:pt x="101860" y="136819"/>
                  <a:pt x="103063" y="135373"/>
                  <a:pt x="103932" y="133356"/>
                </a:cubicBezTo>
                <a:cubicBezTo>
                  <a:pt x="104802" y="131338"/>
                  <a:pt x="105236" y="127471"/>
                  <a:pt x="105236" y="121754"/>
                </a:cubicBezTo>
                <a:lnTo>
                  <a:pt x="105236" y="38512"/>
                </a:lnTo>
                <a:cubicBezTo>
                  <a:pt x="105236" y="28148"/>
                  <a:pt x="105002" y="21780"/>
                  <a:pt x="104534" y="19406"/>
                </a:cubicBezTo>
                <a:cubicBezTo>
                  <a:pt x="104066" y="17033"/>
                  <a:pt x="103314" y="15411"/>
                  <a:pt x="102278" y="14542"/>
                </a:cubicBezTo>
                <a:cubicBezTo>
                  <a:pt x="101241" y="13673"/>
                  <a:pt x="99921" y="13238"/>
                  <a:pt x="98316" y="13238"/>
                </a:cubicBezTo>
                <a:cubicBezTo>
                  <a:pt x="96578" y="13238"/>
                  <a:pt x="94371" y="13773"/>
                  <a:pt x="91697" y="14843"/>
                </a:cubicBezTo>
                <a:lnTo>
                  <a:pt x="89992" y="11233"/>
                </a:lnTo>
                <a:lnTo>
                  <a:pt x="117371" y="0"/>
                </a:lnTo>
                <a:lnTo>
                  <a:pt x="121885" y="0"/>
                </a:lnTo>
                <a:close/>
                <a:moveTo>
                  <a:pt x="170762" y="0"/>
                </a:moveTo>
                <a:cubicBezTo>
                  <a:pt x="173570" y="0"/>
                  <a:pt x="175960" y="991"/>
                  <a:pt x="177933" y="2974"/>
                </a:cubicBezTo>
                <a:cubicBezTo>
                  <a:pt x="179905" y="4955"/>
                  <a:pt x="180891" y="7357"/>
                  <a:pt x="180891" y="10180"/>
                </a:cubicBezTo>
                <a:cubicBezTo>
                  <a:pt x="180891" y="13002"/>
                  <a:pt x="179905" y="15422"/>
                  <a:pt x="177933" y="17438"/>
                </a:cubicBezTo>
                <a:cubicBezTo>
                  <a:pt x="175960" y="19452"/>
                  <a:pt x="173570" y="20459"/>
                  <a:pt x="170762" y="20459"/>
                </a:cubicBezTo>
                <a:cubicBezTo>
                  <a:pt x="167954" y="20459"/>
                  <a:pt x="165547" y="19452"/>
                  <a:pt x="163541" y="17438"/>
                </a:cubicBezTo>
                <a:cubicBezTo>
                  <a:pt x="161535" y="15422"/>
                  <a:pt x="160532" y="13002"/>
                  <a:pt x="160532" y="10180"/>
                </a:cubicBezTo>
                <a:cubicBezTo>
                  <a:pt x="160532" y="7357"/>
                  <a:pt x="161518" y="4955"/>
                  <a:pt x="163491" y="2974"/>
                </a:cubicBezTo>
                <a:cubicBezTo>
                  <a:pt x="165463" y="991"/>
                  <a:pt x="167887" y="0"/>
                  <a:pt x="170762" y="0"/>
                </a:cubicBezTo>
                <a:moveTo>
                  <a:pt x="179086" y="48140"/>
                </a:moveTo>
                <a:lnTo>
                  <a:pt x="179086" y="121754"/>
                </a:lnTo>
                <a:cubicBezTo>
                  <a:pt x="179086" y="127537"/>
                  <a:pt x="179504" y="131388"/>
                  <a:pt x="180340" y="133306"/>
                </a:cubicBezTo>
                <a:cubicBezTo>
                  <a:pt x="181175" y="135222"/>
                  <a:pt x="182412" y="136651"/>
                  <a:pt x="184050" y="137594"/>
                </a:cubicBezTo>
                <a:cubicBezTo>
                  <a:pt x="185689" y="138534"/>
                  <a:pt x="188681" y="139004"/>
                  <a:pt x="193027" y="139004"/>
                </a:cubicBezTo>
                <a:lnTo>
                  <a:pt x="193027" y="142615"/>
                </a:lnTo>
                <a:lnTo>
                  <a:pt x="148397" y="142615"/>
                </a:lnTo>
                <a:lnTo>
                  <a:pt x="148397" y="139004"/>
                </a:lnTo>
                <a:cubicBezTo>
                  <a:pt x="152877" y="139004"/>
                  <a:pt x="155885" y="138567"/>
                  <a:pt x="157423" y="137694"/>
                </a:cubicBezTo>
                <a:cubicBezTo>
                  <a:pt x="158961" y="136819"/>
                  <a:pt x="160181" y="135373"/>
                  <a:pt x="161084" y="133356"/>
                </a:cubicBezTo>
                <a:cubicBezTo>
                  <a:pt x="161986" y="131338"/>
                  <a:pt x="162438" y="127471"/>
                  <a:pt x="162438" y="121754"/>
                </a:cubicBezTo>
                <a:lnTo>
                  <a:pt x="162438" y="86652"/>
                </a:lnTo>
                <a:cubicBezTo>
                  <a:pt x="162438" y="76648"/>
                  <a:pt x="162137" y="70169"/>
                  <a:pt x="161535" y="67214"/>
                </a:cubicBezTo>
                <a:cubicBezTo>
                  <a:pt x="161067" y="65064"/>
                  <a:pt x="160332" y="63571"/>
                  <a:pt x="159329" y="62736"/>
                </a:cubicBezTo>
                <a:cubicBezTo>
                  <a:pt x="158326" y="61898"/>
                  <a:pt x="156955" y="61479"/>
                  <a:pt x="155217" y="61479"/>
                </a:cubicBezTo>
                <a:cubicBezTo>
                  <a:pt x="153345" y="61479"/>
                  <a:pt x="151071" y="61980"/>
                  <a:pt x="148397" y="62983"/>
                </a:cubicBezTo>
                <a:lnTo>
                  <a:pt x="146993" y="59373"/>
                </a:lnTo>
                <a:lnTo>
                  <a:pt x="174673" y="48140"/>
                </a:lnTo>
                <a:lnTo>
                  <a:pt x="179086" y="48140"/>
                </a:lnTo>
                <a:close/>
                <a:moveTo>
                  <a:pt x="269383" y="132291"/>
                </a:moveTo>
                <a:cubicBezTo>
                  <a:pt x="264903" y="136969"/>
                  <a:pt x="260524" y="140328"/>
                  <a:pt x="256245" y="142367"/>
                </a:cubicBezTo>
                <a:cubicBezTo>
                  <a:pt x="251966" y="144404"/>
                  <a:pt x="247352" y="145423"/>
                  <a:pt x="242404" y="145423"/>
                </a:cubicBezTo>
                <a:cubicBezTo>
                  <a:pt x="232375" y="145423"/>
                  <a:pt x="223616" y="141237"/>
                  <a:pt x="216128" y="132864"/>
                </a:cubicBezTo>
                <a:cubicBezTo>
                  <a:pt x="208640" y="124490"/>
                  <a:pt x="204895" y="113730"/>
                  <a:pt x="204895" y="100583"/>
                </a:cubicBezTo>
                <a:cubicBezTo>
                  <a:pt x="204895" y="87439"/>
                  <a:pt x="209041" y="75412"/>
                  <a:pt x="217332" y="64503"/>
                </a:cubicBezTo>
                <a:cubicBezTo>
                  <a:pt x="225622" y="53594"/>
                  <a:pt x="236287" y="48140"/>
                  <a:pt x="249325" y="48140"/>
                </a:cubicBezTo>
                <a:cubicBezTo>
                  <a:pt x="257415" y="48140"/>
                  <a:pt x="264101" y="50713"/>
                  <a:pt x="269383" y="55859"/>
                </a:cubicBezTo>
                <a:lnTo>
                  <a:pt x="269383" y="38713"/>
                </a:lnTo>
                <a:cubicBezTo>
                  <a:pt x="269383" y="28259"/>
                  <a:pt x="269132" y="21834"/>
                  <a:pt x="268631" y="19438"/>
                </a:cubicBezTo>
                <a:cubicBezTo>
                  <a:pt x="268129" y="17041"/>
                  <a:pt x="267344" y="15409"/>
                  <a:pt x="266274" y="14542"/>
                </a:cubicBezTo>
                <a:cubicBezTo>
                  <a:pt x="265204" y="13673"/>
                  <a:pt x="263867" y="13238"/>
                  <a:pt x="262262" y="13238"/>
                </a:cubicBezTo>
                <a:cubicBezTo>
                  <a:pt x="260524" y="13238"/>
                  <a:pt x="258217" y="13773"/>
                  <a:pt x="255342" y="14843"/>
                </a:cubicBezTo>
                <a:lnTo>
                  <a:pt x="254038" y="11233"/>
                </a:lnTo>
                <a:lnTo>
                  <a:pt x="281418" y="0"/>
                </a:lnTo>
                <a:lnTo>
                  <a:pt x="285931" y="0"/>
                </a:lnTo>
                <a:lnTo>
                  <a:pt x="285931" y="106309"/>
                </a:lnTo>
                <a:cubicBezTo>
                  <a:pt x="285931" y="117030"/>
                  <a:pt x="286182" y="123572"/>
                  <a:pt x="286683" y="125935"/>
                </a:cubicBezTo>
                <a:cubicBezTo>
                  <a:pt x="287185" y="128298"/>
                  <a:pt x="287987" y="129948"/>
                  <a:pt x="289090" y="130884"/>
                </a:cubicBezTo>
                <a:cubicBezTo>
                  <a:pt x="290193" y="131818"/>
                  <a:pt x="291480" y="132285"/>
                  <a:pt x="292951" y="132285"/>
                </a:cubicBezTo>
                <a:cubicBezTo>
                  <a:pt x="294757" y="132285"/>
                  <a:pt x="297164" y="131716"/>
                  <a:pt x="300172" y="130580"/>
                </a:cubicBezTo>
                <a:lnTo>
                  <a:pt x="301276" y="134190"/>
                </a:lnTo>
                <a:lnTo>
                  <a:pt x="273996" y="145423"/>
                </a:lnTo>
                <a:lnTo>
                  <a:pt x="269383" y="145423"/>
                </a:lnTo>
                <a:lnTo>
                  <a:pt x="269383" y="132291"/>
                </a:lnTo>
                <a:moveTo>
                  <a:pt x="269383" y="125286"/>
                </a:moveTo>
                <a:lnTo>
                  <a:pt x="269383" y="78068"/>
                </a:lnTo>
                <a:cubicBezTo>
                  <a:pt x="268982" y="73531"/>
                  <a:pt x="267778" y="69397"/>
                  <a:pt x="265772" y="65663"/>
                </a:cubicBezTo>
                <a:cubicBezTo>
                  <a:pt x="263766" y="61927"/>
                  <a:pt x="261109" y="59109"/>
                  <a:pt x="257799" y="57210"/>
                </a:cubicBezTo>
                <a:cubicBezTo>
                  <a:pt x="254490" y="55309"/>
                  <a:pt x="251263" y="54358"/>
                  <a:pt x="248121" y="54358"/>
                </a:cubicBezTo>
                <a:cubicBezTo>
                  <a:pt x="242237" y="54358"/>
                  <a:pt x="236989" y="56993"/>
                  <a:pt x="232375" y="62262"/>
                </a:cubicBezTo>
                <a:cubicBezTo>
                  <a:pt x="226291" y="69197"/>
                  <a:pt x="223249" y="79334"/>
                  <a:pt x="223249" y="92673"/>
                </a:cubicBezTo>
                <a:cubicBezTo>
                  <a:pt x="223249" y="106145"/>
                  <a:pt x="226191" y="116467"/>
                  <a:pt x="232074" y="123638"/>
                </a:cubicBezTo>
                <a:cubicBezTo>
                  <a:pt x="237958" y="130806"/>
                  <a:pt x="244511" y="134391"/>
                  <a:pt x="251732" y="134391"/>
                </a:cubicBezTo>
                <a:cubicBezTo>
                  <a:pt x="257816" y="134391"/>
                  <a:pt x="263700" y="131356"/>
                  <a:pt x="269383" y="125286"/>
                </a:cubicBezTo>
                <a:close/>
                <a:moveTo>
                  <a:pt x="359245" y="129483"/>
                </a:moveTo>
                <a:cubicBezTo>
                  <a:pt x="349817" y="136768"/>
                  <a:pt x="343900" y="140979"/>
                  <a:pt x="341493" y="142113"/>
                </a:cubicBezTo>
                <a:cubicBezTo>
                  <a:pt x="337883" y="143785"/>
                  <a:pt x="334038" y="144620"/>
                  <a:pt x="329959" y="144620"/>
                </a:cubicBezTo>
                <a:cubicBezTo>
                  <a:pt x="323608" y="144620"/>
                  <a:pt x="318376" y="142447"/>
                  <a:pt x="314264" y="138101"/>
                </a:cubicBezTo>
                <a:cubicBezTo>
                  <a:pt x="310152" y="133756"/>
                  <a:pt x="308096" y="128039"/>
                  <a:pt x="308096" y="120952"/>
                </a:cubicBezTo>
                <a:cubicBezTo>
                  <a:pt x="308096" y="116472"/>
                  <a:pt x="309099" y="112594"/>
                  <a:pt x="311105" y="109318"/>
                </a:cubicBezTo>
                <a:cubicBezTo>
                  <a:pt x="313846" y="104771"/>
                  <a:pt x="318610" y="100492"/>
                  <a:pt x="325396" y="96480"/>
                </a:cubicBezTo>
                <a:cubicBezTo>
                  <a:pt x="332183" y="92469"/>
                  <a:pt x="343465" y="87588"/>
                  <a:pt x="359245" y="81838"/>
                </a:cubicBezTo>
                <a:lnTo>
                  <a:pt x="359245" y="78240"/>
                </a:lnTo>
                <a:cubicBezTo>
                  <a:pt x="359245" y="69113"/>
                  <a:pt x="357790" y="62851"/>
                  <a:pt x="354882" y="59454"/>
                </a:cubicBezTo>
                <a:cubicBezTo>
                  <a:pt x="351973" y="56057"/>
                  <a:pt x="347745" y="54358"/>
                  <a:pt x="342195" y="54358"/>
                </a:cubicBezTo>
                <a:cubicBezTo>
                  <a:pt x="337983" y="54358"/>
                  <a:pt x="334640" y="55495"/>
                  <a:pt x="332166" y="57768"/>
                </a:cubicBezTo>
                <a:cubicBezTo>
                  <a:pt x="329625" y="60041"/>
                  <a:pt x="328355" y="62649"/>
                  <a:pt x="328355" y="65591"/>
                </a:cubicBezTo>
                <a:lnTo>
                  <a:pt x="328555" y="71408"/>
                </a:lnTo>
                <a:cubicBezTo>
                  <a:pt x="328555" y="74483"/>
                  <a:pt x="327770" y="76857"/>
                  <a:pt x="326199" y="78528"/>
                </a:cubicBezTo>
                <a:cubicBezTo>
                  <a:pt x="324627" y="80200"/>
                  <a:pt x="322571" y="81036"/>
                  <a:pt x="320031" y="81036"/>
                </a:cubicBezTo>
                <a:cubicBezTo>
                  <a:pt x="317557" y="81036"/>
                  <a:pt x="315534" y="80164"/>
                  <a:pt x="313963" y="78422"/>
                </a:cubicBezTo>
                <a:cubicBezTo>
                  <a:pt x="312392" y="76677"/>
                  <a:pt x="311606" y="74296"/>
                  <a:pt x="311606" y="71279"/>
                </a:cubicBezTo>
                <a:cubicBezTo>
                  <a:pt x="311606" y="65510"/>
                  <a:pt x="314548" y="60211"/>
                  <a:pt x="320432" y="55383"/>
                </a:cubicBezTo>
                <a:cubicBezTo>
                  <a:pt x="326316" y="50554"/>
                  <a:pt x="334573" y="48140"/>
                  <a:pt x="345204" y="48140"/>
                </a:cubicBezTo>
                <a:cubicBezTo>
                  <a:pt x="353361" y="48140"/>
                  <a:pt x="360047" y="49509"/>
                  <a:pt x="365262" y="52246"/>
                </a:cubicBezTo>
                <a:cubicBezTo>
                  <a:pt x="369207" y="54316"/>
                  <a:pt x="372115" y="57556"/>
                  <a:pt x="373987" y="61965"/>
                </a:cubicBezTo>
                <a:cubicBezTo>
                  <a:pt x="375191" y="64835"/>
                  <a:pt x="375793" y="70712"/>
                  <a:pt x="375793" y="79594"/>
                </a:cubicBezTo>
                <a:lnTo>
                  <a:pt x="375793" y="110747"/>
                </a:lnTo>
                <a:cubicBezTo>
                  <a:pt x="375793" y="119495"/>
                  <a:pt x="375960" y="124855"/>
                  <a:pt x="376294" y="126825"/>
                </a:cubicBezTo>
                <a:cubicBezTo>
                  <a:pt x="376628" y="128795"/>
                  <a:pt x="377180" y="130115"/>
                  <a:pt x="377949" y="130783"/>
                </a:cubicBezTo>
                <a:cubicBezTo>
                  <a:pt x="378718" y="131450"/>
                  <a:pt x="379604" y="131783"/>
                  <a:pt x="380607" y="131783"/>
                </a:cubicBezTo>
                <a:cubicBezTo>
                  <a:pt x="381677" y="131783"/>
                  <a:pt x="382613" y="131549"/>
                  <a:pt x="383415" y="131081"/>
                </a:cubicBezTo>
                <a:cubicBezTo>
                  <a:pt x="384819" y="130212"/>
                  <a:pt x="387527" y="127771"/>
                  <a:pt x="391539" y="123760"/>
                </a:cubicBezTo>
                <a:lnTo>
                  <a:pt x="391539" y="129376"/>
                </a:lnTo>
                <a:cubicBezTo>
                  <a:pt x="384050" y="139405"/>
                  <a:pt x="376896" y="144420"/>
                  <a:pt x="370076" y="144420"/>
                </a:cubicBezTo>
                <a:cubicBezTo>
                  <a:pt x="366800" y="144420"/>
                  <a:pt x="364192" y="143292"/>
                  <a:pt x="362253" y="141035"/>
                </a:cubicBezTo>
                <a:cubicBezTo>
                  <a:pt x="360314" y="138776"/>
                  <a:pt x="359311" y="134926"/>
                  <a:pt x="359245" y="129483"/>
                </a:cubicBezTo>
                <a:moveTo>
                  <a:pt x="359245" y="122979"/>
                </a:moveTo>
                <a:lnTo>
                  <a:pt x="359245" y="88056"/>
                </a:lnTo>
                <a:cubicBezTo>
                  <a:pt x="349149" y="92059"/>
                  <a:pt x="342630" y="94895"/>
                  <a:pt x="339688" y="96562"/>
                </a:cubicBezTo>
                <a:cubicBezTo>
                  <a:pt x="334406" y="99498"/>
                  <a:pt x="330628" y="102567"/>
                  <a:pt x="328355" y="105770"/>
                </a:cubicBezTo>
                <a:cubicBezTo>
                  <a:pt x="326082" y="108971"/>
                  <a:pt x="324945" y="112473"/>
                  <a:pt x="324945" y="116276"/>
                </a:cubicBezTo>
                <a:cubicBezTo>
                  <a:pt x="324945" y="121079"/>
                  <a:pt x="326382" y="125066"/>
                  <a:pt x="329257" y="128235"/>
                </a:cubicBezTo>
                <a:cubicBezTo>
                  <a:pt x="332132" y="131403"/>
                  <a:pt x="335442" y="132987"/>
                  <a:pt x="339186" y="132987"/>
                </a:cubicBezTo>
                <a:cubicBezTo>
                  <a:pt x="344268" y="132987"/>
                  <a:pt x="350954" y="129651"/>
                  <a:pt x="359245" y="122979"/>
                </a:cubicBezTo>
                <a:close/>
                <a:moveTo>
                  <a:pt x="425067" y="20459"/>
                </a:moveTo>
                <a:lnTo>
                  <a:pt x="425067" y="50748"/>
                </a:lnTo>
                <a:lnTo>
                  <a:pt x="446530" y="50748"/>
                </a:lnTo>
                <a:lnTo>
                  <a:pt x="446530" y="57567"/>
                </a:lnTo>
                <a:lnTo>
                  <a:pt x="425067" y="57768"/>
                </a:lnTo>
                <a:lnTo>
                  <a:pt x="425067" y="117423"/>
                </a:lnTo>
                <a:cubicBezTo>
                  <a:pt x="425067" y="123380"/>
                  <a:pt x="425920" y="127396"/>
                  <a:pt x="427625" y="129473"/>
                </a:cubicBezTo>
                <a:cubicBezTo>
                  <a:pt x="429330" y="131548"/>
                  <a:pt x="431519" y="132585"/>
                  <a:pt x="434194" y="132585"/>
                </a:cubicBezTo>
                <a:cubicBezTo>
                  <a:pt x="436400" y="132585"/>
                  <a:pt x="438540" y="131892"/>
                  <a:pt x="440612" y="130504"/>
                </a:cubicBezTo>
                <a:cubicBezTo>
                  <a:pt x="442685" y="129117"/>
                  <a:pt x="444290" y="127069"/>
                  <a:pt x="445426" y="124362"/>
                </a:cubicBezTo>
                <a:lnTo>
                  <a:pt x="449338" y="124362"/>
                </a:lnTo>
                <a:cubicBezTo>
                  <a:pt x="446998" y="130947"/>
                  <a:pt x="443688" y="135903"/>
                  <a:pt x="439409" y="139230"/>
                </a:cubicBezTo>
                <a:cubicBezTo>
                  <a:pt x="435130" y="142556"/>
                  <a:pt x="430717" y="144219"/>
                  <a:pt x="426170" y="144219"/>
                </a:cubicBezTo>
                <a:cubicBezTo>
                  <a:pt x="423095" y="144219"/>
                  <a:pt x="420086" y="143364"/>
                  <a:pt x="417144" y="141652"/>
                </a:cubicBezTo>
                <a:cubicBezTo>
                  <a:pt x="414202" y="139941"/>
                  <a:pt x="412029" y="137492"/>
                  <a:pt x="410625" y="134306"/>
                </a:cubicBezTo>
                <a:cubicBezTo>
                  <a:pt x="409221" y="131120"/>
                  <a:pt x="408519" y="126205"/>
                  <a:pt x="408519" y="119563"/>
                </a:cubicBezTo>
                <a:lnTo>
                  <a:pt x="408519" y="57567"/>
                </a:lnTo>
                <a:lnTo>
                  <a:pt x="393977" y="57567"/>
                </a:lnTo>
                <a:lnTo>
                  <a:pt x="393977" y="54352"/>
                </a:lnTo>
                <a:cubicBezTo>
                  <a:pt x="397654" y="52889"/>
                  <a:pt x="401415" y="50413"/>
                  <a:pt x="405260" y="46924"/>
                </a:cubicBezTo>
                <a:cubicBezTo>
                  <a:pt x="409104" y="43435"/>
                  <a:pt x="412531" y="39276"/>
                  <a:pt x="415539" y="34447"/>
                </a:cubicBezTo>
                <a:cubicBezTo>
                  <a:pt x="417077" y="31898"/>
                  <a:pt x="419217" y="27235"/>
                  <a:pt x="421958" y="20459"/>
                </a:cubicBezTo>
                <a:lnTo>
                  <a:pt x="425067" y="20459"/>
                </a:lnTo>
                <a:close/>
                <a:moveTo>
                  <a:pt x="478858" y="0"/>
                </a:moveTo>
                <a:cubicBezTo>
                  <a:pt x="481666" y="0"/>
                  <a:pt x="484056" y="991"/>
                  <a:pt x="486029" y="2974"/>
                </a:cubicBezTo>
                <a:cubicBezTo>
                  <a:pt x="488001" y="4955"/>
                  <a:pt x="488987" y="7357"/>
                  <a:pt x="488987" y="10180"/>
                </a:cubicBezTo>
                <a:cubicBezTo>
                  <a:pt x="488987" y="13002"/>
                  <a:pt x="488001" y="15422"/>
                  <a:pt x="486029" y="17438"/>
                </a:cubicBezTo>
                <a:cubicBezTo>
                  <a:pt x="484056" y="19452"/>
                  <a:pt x="481666" y="20459"/>
                  <a:pt x="478858" y="20459"/>
                </a:cubicBezTo>
                <a:cubicBezTo>
                  <a:pt x="476050" y="20459"/>
                  <a:pt x="473643" y="19452"/>
                  <a:pt x="471637" y="17438"/>
                </a:cubicBezTo>
                <a:cubicBezTo>
                  <a:pt x="469631" y="15422"/>
                  <a:pt x="468628" y="13002"/>
                  <a:pt x="468628" y="10180"/>
                </a:cubicBezTo>
                <a:cubicBezTo>
                  <a:pt x="468628" y="7357"/>
                  <a:pt x="469614" y="4955"/>
                  <a:pt x="471587" y="2974"/>
                </a:cubicBezTo>
                <a:cubicBezTo>
                  <a:pt x="473559" y="991"/>
                  <a:pt x="475983" y="0"/>
                  <a:pt x="478858" y="0"/>
                </a:cubicBezTo>
                <a:moveTo>
                  <a:pt x="487182" y="48140"/>
                </a:moveTo>
                <a:lnTo>
                  <a:pt x="487182" y="121754"/>
                </a:lnTo>
                <a:cubicBezTo>
                  <a:pt x="487182" y="127537"/>
                  <a:pt x="487600" y="131388"/>
                  <a:pt x="488436" y="133306"/>
                </a:cubicBezTo>
                <a:cubicBezTo>
                  <a:pt x="489271" y="135222"/>
                  <a:pt x="490508" y="136651"/>
                  <a:pt x="492146" y="137594"/>
                </a:cubicBezTo>
                <a:cubicBezTo>
                  <a:pt x="493785" y="138534"/>
                  <a:pt x="496777" y="139004"/>
                  <a:pt x="501123" y="139004"/>
                </a:cubicBezTo>
                <a:lnTo>
                  <a:pt x="501123" y="142615"/>
                </a:lnTo>
                <a:lnTo>
                  <a:pt x="456493" y="142615"/>
                </a:lnTo>
                <a:lnTo>
                  <a:pt x="456493" y="139004"/>
                </a:lnTo>
                <a:cubicBezTo>
                  <a:pt x="460972" y="139004"/>
                  <a:pt x="463981" y="138567"/>
                  <a:pt x="465519" y="137694"/>
                </a:cubicBezTo>
                <a:cubicBezTo>
                  <a:pt x="467057" y="136819"/>
                  <a:pt x="468277" y="135373"/>
                  <a:pt x="469180" y="133356"/>
                </a:cubicBezTo>
                <a:cubicBezTo>
                  <a:pt x="470082" y="131338"/>
                  <a:pt x="470534" y="127471"/>
                  <a:pt x="470534" y="121754"/>
                </a:cubicBezTo>
                <a:lnTo>
                  <a:pt x="470534" y="86652"/>
                </a:lnTo>
                <a:cubicBezTo>
                  <a:pt x="470534" y="76648"/>
                  <a:pt x="470233" y="70169"/>
                  <a:pt x="469631" y="67214"/>
                </a:cubicBezTo>
                <a:cubicBezTo>
                  <a:pt x="469163" y="65064"/>
                  <a:pt x="468427" y="63571"/>
                  <a:pt x="467425" y="62736"/>
                </a:cubicBezTo>
                <a:cubicBezTo>
                  <a:pt x="466422" y="61898"/>
                  <a:pt x="465051" y="61479"/>
                  <a:pt x="463313" y="61479"/>
                </a:cubicBezTo>
                <a:cubicBezTo>
                  <a:pt x="461440" y="61479"/>
                  <a:pt x="459167" y="61980"/>
                  <a:pt x="456493" y="62983"/>
                </a:cubicBezTo>
                <a:lnTo>
                  <a:pt x="455089" y="59373"/>
                </a:lnTo>
                <a:lnTo>
                  <a:pt x="482769" y="48140"/>
                </a:lnTo>
                <a:lnTo>
                  <a:pt x="487182" y="48140"/>
                </a:lnTo>
                <a:close/>
                <a:moveTo>
                  <a:pt x="557521" y="48140"/>
                </a:moveTo>
                <a:cubicBezTo>
                  <a:pt x="571428" y="48140"/>
                  <a:pt x="582594" y="53417"/>
                  <a:pt x="591018" y="63970"/>
                </a:cubicBezTo>
                <a:cubicBezTo>
                  <a:pt x="598172" y="72986"/>
                  <a:pt x="601749" y="83339"/>
                  <a:pt x="601749" y="95029"/>
                </a:cubicBezTo>
                <a:cubicBezTo>
                  <a:pt x="601749" y="103245"/>
                  <a:pt x="599777" y="111561"/>
                  <a:pt x="595832" y="119977"/>
                </a:cubicBezTo>
                <a:cubicBezTo>
                  <a:pt x="591887" y="128391"/>
                  <a:pt x="586455" y="134735"/>
                  <a:pt x="579535" y="139010"/>
                </a:cubicBezTo>
                <a:cubicBezTo>
                  <a:pt x="572615" y="143285"/>
                  <a:pt x="564909" y="145423"/>
                  <a:pt x="556418" y="145423"/>
                </a:cubicBezTo>
                <a:cubicBezTo>
                  <a:pt x="542577" y="145423"/>
                  <a:pt x="531579" y="139912"/>
                  <a:pt x="523422" y="128890"/>
                </a:cubicBezTo>
                <a:cubicBezTo>
                  <a:pt x="516535" y="119607"/>
                  <a:pt x="513092" y="109188"/>
                  <a:pt x="513092" y="97634"/>
                </a:cubicBezTo>
                <a:cubicBezTo>
                  <a:pt x="513092" y="89218"/>
                  <a:pt x="515181" y="80852"/>
                  <a:pt x="519360" y="72536"/>
                </a:cubicBezTo>
                <a:cubicBezTo>
                  <a:pt x="523539" y="64220"/>
                  <a:pt x="529038" y="58075"/>
                  <a:pt x="535858" y="54101"/>
                </a:cubicBezTo>
                <a:cubicBezTo>
                  <a:pt x="542678" y="50127"/>
                  <a:pt x="549899" y="48140"/>
                  <a:pt x="557521" y="48140"/>
                </a:cubicBezTo>
                <a:moveTo>
                  <a:pt x="554412" y="54759"/>
                </a:moveTo>
                <a:cubicBezTo>
                  <a:pt x="550868" y="54759"/>
                  <a:pt x="547308" y="55809"/>
                  <a:pt x="543731" y="57909"/>
                </a:cubicBezTo>
                <a:cubicBezTo>
                  <a:pt x="540154" y="60007"/>
                  <a:pt x="537262" y="63687"/>
                  <a:pt x="535055" y="68950"/>
                </a:cubicBezTo>
                <a:cubicBezTo>
                  <a:pt x="532849" y="74214"/>
                  <a:pt x="531746" y="80975"/>
                  <a:pt x="531746" y="89234"/>
                </a:cubicBezTo>
                <a:cubicBezTo>
                  <a:pt x="531746" y="102559"/>
                  <a:pt x="534404" y="114051"/>
                  <a:pt x="539719" y="123713"/>
                </a:cubicBezTo>
                <a:cubicBezTo>
                  <a:pt x="545034" y="133372"/>
                  <a:pt x="552038" y="138202"/>
                  <a:pt x="560730" y="138202"/>
                </a:cubicBezTo>
                <a:cubicBezTo>
                  <a:pt x="567216" y="138202"/>
                  <a:pt x="572564" y="135537"/>
                  <a:pt x="576777" y="130207"/>
                </a:cubicBezTo>
                <a:cubicBezTo>
                  <a:pt x="580989" y="124877"/>
                  <a:pt x="583095" y="115717"/>
                  <a:pt x="583095" y="102727"/>
                </a:cubicBezTo>
                <a:cubicBezTo>
                  <a:pt x="583095" y="86471"/>
                  <a:pt x="579585" y="73680"/>
                  <a:pt x="572564" y="64353"/>
                </a:cubicBezTo>
                <a:cubicBezTo>
                  <a:pt x="567817" y="57957"/>
                  <a:pt x="561766" y="54759"/>
                  <a:pt x="554412" y="54759"/>
                </a:cubicBezTo>
                <a:close/>
                <a:moveTo>
                  <a:pt x="642066" y="67496"/>
                </a:moveTo>
                <a:cubicBezTo>
                  <a:pt x="652831" y="54592"/>
                  <a:pt x="663094" y="48140"/>
                  <a:pt x="672856" y="48140"/>
                </a:cubicBezTo>
                <a:cubicBezTo>
                  <a:pt x="677870" y="48140"/>
                  <a:pt x="682183" y="49390"/>
                  <a:pt x="685793" y="51891"/>
                </a:cubicBezTo>
                <a:cubicBezTo>
                  <a:pt x="689404" y="54390"/>
                  <a:pt x="692279" y="58508"/>
                  <a:pt x="694418" y="64243"/>
                </a:cubicBezTo>
                <a:cubicBezTo>
                  <a:pt x="695889" y="68244"/>
                  <a:pt x="696625" y="74379"/>
                  <a:pt x="696625" y="82647"/>
                </a:cubicBezTo>
                <a:lnTo>
                  <a:pt x="696625" y="121754"/>
                </a:lnTo>
                <a:cubicBezTo>
                  <a:pt x="696625" y="127604"/>
                  <a:pt x="697093" y="131572"/>
                  <a:pt x="698029" y="133657"/>
                </a:cubicBezTo>
                <a:cubicBezTo>
                  <a:pt x="698764" y="135339"/>
                  <a:pt x="699951" y="136651"/>
                  <a:pt x="701589" y="137594"/>
                </a:cubicBezTo>
                <a:cubicBezTo>
                  <a:pt x="703227" y="138534"/>
                  <a:pt x="706253" y="139004"/>
                  <a:pt x="710666" y="139004"/>
                </a:cubicBezTo>
                <a:lnTo>
                  <a:pt x="710666" y="142615"/>
                </a:lnTo>
                <a:lnTo>
                  <a:pt x="665234" y="142615"/>
                </a:lnTo>
                <a:lnTo>
                  <a:pt x="665234" y="139004"/>
                </a:lnTo>
                <a:lnTo>
                  <a:pt x="667139" y="139004"/>
                </a:lnTo>
                <a:cubicBezTo>
                  <a:pt x="671418" y="139004"/>
                  <a:pt x="674410" y="138349"/>
                  <a:pt x="676115" y="137039"/>
                </a:cubicBezTo>
                <a:cubicBezTo>
                  <a:pt x="677820" y="135727"/>
                  <a:pt x="679007" y="133793"/>
                  <a:pt x="679676" y="131238"/>
                </a:cubicBezTo>
                <a:cubicBezTo>
                  <a:pt x="679943" y="130229"/>
                  <a:pt x="680077" y="127067"/>
                  <a:pt x="680077" y="121754"/>
                </a:cubicBezTo>
                <a:lnTo>
                  <a:pt x="680077" y="84207"/>
                </a:lnTo>
                <a:cubicBezTo>
                  <a:pt x="680077" y="75862"/>
                  <a:pt x="678990" y="69804"/>
                  <a:pt x="676817" y="66033"/>
                </a:cubicBezTo>
                <a:cubicBezTo>
                  <a:pt x="674644" y="62261"/>
                  <a:pt x="670984" y="60376"/>
                  <a:pt x="665835" y="60376"/>
                </a:cubicBezTo>
                <a:cubicBezTo>
                  <a:pt x="657879" y="60376"/>
                  <a:pt x="649956" y="64721"/>
                  <a:pt x="642066" y="73413"/>
                </a:cubicBezTo>
                <a:lnTo>
                  <a:pt x="642066" y="121754"/>
                </a:lnTo>
                <a:cubicBezTo>
                  <a:pt x="642066" y="128008"/>
                  <a:pt x="642434" y="131875"/>
                  <a:pt x="643169" y="133356"/>
                </a:cubicBezTo>
                <a:cubicBezTo>
                  <a:pt x="644105" y="135306"/>
                  <a:pt x="645393" y="136735"/>
                  <a:pt x="647031" y="137644"/>
                </a:cubicBezTo>
                <a:cubicBezTo>
                  <a:pt x="648669" y="138551"/>
                  <a:pt x="651995" y="139004"/>
                  <a:pt x="657010" y="139004"/>
                </a:cubicBezTo>
                <a:lnTo>
                  <a:pt x="657010" y="142615"/>
                </a:lnTo>
                <a:lnTo>
                  <a:pt x="611578" y="142615"/>
                </a:lnTo>
                <a:lnTo>
                  <a:pt x="611578" y="139004"/>
                </a:lnTo>
                <a:lnTo>
                  <a:pt x="613583" y="139004"/>
                </a:lnTo>
                <a:cubicBezTo>
                  <a:pt x="618264" y="139004"/>
                  <a:pt x="621423" y="137811"/>
                  <a:pt x="623061" y="135425"/>
                </a:cubicBezTo>
                <a:cubicBezTo>
                  <a:pt x="624699" y="133037"/>
                  <a:pt x="625518" y="128480"/>
                  <a:pt x="625518" y="121754"/>
                </a:cubicBezTo>
                <a:lnTo>
                  <a:pt x="625518" y="87855"/>
                </a:lnTo>
                <a:cubicBezTo>
                  <a:pt x="625518" y="76823"/>
                  <a:pt x="625267" y="70104"/>
                  <a:pt x="624766" y="67697"/>
                </a:cubicBezTo>
                <a:cubicBezTo>
                  <a:pt x="624264" y="65290"/>
                  <a:pt x="623496" y="63652"/>
                  <a:pt x="622459" y="62783"/>
                </a:cubicBezTo>
                <a:cubicBezTo>
                  <a:pt x="621423" y="61913"/>
                  <a:pt x="620036" y="61479"/>
                  <a:pt x="618297" y="61479"/>
                </a:cubicBezTo>
                <a:cubicBezTo>
                  <a:pt x="616425" y="61479"/>
                  <a:pt x="614185" y="61980"/>
                  <a:pt x="611578" y="62983"/>
                </a:cubicBezTo>
                <a:lnTo>
                  <a:pt x="610073" y="59373"/>
                </a:lnTo>
                <a:lnTo>
                  <a:pt x="637754" y="48140"/>
                </a:lnTo>
                <a:lnTo>
                  <a:pt x="642066" y="48140"/>
                </a:lnTo>
                <a:lnTo>
                  <a:pt x="642066" y="6749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Execution">
            <a:extLst xmlns:a="http://schemas.openxmlformats.org/drawingml/2006/main">
              <a:ext uri="{FF2B5EF4-FFF2-40B4-BE49-F238E27FC236}">
                <a16:creationId xmlns:a16="http://schemas.microsoft.com/office/drawing/2014/main" id="{6E5CDF3F-D502-4D0C-BB9B-6F5B3210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7933" y="8214556"/>
            <a:ext cx="827770" cy="145423"/>
          </a:xfrm>
          <a:custGeom xmlns:a="http://schemas.openxmlformats.org/drawingml/2006/main">
            <a:pathLst>
              <a:path w="827770" h="145423">
                <a:moveTo>
                  <a:pt x="38713" y="14041"/>
                </a:moveTo>
                <a:lnTo>
                  <a:pt x="38713" y="67597"/>
                </a:lnTo>
                <a:lnTo>
                  <a:pt x="68599" y="67597"/>
                </a:lnTo>
                <a:cubicBezTo>
                  <a:pt x="76355" y="67597"/>
                  <a:pt x="81537" y="66420"/>
                  <a:pt x="84145" y="64067"/>
                </a:cubicBezTo>
                <a:cubicBezTo>
                  <a:pt x="87621" y="60977"/>
                  <a:pt x="89560" y="55534"/>
                  <a:pt x="89962" y="47739"/>
                </a:cubicBezTo>
                <a:lnTo>
                  <a:pt x="93672" y="47739"/>
                </a:lnTo>
                <a:lnTo>
                  <a:pt x="93672" y="95277"/>
                </a:lnTo>
                <a:lnTo>
                  <a:pt x="89962" y="95277"/>
                </a:lnTo>
                <a:cubicBezTo>
                  <a:pt x="89025" y="88658"/>
                  <a:pt x="88089" y="84412"/>
                  <a:pt x="87153" y="82540"/>
                </a:cubicBezTo>
                <a:cubicBezTo>
                  <a:pt x="85950" y="80200"/>
                  <a:pt x="83977" y="78361"/>
                  <a:pt x="81236" y="77024"/>
                </a:cubicBezTo>
                <a:cubicBezTo>
                  <a:pt x="78495" y="75687"/>
                  <a:pt x="74283" y="75018"/>
                  <a:pt x="68599" y="75018"/>
                </a:cubicBezTo>
                <a:lnTo>
                  <a:pt x="38713" y="75018"/>
                </a:lnTo>
                <a:lnTo>
                  <a:pt x="38713" y="119924"/>
                </a:lnTo>
                <a:cubicBezTo>
                  <a:pt x="38713" y="125952"/>
                  <a:pt x="38980" y="129618"/>
                  <a:pt x="39515" y="130924"/>
                </a:cubicBezTo>
                <a:cubicBezTo>
                  <a:pt x="40050" y="132230"/>
                  <a:pt x="40986" y="133269"/>
                  <a:pt x="42323" y="134040"/>
                </a:cubicBezTo>
                <a:cubicBezTo>
                  <a:pt x="43660" y="134809"/>
                  <a:pt x="46201" y="135193"/>
                  <a:pt x="49945" y="135193"/>
                </a:cubicBezTo>
                <a:lnTo>
                  <a:pt x="73012" y="135193"/>
                </a:lnTo>
                <a:cubicBezTo>
                  <a:pt x="80701" y="135193"/>
                  <a:pt x="86284" y="134658"/>
                  <a:pt x="89761" y="133588"/>
                </a:cubicBezTo>
                <a:cubicBezTo>
                  <a:pt x="93238" y="132519"/>
                  <a:pt x="96581" y="130412"/>
                  <a:pt x="99790" y="127270"/>
                </a:cubicBezTo>
                <a:cubicBezTo>
                  <a:pt x="103935" y="123125"/>
                  <a:pt x="108181" y="116873"/>
                  <a:pt x="112527" y="108515"/>
                </a:cubicBezTo>
                <a:lnTo>
                  <a:pt x="116539" y="108515"/>
                </a:lnTo>
                <a:lnTo>
                  <a:pt x="104805" y="142615"/>
                </a:lnTo>
                <a:lnTo>
                  <a:pt x="0" y="142615"/>
                </a:lnTo>
                <a:lnTo>
                  <a:pt x="0" y="138804"/>
                </a:lnTo>
                <a:lnTo>
                  <a:pt x="4814" y="138804"/>
                </a:lnTo>
                <a:cubicBezTo>
                  <a:pt x="8023" y="138804"/>
                  <a:pt x="11066" y="138035"/>
                  <a:pt x="13941" y="136497"/>
                </a:cubicBezTo>
                <a:cubicBezTo>
                  <a:pt x="16080" y="135427"/>
                  <a:pt x="17534" y="133822"/>
                  <a:pt x="18303" y="131683"/>
                </a:cubicBezTo>
                <a:cubicBezTo>
                  <a:pt x="19072" y="129543"/>
                  <a:pt x="19457" y="125164"/>
                  <a:pt x="19457" y="118545"/>
                </a:cubicBezTo>
                <a:lnTo>
                  <a:pt x="19457" y="30288"/>
                </a:lnTo>
                <a:cubicBezTo>
                  <a:pt x="19457" y="21707"/>
                  <a:pt x="18587" y="16419"/>
                  <a:pt x="16849" y="14423"/>
                </a:cubicBezTo>
                <a:cubicBezTo>
                  <a:pt x="14442" y="11761"/>
                  <a:pt x="10430" y="10430"/>
                  <a:pt x="4814" y="10430"/>
                </a:cubicBezTo>
                <a:lnTo>
                  <a:pt x="0" y="10430"/>
                </a:lnTo>
                <a:lnTo>
                  <a:pt x="0" y="6619"/>
                </a:lnTo>
                <a:lnTo>
                  <a:pt x="104805" y="6619"/>
                </a:lnTo>
                <a:lnTo>
                  <a:pt x="106309" y="36506"/>
                </a:lnTo>
                <a:lnTo>
                  <a:pt x="102398" y="36506"/>
                </a:lnTo>
                <a:cubicBezTo>
                  <a:pt x="100994" y="29321"/>
                  <a:pt x="99439" y="24384"/>
                  <a:pt x="97734" y="21697"/>
                </a:cubicBezTo>
                <a:cubicBezTo>
                  <a:pt x="96029" y="19010"/>
                  <a:pt x="93505" y="16962"/>
                  <a:pt x="90162" y="15551"/>
                </a:cubicBezTo>
                <a:cubicBezTo>
                  <a:pt x="87488" y="14544"/>
                  <a:pt x="82774" y="14041"/>
                  <a:pt x="76021" y="14041"/>
                </a:cubicBezTo>
                <a:lnTo>
                  <a:pt x="38713" y="14041"/>
                </a:lnTo>
                <a:close/>
                <a:moveTo>
                  <a:pt x="123992" y="50748"/>
                </a:moveTo>
                <a:lnTo>
                  <a:pt x="167218" y="50748"/>
                </a:lnTo>
                <a:lnTo>
                  <a:pt x="167218" y="54358"/>
                </a:lnTo>
                <a:cubicBezTo>
                  <a:pt x="164477" y="54358"/>
                  <a:pt x="162555" y="54831"/>
                  <a:pt x="161451" y="55778"/>
                </a:cubicBezTo>
                <a:cubicBezTo>
                  <a:pt x="160348" y="56722"/>
                  <a:pt x="159797" y="57971"/>
                  <a:pt x="159797" y="59523"/>
                </a:cubicBezTo>
                <a:cubicBezTo>
                  <a:pt x="159797" y="61144"/>
                  <a:pt x="160967" y="63643"/>
                  <a:pt x="163307" y="67020"/>
                </a:cubicBezTo>
                <a:cubicBezTo>
                  <a:pt x="164042" y="68067"/>
                  <a:pt x="165145" y="69704"/>
                  <a:pt x="166616" y="71931"/>
                </a:cubicBezTo>
                <a:lnTo>
                  <a:pt x="173135" y="82399"/>
                </a:lnTo>
                <a:lnTo>
                  <a:pt x="180657" y="71969"/>
                </a:lnTo>
                <a:cubicBezTo>
                  <a:pt x="185471" y="65414"/>
                  <a:pt x="187878" y="61250"/>
                  <a:pt x="187878" y="59476"/>
                </a:cubicBezTo>
                <a:cubicBezTo>
                  <a:pt x="187878" y="58043"/>
                  <a:pt x="187310" y="56832"/>
                  <a:pt x="186173" y="55844"/>
                </a:cubicBezTo>
                <a:cubicBezTo>
                  <a:pt x="185037" y="54853"/>
                  <a:pt x="183198" y="54358"/>
                  <a:pt x="180657" y="54358"/>
                </a:cubicBezTo>
                <a:lnTo>
                  <a:pt x="180657" y="50748"/>
                </a:lnTo>
                <a:lnTo>
                  <a:pt x="211748" y="50748"/>
                </a:lnTo>
                <a:lnTo>
                  <a:pt x="211748" y="54358"/>
                </a:lnTo>
                <a:cubicBezTo>
                  <a:pt x="208471" y="54559"/>
                  <a:pt x="205630" y="55462"/>
                  <a:pt x="203223" y="57069"/>
                </a:cubicBezTo>
                <a:cubicBezTo>
                  <a:pt x="199947" y="59344"/>
                  <a:pt x="195467" y="64296"/>
                  <a:pt x="189784" y="71925"/>
                </a:cubicBezTo>
                <a:lnTo>
                  <a:pt x="177247" y="88655"/>
                </a:lnTo>
                <a:lnTo>
                  <a:pt x="200114" y="121632"/>
                </a:lnTo>
                <a:cubicBezTo>
                  <a:pt x="205730" y="129732"/>
                  <a:pt x="209742" y="134603"/>
                  <a:pt x="212149" y="136243"/>
                </a:cubicBezTo>
                <a:cubicBezTo>
                  <a:pt x="214556" y="137883"/>
                  <a:pt x="217665" y="138804"/>
                  <a:pt x="221476" y="139004"/>
                </a:cubicBezTo>
                <a:lnTo>
                  <a:pt x="221476" y="142615"/>
                </a:lnTo>
                <a:lnTo>
                  <a:pt x="178150" y="142615"/>
                </a:lnTo>
                <a:lnTo>
                  <a:pt x="178150" y="139004"/>
                </a:lnTo>
                <a:cubicBezTo>
                  <a:pt x="181159" y="139004"/>
                  <a:pt x="183499" y="138334"/>
                  <a:pt x="185170" y="136995"/>
                </a:cubicBezTo>
                <a:cubicBezTo>
                  <a:pt x="186441" y="136057"/>
                  <a:pt x="187076" y="134817"/>
                  <a:pt x="187076" y="133275"/>
                </a:cubicBezTo>
                <a:cubicBezTo>
                  <a:pt x="187076" y="131735"/>
                  <a:pt x="184936" y="127850"/>
                  <a:pt x="180657" y="121619"/>
                </a:cubicBezTo>
                <a:lnTo>
                  <a:pt x="167218" y="101968"/>
                </a:lnTo>
                <a:lnTo>
                  <a:pt x="152475" y="121538"/>
                </a:lnTo>
                <a:cubicBezTo>
                  <a:pt x="147929" y="127662"/>
                  <a:pt x="145655" y="131296"/>
                  <a:pt x="145655" y="132441"/>
                </a:cubicBezTo>
                <a:cubicBezTo>
                  <a:pt x="145655" y="134056"/>
                  <a:pt x="146408" y="135521"/>
                  <a:pt x="147912" y="136835"/>
                </a:cubicBezTo>
                <a:cubicBezTo>
                  <a:pt x="149416" y="138147"/>
                  <a:pt x="151673" y="138870"/>
                  <a:pt x="154682" y="139004"/>
                </a:cubicBezTo>
                <a:lnTo>
                  <a:pt x="154682" y="142615"/>
                </a:lnTo>
                <a:lnTo>
                  <a:pt x="124694" y="142615"/>
                </a:lnTo>
                <a:lnTo>
                  <a:pt x="124694" y="139004"/>
                </a:lnTo>
                <a:cubicBezTo>
                  <a:pt x="127101" y="138670"/>
                  <a:pt x="129208" y="137833"/>
                  <a:pt x="131013" y="136494"/>
                </a:cubicBezTo>
                <a:cubicBezTo>
                  <a:pt x="133554" y="134553"/>
                  <a:pt x="137833" y="129599"/>
                  <a:pt x="143850" y="121632"/>
                </a:cubicBezTo>
                <a:lnTo>
                  <a:pt x="163106" y="96004"/>
                </a:lnTo>
                <a:lnTo>
                  <a:pt x="145655" y="70724"/>
                </a:lnTo>
                <a:cubicBezTo>
                  <a:pt x="140708" y="63495"/>
                  <a:pt x="136880" y="58960"/>
                  <a:pt x="134172" y="57119"/>
                </a:cubicBezTo>
                <a:cubicBezTo>
                  <a:pt x="131464" y="55278"/>
                  <a:pt x="128071" y="54358"/>
                  <a:pt x="123992" y="54358"/>
                </a:cubicBezTo>
                <a:lnTo>
                  <a:pt x="123992" y="50748"/>
                </a:lnTo>
                <a:close/>
                <a:moveTo>
                  <a:pt x="245847" y="85448"/>
                </a:moveTo>
                <a:cubicBezTo>
                  <a:pt x="245780" y="99025"/>
                  <a:pt x="249089" y="109674"/>
                  <a:pt x="255776" y="117394"/>
                </a:cubicBezTo>
                <a:cubicBezTo>
                  <a:pt x="262462" y="125115"/>
                  <a:pt x="270318" y="128975"/>
                  <a:pt x="279344" y="128975"/>
                </a:cubicBezTo>
                <a:cubicBezTo>
                  <a:pt x="285362" y="128975"/>
                  <a:pt x="290593" y="127313"/>
                  <a:pt x="295040" y="123989"/>
                </a:cubicBezTo>
                <a:cubicBezTo>
                  <a:pt x="299486" y="120664"/>
                  <a:pt x="303213" y="114972"/>
                  <a:pt x="306222" y="106911"/>
                </a:cubicBezTo>
                <a:lnTo>
                  <a:pt x="309331" y="108926"/>
                </a:lnTo>
                <a:cubicBezTo>
                  <a:pt x="307927" y="118134"/>
                  <a:pt x="303849" y="126519"/>
                  <a:pt x="297096" y="134080"/>
                </a:cubicBezTo>
                <a:cubicBezTo>
                  <a:pt x="290343" y="141642"/>
                  <a:pt x="281885" y="145423"/>
                  <a:pt x="271722" y="145423"/>
                </a:cubicBezTo>
                <a:cubicBezTo>
                  <a:pt x="260690" y="145423"/>
                  <a:pt x="251246" y="141136"/>
                  <a:pt x="243390" y="132563"/>
                </a:cubicBezTo>
                <a:cubicBezTo>
                  <a:pt x="235533" y="123989"/>
                  <a:pt x="231605" y="112461"/>
                  <a:pt x="231605" y="97982"/>
                </a:cubicBezTo>
                <a:cubicBezTo>
                  <a:pt x="231605" y="82303"/>
                  <a:pt x="235634" y="70077"/>
                  <a:pt x="243690" y="61303"/>
                </a:cubicBezTo>
                <a:cubicBezTo>
                  <a:pt x="251747" y="52528"/>
                  <a:pt x="261860" y="48140"/>
                  <a:pt x="274029" y="48140"/>
                </a:cubicBezTo>
                <a:cubicBezTo>
                  <a:pt x="284325" y="48140"/>
                  <a:pt x="292783" y="51525"/>
                  <a:pt x="299402" y="58294"/>
                </a:cubicBezTo>
                <a:cubicBezTo>
                  <a:pt x="306022" y="65062"/>
                  <a:pt x="309331" y="74113"/>
                  <a:pt x="309331" y="85448"/>
                </a:cubicBezTo>
                <a:lnTo>
                  <a:pt x="245847" y="85448"/>
                </a:lnTo>
                <a:moveTo>
                  <a:pt x="245847" y="79631"/>
                </a:moveTo>
                <a:lnTo>
                  <a:pt x="288370" y="79631"/>
                </a:lnTo>
                <a:cubicBezTo>
                  <a:pt x="288036" y="73796"/>
                  <a:pt x="287334" y="69685"/>
                  <a:pt x="286264" y="67299"/>
                </a:cubicBezTo>
                <a:cubicBezTo>
                  <a:pt x="284593" y="63584"/>
                  <a:pt x="282102" y="60666"/>
                  <a:pt x="278792" y="58545"/>
                </a:cubicBezTo>
                <a:cubicBezTo>
                  <a:pt x="275483" y="56422"/>
                  <a:pt x="272023" y="55361"/>
                  <a:pt x="268412" y="55361"/>
                </a:cubicBezTo>
                <a:cubicBezTo>
                  <a:pt x="262863" y="55361"/>
                  <a:pt x="257898" y="57499"/>
                  <a:pt x="253519" y="61776"/>
                </a:cubicBezTo>
                <a:cubicBezTo>
                  <a:pt x="249140" y="66053"/>
                  <a:pt x="246582" y="72005"/>
                  <a:pt x="245847" y="79631"/>
                </a:cubicBezTo>
                <a:close/>
                <a:moveTo>
                  <a:pt x="399625" y="107713"/>
                </a:moveTo>
                <a:cubicBezTo>
                  <a:pt x="397151" y="119815"/>
                  <a:pt x="392303" y="129125"/>
                  <a:pt x="385082" y="135644"/>
                </a:cubicBezTo>
                <a:cubicBezTo>
                  <a:pt x="377861" y="142163"/>
                  <a:pt x="369871" y="145423"/>
                  <a:pt x="361113" y="145423"/>
                </a:cubicBezTo>
                <a:cubicBezTo>
                  <a:pt x="350682" y="145423"/>
                  <a:pt x="341589" y="141049"/>
                  <a:pt x="333833" y="132300"/>
                </a:cubicBezTo>
                <a:cubicBezTo>
                  <a:pt x="326077" y="123550"/>
                  <a:pt x="322200" y="111727"/>
                  <a:pt x="322200" y="96831"/>
                </a:cubicBezTo>
                <a:cubicBezTo>
                  <a:pt x="322200" y="82404"/>
                  <a:pt x="326495" y="70683"/>
                  <a:pt x="335087" y="61667"/>
                </a:cubicBezTo>
                <a:cubicBezTo>
                  <a:pt x="343679" y="52649"/>
                  <a:pt x="353992" y="48140"/>
                  <a:pt x="366027" y="48140"/>
                </a:cubicBezTo>
                <a:cubicBezTo>
                  <a:pt x="375053" y="48140"/>
                  <a:pt x="382475" y="50539"/>
                  <a:pt x="388292" y="55336"/>
                </a:cubicBezTo>
                <a:cubicBezTo>
                  <a:pt x="394109" y="60131"/>
                  <a:pt x="397017" y="65111"/>
                  <a:pt x="397017" y="70276"/>
                </a:cubicBezTo>
                <a:cubicBezTo>
                  <a:pt x="397017" y="72825"/>
                  <a:pt x="396198" y="74889"/>
                  <a:pt x="394560" y="76466"/>
                </a:cubicBezTo>
                <a:cubicBezTo>
                  <a:pt x="392922" y="78041"/>
                  <a:pt x="390632" y="78829"/>
                  <a:pt x="387690" y="78829"/>
                </a:cubicBezTo>
                <a:cubicBezTo>
                  <a:pt x="383745" y="78829"/>
                  <a:pt x="380770" y="77548"/>
                  <a:pt x="378764" y="74987"/>
                </a:cubicBezTo>
                <a:cubicBezTo>
                  <a:pt x="377627" y="73570"/>
                  <a:pt x="376875" y="70873"/>
                  <a:pt x="376507" y="66894"/>
                </a:cubicBezTo>
                <a:cubicBezTo>
                  <a:pt x="376140" y="62916"/>
                  <a:pt x="374786" y="59882"/>
                  <a:pt x="372446" y="57793"/>
                </a:cubicBezTo>
                <a:cubicBezTo>
                  <a:pt x="370105" y="55770"/>
                  <a:pt x="366863" y="54759"/>
                  <a:pt x="362717" y="54759"/>
                </a:cubicBezTo>
                <a:cubicBezTo>
                  <a:pt x="356031" y="54759"/>
                  <a:pt x="350649" y="57233"/>
                  <a:pt x="346570" y="62181"/>
                </a:cubicBezTo>
                <a:cubicBezTo>
                  <a:pt x="341155" y="68733"/>
                  <a:pt x="338447" y="77392"/>
                  <a:pt x="338447" y="88156"/>
                </a:cubicBezTo>
                <a:cubicBezTo>
                  <a:pt x="338447" y="99121"/>
                  <a:pt x="341138" y="108800"/>
                  <a:pt x="346520" y="117191"/>
                </a:cubicBezTo>
                <a:cubicBezTo>
                  <a:pt x="351903" y="125582"/>
                  <a:pt x="359174" y="129777"/>
                  <a:pt x="368334" y="129777"/>
                </a:cubicBezTo>
                <a:cubicBezTo>
                  <a:pt x="374886" y="129777"/>
                  <a:pt x="380770" y="127537"/>
                  <a:pt x="385985" y="123058"/>
                </a:cubicBezTo>
                <a:cubicBezTo>
                  <a:pt x="389662" y="119982"/>
                  <a:pt x="393239" y="114399"/>
                  <a:pt x="396716" y="106309"/>
                </a:cubicBezTo>
                <a:lnTo>
                  <a:pt x="399625" y="107713"/>
                </a:lnTo>
                <a:close/>
                <a:moveTo>
                  <a:pt x="493329" y="50748"/>
                </a:moveTo>
                <a:lnTo>
                  <a:pt x="493329" y="106710"/>
                </a:lnTo>
                <a:cubicBezTo>
                  <a:pt x="493329" y="117209"/>
                  <a:pt x="493580" y="123631"/>
                  <a:pt x="494081" y="125976"/>
                </a:cubicBezTo>
                <a:cubicBezTo>
                  <a:pt x="494583" y="128318"/>
                  <a:pt x="495385" y="129955"/>
                  <a:pt x="496488" y="130887"/>
                </a:cubicBezTo>
                <a:cubicBezTo>
                  <a:pt x="497591" y="131819"/>
                  <a:pt x="498878" y="132285"/>
                  <a:pt x="500349" y="132285"/>
                </a:cubicBezTo>
                <a:cubicBezTo>
                  <a:pt x="502422" y="132285"/>
                  <a:pt x="504762" y="131716"/>
                  <a:pt x="507370" y="130580"/>
                </a:cubicBezTo>
                <a:lnTo>
                  <a:pt x="508774" y="134190"/>
                </a:lnTo>
                <a:lnTo>
                  <a:pt x="481294" y="145423"/>
                </a:lnTo>
                <a:lnTo>
                  <a:pt x="476781" y="145423"/>
                </a:lnTo>
                <a:lnTo>
                  <a:pt x="476781" y="126057"/>
                </a:lnTo>
                <a:cubicBezTo>
                  <a:pt x="468891" y="134576"/>
                  <a:pt x="462874" y="139933"/>
                  <a:pt x="458728" y="142129"/>
                </a:cubicBezTo>
                <a:cubicBezTo>
                  <a:pt x="454583" y="144325"/>
                  <a:pt x="450204" y="145423"/>
                  <a:pt x="445590" y="145423"/>
                </a:cubicBezTo>
                <a:cubicBezTo>
                  <a:pt x="440442" y="145423"/>
                  <a:pt x="435979" y="143935"/>
                  <a:pt x="432201" y="140960"/>
                </a:cubicBezTo>
                <a:cubicBezTo>
                  <a:pt x="428424" y="137984"/>
                  <a:pt x="425799" y="134157"/>
                  <a:pt x="424328" y="129476"/>
                </a:cubicBezTo>
                <a:cubicBezTo>
                  <a:pt x="422857" y="124796"/>
                  <a:pt x="422122" y="118177"/>
                  <a:pt x="422122" y="109619"/>
                </a:cubicBezTo>
                <a:lnTo>
                  <a:pt x="422122" y="68599"/>
                </a:lnTo>
                <a:cubicBezTo>
                  <a:pt x="422122" y="64222"/>
                  <a:pt x="421654" y="61192"/>
                  <a:pt x="420718" y="59511"/>
                </a:cubicBezTo>
                <a:cubicBezTo>
                  <a:pt x="419782" y="57826"/>
                  <a:pt x="418394" y="56530"/>
                  <a:pt x="416556" y="55621"/>
                </a:cubicBezTo>
                <a:cubicBezTo>
                  <a:pt x="414717" y="54712"/>
                  <a:pt x="411391" y="54291"/>
                  <a:pt x="406577" y="54358"/>
                </a:cubicBezTo>
                <a:lnTo>
                  <a:pt x="406577" y="50748"/>
                </a:lnTo>
                <a:lnTo>
                  <a:pt x="438770" y="50748"/>
                </a:lnTo>
                <a:lnTo>
                  <a:pt x="438770" y="112301"/>
                </a:lnTo>
                <a:cubicBezTo>
                  <a:pt x="438770" y="120870"/>
                  <a:pt x="440258" y="126494"/>
                  <a:pt x="443233" y="129172"/>
                </a:cubicBezTo>
                <a:cubicBezTo>
                  <a:pt x="446209" y="131849"/>
                  <a:pt x="449802" y="133187"/>
                  <a:pt x="454015" y="133187"/>
                </a:cubicBezTo>
                <a:cubicBezTo>
                  <a:pt x="456890" y="133187"/>
                  <a:pt x="460149" y="132284"/>
                  <a:pt x="463793" y="130476"/>
                </a:cubicBezTo>
                <a:cubicBezTo>
                  <a:pt x="467437" y="128669"/>
                  <a:pt x="471766" y="125221"/>
                  <a:pt x="476781" y="120134"/>
                </a:cubicBezTo>
                <a:lnTo>
                  <a:pt x="476781" y="68198"/>
                </a:lnTo>
                <a:cubicBezTo>
                  <a:pt x="476781" y="62868"/>
                  <a:pt x="475828" y="59263"/>
                  <a:pt x="473923" y="57382"/>
                </a:cubicBezTo>
                <a:cubicBezTo>
                  <a:pt x="472017" y="55502"/>
                  <a:pt x="468056" y="54494"/>
                  <a:pt x="462038" y="54358"/>
                </a:cubicBezTo>
                <a:lnTo>
                  <a:pt x="462038" y="50748"/>
                </a:lnTo>
                <a:lnTo>
                  <a:pt x="493329" y="50748"/>
                </a:lnTo>
                <a:close/>
                <a:moveTo>
                  <a:pt x="542171" y="20459"/>
                </a:moveTo>
                <a:lnTo>
                  <a:pt x="542171" y="50748"/>
                </a:lnTo>
                <a:lnTo>
                  <a:pt x="563633" y="50748"/>
                </a:lnTo>
                <a:lnTo>
                  <a:pt x="563633" y="57567"/>
                </a:lnTo>
                <a:lnTo>
                  <a:pt x="542171" y="57768"/>
                </a:lnTo>
                <a:lnTo>
                  <a:pt x="542171" y="117423"/>
                </a:lnTo>
                <a:cubicBezTo>
                  <a:pt x="542171" y="123380"/>
                  <a:pt x="543023" y="127396"/>
                  <a:pt x="544728" y="129473"/>
                </a:cubicBezTo>
                <a:cubicBezTo>
                  <a:pt x="546433" y="131548"/>
                  <a:pt x="548623" y="132585"/>
                  <a:pt x="551298" y="132585"/>
                </a:cubicBezTo>
                <a:cubicBezTo>
                  <a:pt x="553504" y="132585"/>
                  <a:pt x="555643" y="131892"/>
                  <a:pt x="557716" y="130504"/>
                </a:cubicBezTo>
                <a:cubicBezTo>
                  <a:pt x="559789" y="129117"/>
                  <a:pt x="561394" y="127069"/>
                  <a:pt x="562530" y="124362"/>
                </a:cubicBezTo>
                <a:lnTo>
                  <a:pt x="566442" y="124362"/>
                </a:lnTo>
                <a:cubicBezTo>
                  <a:pt x="564101" y="130947"/>
                  <a:pt x="560792" y="135903"/>
                  <a:pt x="556513" y="139230"/>
                </a:cubicBezTo>
                <a:cubicBezTo>
                  <a:pt x="552234" y="142556"/>
                  <a:pt x="547821" y="144219"/>
                  <a:pt x="543274" y="144219"/>
                </a:cubicBezTo>
                <a:cubicBezTo>
                  <a:pt x="540199" y="144219"/>
                  <a:pt x="537190" y="143364"/>
                  <a:pt x="534248" y="141652"/>
                </a:cubicBezTo>
                <a:cubicBezTo>
                  <a:pt x="531306" y="139941"/>
                  <a:pt x="529133" y="137492"/>
                  <a:pt x="527729" y="134306"/>
                </a:cubicBezTo>
                <a:cubicBezTo>
                  <a:pt x="526325" y="131120"/>
                  <a:pt x="525623" y="126205"/>
                  <a:pt x="525623" y="119563"/>
                </a:cubicBezTo>
                <a:lnTo>
                  <a:pt x="525623" y="57567"/>
                </a:lnTo>
                <a:lnTo>
                  <a:pt x="511081" y="57567"/>
                </a:lnTo>
                <a:lnTo>
                  <a:pt x="511081" y="54352"/>
                </a:lnTo>
                <a:cubicBezTo>
                  <a:pt x="514758" y="52889"/>
                  <a:pt x="518519" y="50413"/>
                  <a:pt x="522363" y="46924"/>
                </a:cubicBezTo>
                <a:cubicBezTo>
                  <a:pt x="526208" y="43435"/>
                  <a:pt x="529635" y="39276"/>
                  <a:pt x="532643" y="34447"/>
                </a:cubicBezTo>
                <a:cubicBezTo>
                  <a:pt x="534181" y="31898"/>
                  <a:pt x="536321" y="27235"/>
                  <a:pt x="539062" y="20459"/>
                </a:cubicBezTo>
                <a:lnTo>
                  <a:pt x="542171" y="20459"/>
                </a:lnTo>
                <a:close/>
                <a:moveTo>
                  <a:pt x="595962" y="0"/>
                </a:moveTo>
                <a:cubicBezTo>
                  <a:pt x="598770" y="0"/>
                  <a:pt x="601160" y="991"/>
                  <a:pt x="603132" y="2974"/>
                </a:cubicBezTo>
                <a:cubicBezTo>
                  <a:pt x="605105" y="4955"/>
                  <a:pt x="606091" y="7357"/>
                  <a:pt x="606091" y="10180"/>
                </a:cubicBezTo>
                <a:cubicBezTo>
                  <a:pt x="606091" y="13002"/>
                  <a:pt x="605105" y="15422"/>
                  <a:pt x="603132" y="17438"/>
                </a:cubicBezTo>
                <a:cubicBezTo>
                  <a:pt x="601160" y="19452"/>
                  <a:pt x="598770" y="20459"/>
                  <a:pt x="595962" y="20459"/>
                </a:cubicBezTo>
                <a:cubicBezTo>
                  <a:pt x="593153" y="20459"/>
                  <a:pt x="590746" y="19452"/>
                  <a:pt x="588741" y="17438"/>
                </a:cubicBezTo>
                <a:cubicBezTo>
                  <a:pt x="586735" y="15422"/>
                  <a:pt x="585732" y="13002"/>
                  <a:pt x="585732" y="10180"/>
                </a:cubicBezTo>
                <a:cubicBezTo>
                  <a:pt x="585732" y="7357"/>
                  <a:pt x="586718" y="4955"/>
                  <a:pt x="588690" y="2974"/>
                </a:cubicBezTo>
                <a:cubicBezTo>
                  <a:pt x="590663" y="991"/>
                  <a:pt x="593087" y="0"/>
                  <a:pt x="595962" y="0"/>
                </a:cubicBezTo>
                <a:moveTo>
                  <a:pt x="604286" y="48140"/>
                </a:moveTo>
                <a:lnTo>
                  <a:pt x="604286" y="121754"/>
                </a:lnTo>
                <a:cubicBezTo>
                  <a:pt x="604286" y="127537"/>
                  <a:pt x="604704" y="131388"/>
                  <a:pt x="605539" y="133306"/>
                </a:cubicBezTo>
                <a:cubicBezTo>
                  <a:pt x="606375" y="135222"/>
                  <a:pt x="607612" y="136651"/>
                  <a:pt x="609250" y="137594"/>
                </a:cubicBezTo>
                <a:cubicBezTo>
                  <a:pt x="610888" y="138534"/>
                  <a:pt x="613880" y="139004"/>
                  <a:pt x="618226" y="139004"/>
                </a:cubicBezTo>
                <a:lnTo>
                  <a:pt x="618226" y="142615"/>
                </a:lnTo>
                <a:lnTo>
                  <a:pt x="573597" y="142615"/>
                </a:lnTo>
                <a:lnTo>
                  <a:pt x="573597" y="139004"/>
                </a:lnTo>
                <a:cubicBezTo>
                  <a:pt x="578076" y="139004"/>
                  <a:pt x="581085" y="138567"/>
                  <a:pt x="582623" y="137694"/>
                </a:cubicBezTo>
                <a:cubicBezTo>
                  <a:pt x="584161" y="136819"/>
                  <a:pt x="585381" y="135373"/>
                  <a:pt x="586284" y="133356"/>
                </a:cubicBezTo>
                <a:cubicBezTo>
                  <a:pt x="587186" y="131338"/>
                  <a:pt x="587637" y="127471"/>
                  <a:pt x="587637" y="121754"/>
                </a:cubicBezTo>
                <a:lnTo>
                  <a:pt x="587637" y="86652"/>
                </a:lnTo>
                <a:cubicBezTo>
                  <a:pt x="587637" y="76648"/>
                  <a:pt x="587337" y="70169"/>
                  <a:pt x="586735" y="67214"/>
                </a:cubicBezTo>
                <a:cubicBezTo>
                  <a:pt x="586267" y="65064"/>
                  <a:pt x="585531" y="63571"/>
                  <a:pt x="584528" y="62736"/>
                </a:cubicBezTo>
                <a:cubicBezTo>
                  <a:pt x="583525" y="61898"/>
                  <a:pt x="582155" y="61479"/>
                  <a:pt x="580416" y="61479"/>
                </a:cubicBezTo>
                <a:cubicBezTo>
                  <a:pt x="578544" y="61479"/>
                  <a:pt x="576271" y="61980"/>
                  <a:pt x="573597" y="62983"/>
                </a:cubicBezTo>
                <a:lnTo>
                  <a:pt x="572193" y="59373"/>
                </a:lnTo>
                <a:lnTo>
                  <a:pt x="599873" y="48140"/>
                </a:lnTo>
                <a:lnTo>
                  <a:pt x="604286" y="48140"/>
                </a:lnTo>
                <a:close/>
                <a:moveTo>
                  <a:pt x="674625" y="48140"/>
                </a:moveTo>
                <a:cubicBezTo>
                  <a:pt x="688532" y="48140"/>
                  <a:pt x="699697" y="53417"/>
                  <a:pt x="708122" y="63970"/>
                </a:cubicBezTo>
                <a:cubicBezTo>
                  <a:pt x="715276" y="72986"/>
                  <a:pt x="718853" y="83339"/>
                  <a:pt x="718853" y="95029"/>
                </a:cubicBezTo>
                <a:cubicBezTo>
                  <a:pt x="718853" y="103245"/>
                  <a:pt x="716881" y="111561"/>
                  <a:pt x="712936" y="119977"/>
                </a:cubicBezTo>
                <a:cubicBezTo>
                  <a:pt x="708991" y="128391"/>
                  <a:pt x="703559" y="134735"/>
                  <a:pt x="696639" y="139010"/>
                </a:cubicBezTo>
                <a:cubicBezTo>
                  <a:pt x="689718" y="143285"/>
                  <a:pt x="682013" y="145423"/>
                  <a:pt x="673521" y="145423"/>
                </a:cubicBezTo>
                <a:cubicBezTo>
                  <a:pt x="659681" y="145423"/>
                  <a:pt x="648683" y="139912"/>
                  <a:pt x="640525" y="128890"/>
                </a:cubicBezTo>
                <a:cubicBezTo>
                  <a:pt x="633639" y="119607"/>
                  <a:pt x="630195" y="109188"/>
                  <a:pt x="630195" y="97634"/>
                </a:cubicBezTo>
                <a:cubicBezTo>
                  <a:pt x="630195" y="89218"/>
                  <a:pt x="632285" y="80852"/>
                  <a:pt x="636464" y="72536"/>
                </a:cubicBezTo>
                <a:cubicBezTo>
                  <a:pt x="640642" y="64220"/>
                  <a:pt x="646142" y="58075"/>
                  <a:pt x="652962" y="54101"/>
                </a:cubicBezTo>
                <a:cubicBezTo>
                  <a:pt x="659781" y="50127"/>
                  <a:pt x="667002" y="48140"/>
                  <a:pt x="674625" y="48140"/>
                </a:cubicBezTo>
                <a:moveTo>
                  <a:pt x="671516" y="54759"/>
                </a:moveTo>
                <a:cubicBezTo>
                  <a:pt x="667972" y="54759"/>
                  <a:pt x="664412" y="55809"/>
                  <a:pt x="660835" y="57909"/>
                </a:cubicBezTo>
                <a:cubicBezTo>
                  <a:pt x="657257" y="60007"/>
                  <a:pt x="654366" y="63687"/>
                  <a:pt x="652159" y="68950"/>
                </a:cubicBezTo>
                <a:cubicBezTo>
                  <a:pt x="649953" y="74214"/>
                  <a:pt x="648850" y="80975"/>
                  <a:pt x="648850" y="89234"/>
                </a:cubicBezTo>
                <a:cubicBezTo>
                  <a:pt x="648850" y="102559"/>
                  <a:pt x="651507" y="114051"/>
                  <a:pt x="656823" y="123713"/>
                </a:cubicBezTo>
                <a:cubicBezTo>
                  <a:pt x="662138" y="133372"/>
                  <a:pt x="669142" y="138202"/>
                  <a:pt x="677834" y="138202"/>
                </a:cubicBezTo>
                <a:cubicBezTo>
                  <a:pt x="684319" y="138202"/>
                  <a:pt x="689668" y="135537"/>
                  <a:pt x="693881" y="130207"/>
                </a:cubicBezTo>
                <a:cubicBezTo>
                  <a:pt x="698093" y="124877"/>
                  <a:pt x="700199" y="115717"/>
                  <a:pt x="700199" y="102727"/>
                </a:cubicBezTo>
                <a:cubicBezTo>
                  <a:pt x="700199" y="86471"/>
                  <a:pt x="696689" y="73680"/>
                  <a:pt x="689668" y="64353"/>
                </a:cubicBezTo>
                <a:cubicBezTo>
                  <a:pt x="684921" y="57957"/>
                  <a:pt x="678870" y="54759"/>
                  <a:pt x="671516" y="54759"/>
                </a:cubicBezTo>
                <a:close/>
                <a:moveTo>
                  <a:pt x="759170" y="67496"/>
                </a:moveTo>
                <a:cubicBezTo>
                  <a:pt x="769935" y="54592"/>
                  <a:pt x="780198" y="48140"/>
                  <a:pt x="789960" y="48140"/>
                </a:cubicBezTo>
                <a:cubicBezTo>
                  <a:pt x="794974" y="48140"/>
                  <a:pt x="799287" y="49390"/>
                  <a:pt x="802897" y="51891"/>
                </a:cubicBezTo>
                <a:cubicBezTo>
                  <a:pt x="806508" y="54390"/>
                  <a:pt x="809383" y="58508"/>
                  <a:pt x="811522" y="64243"/>
                </a:cubicBezTo>
                <a:cubicBezTo>
                  <a:pt x="812993" y="68244"/>
                  <a:pt x="813729" y="74379"/>
                  <a:pt x="813729" y="82647"/>
                </a:cubicBezTo>
                <a:lnTo>
                  <a:pt x="813729" y="121754"/>
                </a:lnTo>
                <a:cubicBezTo>
                  <a:pt x="813729" y="127604"/>
                  <a:pt x="814197" y="131572"/>
                  <a:pt x="815133" y="133657"/>
                </a:cubicBezTo>
                <a:cubicBezTo>
                  <a:pt x="815868" y="135339"/>
                  <a:pt x="817055" y="136651"/>
                  <a:pt x="818693" y="137594"/>
                </a:cubicBezTo>
                <a:cubicBezTo>
                  <a:pt x="820331" y="138534"/>
                  <a:pt x="823357" y="139004"/>
                  <a:pt x="827770" y="139004"/>
                </a:cubicBezTo>
                <a:lnTo>
                  <a:pt x="827770" y="142615"/>
                </a:lnTo>
                <a:lnTo>
                  <a:pt x="782337" y="142615"/>
                </a:lnTo>
                <a:lnTo>
                  <a:pt x="782337" y="139004"/>
                </a:lnTo>
                <a:lnTo>
                  <a:pt x="784243" y="139004"/>
                </a:lnTo>
                <a:cubicBezTo>
                  <a:pt x="788522" y="139004"/>
                  <a:pt x="791514" y="138349"/>
                  <a:pt x="793219" y="137039"/>
                </a:cubicBezTo>
                <a:cubicBezTo>
                  <a:pt x="794924" y="135727"/>
                  <a:pt x="796111" y="133793"/>
                  <a:pt x="796779" y="131238"/>
                </a:cubicBezTo>
                <a:cubicBezTo>
                  <a:pt x="797047" y="130229"/>
                  <a:pt x="797181" y="127067"/>
                  <a:pt x="797181" y="121754"/>
                </a:cubicBezTo>
                <a:lnTo>
                  <a:pt x="797181" y="84207"/>
                </a:lnTo>
                <a:cubicBezTo>
                  <a:pt x="797181" y="75862"/>
                  <a:pt x="796094" y="69804"/>
                  <a:pt x="793921" y="66033"/>
                </a:cubicBezTo>
                <a:cubicBezTo>
                  <a:pt x="791748" y="62261"/>
                  <a:pt x="788087" y="60376"/>
                  <a:pt x="782939" y="60376"/>
                </a:cubicBezTo>
                <a:cubicBezTo>
                  <a:pt x="774983" y="60376"/>
                  <a:pt x="767060" y="64721"/>
                  <a:pt x="759170" y="73413"/>
                </a:cubicBezTo>
                <a:lnTo>
                  <a:pt x="759170" y="121754"/>
                </a:lnTo>
                <a:cubicBezTo>
                  <a:pt x="759170" y="128008"/>
                  <a:pt x="759538" y="131875"/>
                  <a:pt x="760273" y="133356"/>
                </a:cubicBezTo>
                <a:cubicBezTo>
                  <a:pt x="761209" y="135306"/>
                  <a:pt x="762496" y="136735"/>
                  <a:pt x="764135" y="137644"/>
                </a:cubicBezTo>
                <a:cubicBezTo>
                  <a:pt x="765773" y="138551"/>
                  <a:pt x="769099" y="139004"/>
                  <a:pt x="774114" y="139004"/>
                </a:cubicBezTo>
                <a:lnTo>
                  <a:pt x="774114" y="142615"/>
                </a:lnTo>
                <a:lnTo>
                  <a:pt x="728681" y="142615"/>
                </a:lnTo>
                <a:lnTo>
                  <a:pt x="728681" y="139004"/>
                </a:lnTo>
                <a:lnTo>
                  <a:pt x="730687" y="139004"/>
                </a:lnTo>
                <a:cubicBezTo>
                  <a:pt x="735368" y="139004"/>
                  <a:pt x="738527" y="137811"/>
                  <a:pt x="740165" y="135425"/>
                </a:cubicBezTo>
                <a:cubicBezTo>
                  <a:pt x="741803" y="133037"/>
                  <a:pt x="742622" y="128480"/>
                  <a:pt x="742622" y="121754"/>
                </a:cubicBezTo>
                <a:lnTo>
                  <a:pt x="742622" y="87855"/>
                </a:lnTo>
                <a:cubicBezTo>
                  <a:pt x="742622" y="76823"/>
                  <a:pt x="742371" y="70104"/>
                  <a:pt x="741870" y="67697"/>
                </a:cubicBezTo>
                <a:cubicBezTo>
                  <a:pt x="741368" y="65290"/>
                  <a:pt x="740599" y="63652"/>
                  <a:pt x="739563" y="62783"/>
                </a:cubicBezTo>
                <a:cubicBezTo>
                  <a:pt x="738527" y="61913"/>
                  <a:pt x="737139" y="61479"/>
                  <a:pt x="735401" y="61479"/>
                </a:cubicBezTo>
                <a:cubicBezTo>
                  <a:pt x="733529" y="61479"/>
                  <a:pt x="731289" y="61980"/>
                  <a:pt x="728681" y="62983"/>
                </a:cubicBezTo>
                <a:lnTo>
                  <a:pt x="727177" y="59373"/>
                </a:lnTo>
                <a:lnTo>
                  <a:pt x="754858" y="48140"/>
                </a:lnTo>
                <a:lnTo>
                  <a:pt x="759170" y="48140"/>
                </a:lnTo>
                <a:lnTo>
                  <a:pt x="759170" y="6749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67AEF3-5731-4435-AA16-DED20C02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727" y="840630"/>
            <a:ext cx="454835" cy="10"/>
          </a:xfrm>
          <a:custGeom xmlns:a="http://schemas.openxmlformats.org/drawingml/2006/main">
            <a:pathLst>
              <a:path w="454835" h="1" fill="none">
                <a:moveTo>
                  <a:pt x="0" y="0"/>
                </a:moveTo>
                <a:lnTo>
                  <a:pt x="4548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33" cap="flat">
            <a:solidFill>
              <a:srgbClr val="231F20"/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B36E4E-1D93-400C-BD74-8A886255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554" y="773842"/>
            <a:ext cx="183522" cy="133577"/>
          </a:xfrm>
          <a:custGeom xmlns:a="http://schemas.openxmlformats.org/drawingml/2006/main">
            <a:pathLst>
              <a:path w="183522" h="133577">
                <a:moveTo>
                  <a:pt x="183522" y="66788"/>
                </a:moveTo>
                <a:lnTo>
                  <a:pt x="0" y="0"/>
                </a:lnTo>
                <a:lnTo>
                  <a:pt x="0" y="133577"/>
                </a:lnTo>
                <a:lnTo>
                  <a:pt x="183522" y="6678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84980-52DA-45DE-B48C-265C62D4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641" y="851617"/>
            <a:ext cx="1214222" cy="10"/>
          </a:xfrm>
          <a:custGeom xmlns:a="http://schemas.openxmlformats.org/drawingml/2006/main">
            <a:pathLst>
              <a:path w="1214222" h="1" fill="none">
                <a:moveTo>
                  <a:pt x="0" y="0"/>
                </a:moveTo>
                <a:lnTo>
                  <a:pt x="12142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33" cap="flat">
            <a:solidFill>
              <a:srgbClr val="231F20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B56A2-7D68-43EB-A095-F798E472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2858" y="784828"/>
            <a:ext cx="183522" cy="133577"/>
          </a:xfrm>
          <a:custGeom xmlns:a="http://schemas.openxmlformats.org/drawingml/2006/main">
            <a:pathLst>
              <a:path w="183522" h="133577">
                <a:moveTo>
                  <a:pt x="183522" y="66788"/>
                </a:moveTo>
                <a:lnTo>
                  <a:pt x="0" y="0"/>
                </a:lnTo>
                <a:lnTo>
                  <a:pt x="0" y="133577"/>
                </a:lnTo>
                <a:lnTo>
                  <a:pt x="183522" y="6678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Recor">
            <a:extLst xmlns:a="http://schemas.openxmlformats.org/drawingml/2006/main">
              <a:ext uri="{FF2B5EF4-FFF2-40B4-BE49-F238E27FC236}">
                <a16:creationId xmlns:a16="http://schemas.microsoft.com/office/drawing/2014/main" id="{B509687E-3903-4675-95B6-CD08926D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8" y="1634457"/>
            <a:ext cx="498444" cy="138402"/>
          </a:xfrm>
          <a:custGeom xmlns:a="http://schemas.openxmlformats.org/drawingml/2006/main">
            <a:pathLst>
              <a:path w="498444" h="138402">
                <a:moveTo>
                  <a:pt x="90062" y="135995"/>
                </a:moveTo>
                <a:lnTo>
                  <a:pt x="68299" y="69803"/>
                </a:lnTo>
                <a:cubicBezTo>
                  <a:pt x="63217" y="69870"/>
                  <a:pt x="58002" y="69368"/>
                  <a:pt x="52653" y="68299"/>
                </a:cubicBezTo>
                <a:lnTo>
                  <a:pt x="40919" y="109518"/>
                </a:lnTo>
                <a:cubicBezTo>
                  <a:pt x="39381" y="114890"/>
                  <a:pt x="38612" y="119423"/>
                  <a:pt x="38612" y="123117"/>
                </a:cubicBezTo>
                <a:cubicBezTo>
                  <a:pt x="38612" y="125938"/>
                  <a:pt x="39582" y="128154"/>
                  <a:pt x="41521" y="129765"/>
                </a:cubicBezTo>
                <a:cubicBezTo>
                  <a:pt x="42992" y="130975"/>
                  <a:pt x="47003" y="131848"/>
                  <a:pt x="53556" y="132385"/>
                </a:cubicBezTo>
                <a:lnTo>
                  <a:pt x="52653" y="135995"/>
                </a:lnTo>
                <a:lnTo>
                  <a:pt x="0" y="135995"/>
                </a:lnTo>
                <a:lnTo>
                  <a:pt x="1103" y="132385"/>
                </a:lnTo>
                <a:cubicBezTo>
                  <a:pt x="6051" y="132184"/>
                  <a:pt x="9394" y="131681"/>
                  <a:pt x="11132" y="130874"/>
                </a:cubicBezTo>
                <a:cubicBezTo>
                  <a:pt x="13874" y="129731"/>
                  <a:pt x="15879" y="128186"/>
                  <a:pt x="17150" y="126239"/>
                </a:cubicBezTo>
                <a:cubicBezTo>
                  <a:pt x="19289" y="123084"/>
                  <a:pt x="21529" y="117510"/>
                  <a:pt x="23869" y="109518"/>
                </a:cubicBezTo>
                <a:lnTo>
                  <a:pt x="47638" y="27301"/>
                </a:lnTo>
                <a:cubicBezTo>
                  <a:pt x="49243" y="21814"/>
                  <a:pt x="50045" y="17565"/>
                  <a:pt x="50045" y="14552"/>
                </a:cubicBezTo>
                <a:cubicBezTo>
                  <a:pt x="50045" y="11474"/>
                  <a:pt x="48792" y="8864"/>
                  <a:pt x="46285" y="6723"/>
                </a:cubicBezTo>
                <a:cubicBezTo>
                  <a:pt x="43777" y="4581"/>
                  <a:pt x="40183" y="3544"/>
                  <a:pt x="35503" y="3610"/>
                </a:cubicBezTo>
                <a:lnTo>
                  <a:pt x="36707" y="0"/>
                </a:lnTo>
                <a:lnTo>
                  <a:pt x="81036" y="0"/>
                </a:lnTo>
                <a:cubicBezTo>
                  <a:pt x="95879" y="0"/>
                  <a:pt x="106576" y="2802"/>
                  <a:pt x="113129" y="8406"/>
                </a:cubicBezTo>
                <a:cubicBezTo>
                  <a:pt x="119681" y="14007"/>
                  <a:pt x="122957" y="21378"/>
                  <a:pt x="122957" y="30517"/>
                </a:cubicBezTo>
                <a:cubicBezTo>
                  <a:pt x="122957" y="39255"/>
                  <a:pt x="119598" y="47243"/>
                  <a:pt x="112878" y="54480"/>
                </a:cubicBezTo>
                <a:cubicBezTo>
                  <a:pt x="106159" y="61716"/>
                  <a:pt x="96949" y="66301"/>
                  <a:pt x="85248" y="68236"/>
                </a:cubicBezTo>
                <a:lnTo>
                  <a:pt x="98486" y="108164"/>
                </a:lnTo>
                <a:cubicBezTo>
                  <a:pt x="101696" y="117987"/>
                  <a:pt x="104905" y="124378"/>
                  <a:pt x="108114" y="127339"/>
                </a:cubicBezTo>
                <a:cubicBezTo>
                  <a:pt x="111324" y="130300"/>
                  <a:pt x="116505" y="131982"/>
                  <a:pt x="123659" y="132385"/>
                </a:cubicBezTo>
                <a:lnTo>
                  <a:pt x="122556" y="135995"/>
                </a:lnTo>
                <a:lnTo>
                  <a:pt x="90062" y="135995"/>
                </a:lnTo>
                <a:moveTo>
                  <a:pt x="54358" y="62485"/>
                </a:moveTo>
                <a:cubicBezTo>
                  <a:pt x="58637" y="63084"/>
                  <a:pt x="62448" y="63384"/>
                  <a:pt x="65791" y="63384"/>
                </a:cubicBezTo>
                <a:cubicBezTo>
                  <a:pt x="77291" y="63384"/>
                  <a:pt x="86384" y="60203"/>
                  <a:pt x="93071" y="53841"/>
                </a:cubicBezTo>
                <a:cubicBezTo>
                  <a:pt x="99757" y="47479"/>
                  <a:pt x="103100" y="39567"/>
                  <a:pt x="103100" y="30106"/>
                </a:cubicBezTo>
                <a:cubicBezTo>
                  <a:pt x="103100" y="22712"/>
                  <a:pt x="101010" y="17050"/>
                  <a:pt x="96831" y="13119"/>
                </a:cubicBezTo>
                <a:cubicBezTo>
                  <a:pt x="92653" y="9187"/>
                  <a:pt x="86384" y="7221"/>
                  <a:pt x="78027" y="7221"/>
                </a:cubicBezTo>
                <a:cubicBezTo>
                  <a:pt x="75887" y="7221"/>
                  <a:pt x="73347" y="7487"/>
                  <a:pt x="70405" y="8020"/>
                </a:cubicBezTo>
                <a:lnTo>
                  <a:pt x="54358" y="62485"/>
                </a:lnTo>
                <a:close/>
                <a:moveTo>
                  <a:pt x="154682" y="98286"/>
                </a:moveTo>
                <a:cubicBezTo>
                  <a:pt x="154214" y="101618"/>
                  <a:pt x="153980" y="104384"/>
                  <a:pt x="153980" y="106582"/>
                </a:cubicBezTo>
                <a:cubicBezTo>
                  <a:pt x="153980" y="112511"/>
                  <a:pt x="156087" y="117559"/>
                  <a:pt x="160299" y="121726"/>
                </a:cubicBezTo>
                <a:cubicBezTo>
                  <a:pt x="164511" y="125890"/>
                  <a:pt x="169626" y="127972"/>
                  <a:pt x="175643" y="127972"/>
                </a:cubicBezTo>
                <a:cubicBezTo>
                  <a:pt x="180457" y="127972"/>
                  <a:pt x="185088" y="126989"/>
                  <a:pt x="189534" y="125023"/>
                </a:cubicBezTo>
                <a:cubicBezTo>
                  <a:pt x="193980" y="123055"/>
                  <a:pt x="200583" y="118703"/>
                  <a:pt x="209341" y="111969"/>
                </a:cubicBezTo>
                <a:lnTo>
                  <a:pt x="211447" y="114878"/>
                </a:lnTo>
                <a:cubicBezTo>
                  <a:pt x="195601" y="130561"/>
                  <a:pt x="180491" y="138402"/>
                  <a:pt x="166116" y="138402"/>
                </a:cubicBezTo>
                <a:cubicBezTo>
                  <a:pt x="156354" y="138402"/>
                  <a:pt x="148999" y="135324"/>
                  <a:pt x="144052" y="129166"/>
                </a:cubicBezTo>
                <a:cubicBezTo>
                  <a:pt x="139104" y="123009"/>
                  <a:pt x="136630" y="116215"/>
                  <a:pt x="136630" y="108785"/>
                </a:cubicBezTo>
                <a:cubicBezTo>
                  <a:pt x="136630" y="98812"/>
                  <a:pt x="139706" y="88605"/>
                  <a:pt x="145857" y="78165"/>
                </a:cubicBezTo>
                <a:cubicBezTo>
                  <a:pt x="152008" y="67722"/>
                  <a:pt x="159730" y="59606"/>
                  <a:pt x="169024" y="53816"/>
                </a:cubicBezTo>
                <a:cubicBezTo>
                  <a:pt x="178318" y="48026"/>
                  <a:pt x="187879" y="45131"/>
                  <a:pt x="197708" y="45131"/>
                </a:cubicBezTo>
                <a:cubicBezTo>
                  <a:pt x="204795" y="45131"/>
                  <a:pt x="210043" y="46574"/>
                  <a:pt x="213453" y="49459"/>
                </a:cubicBezTo>
                <a:cubicBezTo>
                  <a:pt x="216863" y="52345"/>
                  <a:pt x="218568" y="55768"/>
                  <a:pt x="218568" y="59730"/>
                </a:cubicBezTo>
                <a:cubicBezTo>
                  <a:pt x="218568" y="65300"/>
                  <a:pt x="216362" y="70636"/>
                  <a:pt x="211949" y="75736"/>
                </a:cubicBezTo>
                <a:cubicBezTo>
                  <a:pt x="206132" y="82380"/>
                  <a:pt x="197574" y="87749"/>
                  <a:pt x="186274" y="91842"/>
                </a:cubicBezTo>
                <a:cubicBezTo>
                  <a:pt x="178786" y="94594"/>
                  <a:pt x="168255" y="96742"/>
                  <a:pt x="154682" y="98286"/>
                </a:cubicBezTo>
                <a:moveTo>
                  <a:pt x="155385" y="93271"/>
                </a:moveTo>
                <a:cubicBezTo>
                  <a:pt x="165280" y="92132"/>
                  <a:pt x="173337" y="90189"/>
                  <a:pt x="179555" y="87442"/>
                </a:cubicBezTo>
                <a:cubicBezTo>
                  <a:pt x="187779" y="83756"/>
                  <a:pt x="193947" y="79349"/>
                  <a:pt x="198059" y="74222"/>
                </a:cubicBezTo>
                <a:cubicBezTo>
                  <a:pt x="202171" y="69095"/>
                  <a:pt x="204226" y="64219"/>
                  <a:pt x="204226" y="59595"/>
                </a:cubicBezTo>
                <a:cubicBezTo>
                  <a:pt x="204226" y="56781"/>
                  <a:pt x="203341" y="54502"/>
                  <a:pt x="201569" y="52760"/>
                </a:cubicBezTo>
                <a:cubicBezTo>
                  <a:pt x="199797" y="51017"/>
                  <a:pt x="197273" y="50146"/>
                  <a:pt x="193997" y="50146"/>
                </a:cubicBezTo>
                <a:cubicBezTo>
                  <a:pt x="187177" y="50146"/>
                  <a:pt x="179939" y="53781"/>
                  <a:pt x="172284" y="61052"/>
                </a:cubicBezTo>
                <a:cubicBezTo>
                  <a:pt x="164628" y="68324"/>
                  <a:pt x="158995" y="79063"/>
                  <a:pt x="155385" y="93271"/>
                </a:cubicBezTo>
                <a:close/>
                <a:moveTo>
                  <a:pt x="300738" y="114132"/>
                </a:moveTo>
                <a:cubicBezTo>
                  <a:pt x="293785" y="122489"/>
                  <a:pt x="286764" y="128624"/>
                  <a:pt x="279677" y="132535"/>
                </a:cubicBezTo>
                <a:cubicBezTo>
                  <a:pt x="272590" y="136447"/>
                  <a:pt x="265101" y="138402"/>
                  <a:pt x="257212" y="138402"/>
                </a:cubicBezTo>
                <a:cubicBezTo>
                  <a:pt x="247717" y="138402"/>
                  <a:pt x="240313" y="135725"/>
                  <a:pt x="234997" y="130370"/>
                </a:cubicBezTo>
                <a:cubicBezTo>
                  <a:pt x="229682" y="125014"/>
                  <a:pt x="227024" y="117820"/>
                  <a:pt x="227024" y="108785"/>
                </a:cubicBezTo>
                <a:cubicBezTo>
                  <a:pt x="227024" y="98545"/>
                  <a:pt x="229882" y="88472"/>
                  <a:pt x="235599" y="78566"/>
                </a:cubicBezTo>
                <a:cubicBezTo>
                  <a:pt x="241316" y="68658"/>
                  <a:pt x="249005" y="60608"/>
                  <a:pt x="258666" y="54418"/>
                </a:cubicBezTo>
                <a:cubicBezTo>
                  <a:pt x="268327" y="48227"/>
                  <a:pt x="277805" y="45131"/>
                  <a:pt x="287099" y="45131"/>
                </a:cubicBezTo>
                <a:cubicBezTo>
                  <a:pt x="294386" y="45131"/>
                  <a:pt x="299836" y="46647"/>
                  <a:pt x="303446" y="49679"/>
                </a:cubicBezTo>
                <a:cubicBezTo>
                  <a:pt x="307057" y="52711"/>
                  <a:pt x="308862" y="56425"/>
                  <a:pt x="308862" y="60824"/>
                </a:cubicBezTo>
                <a:cubicBezTo>
                  <a:pt x="308862" y="64954"/>
                  <a:pt x="307592" y="68487"/>
                  <a:pt x="305051" y="71420"/>
                </a:cubicBezTo>
                <a:cubicBezTo>
                  <a:pt x="303179" y="73685"/>
                  <a:pt x="300872" y="74818"/>
                  <a:pt x="298131" y="74818"/>
                </a:cubicBezTo>
                <a:cubicBezTo>
                  <a:pt x="296058" y="74818"/>
                  <a:pt x="294336" y="74154"/>
                  <a:pt x="292966" y="72827"/>
                </a:cubicBezTo>
                <a:cubicBezTo>
                  <a:pt x="291595" y="71501"/>
                  <a:pt x="290910" y="69843"/>
                  <a:pt x="290910" y="67854"/>
                </a:cubicBezTo>
                <a:cubicBezTo>
                  <a:pt x="290910" y="66594"/>
                  <a:pt x="291160" y="65433"/>
                  <a:pt x="291662" y="64372"/>
                </a:cubicBezTo>
                <a:cubicBezTo>
                  <a:pt x="292163" y="63310"/>
                  <a:pt x="293200" y="62033"/>
                  <a:pt x="294771" y="60542"/>
                </a:cubicBezTo>
                <a:cubicBezTo>
                  <a:pt x="296342" y="59048"/>
                  <a:pt x="297295" y="57970"/>
                  <a:pt x="297629" y="57307"/>
                </a:cubicBezTo>
                <a:cubicBezTo>
                  <a:pt x="297964" y="56643"/>
                  <a:pt x="298131" y="55946"/>
                  <a:pt x="298131" y="55217"/>
                </a:cubicBezTo>
                <a:cubicBezTo>
                  <a:pt x="298131" y="53823"/>
                  <a:pt x="297496" y="52662"/>
                  <a:pt x="296225" y="51735"/>
                </a:cubicBezTo>
                <a:cubicBezTo>
                  <a:pt x="294286" y="50408"/>
                  <a:pt x="291545" y="49745"/>
                  <a:pt x="288001" y="49745"/>
                </a:cubicBezTo>
                <a:cubicBezTo>
                  <a:pt x="281449" y="49745"/>
                  <a:pt x="274963" y="52051"/>
                  <a:pt x="268545" y="56665"/>
                </a:cubicBezTo>
                <a:cubicBezTo>
                  <a:pt x="262126" y="61278"/>
                  <a:pt x="256643" y="67831"/>
                  <a:pt x="252097" y="76322"/>
                </a:cubicBezTo>
                <a:cubicBezTo>
                  <a:pt x="246614" y="86618"/>
                  <a:pt x="243873" y="96915"/>
                  <a:pt x="243873" y="107212"/>
                </a:cubicBezTo>
                <a:cubicBezTo>
                  <a:pt x="243873" y="114031"/>
                  <a:pt x="245812" y="119431"/>
                  <a:pt x="249690" y="123409"/>
                </a:cubicBezTo>
                <a:cubicBezTo>
                  <a:pt x="253568" y="127387"/>
                  <a:pt x="258850" y="129376"/>
                  <a:pt x="265536" y="129376"/>
                </a:cubicBezTo>
                <a:cubicBezTo>
                  <a:pt x="270684" y="129376"/>
                  <a:pt x="275782" y="128089"/>
                  <a:pt x="280830" y="125515"/>
                </a:cubicBezTo>
                <a:cubicBezTo>
                  <a:pt x="285878" y="122941"/>
                  <a:pt x="291545" y="118277"/>
                  <a:pt x="297830" y="111524"/>
                </a:cubicBezTo>
                <a:lnTo>
                  <a:pt x="300738" y="114132"/>
                </a:lnTo>
                <a:close/>
                <a:moveTo>
                  <a:pt x="407580" y="76557"/>
                </a:moveTo>
                <a:cubicBezTo>
                  <a:pt x="407580" y="86597"/>
                  <a:pt x="404922" y="96536"/>
                  <a:pt x="399607" y="106375"/>
                </a:cubicBezTo>
                <a:cubicBezTo>
                  <a:pt x="394291" y="116214"/>
                  <a:pt x="386887" y="124012"/>
                  <a:pt x="377392" y="129768"/>
                </a:cubicBezTo>
                <a:cubicBezTo>
                  <a:pt x="367898" y="135524"/>
                  <a:pt x="358671" y="138402"/>
                  <a:pt x="349712" y="138402"/>
                </a:cubicBezTo>
                <a:cubicBezTo>
                  <a:pt x="340552" y="138402"/>
                  <a:pt x="333080" y="135474"/>
                  <a:pt x="327297" y="129617"/>
                </a:cubicBezTo>
                <a:cubicBezTo>
                  <a:pt x="321513" y="123761"/>
                  <a:pt x="318621" y="116180"/>
                  <a:pt x="318621" y="106876"/>
                </a:cubicBezTo>
                <a:cubicBezTo>
                  <a:pt x="318621" y="97037"/>
                  <a:pt x="321446" y="87165"/>
                  <a:pt x="327096" y="77259"/>
                </a:cubicBezTo>
                <a:cubicBezTo>
                  <a:pt x="332746" y="67353"/>
                  <a:pt x="340301" y="59522"/>
                  <a:pt x="349762" y="53766"/>
                </a:cubicBezTo>
                <a:cubicBezTo>
                  <a:pt x="359223" y="48009"/>
                  <a:pt x="368366" y="45131"/>
                  <a:pt x="377192" y="45131"/>
                </a:cubicBezTo>
                <a:cubicBezTo>
                  <a:pt x="386017" y="45131"/>
                  <a:pt x="393289" y="48043"/>
                  <a:pt x="399005" y="53866"/>
                </a:cubicBezTo>
                <a:cubicBezTo>
                  <a:pt x="404722" y="59689"/>
                  <a:pt x="407580" y="67253"/>
                  <a:pt x="407580" y="76557"/>
                </a:cubicBezTo>
                <a:moveTo>
                  <a:pt x="390932" y="69471"/>
                </a:moveTo>
                <a:cubicBezTo>
                  <a:pt x="390932" y="63230"/>
                  <a:pt x="389411" y="58449"/>
                  <a:pt x="386368" y="55129"/>
                </a:cubicBezTo>
                <a:cubicBezTo>
                  <a:pt x="383326" y="51807"/>
                  <a:pt x="379398" y="50146"/>
                  <a:pt x="374584" y="50146"/>
                </a:cubicBezTo>
                <a:cubicBezTo>
                  <a:pt x="364756" y="50146"/>
                  <a:pt x="355713" y="57209"/>
                  <a:pt x="347455" y="71336"/>
                </a:cubicBezTo>
                <a:cubicBezTo>
                  <a:pt x="339198" y="85460"/>
                  <a:pt x="335069" y="99501"/>
                  <a:pt x="335069" y="113458"/>
                </a:cubicBezTo>
                <a:cubicBezTo>
                  <a:pt x="335069" y="119833"/>
                  <a:pt x="336674" y="124748"/>
                  <a:pt x="339883" y="128204"/>
                </a:cubicBezTo>
                <a:cubicBezTo>
                  <a:pt x="343093" y="131660"/>
                  <a:pt x="347138" y="133388"/>
                  <a:pt x="352019" y="133388"/>
                </a:cubicBezTo>
                <a:cubicBezTo>
                  <a:pt x="361446" y="133388"/>
                  <a:pt x="370288" y="126359"/>
                  <a:pt x="378546" y="112301"/>
                </a:cubicBezTo>
                <a:cubicBezTo>
                  <a:pt x="386803" y="98242"/>
                  <a:pt x="390932" y="83965"/>
                  <a:pt x="390932" y="69471"/>
                </a:cubicBezTo>
                <a:close/>
                <a:moveTo>
                  <a:pt x="426034" y="50748"/>
                </a:moveTo>
                <a:lnTo>
                  <a:pt x="460634" y="45131"/>
                </a:lnTo>
                <a:lnTo>
                  <a:pt x="446192" y="93973"/>
                </a:lnTo>
                <a:cubicBezTo>
                  <a:pt x="457893" y="73940"/>
                  <a:pt x="468524" y="59937"/>
                  <a:pt x="478085" y="51964"/>
                </a:cubicBezTo>
                <a:cubicBezTo>
                  <a:pt x="483501" y="47409"/>
                  <a:pt x="487914" y="45131"/>
                  <a:pt x="491324" y="45131"/>
                </a:cubicBezTo>
                <a:cubicBezTo>
                  <a:pt x="493530" y="45131"/>
                  <a:pt x="495268" y="45786"/>
                  <a:pt x="496539" y="47096"/>
                </a:cubicBezTo>
                <a:cubicBezTo>
                  <a:pt x="497809" y="48404"/>
                  <a:pt x="498444" y="50300"/>
                  <a:pt x="498444" y="52785"/>
                </a:cubicBezTo>
                <a:cubicBezTo>
                  <a:pt x="498444" y="57214"/>
                  <a:pt x="497308" y="61443"/>
                  <a:pt x="495034" y="65472"/>
                </a:cubicBezTo>
                <a:cubicBezTo>
                  <a:pt x="493430" y="68493"/>
                  <a:pt x="491123" y="70004"/>
                  <a:pt x="488114" y="70004"/>
                </a:cubicBezTo>
                <a:cubicBezTo>
                  <a:pt x="486576" y="70004"/>
                  <a:pt x="485256" y="69502"/>
                  <a:pt x="484153" y="68499"/>
                </a:cubicBezTo>
                <a:cubicBezTo>
                  <a:pt x="483049" y="67496"/>
                  <a:pt x="482364" y="65958"/>
                  <a:pt x="482097" y="63886"/>
                </a:cubicBezTo>
                <a:cubicBezTo>
                  <a:pt x="481963" y="62615"/>
                  <a:pt x="481662" y="61780"/>
                  <a:pt x="481194" y="61378"/>
                </a:cubicBezTo>
                <a:cubicBezTo>
                  <a:pt x="480659" y="60844"/>
                  <a:pt x="480024" y="60576"/>
                  <a:pt x="479289" y="60576"/>
                </a:cubicBezTo>
                <a:cubicBezTo>
                  <a:pt x="478152" y="60576"/>
                  <a:pt x="477082" y="60844"/>
                  <a:pt x="476079" y="61378"/>
                </a:cubicBezTo>
                <a:cubicBezTo>
                  <a:pt x="474341" y="62314"/>
                  <a:pt x="471700" y="64921"/>
                  <a:pt x="468156" y="69198"/>
                </a:cubicBezTo>
                <a:cubicBezTo>
                  <a:pt x="462607" y="75750"/>
                  <a:pt x="456589" y="84241"/>
                  <a:pt x="450104" y="94669"/>
                </a:cubicBezTo>
                <a:cubicBezTo>
                  <a:pt x="447296" y="99080"/>
                  <a:pt x="444889" y="104060"/>
                  <a:pt x="442883" y="109609"/>
                </a:cubicBezTo>
                <a:cubicBezTo>
                  <a:pt x="440075" y="117229"/>
                  <a:pt x="438470" y="121808"/>
                  <a:pt x="438069" y="123346"/>
                </a:cubicBezTo>
                <a:lnTo>
                  <a:pt x="434859" y="135995"/>
                </a:lnTo>
                <a:lnTo>
                  <a:pt x="419515" y="135995"/>
                </a:lnTo>
                <a:lnTo>
                  <a:pt x="438069" y="73614"/>
                </a:lnTo>
                <a:cubicBezTo>
                  <a:pt x="440208" y="66355"/>
                  <a:pt x="441278" y="61180"/>
                  <a:pt x="441278" y="58088"/>
                </a:cubicBezTo>
                <a:cubicBezTo>
                  <a:pt x="441278" y="56878"/>
                  <a:pt x="440777" y="55870"/>
                  <a:pt x="439774" y="55063"/>
                </a:cubicBezTo>
                <a:cubicBezTo>
                  <a:pt x="438436" y="53991"/>
                  <a:pt x="436665" y="53455"/>
                  <a:pt x="434458" y="53455"/>
                </a:cubicBezTo>
                <a:cubicBezTo>
                  <a:pt x="433054" y="53455"/>
                  <a:pt x="430480" y="53756"/>
                  <a:pt x="426736" y="54358"/>
                </a:cubicBezTo>
                <a:lnTo>
                  <a:pt x="426034" y="5074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dChannelM">
            <a:extLst xmlns:a="http://schemas.openxmlformats.org/drawingml/2006/main">
              <a:ext uri="{FF2B5EF4-FFF2-40B4-BE49-F238E27FC236}">
                <a16:creationId xmlns:a16="http://schemas.microsoft.com/office/drawing/2014/main" id="{32668669-34B2-4029-A6D3-D9C6C47C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30" y="1627837"/>
            <a:ext cx="1087328" cy="145623"/>
          </a:xfrm>
          <a:custGeom xmlns:a="http://schemas.openxmlformats.org/drawingml/2006/main">
            <a:pathLst>
              <a:path w="1087328" h="145623">
                <a:moveTo>
                  <a:pt x="107212" y="0"/>
                </a:moveTo>
                <a:lnTo>
                  <a:pt x="72711" y="118344"/>
                </a:lnTo>
                <a:cubicBezTo>
                  <a:pt x="70839" y="124763"/>
                  <a:pt x="69903" y="128975"/>
                  <a:pt x="69903" y="130981"/>
                </a:cubicBezTo>
                <a:cubicBezTo>
                  <a:pt x="69903" y="131649"/>
                  <a:pt x="70187" y="132285"/>
                  <a:pt x="70756" y="132886"/>
                </a:cubicBezTo>
                <a:cubicBezTo>
                  <a:pt x="71324" y="133488"/>
                  <a:pt x="71909" y="133789"/>
                  <a:pt x="72511" y="133789"/>
                </a:cubicBezTo>
                <a:cubicBezTo>
                  <a:pt x="73380" y="133789"/>
                  <a:pt x="74416" y="133354"/>
                  <a:pt x="75620" y="132485"/>
                </a:cubicBezTo>
                <a:cubicBezTo>
                  <a:pt x="77893" y="130880"/>
                  <a:pt x="81704" y="126869"/>
                  <a:pt x="87053" y="120450"/>
                </a:cubicBezTo>
                <a:lnTo>
                  <a:pt x="90463" y="122556"/>
                </a:lnTo>
                <a:cubicBezTo>
                  <a:pt x="85649" y="129242"/>
                  <a:pt x="80785" y="134658"/>
                  <a:pt x="75871" y="138804"/>
                </a:cubicBezTo>
                <a:cubicBezTo>
                  <a:pt x="70956" y="142949"/>
                  <a:pt x="66360" y="145022"/>
                  <a:pt x="62080" y="145022"/>
                </a:cubicBezTo>
                <a:cubicBezTo>
                  <a:pt x="59807" y="145022"/>
                  <a:pt x="57935" y="144219"/>
                  <a:pt x="56464" y="142615"/>
                </a:cubicBezTo>
                <a:cubicBezTo>
                  <a:pt x="54993" y="141010"/>
                  <a:pt x="54258" y="138737"/>
                  <a:pt x="54258" y="135795"/>
                </a:cubicBezTo>
                <a:cubicBezTo>
                  <a:pt x="54258" y="131984"/>
                  <a:pt x="55261" y="126869"/>
                  <a:pt x="57266" y="120450"/>
                </a:cubicBezTo>
                <a:lnTo>
                  <a:pt x="61178" y="108472"/>
                </a:lnTo>
                <a:cubicBezTo>
                  <a:pt x="51483" y="123263"/>
                  <a:pt x="42657" y="133497"/>
                  <a:pt x="34701" y="139176"/>
                </a:cubicBezTo>
                <a:cubicBezTo>
                  <a:pt x="29218" y="143073"/>
                  <a:pt x="23970" y="145022"/>
                  <a:pt x="18955" y="145022"/>
                </a:cubicBezTo>
                <a:cubicBezTo>
                  <a:pt x="13874" y="145022"/>
                  <a:pt x="9444" y="142763"/>
                  <a:pt x="5666" y="138246"/>
                </a:cubicBezTo>
                <a:cubicBezTo>
                  <a:pt x="1889" y="133726"/>
                  <a:pt x="0" y="127584"/>
                  <a:pt x="0" y="119820"/>
                </a:cubicBezTo>
                <a:cubicBezTo>
                  <a:pt x="0" y="109847"/>
                  <a:pt x="3176" y="99206"/>
                  <a:pt x="9528" y="87896"/>
                </a:cubicBezTo>
                <a:cubicBezTo>
                  <a:pt x="15879" y="76584"/>
                  <a:pt x="24271" y="67380"/>
                  <a:pt x="34701" y="60285"/>
                </a:cubicBezTo>
                <a:cubicBezTo>
                  <a:pt x="42925" y="54595"/>
                  <a:pt x="50480" y="51750"/>
                  <a:pt x="57367" y="51750"/>
                </a:cubicBezTo>
                <a:cubicBezTo>
                  <a:pt x="60977" y="51750"/>
                  <a:pt x="64086" y="52479"/>
                  <a:pt x="66694" y="53935"/>
                </a:cubicBezTo>
                <a:cubicBezTo>
                  <a:pt x="69301" y="55389"/>
                  <a:pt x="71876" y="57802"/>
                  <a:pt x="74416" y="61175"/>
                </a:cubicBezTo>
                <a:lnTo>
                  <a:pt x="84245" y="26496"/>
                </a:lnTo>
                <a:cubicBezTo>
                  <a:pt x="84980" y="23972"/>
                  <a:pt x="85582" y="21960"/>
                  <a:pt x="86050" y="20459"/>
                </a:cubicBezTo>
                <a:cubicBezTo>
                  <a:pt x="86852" y="17760"/>
                  <a:pt x="87254" y="15534"/>
                  <a:pt x="87254" y="13781"/>
                </a:cubicBezTo>
                <a:cubicBezTo>
                  <a:pt x="87254" y="12364"/>
                  <a:pt x="86752" y="11184"/>
                  <a:pt x="85749" y="10239"/>
                </a:cubicBezTo>
                <a:cubicBezTo>
                  <a:pt x="84345" y="9096"/>
                  <a:pt x="82540" y="8525"/>
                  <a:pt x="80334" y="8525"/>
                </a:cubicBezTo>
                <a:cubicBezTo>
                  <a:pt x="78796" y="8525"/>
                  <a:pt x="76255" y="8759"/>
                  <a:pt x="72711" y="9227"/>
                </a:cubicBezTo>
                <a:lnTo>
                  <a:pt x="72711" y="5616"/>
                </a:lnTo>
                <a:lnTo>
                  <a:pt x="107212" y="0"/>
                </a:lnTo>
                <a:moveTo>
                  <a:pt x="70004" y="71082"/>
                </a:moveTo>
                <a:cubicBezTo>
                  <a:pt x="70004" y="66780"/>
                  <a:pt x="68767" y="63318"/>
                  <a:pt x="66293" y="60698"/>
                </a:cubicBezTo>
                <a:cubicBezTo>
                  <a:pt x="63819" y="58076"/>
                  <a:pt x="60676" y="56765"/>
                  <a:pt x="56865" y="56765"/>
                </a:cubicBezTo>
                <a:cubicBezTo>
                  <a:pt x="48441" y="56765"/>
                  <a:pt x="39665" y="63755"/>
                  <a:pt x="30539" y="77735"/>
                </a:cubicBezTo>
                <a:cubicBezTo>
                  <a:pt x="21412" y="91716"/>
                  <a:pt x="16849" y="105091"/>
                  <a:pt x="16849" y="117861"/>
                </a:cubicBezTo>
                <a:cubicBezTo>
                  <a:pt x="16849" y="122903"/>
                  <a:pt x="17952" y="126752"/>
                  <a:pt x="20159" y="129407"/>
                </a:cubicBezTo>
                <a:cubicBezTo>
                  <a:pt x="22365" y="132061"/>
                  <a:pt x="25006" y="133388"/>
                  <a:pt x="28082" y="133388"/>
                </a:cubicBezTo>
                <a:cubicBezTo>
                  <a:pt x="35035" y="133388"/>
                  <a:pt x="43761" y="125826"/>
                  <a:pt x="54258" y="110703"/>
                </a:cubicBezTo>
                <a:cubicBezTo>
                  <a:pt x="64755" y="95580"/>
                  <a:pt x="70004" y="82373"/>
                  <a:pt x="70004" y="71082"/>
                </a:cubicBezTo>
                <a:close/>
                <a:moveTo>
                  <a:pt x="294657" y="3611"/>
                </a:moveTo>
                <a:lnTo>
                  <a:pt x="284527" y="47739"/>
                </a:lnTo>
                <a:lnTo>
                  <a:pt x="280917" y="47739"/>
                </a:lnTo>
                <a:lnTo>
                  <a:pt x="280515" y="36707"/>
                </a:lnTo>
                <a:cubicBezTo>
                  <a:pt x="280181" y="32695"/>
                  <a:pt x="279412" y="29118"/>
                  <a:pt x="278209" y="25976"/>
                </a:cubicBezTo>
                <a:cubicBezTo>
                  <a:pt x="277005" y="22833"/>
                  <a:pt x="275200" y="20108"/>
                  <a:pt x="272793" y="17802"/>
                </a:cubicBezTo>
                <a:cubicBezTo>
                  <a:pt x="270386" y="15495"/>
                  <a:pt x="267344" y="13690"/>
                  <a:pt x="263666" y="12386"/>
                </a:cubicBezTo>
                <a:cubicBezTo>
                  <a:pt x="259989" y="11082"/>
                  <a:pt x="255911" y="10430"/>
                  <a:pt x="251431" y="10430"/>
                </a:cubicBezTo>
                <a:cubicBezTo>
                  <a:pt x="239463" y="10430"/>
                  <a:pt x="228999" y="13696"/>
                  <a:pt x="220040" y="20228"/>
                </a:cubicBezTo>
                <a:cubicBezTo>
                  <a:pt x="208606" y="28558"/>
                  <a:pt x="199647" y="40321"/>
                  <a:pt x="193162" y="55518"/>
                </a:cubicBezTo>
                <a:cubicBezTo>
                  <a:pt x="187813" y="68048"/>
                  <a:pt x="185138" y="80745"/>
                  <a:pt x="185138" y="93610"/>
                </a:cubicBezTo>
                <a:cubicBezTo>
                  <a:pt x="185138" y="106739"/>
                  <a:pt x="188983" y="117220"/>
                  <a:pt x="196672" y="125051"/>
                </a:cubicBezTo>
                <a:cubicBezTo>
                  <a:pt x="204361" y="132882"/>
                  <a:pt x="214356" y="136798"/>
                  <a:pt x="226659" y="136798"/>
                </a:cubicBezTo>
                <a:cubicBezTo>
                  <a:pt x="235953" y="136798"/>
                  <a:pt x="244227" y="134717"/>
                  <a:pt x="251481" y="130555"/>
                </a:cubicBezTo>
                <a:cubicBezTo>
                  <a:pt x="258735" y="126392"/>
                  <a:pt x="265472" y="119982"/>
                  <a:pt x="271690" y="111324"/>
                </a:cubicBezTo>
                <a:lnTo>
                  <a:pt x="276404" y="111324"/>
                </a:lnTo>
                <a:cubicBezTo>
                  <a:pt x="269049" y="123093"/>
                  <a:pt x="260892" y="131753"/>
                  <a:pt x="251932" y="137302"/>
                </a:cubicBezTo>
                <a:cubicBezTo>
                  <a:pt x="242973" y="142850"/>
                  <a:pt x="232242" y="145623"/>
                  <a:pt x="219739" y="145623"/>
                </a:cubicBezTo>
                <a:cubicBezTo>
                  <a:pt x="208640" y="145623"/>
                  <a:pt x="198811" y="143303"/>
                  <a:pt x="190253" y="138662"/>
                </a:cubicBezTo>
                <a:cubicBezTo>
                  <a:pt x="181695" y="134022"/>
                  <a:pt x="175176" y="127496"/>
                  <a:pt x="170696" y="119084"/>
                </a:cubicBezTo>
                <a:cubicBezTo>
                  <a:pt x="166217" y="110672"/>
                  <a:pt x="163977" y="101625"/>
                  <a:pt x="163977" y="91942"/>
                </a:cubicBezTo>
                <a:cubicBezTo>
                  <a:pt x="163977" y="77120"/>
                  <a:pt x="167955" y="62699"/>
                  <a:pt x="175911" y="48679"/>
                </a:cubicBezTo>
                <a:cubicBezTo>
                  <a:pt x="183868" y="34657"/>
                  <a:pt x="194783" y="23641"/>
                  <a:pt x="208657" y="15630"/>
                </a:cubicBezTo>
                <a:cubicBezTo>
                  <a:pt x="222530" y="7617"/>
                  <a:pt x="236521" y="3611"/>
                  <a:pt x="250629" y="3611"/>
                </a:cubicBezTo>
                <a:cubicBezTo>
                  <a:pt x="257248" y="3611"/>
                  <a:pt x="264669" y="5205"/>
                  <a:pt x="272893" y="8393"/>
                </a:cubicBezTo>
                <a:cubicBezTo>
                  <a:pt x="276504" y="9751"/>
                  <a:pt x="279111" y="10430"/>
                  <a:pt x="280716" y="10430"/>
                </a:cubicBezTo>
                <a:cubicBezTo>
                  <a:pt x="282321" y="10430"/>
                  <a:pt x="283725" y="10091"/>
                  <a:pt x="284928" y="9412"/>
                </a:cubicBezTo>
                <a:cubicBezTo>
                  <a:pt x="286132" y="8733"/>
                  <a:pt x="288138" y="6799"/>
                  <a:pt x="290946" y="3611"/>
                </a:cubicBezTo>
                <a:lnTo>
                  <a:pt x="294657" y="3611"/>
                </a:lnTo>
                <a:close/>
                <a:moveTo>
                  <a:pt x="347412" y="0"/>
                </a:moveTo>
                <a:lnTo>
                  <a:pt x="319230" y="97104"/>
                </a:lnTo>
                <a:cubicBezTo>
                  <a:pt x="331398" y="78855"/>
                  <a:pt x="340893" y="66735"/>
                  <a:pt x="347712" y="60742"/>
                </a:cubicBezTo>
                <a:cubicBezTo>
                  <a:pt x="354532" y="54748"/>
                  <a:pt x="361051" y="51750"/>
                  <a:pt x="367269" y="51750"/>
                </a:cubicBezTo>
                <a:cubicBezTo>
                  <a:pt x="370479" y="51750"/>
                  <a:pt x="373153" y="52864"/>
                  <a:pt x="375293" y="55091"/>
                </a:cubicBezTo>
                <a:cubicBezTo>
                  <a:pt x="377432" y="57317"/>
                  <a:pt x="378502" y="60285"/>
                  <a:pt x="378502" y="63995"/>
                </a:cubicBezTo>
                <a:cubicBezTo>
                  <a:pt x="378502" y="68408"/>
                  <a:pt x="377566" y="73756"/>
                  <a:pt x="375694" y="80039"/>
                </a:cubicBezTo>
                <a:lnTo>
                  <a:pt x="363458" y="122055"/>
                </a:lnTo>
                <a:cubicBezTo>
                  <a:pt x="361920" y="127136"/>
                  <a:pt x="361151" y="129944"/>
                  <a:pt x="361151" y="130479"/>
                </a:cubicBezTo>
                <a:cubicBezTo>
                  <a:pt x="361151" y="131415"/>
                  <a:pt x="361436" y="132184"/>
                  <a:pt x="362004" y="132786"/>
                </a:cubicBezTo>
                <a:cubicBezTo>
                  <a:pt x="362572" y="133388"/>
                  <a:pt x="363224" y="133689"/>
                  <a:pt x="363960" y="133689"/>
                </a:cubicBezTo>
                <a:cubicBezTo>
                  <a:pt x="364829" y="133689"/>
                  <a:pt x="365832" y="133254"/>
                  <a:pt x="366968" y="132385"/>
                </a:cubicBezTo>
                <a:cubicBezTo>
                  <a:pt x="370779" y="129443"/>
                  <a:pt x="374557" y="125364"/>
                  <a:pt x="378301" y="120149"/>
                </a:cubicBezTo>
                <a:lnTo>
                  <a:pt x="381410" y="122055"/>
                </a:lnTo>
                <a:cubicBezTo>
                  <a:pt x="379137" y="125598"/>
                  <a:pt x="375978" y="129493"/>
                  <a:pt x="371933" y="133739"/>
                </a:cubicBezTo>
                <a:cubicBezTo>
                  <a:pt x="367888" y="137984"/>
                  <a:pt x="364411" y="140926"/>
                  <a:pt x="361503" y="142564"/>
                </a:cubicBezTo>
                <a:cubicBezTo>
                  <a:pt x="358594" y="144203"/>
                  <a:pt x="356003" y="145022"/>
                  <a:pt x="353730" y="145022"/>
                </a:cubicBezTo>
                <a:cubicBezTo>
                  <a:pt x="351256" y="145022"/>
                  <a:pt x="349234" y="144236"/>
                  <a:pt x="347662" y="142665"/>
                </a:cubicBezTo>
                <a:cubicBezTo>
                  <a:pt x="346091" y="141094"/>
                  <a:pt x="345305" y="139071"/>
                  <a:pt x="345305" y="136597"/>
                </a:cubicBezTo>
                <a:cubicBezTo>
                  <a:pt x="345305" y="133655"/>
                  <a:pt x="346475" y="128173"/>
                  <a:pt x="348816" y="120149"/>
                </a:cubicBezTo>
                <a:lnTo>
                  <a:pt x="360349" y="80033"/>
                </a:lnTo>
                <a:cubicBezTo>
                  <a:pt x="361820" y="75018"/>
                  <a:pt x="362556" y="71073"/>
                  <a:pt x="362556" y="68198"/>
                </a:cubicBezTo>
                <a:cubicBezTo>
                  <a:pt x="362556" y="66861"/>
                  <a:pt x="362138" y="65791"/>
                  <a:pt x="361302" y="64989"/>
                </a:cubicBezTo>
                <a:cubicBezTo>
                  <a:pt x="360466" y="64187"/>
                  <a:pt x="359380" y="63785"/>
                  <a:pt x="358042" y="63785"/>
                </a:cubicBezTo>
                <a:cubicBezTo>
                  <a:pt x="356103" y="63785"/>
                  <a:pt x="353897" y="64521"/>
                  <a:pt x="351423" y="65992"/>
                </a:cubicBezTo>
                <a:cubicBezTo>
                  <a:pt x="346877" y="68800"/>
                  <a:pt x="341628" y="74016"/>
                  <a:pt x="335677" y="81640"/>
                </a:cubicBezTo>
                <a:cubicBezTo>
                  <a:pt x="334073" y="83713"/>
                  <a:pt x="328724" y="92073"/>
                  <a:pt x="319631" y="106720"/>
                </a:cubicBezTo>
                <a:cubicBezTo>
                  <a:pt x="316823" y="111400"/>
                  <a:pt x="314516" y="116505"/>
                  <a:pt x="312711" y="122036"/>
                </a:cubicBezTo>
                <a:lnTo>
                  <a:pt x="306292" y="142615"/>
                </a:lnTo>
                <a:lnTo>
                  <a:pt x="291248" y="142615"/>
                </a:lnTo>
                <a:lnTo>
                  <a:pt x="324244" y="27680"/>
                </a:lnTo>
                <a:lnTo>
                  <a:pt x="327754" y="15313"/>
                </a:lnTo>
                <a:cubicBezTo>
                  <a:pt x="327754" y="13585"/>
                  <a:pt x="327036" y="12056"/>
                  <a:pt x="325598" y="10725"/>
                </a:cubicBezTo>
                <a:cubicBezTo>
                  <a:pt x="324161" y="9392"/>
                  <a:pt x="322406" y="8725"/>
                  <a:pt x="320333" y="8725"/>
                </a:cubicBezTo>
                <a:cubicBezTo>
                  <a:pt x="319129" y="8725"/>
                  <a:pt x="317291" y="8926"/>
                  <a:pt x="314817" y="9327"/>
                </a:cubicBezTo>
                <a:lnTo>
                  <a:pt x="312711" y="9628"/>
                </a:lnTo>
                <a:lnTo>
                  <a:pt x="312711" y="5616"/>
                </a:lnTo>
                <a:lnTo>
                  <a:pt x="347412" y="0"/>
                </a:lnTo>
                <a:close/>
                <a:moveTo>
                  <a:pt x="486215" y="51750"/>
                </a:moveTo>
                <a:lnTo>
                  <a:pt x="466658" y="119852"/>
                </a:lnTo>
                <a:lnTo>
                  <a:pt x="464452" y="129003"/>
                </a:lnTo>
                <a:cubicBezTo>
                  <a:pt x="464251" y="129862"/>
                  <a:pt x="464151" y="130588"/>
                  <a:pt x="464151" y="131181"/>
                </a:cubicBezTo>
                <a:cubicBezTo>
                  <a:pt x="464151" y="132251"/>
                  <a:pt x="464485" y="133187"/>
                  <a:pt x="465154" y="133990"/>
                </a:cubicBezTo>
                <a:cubicBezTo>
                  <a:pt x="465689" y="134591"/>
                  <a:pt x="466357" y="134892"/>
                  <a:pt x="467160" y="134892"/>
                </a:cubicBezTo>
                <a:cubicBezTo>
                  <a:pt x="468029" y="134892"/>
                  <a:pt x="469165" y="134357"/>
                  <a:pt x="470570" y="133287"/>
                </a:cubicBezTo>
                <a:cubicBezTo>
                  <a:pt x="473177" y="131349"/>
                  <a:pt x="476654" y="127337"/>
                  <a:pt x="481000" y="121252"/>
                </a:cubicBezTo>
                <a:lnTo>
                  <a:pt x="484410" y="123659"/>
                </a:lnTo>
                <a:cubicBezTo>
                  <a:pt x="479796" y="130613"/>
                  <a:pt x="475049" y="135912"/>
                  <a:pt x="470168" y="139556"/>
                </a:cubicBezTo>
                <a:cubicBezTo>
                  <a:pt x="465287" y="143200"/>
                  <a:pt x="460774" y="145022"/>
                  <a:pt x="456629" y="145022"/>
                </a:cubicBezTo>
                <a:cubicBezTo>
                  <a:pt x="453754" y="145022"/>
                  <a:pt x="451598" y="144303"/>
                  <a:pt x="450160" y="142865"/>
                </a:cubicBezTo>
                <a:cubicBezTo>
                  <a:pt x="448723" y="141428"/>
                  <a:pt x="448004" y="139338"/>
                  <a:pt x="448004" y="136597"/>
                </a:cubicBezTo>
                <a:cubicBezTo>
                  <a:pt x="448004" y="133321"/>
                  <a:pt x="448739" y="129008"/>
                  <a:pt x="450210" y="123659"/>
                </a:cubicBezTo>
                <a:lnTo>
                  <a:pt x="452316" y="115890"/>
                </a:lnTo>
                <a:cubicBezTo>
                  <a:pt x="443558" y="127421"/>
                  <a:pt x="435501" y="135480"/>
                  <a:pt x="428146" y="140067"/>
                </a:cubicBezTo>
                <a:cubicBezTo>
                  <a:pt x="422864" y="143370"/>
                  <a:pt x="417682" y="145022"/>
                  <a:pt x="412601" y="145022"/>
                </a:cubicBezTo>
                <a:cubicBezTo>
                  <a:pt x="407720" y="145022"/>
                  <a:pt x="403508" y="142997"/>
                  <a:pt x="399964" y="138948"/>
                </a:cubicBezTo>
                <a:cubicBezTo>
                  <a:pt x="396421" y="134898"/>
                  <a:pt x="394649" y="129326"/>
                  <a:pt x="394649" y="122230"/>
                </a:cubicBezTo>
                <a:cubicBezTo>
                  <a:pt x="394649" y="111589"/>
                  <a:pt x="397841" y="100362"/>
                  <a:pt x="404227" y="88548"/>
                </a:cubicBezTo>
                <a:cubicBezTo>
                  <a:pt x="410612" y="76735"/>
                  <a:pt x="418719" y="67280"/>
                  <a:pt x="428547" y="60184"/>
                </a:cubicBezTo>
                <a:cubicBezTo>
                  <a:pt x="436236" y="54562"/>
                  <a:pt x="443491" y="51750"/>
                  <a:pt x="450311" y="51750"/>
                </a:cubicBezTo>
                <a:cubicBezTo>
                  <a:pt x="454389" y="51750"/>
                  <a:pt x="457782" y="52830"/>
                  <a:pt x="460490" y="54988"/>
                </a:cubicBezTo>
                <a:cubicBezTo>
                  <a:pt x="463198" y="57146"/>
                  <a:pt x="465254" y="60720"/>
                  <a:pt x="466658" y="65710"/>
                </a:cubicBezTo>
                <a:lnTo>
                  <a:pt x="470269" y="54157"/>
                </a:lnTo>
                <a:lnTo>
                  <a:pt x="486215" y="51750"/>
                </a:lnTo>
                <a:moveTo>
                  <a:pt x="450511" y="56765"/>
                </a:moveTo>
                <a:cubicBezTo>
                  <a:pt x="446232" y="56765"/>
                  <a:pt x="441686" y="58779"/>
                  <a:pt x="436872" y="62808"/>
                </a:cubicBezTo>
                <a:cubicBezTo>
                  <a:pt x="430052" y="68512"/>
                  <a:pt x="423984" y="76969"/>
                  <a:pt x="418669" y="88178"/>
                </a:cubicBezTo>
                <a:cubicBezTo>
                  <a:pt x="413353" y="99388"/>
                  <a:pt x="410695" y="109524"/>
                  <a:pt x="410695" y="118585"/>
                </a:cubicBezTo>
                <a:cubicBezTo>
                  <a:pt x="410695" y="123151"/>
                  <a:pt x="411832" y="126759"/>
                  <a:pt x="414105" y="129411"/>
                </a:cubicBezTo>
                <a:cubicBezTo>
                  <a:pt x="416379" y="132062"/>
                  <a:pt x="418986" y="133388"/>
                  <a:pt x="421928" y="133388"/>
                </a:cubicBezTo>
                <a:cubicBezTo>
                  <a:pt x="429216" y="133388"/>
                  <a:pt x="437139" y="127985"/>
                  <a:pt x="445697" y="117178"/>
                </a:cubicBezTo>
                <a:cubicBezTo>
                  <a:pt x="457130" y="102813"/>
                  <a:pt x="462847" y="88079"/>
                  <a:pt x="462847" y="72975"/>
                </a:cubicBezTo>
                <a:cubicBezTo>
                  <a:pt x="462847" y="67271"/>
                  <a:pt x="461744" y="63143"/>
                  <a:pt x="459537" y="60592"/>
                </a:cubicBezTo>
                <a:cubicBezTo>
                  <a:pt x="457331" y="58041"/>
                  <a:pt x="454322" y="56765"/>
                  <a:pt x="450511" y="56765"/>
                </a:cubicBezTo>
                <a:close/>
                <a:moveTo>
                  <a:pt x="537865" y="51750"/>
                </a:moveTo>
                <a:lnTo>
                  <a:pt x="524527" y="97521"/>
                </a:lnTo>
                <a:cubicBezTo>
                  <a:pt x="537030" y="78810"/>
                  <a:pt x="546607" y="66505"/>
                  <a:pt x="553260" y="60604"/>
                </a:cubicBezTo>
                <a:cubicBezTo>
                  <a:pt x="559913" y="54702"/>
                  <a:pt x="566315" y="51750"/>
                  <a:pt x="572466" y="51750"/>
                </a:cubicBezTo>
                <a:cubicBezTo>
                  <a:pt x="575809" y="51750"/>
                  <a:pt x="578567" y="52860"/>
                  <a:pt x="580740" y="55079"/>
                </a:cubicBezTo>
                <a:cubicBezTo>
                  <a:pt x="582913" y="57298"/>
                  <a:pt x="583999" y="60189"/>
                  <a:pt x="583999" y="63751"/>
                </a:cubicBezTo>
                <a:cubicBezTo>
                  <a:pt x="583999" y="67765"/>
                  <a:pt x="583030" y="73118"/>
                  <a:pt x="581091" y="79810"/>
                </a:cubicBezTo>
                <a:lnTo>
                  <a:pt x="568855" y="122064"/>
                </a:lnTo>
                <a:cubicBezTo>
                  <a:pt x="567451" y="126949"/>
                  <a:pt x="566749" y="129927"/>
                  <a:pt x="566749" y="130996"/>
                </a:cubicBezTo>
                <a:cubicBezTo>
                  <a:pt x="566749" y="131932"/>
                  <a:pt x="567017" y="132718"/>
                  <a:pt x="567552" y="133353"/>
                </a:cubicBezTo>
                <a:cubicBezTo>
                  <a:pt x="568086" y="133986"/>
                  <a:pt x="568655" y="134303"/>
                  <a:pt x="569257" y="134303"/>
                </a:cubicBezTo>
                <a:cubicBezTo>
                  <a:pt x="570059" y="134303"/>
                  <a:pt x="571028" y="133868"/>
                  <a:pt x="572165" y="132999"/>
                </a:cubicBezTo>
                <a:cubicBezTo>
                  <a:pt x="575709" y="130193"/>
                  <a:pt x="579587" y="125915"/>
                  <a:pt x="583799" y="120165"/>
                </a:cubicBezTo>
                <a:lnTo>
                  <a:pt x="586908" y="122070"/>
                </a:lnTo>
                <a:cubicBezTo>
                  <a:pt x="580690" y="130959"/>
                  <a:pt x="574806" y="137306"/>
                  <a:pt x="569257" y="141113"/>
                </a:cubicBezTo>
                <a:cubicBezTo>
                  <a:pt x="565379" y="143719"/>
                  <a:pt x="561902" y="145022"/>
                  <a:pt x="558826" y="145022"/>
                </a:cubicBezTo>
                <a:cubicBezTo>
                  <a:pt x="556352" y="145022"/>
                  <a:pt x="554380" y="144269"/>
                  <a:pt x="552909" y="142765"/>
                </a:cubicBezTo>
                <a:cubicBezTo>
                  <a:pt x="551438" y="141261"/>
                  <a:pt x="550703" y="139238"/>
                  <a:pt x="550703" y="136697"/>
                </a:cubicBezTo>
                <a:cubicBezTo>
                  <a:pt x="550703" y="133496"/>
                  <a:pt x="551839" y="127995"/>
                  <a:pt x="554113" y="120193"/>
                </a:cubicBezTo>
                <a:lnTo>
                  <a:pt x="565746" y="79989"/>
                </a:lnTo>
                <a:cubicBezTo>
                  <a:pt x="567217" y="74987"/>
                  <a:pt x="567953" y="71086"/>
                  <a:pt x="567953" y="68286"/>
                </a:cubicBezTo>
                <a:cubicBezTo>
                  <a:pt x="567953" y="66953"/>
                  <a:pt x="567518" y="65870"/>
                  <a:pt x="566649" y="65036"/>
                </a:cubicBezTo>
                <a:cubicBezTo>
                  <a:pt x="565780" y="64202"/>
                  <a:pt x="564710" y="63785"/>
                  <a:pt x="563440" y="63785"/>
                </a:cubicBezTo>
                <a:cubicBezTo>
                  <a:pt x="561568" y="63785"/>
                  <a:pt x="559328" y="64586"/>
                  <a:pt x="556720" y="66186"/>
                </a:cubicBezTo>
                <a:cubicBezTo>
                  <a:pt x="551772" y="69184"/>
                  <a:pt x="546624" y="74133"/>
                  <a:pt x="541275" y="81032"/>
                </a:cubicBezTo>
                <a:cubicBezTo>
                  <a:pt x="535926" y="87930"/>
                  <a:pt x="530277" y="96743"/>
                  <a:pt x="524326" y="107472"/>
                </a:cubicBezTo>
                <a:cubicBezTo>
                  <a:pt x="521183" y="113136"/>
                  <a:pt x="518576" y="119334"/>
                  <a:pt x="516503" y="126066"/>
                </a:cubicBezTo>
                <a:lnTo>
                  <a:pt x="511489" y="142615"/>
                </a:lnTo>
                <a:lnTo>
                  <a:pt x="496445" y="142615"/>
                </a:lnTo>
                <a:lnTo>
                  <a:pt x="514698" y="79631"/>
                </a:lnTo>
                <a:cubicBezTo>
                  <a:pt x="516837" y="72118"/>
                  <a:pt x="517907" y="67597"/>
                  <a:pt x="517907" y="66067"/>
                </a:cubicBezTo>
                <a:cubicBezTo>
                  <a:pt x="517907" y="64604"/>
                  <a:pt x="517322" y="63324"/>
                  <a:pt x="516152" y="62225"/>
                </a:cubicBezTo>
                <a:cubicBezTo>
                  <a:pt x="514982" y="61126"/>
                  <a:pt x="513528" y="60576"/>
                  <a:pt x="511789" y="60576"/>
                </a:cubicBezTo>
                <a:cubicBezTo>
                  <a:pt x="510987" y="60576"/>
                  <a:pt x="509583" y="60710"/>
                  <a:pt x="507577" y="60977"/>
                </a:cubicBezTo>
                <a:lnTo>
                  <a:pt x="503766" y="61579"/>
                </a:lnTo>
                <a:lnTo>
                  <a:pt x="503164" y="57969"/>
                </a:lnTo>
                <a:lnTo>
                  <a:pt x="537865" y="51750"/>
                </a:lnTo>
                <a:close/>
                <a:moveTo>
                  <a:pt x="640564" y="51750"/>
                </a:moveTo>
                <a:lnTo>
                  <a:pt x="627225" y="97521"/>
                </a:lnTo>
                <a:cubicBezTo>
                  <a:pt x="639728" y="78810"/>
                  <a:pt x="649306" y="66505"/>
                  <a:pt x="655958" y="60604"/>
                </a:cubicBezTo>
                <a:cubicBezTo>
                  <a:pt x="662611" y="54702"/>
                  <a:pt x="669013" y="51750"/>
                  <a:pt x="675164" y="51750"/>
                </a:cubicBezTo>
                <a:cubicBezTo>
                  <a:pt x="678507" y="51750"/>
                  <a:pt x="681265" y="52860"/>
                  <a:pt x="683438" y="55079"/>
                </a:cubicBezTo>
                <a:cubicBezTo>
                  <a:pt x="685611" y="57298"/>
                  <a:pt x="686698" y="60189"/>
                  <a:pt x="686698" y="63751"/>
                </a:cubicBezTo>
                <a:cubicBezTo>
                  <a:pt x="686698" y="67765"/>
                  <a:pt x="685728" y="73118"/>
                  <a:pt x="683789" y="79810"/>
                </a:cubicBezTo>
                <a:lnTo>
                  <a:pt x="671554" y="122064"/>
                </a:lnTo>
                <a:cubicBezTo>
                  <a:pt x="670150" y="126949"/>
                  <a:pt x="669448" y="129927"/>
                  <a:pt x="669448" y="130996"/>
                </a:cubicBezTo>
                <a:cubicBezTo>
                  <a:pt x="669448" y="131932"/>
                  <a:pt x="669715" y="132718"/>
                  <a:pt x="670250" y="133353"/>
                </a:cubicBezTo>
                <a:cubicBezTo>
                  <a:pt x="670785" y="133986"/>
                  <a:pt x="671353" y="134303"/>
                  <a:pt x="671955" y="134303"/>
                </a:cubicBezTo>
                <a:cubicBezTo>
                  <a:pt x="672757" y="134303"/>
                  <a:pt x="673727" y="133868"/>
                  <a:pt x="674863" y="132999"/>
                </a:cubicBezTo>
                <a:cubicBezTo>
                  <a:pt x="678407" y="130193"/>
                  <a:pt x="682285" y="125915"/>
                  <a:pt x="686497" y="120165"/>
                </a:cubicBezTo>
                <a:lnTo>
                  <a:pt x="689606" y="122070"/>
                </a:lnTo>
                <a:cubicBezTo>
                  <a:pt x="683388" y="130959"/>
                  <a:pt x="677504" y="137306"/>
                  <a:pt x="671955" y="141113"/>
                </a:cubicBezTo>
                <a:cubicBezTo>
                  <a:pt x="668077" y="143719"/>
                  <a:pt x="664600" y="145022"/>
                  <a:pt x="661525" y="145022"/>
                </a:cubicBezTo>
                <a:cubicBezTo>
                  <a:pt x="659051" y="145022"/>
                  <a:pt x="657078" y="144269"/>
                  <a:pt x="655607" y="142765"/>
                </a:cubicBezTo>
                <a:cubicBezTo>
                  <a:pt x="654136" y="141261"/>
                  <a:pt x="653401" y="139238"/>
                  <a:pt x="653401" y="136697"/>
                </a:cubicBezTo>
                <a:cubicBezTo>
                  <a:pt x="653401" y="133496"/>
                  <a:pt x="654538" y="127995"/>
                  <a:pt x="656811" y="120193"/>
                </a:cubicBezTo>
                <a:lnTo>
                  <a:pt x="668445" y="79989"/>
                </a:lnTo>
                <a:cubicBezTo>
                  <a:pt x="669916" y="74987"/>
                  <a:pt x="670651" y="71086"/>
                  <a:pt x="670651" y="68286"/>
                </a:cubicBezTo>
                <a:cubicBezTo>
                  <a:pt x="670651" y="66953"/>
                  <a:pt x="670217" y="65870"/>
                  <a:pt x="669347" y="65036"/>
                </a:cubicBezTo>
                <a:cubicBezTo>
                  <a:pt x="668478" y="64202"/>
                  <a:pt x="667408" y="63785"/>
                  <a:pt x="666138" y="63785"/>
                </a:cubicBezTo>
                <a:cubicBezTo>
                  <a:pt x="664266" y="63785"/>
                  <a:pt x="662026" y="64586"/>
                  <a:pt x="659419" y="66186"/>
                </a:cubicBezTo>
                <a:cubicBezTo>
                  <a:pt x="654471" y="69184"/>
                  <a:pt x="649322" y="74133"/>
                  <a:pt x="643974" y="81032"/>
                </a:cubicBezTo>
                <a:cubicBezTo>
                  <a:pt x="638625" y="87930"/>
                  <a:pt x="632975" y="96743"/>
                  <a:pt x="627024" y="107472"/>
                </a:cubicBezTo>
                <a:cubicBezTo>
                  <a:pt x="623882" y="113136"/>
                  <a:pt x="621274" y="119334"/>
                  <a:pt x="619202" y="126066"/>
                </a:cubicBezTo>
                <a:lnTo>
                  <a:pt x="614187" y="142615"/>
                </a:lnTo>
                <a:lnTo>
                  <a:pt x="599143" y="142615"/>
                </a:lnTo>
                <a:lnTo>
                  <a:pt x="617396" y="79631"/>
                </a:lnTo>
                <a:cubicBezTo>
                  <a:pt x="619536" y="72118"/>
                  <a:pt x="620606" y="67597"/>
                  <a:pt x="620606" y="66067"/>
                </a:cubicBezTo>
                <a:cubicBezTo>
                  <a:pt x="620606" y="64604"/>
                  <a:pt x="620021" y="63324"/>
                  <a:pt x="618851" y="62225"/>
                </a:cubicBezTo>
                <a:cubicBezTo>
                  <a:pt x="617681" y="61126"/>
                  <a:pt x="616226" y="60576"/>
                  <a:pt x="614488" y="60576"/>
                </a:cubicBezTo>
                <a:cubicBezTo>
                  <a:pt x="613686" y="60576"/>
                  <a:pt x="612281" y="60710"/>
                  <a:pt x="610276" y="60977"/>
                </a:cubicBezTo>
                <a:lnTo>
                  <a:pt x="606465" y="61579"/>
                </a:lnTo>
                <a:lnTo>
                  <a:pt x="605863" y="57969"/>
                </a:lnTo>
                <a:lnTo>
                  <a:pt x="640564" y="51750"/>
                </a:lnTo>
                <a:close/>
                <a:moveTo>
                  <a:pt x="722402" y="104905"/>
                </a:moveTo>
                <a:cubicBezTo>
                  <a:pt x="721934" y="108238"/>
                  <a:pt x="721700" y="111003"/>
                  <a:pt x="721700" y="113201"/>
                </a:cubicBezTo>
                <a:cubicBezTo>
                  <a:pt x="721700" y="119131"/>
                  <a:pt x="723806" y="124179"/>
                  <a:pt x="728018" y="128345"/>
                </a:cubicBezTo>
                <a:cubicBezTo>
                  <a:pt x="732230" y="132509"/>
                  <a:pt x="737345" y="134591"/>
                  <a:pt x="743363" y="134591"/>
                </a:cubicBezTo>
                <a:cubicBezTo>
                  <a:pt x="748177" y="134591"/>
                  <a:pt x="752807" y="133608"/>
                  <a:pt x="757253" y="131642"/>
                </a:cubicBezTo>
                <a:cubicBezTo>
                  <a:pt x="761699" y="129674"/>
                  <a:pt x="768302" y="125323"/>
                  <a:pt x="777061" y="118588"/>
                </a:cubicBezTo>
                <a:lnTo>
                  <a:pt x="779167" y="121497"/>
                </a:lnTo>
                <a:cubicBezTo>
                  <a:pt x="763321" y="137180"/>
                  <a:pt x="748210" y="145022"/>
                  <a:pt x="733835" y="145022"/>
                </a:cubicBezTo>
                <a:cubicBezTo>
                  <a:pt x="724073" y="145022"/>
                  <a:pt x="716719" y="141943"/>
                  <a:pt x="711771" y="135785"/>
                </a:cubicBezTo>
                <a:cubicBezTo>
                  <a:pt x="706823" y="129628"/>
                  <a:pt x="704349" y="122834"/>
                  <a:pt x="704349" y="115404"/>
                </a:cubicBezTo>
                <a:cubicBezTo>
                  <a:pt x="704349" y="105431"/>
                  <a:pt x="707425" y="95225"/>
                  <a:pt x="713576" y="84784"/>
                </a:cubicBezTo>
                <a:cubicBezTo>
                  <a:pt x="719727" y="74341"/>
                  <a:pt x="727450" y="66225"/>
                  <a:pt x="736743" y="60435"/>
                </a:cubicBezTo>
                <a:cubicBezTo>
                  <a:pt x="746037" y="54645"/>
                  <a:pt x="755598" y="51750"/>
                  <a:pt x="765427" y="51750"/>
                </a:cubicBezTo>
                <a:cubicBezTo>
                  <a:pt x="772514" y="51750"/>
                  <a:pt x="777763" y="53193"/>
                  <a:pt x="781173" y="56079"/>
                </a:cubicBezTo>
                <a:cubicBezTo>
                  <a:pt x="784582" y="58964"/>
                  <a:pt x="786287" y="62388"/>
                  <a:pt x="786287" y="66349"/>
                </a:cubicBezTo>
                <a:cubicBezTo>
                  <a:pt x="786287" y="71919"/>
                  <a:pt x="784081" y="77255"/>
                  <a:pt x="779668" y="82355"/>
                </a:cubicBezTo>
                <a:cubicBezTo>
                  <a:pt x="773851" y="88999"/>
                  <a:pt x="765293" y="94368"/>
                  <a:pt x="753994" y="98461"/>
                </a:cubicBezTo>
                <a:cubicBezTo>
                  <a:pt x="746505" y="101213"/>
                  <a:pt x="735975" y="103361"/>
                  <a:pt x="722402" y="104905"/>
                </a:cubicBezTo>
                <a:moveTo>
                  <a:pt x="723104" y="99890"/>
                </a:moveTo>
                <a:cubicBezTo>
                  <a:pt x="732999" y="98752"/>
                  <a:pt x="741056" y="96809"/>
                  <a:pt x="747274" y="94061"/>
                </a:cubicBezTo>
                <a:cubicBezTo>
                  <a:pt x="755498" y="90375"/>
                  <a:pt x="761666" y="85969"/>
                  <a:pt x="765778" y="80841"/>
                </a:cubicBezTo>
                <a:cubicBezTo>
                  <a:pt x="769890" y="75714"/>
                  <a:pt x="771946" y="70838"/>
                  <a:pt x="771946" y="66214"/>
                </a:cubicBezTo>
                <a:cubicBezTo>
                  <a:pt x="771946" y="63400"/>
                  <a:pt x="771060" y="61121"/>
                  <a:pt x="769288" y="59379"/>
                </a:cubicBezTo>
                <a:cubicBezTo>
                  <a:pt x="767516" y="57636"/>
                  <a:pt x="764992" y="56765"/>
                  <a:pt x="761716" y="56765"/>
                </a:cubicBezTo>
                <a:cubicBezTo>
                  <a:pt x="754896" y="56765"/>
                  <a:pt x="747658" y="60401"/>
                  <a:pt x="740003" y="67672"/>
                </a:cubicBezTo>
                <a:cubicBezTo>
                  <a:pt x="732347" y="74943"/>
                  <a:pt x="726714" y="85682"/>
                  <a:pt x="723104" y="99890"/>
                </a:cubicBezTo>
                <a:close/>
                <a:moveTo>
                  <a:pt x="850204" y="0"/>
                </a:moveTo>
                <a:lnTo>
                  <a:pt x="815905" y="119378"/>
                </a:lnTo>
                <a:cubicBezTo>
                  <a:pt x="814233" y="125331"/>
                  <a:pt x="813397" y="128976"/>
                  <a:pt x="813397" y="130313"/>
                </a:cubicBezTo>
                <a:cubicBezTo>
                  <a:pt x="813397" y="131316"/>
                  <a:pt x="813715" y="132152"/>
                  <a:pt x="814350" y="132820"/>
                </a:cubicBezTo>
                <a:cubicBezTo>
                  <a:pt x="814985" y="133489"/>
                  <a:pt x="815771" y="133823"/>
                  <a:pt x="816707" y="133823"/>
                </a:cubicBezTo>
                <a:cubicBezTo>
                  <a:pt x="817977" y="133823"/>
                  <a:pt x="819348" y="133255"/>
                  <a:pt x="820819" y="132118"/>
                </a:cubicBezTo>
                <a:cubicBezTo>
                  <a:pt x="824296" y="129373"/>
                  <a:pt x="827940" y="125116"/>
                  <a:pt x="831751" y="119347"/>
                </a:cubicBezTo>
                <a:lnTo>
                  <a:pt x="834760" y="122456"/>
                </a:lnTo>
                <a:cubicBezTo>
                  <a:pt x="828408" y="131415"/>
                  <a:pt x="822557" y="137667"/>
                  <a:pt x="817208" y="141211"/>
                </a:cubicBezTo>
                <a:cubicBezTo>
                  <a:pt x="813264" y="143751"/>
                  <a:pt x="809519" y="145022"/>
                  <a:pt x="805976" y="145022"/>
                </a:cubicBezTo>
                <a:cubicBezTo>
                  <a:pt x="803435" y="145022"/>
                  <a:pt x="801312" y="144152"/>
                  <a:pt x="799607" y="142414"/>
                </a:cubicBezTo>
                <a:cubicBezTo>
                  <a:pt x="797902" y="140676"/>
                  <a:pt x="797050" y="138670"/>
                  <a:pt x="797050" y="136397"/>
                </a:cubicBezTo>
                <a:cubicBezTo>
                  <a:pt x="797050" y="133985"/>
                  <a:pt x="798120" y="129028"/>
                  <a:pt x="800259" y="121525"/>
                </a:cubicBezTo>
                <a:lnTo>
                  <a:pt x="827438" y="27279"/>
                </a:lnTo>
                <a:cubicBezTo>
                  <a:pt x="829645" y="19590"/>
                  <a:pt x="830748" y="15177"/>
                  <a:pt x="830748" y="14041"/>
                </a:cubicBezTo>
                <a:cubicBezTo>
                  <a:pt x="830748" y="12436"/>
                  <a:pt x="830113" y="11116"/>
                  <a:pt x="828842" y="10079"/>
                </a:cubicBezTo>
                <a:cubicBezTo>
                  <a:pt x="827572" y="9043"/>
                  <a:pt x="825600" y="8525"/>
                  <a:pt x="822925" y="8525"/>
                </a:cubicBezTo>
                <a:cubicBezTo>
                  <a:pt x="821387" y="8525"/>
                  <a:pt x="819047" y="8759"/>
                  <a:pt x="815905" y="9227"/>
                </a:cubicBezTo>
                <a:lnTo>
                  <a:pt x="815905" y="5616"/>
                </a:lnTo>
                <a:lnTo>
                  <a:pt x="850204" y="0"/>
                </a:lnTo>
                <a:close/>
                <a:moveTo>
                  <a:pt x="962666" y="6619"/>
                </a:moveTo>
                <a:lnTo>
                  <a:pt x="975202" y="116733"/>
                </a:lnTo>
                <a:lnTo>
                  <a:pt x="1054132" y="6619"/>
                </a:lnTo>
                <a:lnTo>
                  <a:pt x="1087328" y="6619"/>
                </a:lnTo>
                <a:lnTo>
                  <a:pt x="1087328" y="10230"/>
                </a:lnTo>
                <a:cubicBezTo>
                  <a:pt x="1080107" y="10700"/>
                  <a:pt x="1075862" y="11170"/>
                  <a:pt x="1074591" y="11640"/>
                </a:cubicBezTo>
                <a:cubicBezTo>
                  <a:pt x="1072385" y="12513"/>
                  <a:pt x="1070362" y="14261"/>
                  <a:pt x="1068524" y="16883"/>
                </a:cubicBezTo>
                <a:cubicBezTo>
                  <a:pt x="1066685" y="19504"/>
                  <a:pt x="1064696" y="24542"/>
                  <a:pt x="1062556" y="31999"/>
                </a:cubicBezTo>
                <a:lnTo>
                  <a:pt x="1037383" y="118231"/>
                </a:lnTo>
                <a:cubicBezTo>
                  <a:pt x="1035912" y="123273"/>
                  <a:pt x="1035177" y="127240"/>
                  <a:pt x="1035177" y="130131"/>
                </a:cubicBezTo>
                <a:cubicBezTo>
                  <a:pt x="1035177" y="132752"/>
                  <a:pt x="1036079" y="134734"/>
                  <a:pt x="1037884" y="136080"/>
                </a:cubicBezTo>
                <a:cubicBezTo>
                  <a:pt x="1040425" y="138029"/>
                  <a:pt x="1044437" y="139004"/>
                  <a:pt x="1049919" y="139004"/>
                </a:cubicBezTo>
                <a:lnTo>
                  <a:pt x="1052326" y="139004"/>
                </a:lnTo>
                <a:lnTo>
                  <a:pt x="1051424" y="142615"/>
                </a:lnTo>
                <a:lnTo>
                  <a:pt x="994157" y="142615"/>
                </a:lnTo>
                <a:lnTo>
                  <a:pt x="995160" y="139004"/>
                </a:lnTo>
                <a:lnTo>
                  <a:pt x="997868" y="139004"/>
                </a:lnTo>
                <a:cubicBezTo>
                  <a:pt x="1002950" y="139004"/>
                  <a:pt x="1006827" y="138265"/>
                  <a:pt x="1009502" y="136788"/>
                </a:cubicBezTo>
                <a:cubicBezTo>
                  <a:pt x="1011575" y="135716"/>
                  <a:pt x="1013430" y="133688"/>
                  <a:pt x="1015068" y="130702"/>
                </a:cubicBezTo>
                <a:cubicBezTo>
                  <a:pt x="1016706" y="127714"/>
                  <a:pt x="1018996" y="121087"/>
                  <a:pt x="1021938" y="110822"/>
                </a:cubicBezTo>
                <a:lnTo>
                  <a:pt x="1044403" y="31993"/>
                </a:lnTo>
                <a:lnTo>
                  <a:pt x="965073" y="142615"/>
                </a:lnTo>
                <a:lnTo>
                  <a:pt x="961061" y="142615"/>
                </a:lnTo>
                <a:lnTo>
                  <a:pt x="948324" y="31993"/>
                </a:lnTo>
                <a:lnTo>
                  <a:pt x="924054" y="116138"/>
                </a:lnTo>
                <a:cubicBezTo>
                  <a:pt x="921981" y="123323"/>
                  <a:pt x="920944" y="128158"/>
                  <a:pt x="920944" y="130642"/>
                </a:cubicBezTo>
                <a:cubicBezTo>
                  <a:pt x="920944" y="133129"/>
                  <a:pt x="921847" y="135027"/>
                  <a:pt x="923652" y="136337"/>
                </a:cubicBezTo>
                <a:cubicBezTo>
                  <a:pt x="925458" y="137645"/>
                  <a:pt x="929837" y="138534"/>
                  <a:pt x="936791" y="139004"/>
                </a:cubicBezTo>
                <a:lnTo>
                  <a:pt x="935687" y="142615"/>
                </a:lnTo>
                <a:lnTo>
                  <a:pt x="890857" y="142615"/>
                </a:lnTo>
                <a:lnTo>
                  <a:pt x="891960" y="139004"/>
                </a:lnTo>
                <a:lnTo>
                  <a:pt x="894668" y="139004"/>
                </a:lnTo>
                <a:cubicBezTo>
                  <a:pt x="901287" y="139004"/>
                  <a:pt x="906068" y="137324"/>
                  <a:pt x="909010" y="133964"/>
                </a:cubicBezTo>
                <a:cubicBezTo>
                  <a:pt x="911149" y="131547"/>
                  <a:pt x="913389" y="126307"/>
                  <a:pt x="915729" y="118244"/>
                </a:cubicBezTo>
                <a:lnTo>
                  <a:pt x="945315" y="16815"/>
                </a:lnTo>
                <a:cubicBezTo>
                  <a:pt x="943109" y="14518"/>
                  <a:pt x="941003" y="12965"/>
                  <a:pt x="938997" y="12154"/>
                </a:cubicBezTo>
                <a:cubicBezTo>
                  <a:pt x="936991" y="11343"/>
                  <a:pt x="933280" y="10702"/>
                  <a:pt x="927865" y="10230"/>
                </a:cubicBezTo>
                <a:lnTo>
                  <a:pt x="928868" y="6619"/>
                </a:lnTo>
                <a:lnTo>
                  <a:pt x="962666" y="661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essages">
            <a:extLst xmlns:a="http://schemas.openxmlformats.org/drawingml/2006/main">
              <a:ext uri="{FF2B5EF4-FFF2-40B4-BE49-F238E27FC236}">
                <a16:creationId xmlns:a16="http://schemas.microsoft.com/office/drawing/2014/main" id="{7FF9BAE5-4A97-4FA6-AE20-557BDBB8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621" y="1679588"/>
            <a:ext cx="615687" cy="135193"/>
          </a:xfrm>
          <a:custGeom xmlns:a="http://schemas.openxmlformats.org/drawingml/2006/main">
            <a:pathLst>
              <a:path w="615687" h="135193">
                <a:moveTo>
                  <a:pt x="18052" y="53155"/>
                </a:moveTo>
                <a:cubicBezTo>
                  <a:pt x="17584" y="56487"/>
                  <a:pt x="17350" y="59252"/>
                  <a:pt x="17350" y="61451"/>
                </a:cubicBezTo>
                <a:cubicBezTo>
                  <a:pt x="17350" y="67380"/>
                  <a:pt x="19457" y="72428"/>
                  <a:pt x="23669" y="76595"/>
                </a:cubicBezTo>
                <a:cubicBezTo>
                  <a:pt x="27881" y="80759"/>
                  <a:pt x="32996" y="82841"/>
                  <a:pt x="39013" y="82841"/>
                </a:cubicBezTo>
                <a:cubicBezTo>
                  <a:pt x="43827" y="82841"/>
                  <a:pt x="48458" y="81858"/>
                  <a:pt x="52904" y="79892"/>
                </a:cubicBezTo>
                <a:cubicBezTo>
                  <a:pt x="57350" y="77923"/>
                  <a:pt x="63953" y="73572"/>
                  <a:pt x="72711" y="66838"/>
                </a:cubicBezTo>
                <a:lnTo>
                  <a:pt x="74817" y="69747"/>
                </a:lnTo>
                <a:cubicBezTo>
                  <a:pt x="58971" y="85430"/>
                  <a:pt x="43861" y="93271"/>
                  <a:pt x="29486" y="93271"/>
                </a:cubicBezTo>
                <a:cubicBezTo>
                  <a:pt x="19724" y="93271"/>
                  <a:pt x="12369" y="90192"/>
                  <a:pt x="7422" y="84035"/>
                </a:cubicBezTo>
                <a:cubicBezTo>
                  <a:pt x="2474" y="77877"/>
                  <a:pt x="0" y="71084"/>
                  <a:pt x="0" y="63654"/>
                </a:cubicBezTo>
                <a:cubicBezTo>
                  <a:pt x="0" y="53681"/>
                  <a:pt x="3076" y="43474"/>
                  <a:pt x="9227" y="33034"/>
                </a:cubicBezTo>
                <a:cubicBezTo>
                  <a:pt x="15378" y="22591"/>
                  <a:pt x="23100" y="14474"/>
                  <a:pt x="32394" y="8685"/>
                </a:cubicBezTo>
                <a:cubicBezTo>
                  <a:pt x="41688" y="2895"/>
                  <a:pt x="51249" y="0"/>
                  <a:pt x="61078" y="0"/>
                </a:cubicBezTo>
                <a:cubicBezTo>
                  <a:pt x="68165" y="0"/>
                  <a:pt x="73413" y="1443"/>
                  <a:pt x="76823" y="4328"/>
                </a:cubicBezTo>
                <a:cubicBezTo>
                  <a:pt x="80233" y="7214"/>
                  <a:pt x="81938" y="10637"/>
                  <a:pt x="81938" y="14599"/>
                </a:cubicBezTo>
                <a:cubicBezTo>
                  <a:pt x="81938" y="20169"/>
                  <a:pt x="79732" y="25504"/>
                  <a:pt x="75319" y="30605"/>
                </a:cubicBezTo>
                <a:cubicBezTo>
                  <a:pt x="69502" y="37249"/>
                  <a:pt x="60944" y="42618"/>
                  <a:pt x="49644" y="46711"/>
                </a:cubicBezTo>
                <a:cubicBezTo>
                  <a:pt x="42156" y="49463"/>
                  <a:pt x="31625" y="51610"/>
                  <a:pt x="18052" y="53155"/>
                </a:cubicBezTo>
                <a:moveTo>
                  <a:pt x="18755" y="48140"/>
                </a:moveTo>
                <a:cubicBezTo>
                  <a:pt x="28650" y="47001"/>
                  <a:pt x="36707" y="45058"/>
                  <a:pt x="42925" y="42310"/>
                </a:cubicBezTo>
                <a:cubicBezTo>
                  <a:pt x="51149" y="38625"/>
                  <a:pt x="57317" y="34218"/>
                  <a:pt x="61429" y="29091"/>
                </a:cubicBezTo>
                <a:cubicBezTo>
                  <a:pt x="65541" y="23963"/>
                  <a:pt x="67597" y="19088"/>
                  <a:pt x="67597" y="14464"/>
                </a:cubicBezTo>
                <a:cubicBezTo>
                  <a:pt x="67597" y="11649"/>
                  <a:pt x="66711" y="9371"/>
                  <a:pt x="64939" y="7628"/>
                </a:cubicBezTo>
                <a:cubicBezTo>
                  <a:pt x="63167" y="5886"/>
                  <a:pt x="60643" y="5015"/>
                  <a:pt x="57367" y="5015"/>
                </a:cubicBezTo>
                <a:cubicBezTo>
                  <a:pt x="50547" y="5015"/>
                  <a:pt x="43309" y="8650"/>
                  <a:pt x="35654" y="15921"/>
                </a:cubicBezTo>
                <a:cubicBezTo>
                  <a:pt x="27998" y="23192"/>
                  <a:pt x="22365" y="33932"/>
                  <a:pt x="18755" y="48140"/>
                </a:cubicBezTo>
                <a:close/>
                <a:moveTo>
                  <a:pt x="159294" y="0"/>
                </a:moveTo>
                <a:lnTo>
                  <a:pt x="153176" y="30890"/>
                </a:lnTo>
                <a:lnTo>
                  <a:pt x="149466" y="30890"/>
                </a:lnTo>
                <a:cubicBezTo>
                  <a:pt x="149131" y="21859"/>
                  <a:pt x="147226" y="15289"/>
                  <a:pt x="143749" y="11179"/>
                </a:cubicBezTo>
                <a:cubicBezTo>
                  <a:pt x="140272" y="7070"/>
                  <a:pt x="135960" y="5015"/>
                  <a:pt x="130811" y="5015"/>
                </a:cubicBezTo>
                <a:cubicBezTo>
                  <a:pt x="126666" y="5015"/>
                  <a:pt x="123373" y="6154"/>
                  <a:pt x="120933" y="8434"/>
                </a:cubicBezTo>
                <a:cubicBezTo>
                  <a:pt x="118492" y="10711"/>
                  <a:pt x="117272" y="13458"/>
                  <a:pt x="117272" y="16673"/>
                </a:cubicBezTo>
                <a:cubicBezTo>
                  <a:pt x="117272" y="18886"/>
                  <a:pt x="117757" y="20997"/>
                  <a:pt x="118726" y="23008"/>
                </a:cubicBezTo>
                <a:cubicBezTo>
                  <a:pt x="119696" y="25018"/>
                  <a:pt x="121819" y="27832"/>
                  <a:pt x="125095" y="31451"/>
                </a:cubicBezTo>
                <a:cubicBezTo>
                  <a:pt x="133787" y="40968"/>
                  <a:pt x="139403" y="48139"/>
                  <a:pt x="141944" y="52963"/>
                </a:cubicBezTo>
                <a:cubicBezTo>
                  <a:pt x="144485" y="57788"/>
                  <a:pt x="145755" y="62345"/>
                  <a:pt x="145755" y="66634"/>
                </a:cubicBezTo>
                <a:cubicBezTo>
                  <a:pt x="145755" y="73603"/>
                  <a:pt x="142863" y="79784"/>
                  <a:pt x="137080" y="85179"/>
                </a:cubicBezTo>
                <a:cubicBezTo>
                  <a:pt x="131296" y="90574"/>
                  <a:pt x="123992" y="93271"/>
                  <a:pt x="115166" y="93271"/>
                </a:cubicBezTo>
                <a:cubicBezTo>
                  <a:pt x="110352" y="93271"/>
                  <a:pt x="104803" y="92135"/>
                  <a:pt x="98518" y="89861"/>
                </a:cubicBezTo>
                <a:cubicBezTo>
                  <a:pt x="96311" y="89059"/>
                  <a:pt x="94606" y="88658"/>
                  <a:pt x="93403" y="88658"/>
                </a:cubicBezTo>
                <a:cubicBezTo>
                  <a:pt x="90394" y="88658"/>
                  <a:pt x="88121" y="90196"/>
                  <a:pt x="86583" y="93271"/>
                </a:cubicBezTo>
                <a:lnTo>
                  <a:pt x="82872" y="93271"/>
                </a:lnTo>
                <a:lnTo>
                  <a:pt x="88990" y="60576"/>
                </a:lnTo>
                <a:lnTo>
                  <a:pt x="92701" y="60576"/>
                </a:lnTo>
                <a:cubicBezTo>
                  <a:pt x="93102" y="70812"/>
                  <a:pt x="95208" y="78052"/>
                  <a:pt x="99019" y="82295"/>
                </a:cubicBezTo>
                <a:cubicBezTo>
                  <a:pt x="102830" y="86537"/>
                  <a:pt x="108045" y="88658"/>
                  <a:pt x="114665" y="88658"/>
                </a:cubicBezTo>
                <a:cubicBezTo>
                  <a:pt x="119746" y="88658"/>
                  <a:pt x="123774" y="87236"/>
                  <a:pt x="126750" y="84392"/>
                </a:cubicBezTo>
                <a:cubicBezTo>
                  <a:pt x="129725" y="81546"/>
                  <a:pt x="131213" y="78049"/>
                  <a:pt x="131213" y="73899"/>
                </a:cubicBezTo>
                <a:cubicBezTo>
                  <a:pt x="131213" y="71221"/>
                  <a:pt x="130678" y="68744"/>
                  <a:pt x="129608" y="66468"/>
                </a:cubicBezTo>
                <a:cubicBezTo>
                  <a:pt x="127736" y="62452"/>
                  <a:pt x="123808" y="56897"/>
                  <a:pt x="117824" y="49801"/>
                </a:cubicBezTo>
                <a:cubicBezTo>
                  <a:pt x="111840" y="42705"/>
                  <a:pt x="107995" y="37384"/>
                  <a:pt x="106290" y="33836"/>
                </a:cubicBezTo>
                <a:cubicBezTo>
                  <a:pt x="104585" y="30288"/>
                  <a:pt x="103733" y="26740"/>
                  <a:pt x="103733" y="23192"/>
                </a:cubicBezTo>
                <a:cubicBezTo>
                  <a:pt x="103733" y="16701"/>
                  <a:pt x="106090" y="11213"/>
                  <a:pt x="110803" y="6729"/>
                </a:cubicBezTo>
                <a:cubicBezTo>
                  <a:pt x="115517" y="2243"/>
                  <a:pt x="121585" y="0"/>
                  <a:pt x="129006" y="0"/>
                </a:cubicBezTo>
                <a:cubicBezTo>
                  <a:pt x="131146" y="0"/>
                  <a:pt x="133085" y="170"/>
                  <a:pt x="134823" y="511"/>
                </a:cubicBezTo>
                <a:cubicBezTo>
                  <a:pt x="135759" y="716"/>
                  <a:pt x="137949" y="1485"/>
                  <a:pt x="141392" y="2818"/>
                </a:cubicBezTo>
                <a:cubicBezTo>
                  <a:pt x="144836" y="4149"/>
                  <a:pt x="147126" y="4814"/>
                  <a:pt x="148262" y="4814"/>
                </a:cubicBezTo>
                <a:cubicBezTo>
                  <a:pt x="151137" y="4814"/>
                  <a:pt x="153544" y="3209"/>
                  <a:pt x="155483" y="0"/>
                </a:cubicBezTo>
                <a:lnTo>
                  <a:pt x="159294" y="0"/>
                </a:lnTo>
                <a:close/>
                <a:moveTo>
                  <a:pt x="239194" y="0"/>
                </a:moveTo>
                <a:lnTo>
                  <a:pt x="233076" y="30890"/>
                </a:lnTo>
                <a:lnTo>
                  <a:pt x="229365" y="30890"/>
                </a:lnTo>
                <a:cubicBezTo>
                  <a:pt x="229031" y="21859"/>
                  <a:pt x="227125" y="15289"/>
                  <a:pt x="223649" y="11179"/>
                </a:cubicBezTo>
                <a:cubicBezTo>
                  <a:pt x="220172" y="7070"/>
                  <a:pt x="215859" y="5015"/>
                  <a:pt x="210711" y="5015"/>
                </a:cubicBezTo>
                <a:cubicBezTo>
                  <a:pt x="206566" y="5015"/>
                  <a:pt x="203273" y="6154"/>
                  <a:pt x="200832" y="8434"/>
                </a:cubicBezTo>
                <a:cubicBezTo>
                  <a:pt x="198392" y="10711"/>
                  <a:pt x="197172" y="13458"/>
                  <a:pt x="197172" y="16673"/>
                </a:cubicBezTo>
                <a:cubicBezTo>
                  <a:pt x="197172" y="18886"/>
                  <a:pt x="197656" y="20997"/>
                  <a:pt x="198626" y="23008"/>
                </a:cubicBezTo>
                <a:cubicBezTo>
                  <a:pt x="199595" y="25018"/>
                  <a:pt x="201718" y="27832"/>
                  <a:pt x="204994" y="31451"/>
                </a:cubicBezTo>
                <a:cubicBezTo>
                  <a:pt x="213686" y="40968"/>
                  <a:pt x="219303" y="48139"/>
                  <a:pt x="221843" y="52963"/>
                </a:cubicBezTo>
                <a:cubicBezTo>
                  <a:pt x="224384" y="57788"/>
                  <a:pt x="225654" y="62345"/>
                  <a:pt x="225654" y="66634"/>
                </a:cubicBezTo>
                <a:cubicBezTo>
                  <a:pt x="225654" y="73603"/>
                  <a:pt x="222763" y="79784"/>
                  <a:pt x="216979" y="85179"/>
                </a:cubicBezTo>
                <a:cubicBezTo>
                  <a:pt x="211196" y="90574"/>
                  <a:pt x="203891" y="93271"/>
                  <a:pt x="195065" y="93271"/>
                </a:cubicBezTo>
                <a:cubicBezTo>
                  <a:pt x="190251" y="93271"/>
                  <a:pt x="184702" y="92135"/>
                  <a:pt x="178417" y="89861"/>
                </a:cubicBezTo>
                <a:cubicBezTo>
                  <a:pt x="176211" y="89059"/>
                  <a:pt x="174506" y="88658"/>
                  <a:pt x="173302" y="88658"/>
                </a:cubicBezTo>
                <a:cubicBezTo>
                  <a:pt x="170293" y="88658"/>
                  <a:pt x="168020" y="90196"/>
                  <a:pt x="166482" y="93271"/>
                </a:cubicBezTo>
                <a:lnTo>
                  <a:pt x="162772" y="93271"/>
                </a:lnTo>
                <a:lnTo>
                  <a:pt x="168889" y="60576"/>
                </a:lnTo>
                <a:lnTo>
                  <a:pt x="172600" y="60576"/>
                </a:lnTo>
                <a:cubicBezTo>
                  <a:pt x="173001" y="70812"/>
                  <a:pt x="175107" y="78052"/>
                  <a:pt x="178918" y="82295"/>
                </a:cubicBezTo>
                <a:cubicBezTo>
                  <a:pt x="182730" y="86537"/>
                  <a:pt x="187945" y="88658"/>
                  <a:pt x="194564" y="88658"/>
                </a:cubicBezTo>
                <a:cubicBezTo>
                  <a:pt x="199645" y="88658"/>
                  <a:pt x="203674" y="87236"/>
                  <a:pt x="206649" y="84392"/>
                </a:cubicBezTo>
                <a:cubicBezTo>
                  <a:pt x="209624" y="81546"/>
                  <a:pt x="211112" y="78049"/>
                  <a:pt x="211112" y="73899"/>
                </a:cubicBezTo>
                <a:cubicBezTo>
                  <a:pt x="211112" y="71221"/>
                  <a:pt x="210577" y="68744"/>
                  <a:pt x="209507" y="66468"/>
                </a:cubicBezTo>
                <a:cubicBezTo>
                  <a:pt x="207635" y="62452"/>
                  <a:pt x="203707" y="56897"/>
                  <a:pt x="197723" y="49801"/>
                </a:cubicBezTo>
                <a:cubicBezTo>
                  <a:pt x="191739" y="42705"/>
                  <a:pt x="187895" y="37384"/>
                  <a:pt x="186190" y="33836"/>
                </a:cubicBezTo>
                <a:cubicBezTo>
                  <a:pt x="184485" y="30288"/>
                  <a:pt x="183632" y="26740"/>
                  <a:pt x="183632" y="23192"/>
                </a:cubicBezTo>
                <a:cubicBezTo>
                  <a:pt x="183632" y="16701"/>
                  <a:pt x="185989" y="11213"/>
                  <a:pt x="190703" y="6729"/>
                </a:cubicBezTo>
                <a:cubicBezTo>
                  <a:pt x="195416" y="2243"/>
                  <a:pt x="201484" y="0"/>
                  <a:pt x="208906" y="0"/>
                </a:cubicBezTo>
                <a:cubicBezTo>
                  <a:pt x="211045" y="0"/>
                  <a:pt x="212984" y="170"/>
                  <a:pt x="214723" y="511"/>
                </a:cubicBezTo>
                <a:cubicBezTo>
                  <a:pt x="215659" y="716"/>
                  <a:pt x="217848" y="1485"/>
                  <a:pt x="221292" y="2818"/>
                </a:cubicBezTo>
                <a:cubicBezTo>
                  <a:pt x="224735" y="4149"/>
                  <a:pt x="227025" y="4814"/>
                  <a:pt x="228162" y="4814"/>
                </a:cubicBezTo>
                <a:cubicBezTo>
                  <a:pt x="231037" y="4814"/>
                  <a:pt x="233444" y="3209"/>
                  <a:pt x="235383" y="0"/>
                </a:cubicBezTo>
                <a:lnTo>
                  <a:pt x="239194" y="0"/>
                </a:lnTo>
                <a:close/>
                <a:moveTo>
                  <a:pt x="340957" y="0"/>
                </a:moveTo>
                <a:lnTo>
                  <a:pt x="321400" y="68101"/>
                </a:lnTo>
                <a:lnTo>
                  <a:pt x="319193" y="77253"/>
                </a:lnTo>
                <a:cubicBezTo>
                  <a:pt x="318993" y="78111"/>
                  <a:pt x="318893" y="78838"/>
                  <a:pt x="318893" y="79431"/>
                </a:cubicBezTo>
                <a:cubicBezTo>
                  <a:pt x="318893" y="80501"/>
                  <a:pt x="319227" y="81437"/>
                  <a:pt x="319895" y="82239"/>
                </a:cubicBezTo>
                <a:cubicBezTo>
                  <a:pt x="320430" y="82841"/>
                  <a:pt x="321099" y="83142"/>
                  <a:pt x="321901" y="83142"/>
                </a:cubicBezTo>
                <a:cubicBezTo>
                  <a:pt x="322770" y="83142"/>
                  <a:pt x="323907" y="82607"/>
                  <a:pt x="325311" y="81537"/>
                </a:cubicBezTo>
                <a:cubicBezTo>
                  <a:pt x="327919" y="79598"/>
                  <a:pt x="331396" y="75586"/>
                  <a:pt x="335742" y="69502"/>
                </a:cubicBezTo>
                <a:lnTo>
                  <a:pt x="339151" y="71909"/>
                </a:lnTo>
                <a:cubicBezTo>
                  <a:pt x="334538" y="78863"/>
                  <a:pt x="329791" y="84161"/>
                  <a:pt x="324910" y="87805"/>
                </a:cubicBezTo>
                <a:cubicBezTo>
                  <a:pt x="320029" y="91449"/>
                  <a:pt x="315516" y="93271"/>
                  <a:pt x="311371" y="93271"/>
                </a:cubicBezTo>
                <a:cubicBezTo>
                  <a:pt x="308496" y="93271"/>
                  <a:pt x="306339" y="92552"/>
                  <a:pt x="304902" y="91115"/>
                </a:cubicBezTo>
                <a:cubicBezTo>
                  <a:pt x="303464" y="89677"/>
                  <a:pt x="302746" y="87588"/>
                  <a:pt x="302746" y="84847"/>
                </a:cubicBezTo>
                <a:cubicBezTo>
                  <a:pt x="302746" y="81570"/>
                  <a:pt x="303481" y="77258"/>
                  <a:pt x="304952" y="71909"/>
                </a:cubicBezTo>
                <a:lnTo>
                  <a:pt x="307058" y="64140"/>
                </a:lnTo>
                <a:cubicBezTo>
                  <a:pt x="298299" y="75671"/>
                  <a:pt x="290243" y="83730"/>
                  <a:pt x="282888" y="88316"/>
                </a:cubicBezTo>
                <a:cubicBezTo>
                  <a:pt x="277606" y="91619"/>
                  <a:pt x="272424" y="93271"/>
                  <a:pt x="267343" y="93271"/>
                </a:cubicBezTo>
                <a:cubicBezTo>
                  <a:pt x="262462" y="93271"/>
                  <a:pt x="258250" y="91247"/>
                  <a:pt x="254706" y="87197"/>
                </a:cubicBezTo>
                <a:cubicBezTo>
                  <a:pt x="251162" y="83148"/>
                  <a:pt x="249391" y="77576"/>
                  <a:pt x="249391" y="70480"/>
                </a:cubicBezTo>
                <a:cubicBezTo>
                  <a:pt x="249391" y="59839"/>
                  <a:pt x="252583" y="48611"/>
                  <a:pt x="258968" y="36798"/>
                </a:cubicBezTo>
                <a:cubicBezTo>
                  <a:pt x="265354" y="24984"/>
                  <a:pt x="273460" y="15530"/>
                  <a:pt x="283289" y="8434"/>
                </a:cubicBezTo>
                <a:cubicBezTo>
                  <a:pt x="290978" y="2811"/>
                  <a:pt x="298232" y="0"/>
                  <a:pt x="305052" y="0"/>
                </a:cubicBezTo>
                <a:cubicBezTo>
                  <a:pt x="309131" y="0"/>
                  <a:pt x="312524" y="1079"/>
                  <a:pt x="315232" y="3238"/>
                </a:cubicBezTo>
                <a:cubicBezTo>
                  <a:pt x="317940" y="5396"/>
                  <a:pt x="319996" y="8970"/>
                  <a:pt x="321400" y="13959"/>
                </a:cubicBezTo>
                <a:lnTo>
                  <a:pt x="325010" y="2407"/>
                </a:lnTo>
                <a:lnTo>
                  <a:pt x="340957" y="0"/>
                </a:lnTo>
                <a:moveTo>
                  <a:pt x="305253" y="5015"/>
                </a:moveTo>
                <a:cubicBezTo>
                  <a:pt x="300974" y="5015"/>
                  <a:pt x="296427" y="7029"/>
                  <a:pt x="291613" y="11057"/>
                </a:cubicBezTo>
                <a:cubicBezTo>
                  <a:pt x="284793" y="16761"/>
                  <a:pt x="278726" y="25218"/>
                  <a:pt x="273410" y="36428"/>
                </a:cubicBezTo>
                <a:cubicBezTo>
                  <a:pt x="268095" y="47637"/>
                  <a:pt x="265437" y="57773"/>
                  <a:pt x="265437" y="66835"/>
                </a:cubicBezTo>
                <a:cubicBezTo>
                  <a:pt x="265437" y="71400"/>
                  <a:pt x="266574" y="75009"/>
                  <a:pt x="268847" y="77660"/>
                </a:cubicBezTo>
                <a:cubicBezTo>
                  <a:pt x="271120" y="80312"/>
                  <a:pt x="273728" y="81637"/>
                  <a:pt x="276670" y="81637"/>
                </a:cubicBezTo>
                <a:cubicBezTo>
                  <a:pt x="283958" y="81637"/>
                  <a:pt x="291881" y="76234"/>
                  <a:pt x="300439" y="65428"/>
                </a:cubicBezTo>
                <a:cubicBezTo>
                  <a:pt x="311872" y="51063"/>
                  <a:pt x="317589" y="36329"/>
                  <a:pt x="317589" y="21224"/>
                </a:cubicBezTo>
                <a:cubicBezTo>
                  <a:pt x="317589" y="15520"/>
                  <a:pt x="316486" y="11392"/>
                  <a:pt x="314279" y="8841"/>
                </a:cubicBezTo>
                <a:cubicBezTo>
                  <a:pt x="312073" y="6290"/>
                  <a:pt x="309064" y="5015"/>
                  <a:pt x="305253" y="5015"/>
                </a:cubicBezTo>
                <a:close/>
                <a:moveTo>
                  <a:pt x="454286" y="6218"/>
                </a:moveTo>
                <a:lnTo>
                  <a:pt x="451378" y="16648"/>
                </a:lnTo>
                <a:lnTo>
                  <a:pt x="434629" y="16648"/>
                </a:lnTo>
                <a:cubicBezTo>
                  <a:pt x="435899" y="20259"/>
                  <a:pt x="436535" y="23635"/>
                  <a:pt x="436535" y="26778"/>
                </a:cubicBezTo>
                <a:cubicBezTo>
                  <a:pt x="436535" y="35603"/>
                  <a:pt x="432790" y="43460"/>
                  <a:pt x="425302" y="50346"/>
                </a:cubicBezTo>
                <a:cubicBezTo>
                  <a:pt x="417747" y="57233"/>
                  <a:pt x="407383" y="61044"/>
                  <a:pt x="394212" y="61780"/>
                </a:cubicBezTo>
                <a:cubicBezTo>
                  <a:pt x="387124" y="63932"/>
                  <a:pt x="381809" y="66487"/>
                  <a:pt x="378265" y="69446"/>
                </a:cubicBezTo>
                <a:cubicBezTo>
                  <a:pt x="376928" y="70522"/>
                  <a:pt x="376259" y="71631"/>
                  <a:pt x="376259" y="72774"/>
                </a:cubicBezTo>
                <a:cubicBezTo>
                  <a:pt x="376259" y="74120"/>
                  <a:pt x="376861" y="75347"/>
                  <a:pt x="378065" y="76457"/>
                </a:cubicBezTo>
                <a:cubicBezTo>
                  <a:pt x="379268" y="77566"/>
                  <a:pt x="382310" y="78692"/>
                  <a:pt x="387191" y="79835"/>
                </a:cubicBezTo>
                <a:lnTo>
                  <a:pt x="406648" y="84311"/>
                </a:lnTo>
                <a:cubicBezTo>
                  <a:pt x="417412" y="86828"/>
                  <a:pt x="424533" y="89828"/>
                  <a:pt x="428010" y="93309"/>
                </a:cubicBezTo>
                <a:cubicBezTo>
                  <a:pt x="431420" y="96859"/>
                  <a:pt x="433125" y="100943"/>
                  <a:pt x="433125" y="105563"/>
                </a:cubicBezTo>
                <a:cubicBezTo>
                  <a:pt x="433125" y="111054"/>
                  <a:pt x="431102" y="116076"/>
                  <a:pt x="427057" y="120629"/>
                </a:cubicBezTo>
                <a:cubicBezTo>
                  <a:pt x="423012" y="125182"/>
                  <a:pt x="417095" y="128747"/>
                  <a:pt x="409305" y="131326"/>
                </a:cubicBezTo>
                <a:cubicBezTo>
                  <a:pt x="401516" y="133904"/>
                  <a:pt x="392908" y="135193"/>
                  <a:pt x="383480" y="135193"/>
                </a:cubicBezTo>
                <a:cubicBezTo>
                  <a:pt x="375190" y="135193"/>
                  <a:pt x="367634" y="134205"/>
                  <a:pt x="360814" y="132228"/>
                </a:cubicBezTo>
                <a:cubicBezTo>
                  <a:pt x="353995" y="130254"/>
                  <a:pt x="349114" y="127593"/>
                  <a:pt x="346172" y="124246"/>
                </a:cubicBezTo>
                <a:cubicBezTo>
                  <a:pt x="343230" y="120898"/>
                  <a:pt x="341759" y="117451"/>
                  <a:pt x="341759" y="113903"/>
                </a:cubicBezTo>
                <a:cubicBezTo>
                  <a:pt x="341759" y="111024"/>
                  <a:pt x="342712" y="108028"/>
                  <a:pt x="344617" y="104914"/>
                </a:cubicBezTo>
                <a:cubicBezTo>
                  <a:pt x="346523" y="101801"/>
                  <a:pt x="348913" y="99241"/>
                  <a:pt x="351788" y="97233"/>
                </a:cubicBezTo>
                <a:cubicBezTo>
                  <a:pt x="353593" y="95960"/>
                  <a:pt x="358708" y="92947"/>
                  <a:pt x="367133" y="88194"/>
                </a:cubicBezTo>
                <a:cubicBezTo>
                  <a:pt x="364057" y="85783"/>
                  <a:pt x="362519" y="83138"/>
                  <a:pt x="362519" y="80258"/>
                </a:cubicBezTo>
                <a:cubicBezTo>
                  <a:pt x="362519" y="77582"/>
                  <a:pt x="363873" y="74737"/>
                  <a:pt x="366581" y="71724"/>
                </a:cubicBezTo>
                <a:cubicBezTo>
                  <a:pt x="369289" y="68709"/>
                  <a:pt x="375022" y="65394"/>
                  <a:pt x="383781" y="61780"/>
                </a:cubicBezTo>
                <a:cubicBezTo>
                  <a:pt x="376426" y="60376"/>
                  <a:pt x="370593" y="57300"/>
                  <a:pt x="366280" y="52553"/>
                </a:cubicBezTo>
                <a:cubicBezTo>
                  <a:pt x="361968" y="47806"/>
                  <a:pt x="359812" y="42524"/>
                  <a:pt x="359812" y="36707"/>
                </a:cubicBezTo>
                <a:cubicBezTo>
                  <a:pt x="359812" y="27212"/>
                  <a:pt x="363974" y="18721"/>
                  <a:pt x="372298" y="11233"/>
                </a:cubicBezTo>
                <a:cubicBezTo>
                  <a:pt x="380622" y="3744"/>
                  <a:pt x="391704" y="0"/>
                  <a:pt x="405544" y="0"/>
                </a:cubicBezTo>
                <a:cubicBezTo>
                  <a:pt x="410559" y="0"/>
                  <a:pt x="414671" y="501"/>
                  <a:pt x="417880" y="1504"/>
                </a:cubicBezTo>
                <a:cubicBezTo>
                  <a:pt x="421090" y="2507"/>
                  <a:pt x="424199" y="4079"/>
                  <a:pt x="427207" y="6218"/>
                </a:cubicBezTo>
                <a:lnTo>
                  <a:pt x="454286" y="6218"/>
                </a:lnTo>
                <a:moveTo>
                  <a:pt x="419485" y="21967"/>
                </a:moveTo>
                <a:cubicBezTo>
                  <a:pt x="419485" y="16647"/>
                  <a:pt x="417997" y="12459"/>
                  <a:pt x="415022" y="9402"/>
                </a:cubicBezTo>
                <a:cubicBezTo>
                  <a:pt x="412047" y="6343"/>
                  <a:pt x="408152" y="4814"/>
                  <a:pt x="403338" y="4814"/>
                </a:cubicBezTo>
                <a:cubicBezTo>
                  <a:pt x="395783" y="4814"/>
                  <a:pt x="389548" y="8586"/>
                  <a:pt x="384634" y="16131"/>
                </a:cubicBezTo>
                <a:cubicBezTo>
                  <a:pt x="379719" y="23676"/>
                  <a:pt x="377262" y="31538"/>
                  <a:pt x="377262" y="39715"/>
                </a:cubicBezTo>
                <a:cubicBezTo>
                  <a:pt x="377262" y="44834"/>
                  <a:pt x="378833" y="49023"/>
                  <a:pt x="381976" y="52280"/>
                </a:cubicBezTo>
                <a:cubicBezTo>
                  <a:pt x="385118" y="55537"/>
                  <a:pt x="388929" y="57166"/>
                  <a:pt x="393409" y="57166"/>
                </a:cubicBezTo>
                <a:cubicBezTo>
                  <a:pt x="396953" y="57166"/>
                  <a:pt x="400379" y="56203"/>
                  <a:pt x="403689" y="54277"/>
                </a:cubicBezTo>
                <a:cubicBezTo>
                  <a:pt x="406999" y="52348"/>
                  <a:pt x="409790" y="49688"/>
                  <a:pt x="412063" y="46297"/>
                </a:cubicBezTo>
                <a:cubicBezTo>
                  <a:pt x="414337" y="42906"/>
                  <a:pt x="416142" y="38585"/>
                  <a:pt x="417479" y="33334"/>
                </a:cubicBezTo>
                <a:cubicBezTo>
                  <a:pt x="418816" y="28082"/>
                  <a:pt x="419485" y="24292"/>
                  <a:pt x="419485" y="21967"/>
                </a:cubicBezTo>
                <a:moveTo>
                  <a:pt x="371445" y="90805"/>
                </a:moveTo>
                <a:cubicBezTo>
                  <a:pt x="366030" y="93283"/>
                  <a:pt x="361934" y="96464"/>
                  <a:pt x="359160" y="100348"/>
                </a:cubicBezTo>
                <a:cubicBezTo>
                  <a:pt x="356385" y="104232"/>
                  <a:pt x="354998" y="108048"/>
                  <a:pt x="354998" y="111797"/>
                </a:cubicBezTo>
                <a:cubicBezTo>
                  <a:pt x="354998" y="116218"/>
                  <a:pt x="357003" y="119868"/>
                  <a:pt x="361015" y="122747"/>
                </a:cubicBezTo>
                <a:cubicBezTo>
                  <a:pt x="366765" y="126899"/>
                  <a:pt x="375190" y="128975"/>
                  <a:pt x="386288" y="128975"/>
                </a:cubicBezTo>
                <a:cubicBezTo>
                  <a:pt x="395850" y="128975"/>
                  <a:pt x="404023" y="127350"/>
                  <a:pt x="410810" y="124101"/>
                </a:cubicBezTo>
                <a:cubicBezTo>
                  <a:pt x="417596" y="120854"/>
                  <a:pt x="420989" y="116653"/>
                  <a:pt x="420989" y="111496"/>
                </a:cubicBezTo>
                <a:cubicBezTo>
                  <a:pt x="420989" y="108884"/>
                  <a:pt x="419736" y="106406"/>
                  <a:pt x="417228" y="104062"/>
                </a:cubicBezTo>
                <a:cubicBezTo>
                  <a:pt x="414721" y="101718"/>
                  <a:pt x="409857" y="99809"/>
                  <a:pt x="402636" y="98336"/>
                </a:cubicBezTo>
                <a:cubicBezTo>
                  <a:pt x="398691" y="97534"/>
                  <a:pt x="388294" y="95023"/>
                  <a:pt x="371445" y="90805"/>
                </a:cubicBezTo>
                <a:close/>
                <a:moveTo>
                  <a:pt x="474445" y="53155"/>
                </a:moveTo>
                <a:cubicBezTo>
                  <a:pt x="473977" y="56487"/>
                  <a:pt x="473743" y="59252"/>
                  <a:pt x="473743" y="61451"/>
                </a:cubicBezTo>
                <a:cubicBezTo>
                  <a:pt x="473743" y="67380"/>
                  <a:pt x="475849" y="72428"/>
                  <a:pt x="480061" y="76595"/>
                </a:cubicBezTo>
                <a:cubicBezTo>
                  <a:pt x="484273" y="80759"/>
                  <a:pt x="489388" y="82841"/>
                  <a:pt x="495406" y="82841"/>
                </a:cubicBezTo>
                <a:cubicBezTo>
                  <a:pt x="500220" y="82841"/>
                  <a:pt x="504850" y="81858"/>
                  <a:pt x="509296" y="79892"/>
                </a:cubicBezTo>
                <a:cubicBezTo>
                  <a:pt x="513742" y="77923"/>
                  <a:pt x="520345" y="73572"/>
                  <a:pt x="529104" y="66838"/>
                </a:cubicBezTo>
                <a:lnTo>
                  <a:pt x="531210" y="69747"/>
                </a:lnTo>
                <a:cubicBezTo>
                  <a:pt x="515364" y="85430"/>
                  <a:pt x="500253" y="93271"/>
                  <a:pt x="485878" y="93271"/>
                </a:cubicBezTo>
                <a:cubicBezTo>
                  <a:pt x="476116" y="93271"/>
                  <a:pt x="468762" y="90192"/>
                  <a:pt x="463814" y="84035"/>
                </a:cubicBezTo>
                <a:cubicBezTo>
                  <a:pt x="458866" y="77877"/>
                  <a:pt x="456392" y="71084"/>
                  <a:pt x="456392" y="63654"/>
                </a:cubicBezTo>
                <a:cubicBezTo>
                  <a:pt x="456392" y="53681"/>
                  <a:pt x="459468" y="43474"/>
                  <a:pt x="465619" y="33034"/>
                </a:cubicBezTo>
                <a:cubicBezTo>
                  <a:pt x="471770" y="22591"/>
                  <a:pt x="479493" y="14474"/>
                  <a:pt x="488786" y="8685"/>
                </a:cubicBezTo>
                <a:cubicBezTo>
                  <a:pt x="498080" y="2895"/>
                  <a:pt x="507641" y="0"/>
                  <a:pt x="517470" y="0"/>
                </a:cubicBezTo>
                <a:cubicBezTo>
                  <a:pt x="524557" y="0"/>
                  <a:pt x="529806" y="1443"/>
                  <a:pt x="533216" y="4328"/>
                </a:cubicBezTo>
                <a:cubicBezTo>
                  <a:pt x="536626" y="7214"/>
                  <a:pt x="538330" y="10637"/>
                  <a:pt x="538330" y="14599"/>
                </a:cubicBezTo>
                <a:cubicBezTo>
                  <a:pt x="538330" y="20169"/>
                  <a:pt x="536124" y="25504"/>
                  <a:pt x="531711" y="30605"/>
                </a:cubicBezTo>
                <a:cubicBezTo>
                  <a:pt x="525894" y="37249"/>
                  <a:pt x="517336" y="42618"/>
                  <a:pt x="506037" y="46711"/>
                </a:cubicBezTo>
                <a:cubicBezTo>
                  <a:pt x="498548" y="49463"/>
                  <a:pt x="488018" y="51610"/>
                  <a:pt x="474445" y="53155"/>
                </a:cubicBezTo>
                <a:moveTo>
                  <a:pt x="475147" y="48140"/>
                </a:moveTo>
                <a:cubicBezTo>
                  <a:pt x="485042" y="47001"/>
                  <a:pt x="493099" y="45058"/>
                  <a:pt x="499317" y="42310"/>
                </a:cubicBezTo>
                <a:cubicBezTo>
                  <a:pt x="507541" y="38625"/>
                  <a:pt x="513709" y="34218"/>
                  <a:pt x="517821" y="29091"/>
                </a:cubicBezTo>
                <a:cubicBezTo>
                  <a:pt x="521933" y="23963"/>
                  <a:pt x="523989" y="19088"/>
                  <a:pt x="523989" y="14464"/>
                </a:cubicBezTo>
                <a:cubicBezTo>
                  <a:pt x="523989" y="11649"/>
                  <a:pt x="523103" y="9371"/>
                  <a:pt x="521331" y="7628"/>
                </a:cubicBezTo>
                <a:cubicBezTo>
                  <a:pt x="519559" y="5886"/>
                  <a:pt x="517035" y="5015"/>
                  <a:pt x="513759" y="5015"/>
                </a:cubicBezTo>
                <a:cubicBezTo>
                  <a:pt x="506939" y="5015"/>
                  <a:pt x="499702" y="8650"/>
                  <a:pt x="492046" y="15921"/>
                </a:cubicBezTo>
                <a:cubicBezTo>
                  <a:pt x="484390" y="23192"/>
                  <a:pt x="478757" y="33932"/>
                  <a:pt x="475147" y="48140"/>
                </a:cubicBezTo>
                <a:close/>
                <a:moveTo>
                  <a:pt x="615687" y="0"/>
                </a:moveTo>
                <a:lnTo>
                  <a:pt x="609569" y="30890"/>
                </a:lnTo>
                <a:lnTo>
                  <a:pt x="605858" y="30890"/>
                </a:lnTo>
                <a:cubicBezTo>
                  <a:pt x="605524" y="21859"/>
                  <a:pt x="603618" y="15289"/>
                  <a:pt x="600142" y="11179"/>
                </a:cubicBezTo>
                <a:cubicBezTo>
                  <a:pt x="596665" y="7070"/>
                  <a:pt x="592352" y="5015"/>
                  <a:pt x="587204" y="5015"/>
                </a:cubicBezTo>
                <a:cubicBezTo>
                  <a:pt x="583059" y="5015"/>
                  <a:pt x="579766" y="6154"/>
                  <a:pt x="577325" y="8434"/>
                </a:cubicBezTo>
                <a:cubicBezTo>
                  <a:pt x="574885" y="10711"/>
                  <a:pt x="573665" y="13458"/>
                  <a:pt x="573665" y="16673"/>
                </a:cubicBezTo>
                <a:cubicBezTo>
                  <a:pt x="573665" y="18886"/>
                  <a:pt x="574149" y="20997"/>
                  <a:pt x="575119" y="23008"/>
                </a:cubicBezTo>
                <a:cubicBezTo>
                  <a:pt x="576088" y="25018"/>
                  <a:pt x="578211" y="27832"/>
                  <a:pt x="581487" y="31451"/>
                </a:cubicBezTo>
                <a:cubicBezTo>
                  <a:pt x="590179" y="40968"/>
                  <a:pt x="595796" y="48139"/>
                  <a:pt x="598336" y="52963"/>
                </a:cubicBezTo>
                <a:cubicBezTo>
                  <a:pt x="600877" y="57788"/>
                  <a:pt x="602147" y="62345"/>
                  <a:pt x="602147" y="66634"/>
                </a:cubicBezTo>
                <a:cubicBezTo>
                  <a:pt x="602147" y="73603"/>
                  <a:pt x="599256" y="79784"/>
                  <a:pt x="593472" y="85179"/>
                </a:cubicBezTo>
                <a:cubicBezTo>
                  <a:pt x="587689" y="90574"/>
                  <a:pt x="580384" y="93271"/>
                  <a:pt x="571558" y="93271"/>
                </a:cubicBezTo>
                <a:cubicBezTo>
                  <a:pt x="566744" y="93271"/>
                  <a:pt x="561195" y="92135"/>
                  <a:pt x="554910" y="89861"/>
                </a:cubicBezTo>
                <a:cubicBezTo>
                  <a:pt x="552704" y="89059"/>
                  <a:pt x="550999" y="88658"/>
                  <a:pt x="549795" y="88658"/>
                </a:cubicBezTo>
                <a:cubicBezTo>
                  <a:pt x="546786" y="88658"/>
                  <a:pt x="544513" y="90196"/>
                  <a:pt x="542975" y="93271"/>
                </a:cubicBezTo>
                <a:lnTo>
                  <a:pt x="539265" y="93271"/>
                </a:lnTo>
                <a:lnTo>
                  <a:pt x="545382" y="60576"/>
                </a:lnTo>
                <a:lnTo>
                  <a:pt x="549093" y="60576"/>
                </a:lnTo>
                <a:cubicBezTo>
                  <a:pt x="549494" y="70812"/>
                  <a:pt x="551600" y="78052"/>
                  <a:pt x="555412" y="82295"/>
                </a:cubicBezTo>
                <a:cubicBezTo>
                  <a:pt x="559223" y="86537"/>
                  <a:pt x="564438" y="88658"/>
                  <a:pt x="571057" y="88658"/>
                </a:cubicBezTo>
                <a:cubicBezTo>
                  <a:pt x="576138" y="88658"/>
                  <a:pt x="580167" y="87236"/>
                  <a:pt x="583142" y="84392"/>
                </a:cubicBezTo>
                <a:cubicBezTo>
                  <a:pt x="586117" y="81546"/>
                  <a:pt x="587605" y="78049"/>
                  <a:pt x="587605" y="73899"/>
                </a:cubicBezTo>
                <a:cubicBezTo>
                  <a:pt x="587605" y="71221"/>
                  <a:pt x="587070" y="68744"/>
                  <a:pt x="586000" y="66468"/>
                </a:cubicBezTo>
                <a:cubicBezTo>
                  <a:pt x="584128" y="62452"/>
                  <a:pt x="580200" y="56897"/>
                  <a:pt x="574216" y="49801"/>
                </a:cubicBezTo>
                <a:cubicBezTo>
                  <a:pt x="568232" y="42705"/>
                  <a:pt x="564388" y="37384"/>
                  <a:pt x="562683" y="33836"/>
                </a:cubicBezTo>
                <a:cubicBezTo>
                  <a:pt x="560978" y="30288"/>
                  <a:pt x="560125" y="26740"/>
                  <a:pt x="560125" y="23192"/>
                </a:cubicBezTo>
                <a:cubicBezTo>
                  <a:pt x="560125" y="16701"/>
                  <a:pt x="562482" y="11213"/>
                  <a:pt x="567196" y="6729"/>
                </a:cubicBezTo>
                <a:cubicBezTo>
                  <a:pt x="571910" y="2243"/>
                  <a:pt x="577977" y="0"/>
                  <a:pt x="585399" y="0"/>
                </a:cubicBezTo>
                <a:cubicBezTo>
                  <a:pt x="587538" y="0"/>
                  <a:pt x="589477" y="170"/>
                  <a:pt x="591216" y="511"/>
                </a:cubicBezTo>
                <a:cubicBezTo>
                  <a:pt x="592152" y="716"/>
                  <a:pt x="594341" y="1485"/>
                  <a:pt x="597785" y="2818"/>
                </a:cubicBezTo>
                <a:cubicBezTo>
                  <a:pt x="601228" y="4149"/>
                  <a:pt x="603518" y="4814"/>
                  <a:pt x="604655" y="4814"/>
                </a:cubicBezTo>
                <a:cubicBezTo>
                  <a:pt x="607530" y="4814"/>
                  <a:pt x="609937" y="3209"/>
                  <a:pt x="611876" y="0"/>
                </a:cubicBezTo>
                <a:lnTo>
                  <a:pt x="615687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6BE2A9-B657-4742-8288-83D31A2B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664" y="7213583"/>
            <a:ext cx="1150087" cy="10"/>
          </a:xfrm>
          <a:custGeom xmlns:a="http://schemas.openxmlformats.org/drawingml/2006/main">
            <a:pathLst>
              <a:path w="1150087" h="1" fill="none">
                <a:moveTo>
                  <a:pt x="0" y="0"/>
                </a:moveTo>
                <a:lnTo>
                  <a:pt x="115008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33" cap="flat">
            <a:solidFill>
              <a:srgbClr val="231F20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92301C-8208-4457-A120-0BE705955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755" y="7146794"/>
            <a:ext cx="183522" cy="133577"/>
          </a:xfrm>
          <a:custGeom xmlns:a="http://schemas.openxmlformats.org/drawingml/2006/main">
            <a:pathLst>
              <a:path w="183522" h="133577">
                <a:moveTo>
                  <a:pt x="183522" y="66788"/>
                </a:moveTo>
                <a:lnTo>
                  <a:pt x="0" y="0"/>
                </a:lnTo>
                <a:lnTo>
                  <a:pt x="0" y="133577"/>
                </a:lnTo>
                <a:lnTo>
                  <a:pt x="183522" y="6678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4EB1B-09AB-490C-8309-FEBB746B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3641" y="7618389"/>
            <a:ext cx="1214222" cy="10"/>
          </a:xfrm>
          <a:custGeom xmlns:a="http://schemas.openxmlformats.org/drawingml/2006/main">
            <a:pathLst>
              <a:path w="1214222" h="1" fill="none">
                <a:moveTo>
                  <a:pt x="0" y="0"/>
                </a:moveTo>
                <a:lnTo>
                  <a:pt x="12142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33" cap="flat">
            <a:solidFill>
              <a:srgbClr val="231F20"/>
            </a:solidFill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5EDDBB-C18E-4A5E-A0C4-FE9CD4FE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2858" y="7551601"/>
            <a:ext cx="183522" cy="133577"/>
          </a:xfrm>
          <a:custGeom xmlns:a="http://schemas.openxmlformats.org/drawingml/2006/main">
            <a:pathLst>
              <a:path w="183522" h="133577">
                <a:moveTo>
                  <a:pt x="183522" y="66788"/>
                </a:moveTo>
                <a:lnTo>
                  <a:pt x="0" y="0"/>
                </a:lnTo>
                <a:lnTo>
                  <a:pt x="0" y="133577"/>
                </a:lnTo>
                <a:lnTo>
                  <a:pt x="183522" y="6678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5A0DC6-E9A1-4A17-8061-7B7B4C40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296" y="1512401"/>
            <a:ext cx="10" cy="301882"/>
          </a:xfrm>
          <a:custGeom xmlns:a="http://schemas.openxmlformats.org/drawingml/2006/main">
            <a:pathLst>
              <a:path w="1" h="301882" fill="none">
                <a:moveTo>
                  <a:pt x="0" y="0"/>
                </a:moveTo>
                <a:lnTo>
                  <a:pt x="0" y="301882"/>
                </a:lnTo>
              </a:path>
            </a:pathLst>
          </a:custGeom>
          <a:noFill xmlns:a="http://schemas.openxmlformats.org/drawingml/2006/main"/>
          <a:ln xmlns:a="http://schemas.openxmlformats.org/drawingml/2006/main" w="34233" cap="flat">
            <a:solidFill>
              <a:srgbClr val="231F20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88F34-9645-4E7A-92FC-160F5ED44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508" y="1749282"/>
            <a:ext cx="133577" cy="183522"/>
          </a:xfrm>
          <a:custGeom xmlns:a="http://schemas.openxmlformats.org/drawingml/2006/main">
            <a:pathLst>
              <a:path w="133577" h="183522">
                <a:moveTo>
                  <a:pt x="66788" y="183522"/>
                </a:moveTo>
                <a:lnTo>
                  <a:pt x="133577" y="0"/>
                </a:lnTo>
                <a:lnTo>
                  <a:pt x="0" y="0"/>
                </a:lnTo>
                <a:lnTo>
                  <a:pt x="66788" y="183522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Recor">
            <a:extLst xmlns:a="http://schemas.openxmlformats.org/drawingml/2006/main">
              <a:ext uri="{FF2B5EF4-FFF2-40B4-BE49-F238E27FC236}">
                <a16:creationId xmlns:a16="http://schemas.microsoft.com/office/drawing/2014/main" id="{902A3C2E-6EFD-41EB-B933-D6781D70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8035" y="1570371"/>
            <a:ext cx="498444" cy="138402"/>
          </a:xfrm>
          <a:custGeom xmlns:a="http://schemas.openxmlformats.org/drawingml/2006/main">
            <a:pathLst>
              <a:path w="498444" h="138402">
                <a:moveTo>
                  <a:pt x="90062" y="135995"/>
                </a:moveTo>
                <a:lnTo>
                  <a:pt x="68299" y="69803"/>
                </a:lnTo>
                <a:cubicBezTo>
                  <a:pt x="63217" y="69870"/>
                  <a:pt x="58002" y="69368"/>
                  <a:pt x="52653" y="68299"/>
                </a:cubicBezTo>
                <a:lnTo>
                  <a:pt x="40919" y="109518"/>
                </a:lnTo>
                <a:cubicBezTo>
                  <a:pt x="39381" y="114890"/>
                  <a:pt x="38612" y="119423"/>
                  <a:pt x="38612" y="123117"/>
                </a:cubicBezTo>
                <a:cubicBezTo>
                  <a:pt x="38612" y="125938"/>
                  <a:pt x="39582" y="128154"/>
                  <a:pt x="41521" y="129765"/>
                </a:cubicBezTo>
                <a:cubicBezTo>
                  <a:pt x="42992" y="130975"/>
                  <a:pt x="47003" y="131848"/>
                  <a:pt x="53556" y="132385"/>
                </a:cubicBezTo>
                <a:lnTo>
                  <a:pt x="52653" y="135995"/>
                </a:lnTo>
                <a:lnTo>
                  <a:pt x="0" y="135995"/>
                </a:lnTo>
                <a:lnTo>
                  <a:pt x="1103" y="132385"/>
                </a:lnTo>
                <a:cubicBezTo>
                  <a:pt x="6051" y="132184"/>
                  <a:pt x="9394" y="131681"/>
                  <a:pt x="11132" y="130874"/>
                </a:cubicBezTo>
                <a:cubicBezTo>
                  <a:pt x="13874" y="129731"/>
                  <a:pt x="15879" y="128186"/>
                  <a:pt x="17150" y="126239"/>
                </a:cubicBezTo>
                <a:cubicBezTo>
                  <a:pt x="19289" y="123084"/>
                  <a:pt x="21529" y="117510"/>
                  <a:pt x="23869" y="109518"/>
                </a:cubicBezTo>
                <a:lnTo>
                  <a:pt x="47638" y="27301"/>
                </a:lnTo>
                <a:cubicBezTo>
                  <a:pt x="49243" y="21814"/>
                  <a:pt x="50045" y="17565"/>
                  <a:pt x="50045" y="14552"/>
                </a:cubicBezTo>
                <a:cubicBezTo>
                  <a:pt x="50045" y="11474"/>
                  <a:pt x="48792" y="8864"/>
                  <a:pt x="46285" y="6723"/>
                </a:cubicBezTo>
                <a:cubicBezTo>
                  <a:pt x="43777" y="4581"/>
                  <a:pt x="40183" y="3544"/>
                  <a:pt x="35503" y="3610"/>
                </a:cubicBezTo>
                <a:lnTo>
                  <a:pt x="36707" y="0"/>
                </a:lnTo>
                <a:lnTo>
                  <a:pt x="81036" y="0"/>
                </a:lnTo>
                <a:cubicBezTo>
                  <a:pt x="95879" y="0"/>
                  <a:pt x="106576" y="2802"/>
                  <a:pt x="113129" y="8406"/>
                </a:cubicBezTo>
                <a:cubicBezTo>
                  <a:pt x="119681" y="14007"/>
                  <a:pt x="122957" y="21378"/>
                  <a:pt x="122957" y="30517"/>
                </a:cubicBezTo>
                <a:cubicBezTo>
                  <a:pt x="122957" y="39255"/>
                  <a:pt x="119598" y="47243"/>
                  <a:pt x="112878" y="54480"/>
                </a:cubicBezTo>
                <a:cubicBezTo>
                  <a:pt x="106159" y="61716"/>
                  <a:pt x="96949" y="66301"/>
                  <a:pt x="85248" y="68236"/>
                </a:cubicBezTo>
                <a:lnTo>
                  <a:pt x="98486" y="108164"/>
                </a:lnTo>
                <a:cubicBezTo>
                  <a:pt x="101696" y="117987"/>
                  <a:pt x="104905" y="124378"/>
                  <a:pt x="108114" y="127339"/>
                </a:cubicBezTo>
                <a:cubicBezTo>
                  <a:pt x="111324" y="130300"/>
                  <a:pt x="116505" y="131982"/>
                  <a:pt x="123659" y="132385"/>
                </a:cubicBezTo>
                <a:lnTo>
                  <a:pt x="122556" y="135995"/>
                </a:lnTo>
                <a:lnTo>
                  <a:pt x="90062" y="135995"/>
                </a:lnTo>
                <a:moveTo>
                  <a:pt x="54358" y="62485"/>
                </a:moveTo>
                <a:cubicBezTo>
                  <a:pt x="58637" y="63084"/>
                  <a:pt x="62448" y="63384"/>
                  <a:pt x="65791" y="63384"/>
                </a:cubicBezTo>
                <a:cubicBezTo>
                  <a:pt x="77291" y="63384"/>
                  <a:pt x="86384" y="60203"/>
                  <a:pt x="93071" y="53841"/>
                </a:cubicBezTo>
                <a:cubicBezTo>
                  <a:pt x="99757" y="47479"/>
                  <a:pt x="103100" y="39567"/>
                  <a:pt x="103100" y="30106"/>
                </a:cubicBezTo>
                <a:cubicBezTo>
                  <a:pt x="103100" y="22712"/>
                  <a:pt x="101010" y="17050"/>
                  <a:pt x="96831" y="13119"/>
                </a:cubicBezTo>
                <a:cubicBezTo>
                  <a:pt x="92653" y="9187"/>
                  <a:pt x="86384" y="7221"/>
                  <a:pt x="78027" y="7221"/>
                </a:cubicBezTo>
                <a:cubicBezTo>
                  <a:pt x="75887" y="7221"/>
                  <a:pt x="73347" y="7487"/>
                  <a:pt x="70405" y="8020"/>
                </a:cubicBezTo>
                <a:lnTo>
                  <a:pt x="54358" y="62485"/>
                </a:lnTo>
                <a:close/>
                <a:moveTo>
                  <a:pt x="154683" y="98286"/>
                </a:moveTo>
                <a:cubicBezTo>
                  <a:pt x="154214" y="101618"/>
                  <a:pt x="153980" y="104384"/>
                  <a:pt x="153980" y="106582"/>
                </a:cubicBezTo>
                <a:cubicBezTo>
                  <a:pt x="153980" y="112511"/>
                  <a:pt x="156087" y="117559"/>
                  <a:pt x="160299" y="121726"/>
                </a:cubicBezTo>
                <a:cubicBezTo>
                  <a:pt x="164511" y="125890"/>
                  <a:pt x="169626" y="127972"/>
                  <a:pt x="175643" y="127972"/>
                </a:cubicBezTo>
                <a:cubicBezTo>
                  <a:pt x="180457" y="127972"/>
                  <a:pt x="185088" y="126989"/>
                  <a:pt x="189534" y="125023"/>
                </a:cubicBezTo>
                <a:cubicBezTo>
                  <a:pt x="193980" y="123055"/>
                  <a:pt x="200583" y="118703"/>
                  <a:pt x="209341" y="111969"/>
                </a:cubicBezTo>
                <a:lnTo>
                  <a:pt x="211448" y="114878"/>
                </a:lnTo>
                <a:cubicBezTo>
                  <a:pt x="195601" y="130561"/>
                  <a:pt x="180491" y="138402"/>
                  <a:pt x="166116" y="138402"/>
                </a:cubicBezTo>
                <a:cubicBezTo>
                  <a:pt x="156354" y="138402"/>
                  <a:pt x="148999" y="135324"/>
                  <a:pt x="144052" y="129166"/>
                </a:cubicBezTo>
                <a:cubicBezTo>
                  <a:pt x="139104" y="123009"/>
                  <a:pt x="136630" y="116215"/>
                  <a:pt x="136630" y="108785"/>
                </a:cubicBezTo>
                <a:cubicBezTo>
                  <a:pt x="136630" y="98812"/>
                  <a:pt x="139706" y="88605"/>
                  <a:pt x="145857" y="78165"/>
                </a:cubicBezTo>
                <a:cubicBezTo>
                  <a:pt x="152008" y="67722"/>
                  <a:pt x="159731" y="59606"/>
                  <a:pt x="169024" y="53816"/>
                </a:cubicBezTo>
                <a:cubicBezTo>
                  <a:pt x="178318" y="48026"/>
                  <a:pt x="187879" y="45131"/>
                  <a:pt x="197708" y="45131"/>
                </a:cubicBezTo>
                <a:cubicBezTo>
                  <a:pt x="204795" y="45131"/>
                  <a:pt x="210043" y="46574"/>
                  <a:pt x="213453" y="49459"/>
                </a:cubicBezTo>
                <a:cubicBezTo>
                  <a:pt x="216863" y="52345"/>
                  <a:pt x="218568" y="55768"/>
                  <a:pt x="218568" y="59730"/>
                </a:cubicBezTo>
                <a:cubicBezTo>
                  <a:pt x="218568" y="65300"/>
                  <a:pt x="216362" y="70636"/>
                  <a:pt x="211949" y="75736"/>
                </a:cubicBezTo>
                <a:cubicBezTo>
                  <a:pt x="206132" y="82380"/>
                  <a:pt x="197574" y="87749"/>
                  <a:pt x="186274" y="91842"/>
                </a:cubicBezTo>
                <a:cubicBezTo>
                  <a:pt x="178786" y="94594"/>
                  <a:pt x="168255" y="96742"/>
                  <a:pt x="154683" y="98286"/>
                </a:cubicBezTo>
                <a:moveTo>
                  <a:pt x="155385" y="93271"/>
                </a:moveTo>
                <a:cubicBezTo>
                  <a:pt x="165280" y="92132"/>
                  <a:pt x="173337" y="90189"/>
                  <a:pt x="179555" y="87442"/>
                </a:cubicBezTo>
                <a:cubicBezTo>
                  <a:pt x="187779" y="83756"/>
                  <a:pt x="193947" y="79349"/>
                  <a:pt x="198059" y="74222"/>
                </a:cubicBezTo>
                <a:cubicBezTo>
                  <a:pt x="202171" y="69095"/>
                  <a:pt x="204227" y="64219"/>
                  <a:pt x="204227" y="59595"/>
                </a:cubicBezTo>
                <a:cubicBezTo>
                  <a:pt x="204227" y="56781"/>
                  <a:pt x="203341" y="54502"/>
                  <a:pt x="201569" y="52760"/>
                </a:cubicBezTo>
                <a:cubicBezTo>
                  <a:pt x="199797" y="51017"/>
                  <a:pt x="197273" y="50146"/>
                  <a:pt x="193997" y="50146"/>
                </a:cubicBezTo>
                <a:cubicBezTo>
                  <a:pt x="187177" y="50146"/>
                  <a:pt x="179939" y="53781"/>
                  <a:pt x="172284" y="61052"/>
                </a:cubicBezTo>
                <a:cubicBezTo>
                  <a:pt x="164628" y="68324"/>
                  <a:pt x="158995" y="79063"/>
                  <a:pt x="155385" y="93271"/>
                </a:cubicBezTo>
                <a:close/>
                <a:moveTo>
                  <a:pt x="300738" y="114132"/>
                </a:moveTo>
                <a:cubicBezTo>
                  <a:pt x="293785" y="122489"/>
                  <a:pt x="286764" y="128624"/>
                  <a:pt x="279677" y="132535"/>
                </a:cubicBezTo>
                <a:cubicBezTo>
                  <a:pt x="272590" y="136447"/>
                  <a:pt x="265101" y="138402"/>
                  <a:pt x="257212" y="138402"/>
                </a:cubicBezTo>
                <a:cubicBezTo>
                  <a:pt x="247717" y="138402"/>
                  <a:pt x="240313" y="135725"/>
                  <a:pt x="234997" y="130370"/>
                </a:cubicBezTo>
                <a:cubicBezTo>
                  <a:pt x="229682" y="125014"/>
                  <a:pt x="227024" y="117820"/>
                  <a:pt x="227024" y="108785"/>
                </a:cubicBezTo>
                <a:cubicBezTo>
                  <a:pt x="227024" y="98545"/>
                  <a:pt x="229882" y="88472"/>
                  <a:pt x="235599" y="78566"/>
                </a:cubicBezTo>
                <a:cubicBezTo>
                  <a:pt x="241316" y="68658"/>
                  <a:pt x="249005" y="60608"/>
                  <a:pt x="258666" y="54418"/>
                </a:cubicBezTo>
                <a:cubicBezTo>
                  <a:pt x="268327" y="48227"/>
                  <a:pt x="277805" y="45131"/>
                  <a:pt x="287099" y="45131"/>
                </a:cubicBezTo>
                <a:cubicBezTo>
                  <a:pt x="294386" y="45131"/>
                  <a:pt x="299836" y="46647"/>
                  <a:pt x="303446" y="49679"/>
                </a:cubicBezTo>
                <a:cubicBezTo>
                  <a:pt x="307057" y="52711"/>
                  <a:pt x="308862" y="56425"/>
                  <a:pt x="308862" y="60824"/>
                </a:cubicBezTo>
                <a:cubicBezTo>
                  <a:pt x="308862" y="64954"/>
                  <a:pt x="307592" y="68487"/>
                  <a:pt x="305051" y="71420"/>
                </a:cubicBezTo>
                <a:cubicBezTo>
                  <a:pt x="303179" y="73685"/>
                  <a:pt x="300872" y="74818"/>
                  <a:pt x="298131" y="74818"/>
                </a:cubicBezTo>
                <a:cubicBezTo>
                  <a:pt x="296058" y="74818"/>
                  <a:pt x="294336" y="74154"/>
                  <a:pt x="292966" y="72827"/>
                </a:cubicBezTo>
                <a:cubicBezTo>
                  <a:pt x="291595" y="71501"/>
                  <a:pt x="290910" y="69843"/>
                  <a:pt x="290910" y="67854"/>
                </a:cubicBezTo>
                <a:cubicBezTo>
                  <a:pt x="290910" y="66594"/>
                  <a:pt x="291160" y="65433"/>
                  <a:pt x="291662" y="64372"/>
                </a:cubicBezTo>
                <a:cubicBezTo>
                  <a:pt x="292163" y="63310"/>
                  <a:pt x="293200" y="62033"/>
                  <a:pt x="294771" y="60542"/>
                </a:cubicBezTo>
                <a:cubicBezTo>
                  <a:pt x="296342" y="59048"/>
                  <a:pt x="297295" y="57970"/>
                  <a:pt x="297629" y="57307"/>
                </a:cubicBezTo>
                <a:cubicBezTo>
                  <a:pt x="297964" y="56643"/>
                  <a:pt x="298131" y="55946"/>
                  <a:pt x="298131" y="55217"/>
                </a:cubicBezTo>
                <a:cubicBezTo>
                  <a:pt x="298131" y="53823"/>
                  <a:pt x="297496" y="52662"/>
                  <a:pt x="296225" y="51735"/>
                </a:cubicBezTo>
                <a:cubicBezTo>
                  <a:pt x="294286" y="50408"/>
                  <a:pt x="291545" y="49745"/>
                  <a:pt x="288001" y="49745"/>
                </a:cubicBezTo>
                <a:cubicBezTo>
                  <a:pt x="281449" y="49745"/>
                  <a:pt x="274963" y="52051"/>
                  <a:pt x="268545" y="56665"/>
                </a:cubicBezTo>
                <a:cubicBezTo>
                  <a:pt x="262126" y="61278"/>
                  <a:pt x="256643" y="67831"/>
                  <a:pt x="252097" y="76322"/>
                </a:cubicBezTo>
                <a:cubicBezTo>
                  <a:pt x="246614" y="86618"/>
                  <a:pt x="243873" y="96915"/>
                  <a:pt x="243873" y="107212"/>
                </a:cubicBezTo>
                <a:cubicBezTo>
                  <a:pt x="243873" y="114031"/>
                  <a:pt x="245812" y="119431"/>
                  <a:pt x="249690" y="123409"/>
                </a:cubicBezTo>
                <a:cubicBezTo>
                  <a:pt x="253568" y="127387"/>
                  <a:pt x="258850" y="129376"/>
                  <a:pt x="265536" y="129376"/>
                </a:cubicBezTo>
                <a:cubicBezTo>
                  <a:pt x="270684" y="129376"/>
                  <a:pt x="275782" y="128089"/>
                  <a:pt x="280830" y="125515"/>
                </a:cubicBezTo>
                <a:cubicBezTo>
                  <a:pt x="285878" y="122941"/>
                  <a:pt x="291545" y="118277"/>
                  <a:pt x="297830" y="111524"/>
                </a:cubicBezTo>
                <a:lnTo>
                  <a:pt x="300738" y="114132"/>
                </a:lnTo>
                <a:close/>
                <a:moveTo>
                  <a:pt x="407580" y="76557"/>
                </a:moveTo>
                <a:cubicBezTo>
                  <a:pt x="407580" y="86597"/>
                  <a:pt x="404922" y="96536"/>
                  <a:pt x="399607" y="106375"/>
                </a:cubicBezTo>
                <a:cubicBezTo>
                  <a:pt x="394291" y="116214"/>
                  <a:pt x="386886" y="124012"/>
                  <a:pt x="377392" y="129768"/>
                </a:cubicBezTo>
                <a:cubicBezTo>
                  <a:pt x="367898" y="135524"/>
                  <a:pt x="358671" y="138402"/>
                  <a:pt x="349711" y="138402"/>
                </a:cubicBezTo>
                <a:cubicBezTo>
                  <a:pt x="340552" y="138402"/>
                  <a:pt x="333080" y="135474"/>
                  <a:pt x="327296" y="129617"/>
                </a:cubicBezTo>
                <a:cubicBezTo>
                  <a:pt x="321513" y="123761"/>
                  <a:pt x="318621" y="116180"/>
                  <a:pt x="318621" y="106876"/>
                </a:cubicBezTo>
                <a:cubicBezTo>
                  <a:pt x="318621" y="97037"/>
                  <a:pt x="321446" y="87165"/>
                  <a:pt x="327096" y="77259"/>
                </a:cubicBezTo>
                <a:cubicBezTo>
                  <a:pt x="332745" y="67353"/>
                  <a:pt x="340301" y="59522"/>
                  <a:pt x="349762" y="53766"/>
                </a:cubicBezTo>
                <a:cubicBezTo>
                  <a:pt x="359222" y="48009"/>
                  <a:pt x="368366" y="45131"/>
                  <a:pt x="377191" y="45131"/>
                </a:cubicBezTo>
                <a:cubicBezTo>
                  <a:pt x="386017" y="45131"/>
                  <a:pt x="393288" y="48043"/>
                  <a:pt x="399005" y="53866"/>
                </a:cubicBezTo>
                <a:cubicBezTo>
                  <a:pt x="404721" y="59689"/>
                  <a:pt x="407580" y="67253"/>
                  <a:pt x="407580" y="76557"/>
                </a:cubicBezTo>
                <a:moveTo>
                  <a:pt x="390931" y="69471"/>
                </a:moveTo>
                <a:cubicBezTo>
                  <a:pt x="390931" y="63230"/>
                  <a:pt x="389410" y="58449"/>
                  <a:pt x="386368" y="55129"/>
                </a:cubicBezTo>
                <a:cubicBezTo>
                  <a:pt x="383326" y="51807"/>
                  <a:pt x="379398" y="50146"/>
                  <a:pt x="374584" y="50146"/>
                </a:cubicBezTo>
                <a:cubicBezTo>
                  <a:pt x="364755" y="50146"/>
                  <a:pt x="355712" y="57209"/>
                  <a:pt x="347455" y="71336"/>
                </a:cubicBezTo>
                <a:cubicBezTo>
                  <a:pt x="339198" y="85460"/>
                  <a:pt x="335069" y="99501"/>
                  <a:pt x="335069" y="113458"/>
                </a:cubicBezTo>
                <a:cubicBezTo>
                  <a:pt x="335069" y="119833"/>
                  <a:pt x="336674" y="124748"/>
                  <a:pt x="339883" y="128204"/>
                </a:cubicBezTo>
                <a:cubicBezTo>
                  <a:pt x="343092" y="131660"/>
                  <a:pt x="347137" y="133388"/>
                  <a:pt x="352018" y="133388"/>
                </a:cubicBezTo>
                <a:cubicBezTo>
                  <a:pt x="361446" y="133388"/>
                  <a:pt x="370288" y="126359"/>
                  <a:pt x="378545" y="112301"/>
                </a:cubicBezTo>
                <a:cubicBezTo>
                  <a:pt x="386803" y="98242"/>
                  <a:pt x="390931" y="83965"/>
                  <a:pt x="390931" y="69471"/>
                </a:cubicBezTo>
                <a:close/>
                <a:moveTo>
                  <a:pt x="426033" y="50748"/>
                </a:moveTo>
                <a:lnTo>
                  <a:pt x="460634" y="45131"/>
                </a:lnTo>
                <a:lnTo>
                  <a:pt x="446192" y="93973"/>
                </a:lnTo>
                <a:cubicBezTo>
                  <a:pt x="457893" y="73940"/>
                  <a:pt x="468524" y="59937"/>
                  <a:pt x="478085" y="51964"/>
                </a:cubicBezTo>
                <a:cubicBezTo>
                  <a:pt x="483500" y="47409"/>
                  <a:pt x="487913" y="45131"/>
                  <a:pt x="491323" y="45131"/>
                </a:cubicBezTo>
                <a:cubicBezTo>
                  <a:pt x="493530" y="45131"/>
                  <a:pt x="495268" y="45786"/>
                  <a:pt x="496538" y="47096"/>
                </a:cubicBezTo>
                <a:cubicBezTo>
                  <a:pt x="497809" y="48404"/>
                  <a:pt x="498444" y="50300"/>
                  <a:pt x="498444" y="52785"/>
                </a:cubicBezTo>
                <a:cubicBezTo>
                  <a:pt x="498444" y="57214"/>
                  <a:pt x="497307" y="61443"/>
                  <a:pt x="495034" y="65472"/>
                </a:cubicBezTo>
                <a:cubicBezTo>
                  <a:pt x="493429" y="68493"/>
                  <a:pt x="491123" y="70004"/>
                  <a:pt x="488114" y="70004"/>
                </a:cubicBezTo>
                <a:cubicBezTo>
                  <a:pt x="486576" y="70004"/>
                  <a:pt x="485256" y="69502"/>
                  <a:pt x="484152" y="68499"/>
                </a:cubicBezTo>
                <a:cubicBezTo>
                  <a:pt x="483049" y="67496"/>
                  <a:pt x="482364" y="65958"/>
                  <a:pt x="482096" y="63886"/>
                </a:cubicBezTo>
                <a:cubicBezTo>
                  <a:pt x="481963" y="62615"/>
                  <a:pt x="481662" y="61780"/>
                  <a:pt x="481194" y="61378"/>
                </a:cubicBezTo>
                <a:cubicBezTo>
                  <a:pt x="480659" y="60844"/>
                  <a:pt x="480024" y="60576"/>
                  <a:pt x="479288" y="60576"/>
                </a:cubicBezTo>
                <a:cubicBezTo>
                  <a:pt x="478152" y="60576"/>
                  <a:pt x="477082" y="60844"/>
                  <a:pt x="476079" y="61378"/>
                </a:cubicBezTo>
                <a:cubicBezTo>
                  <a:pt x="474340" y="62314"/>
                  <a:pt x="471699" y="64921"/>
                  <a:pt x="468156" y="69198"/>
                </a:cubicBezTo>
                <a:cubicBezTo>
                  <a:pt x="462606" y="75750"/>
                  <a:pt x="456589" y="84241"/>
                  <a:pt x="450103" y="94669"/>
                </a:cubicBezTo>
                <a:cubicBezTo>
                  <a:pt x="447295" y="99080"/>
                  <a:pt x="444888" y="104060"/>
                  <a:pt x="442882" y="109609"/>
                </a:cubicBezTo>
                <a:cubicBezTo>
                  <a:pt x="440074" y="117229"/>
                  <a:pt x="438470" y="121808"/>
                  <a:pt x="438068" y="123346"/>
                </a:cubicBezTo>
                <a:lnTo>
                  <a:pt x="434859" y="135995"/>
                </a:lnTo>
                <a:lnTo>
                  <a:pt x="419514" y="135995"/>
                </a:lnTo>
                <a:lnTo>
                  <a:pt x="438068" y="73614"/>
                </a:lnTo>
                <a:cubicBezTo>
                  <a:pt x="440208" y="66355"/>
                  <a:pt x="441278" y="61180"/>
                  <a:pt x="441278" y="58088"/>
                </a:cubicBezTo>
                <a:cubicBezTo>
                  <a:pt x="441278" y="56878"/>
                  <a:pt x="440776" y="55870"/>
                  <a:pt x="439773" y="55063"/>
                </a:cubicBezTo>
                <a:cubicBezTo>
                  <a:pt x="438436" y="53991"/>
                  <a:pt x="436664" y="53455"/>
                  <a:pt x="434458" y="53455"/>
                </a:cubicBezTo>
                <a:cubicBezTo>
                  <a:pt x="433054" y="53455"/>
                  <a:pt x="430480" y="53756"/>
                  <a:pt x="426735" y="54358"/>
                </a:cubicBezTo>
                <a:lnTo>
                  <a:pt x="426033" y="5074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dChannelM">
            <a:extLst xmlns:a="http://schemas.openxmlformats.org/drawingml/2006/main">
              <a:ext uri="{FF2B5EF4-FFF2-40B4-BE49-F238E27FC236}">
                <a16:creationId xmlns:a16="http://schemas.microsoft.com/office/drawing/2014/main" id="{E892E0CB-4A84-40CD-80FA-69D6B826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466" y="1563752"/>
            <a:ext cx="1087329" cy="145623"/>
          </a:xfrm>
          <a:custGeom xmlns:a="http://schemas.openxmlformats.org/drawingml/2006/main">
            <a:pathLst>
              <a:path w="1087329" h="145623">
                <a:moveTo>
                  <a:pt x="107212" y="0"/>
                </a:moveTo>
                <a:lnTo>
                  <a:pt x="72711" y="118344"/>
                </a:lnTo>
                <a:cubicBezTo>
                  <a:pt x="70839" y="124763"/>
                  <a:pt x="69903" y="128975"/>
                  <a:pt x="69903" y="130981"/>
                </a:cubicBezTo>
                <a:cubicBezTo>
                  <a:pt x="69903" y="131649"/>
                  <a:pt x="70187" y="132285"/>
                  <a:pt x="70756" y="132886"/>
                </a:cubicBezTo>
                <a:cubicBezTo>
                  <a:pt x="71324" y="133488"/>
                  <a:pt x="71909" y="133789"/>
                  <a:pt x="72511" y="133789"/>
                </a:cubicBezTo>
                <a:cubicBezTo>
                  <a:pt x="73380" y="133789"/>
                  <a:pt x="74416" y="133354"/>
                  <a:pt x="75620" y="132485"/>
                </a:cubicBezTo>
                <a:cubicBezTo>
                  <a:pt x="77893" y="130880"/>
                  <a:pt x="81704" y="126869"/>
                  <a:pt x="87053" y="120450"/>
                </a:cubicBezTo>
                <a:lnTo>
                  <a:pt x="90463" y="122556"/>
                </a:lnTo>
                <a:cubicBezTo>
                  <a:pt x="85649" y="129242"/>
                  <a:pt x="80785" y="134658"/>
                  <a:pt x="75871" y="138804"/>
                </a:cubicBezTo>
                <a:cubicBezTo>
                  <a:pt x="70956" y="142949"/>
                  <a:pt x="66360" y="145022"/>
                  <a:pt x="62080" y="145022"/>
                </a:cubicBezTo>
                <a:cubicBezTo>
                  <a:pt x="59807" y="145022"/>
                  <a:pt x="57935" y="144219"/>
                  <a:pt x="56464" y="142615"/>
                </a:cubicBezTo>
                <a:cubicBezTo>
                  <a:pt x="54993" y="141010"/>
                  <a:pt x="54258" y="138737"/>
                  <a:pt x="54258" y="135795"/>
                </a:cubicBezTo>
                <a:cubicBezTo>
                  <a:pt x="54258" y="131984"/>
                  <a:pt x="55261" y="126869"/>
                  <a:pt x="57266" y="120450"/>
                </a:cubicBezTo>
                <a:lnTo>
                  <a:pt x="61178" y="108472"/>
                </a:lnTo>
                <a:cubicBezTo>
                  <a:pt x="51483" y="123263"/>
                  <a:pt x="42657" y="133497"/>
                  <a:pt x="34701" y="139176"/>
                </a:cubicBezTo>
                <a:cubicBezTo>
                  <a:pt x="29218" y="143073"/>
                  <a:pt x="23970" y="145022"/>
                  <a:pt x="18955" y="145022"/>
                </a:cubicBezTo>
                <a:cubicBezTo>
                  <a:pt x="13874" y="145022"/>
                  <a:pt x="9444" y="142763"/>
                  <a:pt x="5666" y="138246"/>
                </a:cubicBezTo>
                <a:cubicBezTo>
                  <a:pt x="1889" y="133726"/>
                  <a:pt x="0" y="127584"/>
                  <a:pt x="0" y="119820"/>
                </a:cubicBezTo>
                <a:cubicBezTo>
                  <a:pt x="0" y="109847"/>
                  <a:pt x="3176" y="99206"/>
                  <a:pt x="9528" y="87896"/>
                </a:cubicBezTo>
                <a:cubicBezTo>
                  <a:pt x="15879" y="76584"/>
                  <a:pt x="24271" y="67380"/>
                  <a:pt x="34701" y="60285"/>
                </a:cubicBezTo>
                <a:cubicBezTo>
                  <a:pt x="42925" y="54595"/>
                  <a:pt x="50480" y="51750"/>
                  <a:pt x="57367" y="51750"/>
                </a:cubicBezTo>
                <a:cubicBezTo>
                  <a:pt x="60977" y="51750"/>
                  <a:pt x="64086" y="52479"/>
                  <a:pt x="66694" y="53935"/>
                </a:cubicBezTo>
                <a:cubicBezTo>
                  <a:pt x="69301" y="55389"/>
                  <a:pt x="71876" y="57802"/>
                  <a:pt x="74416" y="61175"/>
                </a:cubicBezTo>
                <a:lnTo>
                  <a:pt x="84245" y="26496"/>
                </a:lnTo>
                <a:cubicBezTo>
                  <a:pt x="84980" y="23972"/>
                  <a:pt x="85582" y="21960"/>
                  <a:pt x="86050" y="20459"/>
                </a:cubicBezTo>
                <a:cubicBezTo>
                  <a:pt x="86852" y="17760"/>
                  <a:pt x="87254" y="15534"/>
                  <a:pt x="87254" y="13781"/>
                </a:cubicBezTo>
                <a:cubicBezTo>
                  <a:pt x="87254" y="12364"/>
                  <a:pt x="86752" y="11184"/>
                  <a:pt x="85749" y="10239"/>
                </a:cubicBezTo>
                <a:cubicBezTo>
                  <a:pt x="84345" y="9096"/>
                  <a:pt x="82540" y="8525"/>
                  <a:pt x="80334" y="8525"/>
                </a:cubicBezTo>
                <a:cubicBezTo>
                  <a:pt x="78796" y="8525"/>
                  <a:pt x="76255" y="8759"/>
                  <a:pt x="72711" y="9227"/>
                </a:cubicBezTo>
                <a:lnTo>
                  <a:pt x="72711" y="5616"/>
                </a:lnTo>
                <a:lnTo>
                  <a:pt x="107212" y="0"/>
                </a:lnTo>
                <a:moveTo>
                  <a:pt x="70004" y="71082"/>
                </a:moveTo>
                <a:cubicBezTo>
                  <a:pt x="70004" y="66780"/>
                  <a:pt x="68767" y="63318"/>
                  <a:pt x="66293" y="60698"/>
                </a:cubicBezTo>
                <a:cubicBezTo>
                  <a:pt x="63819" y="58076"/>
                  <a:pt x="60676" y="56765"/>
                  <a:pt x="56865" y="56765"/>
                </a:cubicBezTo>
                <a:cubicBezTo>
                  <a:pt x="48441" y="56765"/>
                  <a:pt x="39665" y="63755"/>
                  <a:pt x="30539" y="77735"/>
                </a:cubicBezTo>
                <a:cubicBezTo>
                  <a:pt x="21412" y="91716"/>
                  <a:pt x="16849" y="105091"/>
                  <a:pt x="16849" y="117861"/>
                </a:cubicBezTo>
                <a:cubicBezTo>
                  <a:pt x="16849" y="122903"/>
                  <a:pt x="17952" y="126752"/>
                  <a:pt x="20159" y="129407"/>
                </a:cubicBezTo>
                <a:cubicBezTo>
                  <a:pt x="22365" y="132061"/>
                  <a:pt x="25006" y="133388"/>
                  <a:pt x="28082" y="133388"/>
                </a:cubicBezTo>
                <a:cubicBezTo>
                  <a:pt x="35035" y="133388"/>
                  <a:pt x="43761" y="125826"/>
                  <a:pt x="54258" y="110703"/>
                </a:cubicBezTo>
                <a:cubicBezTo>
                  <a:pt x="64755" y="95580"/>
                  <a:pt x="70004" y="82373"/>
                  <a:pt x="70004" y="71082"/>
                </a:cubicBezTo>
                <a:close/>
                <a:moveTo>
                  <a:pt x="294658" y="3611"/>
                </a:moveTo>
                <a:lnTo>
                  <a:pt x="284528" y="47739"/>
                </a:lnTo>
                <a:lnTo>
                  <a:pt x="280918" y="47739"/>
                </a:lnTo>
                <a:lnTo>
                  <a:pt x="280517" y="36707"/>
                </a:lnTo>
                <a:cubicBezTo>
                  <a:pt x="280182" y="32695"/>
                  <a:pt x="279413" y="29118"/>
                  <a:pt x="278210" y="25976"/>
                </a:cubicBezTo>
                <a:cubicBezTo>
                  <a:pt x="277006" y="22833"/>
                  <a:pt x="275201" y="20108"/>
                  <a:pt x="272794" y="17802"/>
                </a:cubicBezTo>
                <a:cubicBezTo>
                  <a:pt x="270387" y="15495"/>
                  <a:pt x="267345" y="13690"/>
                  <a:pt x="263668" y="12386"/>
                </a:cubicBezTo>
                <a:cubicBezTo>
                  <a:pt x="259990" y="11082"/>
                  <a:pt x="255912" y="10430"/>
                  <a:pt x="251432" y="10430"/>
                </a:cubicBezTo>
                <a:cubicBezTo>
                  <a:pt x="239464" y="10430"/>
                  <a:pt x="229000" y="13696"/>
                  <a:pt x="220041" y="20228"/>
                </a:cubicBezTo>
                <a:cubicBezTo>
                  <a:pt x="208608" y="28558"/>
                  <a:pt x="199648" y="40321"/>
                  <a:pt x="193163" y="55518"/>
                </a:cubicBezTo>
                <a:cubicBezTo>
                  <a:pt x="187814" y="68048"/>
                  <a:pt x="185139" y="80745"/>
                  <a:pt x="185139" y="93610"/>
                </a:cubicBezTo>
                <a:cubicBezTo>
                  <a:pt x="185139" y="106739"/>
                  <a:pt x="188984" y="117220"/>
                  <a:pt x="196673" y="125051"/>
                </a:cubicBezTo>
                <a:cubicBezTo>
                  <a:pt x="204362" y="132882"/>
                  <a:pt x="214358" y="136798"/>
                  <a:pt x="226660" y="136798"/>
                </a:cubicBezTo>
                <a:cubicBezTo>
                  <a:pt x="235954" y="136798"/>
                  <a:pt x="244228" y="134717"/>
                  <a:pt x="251482" y="130555"/>
                </a:cubicBezTo>
                <a:cubicBezTo>
                  <a:pt x="258737" y="126392"/>
                  <a:pt x="265473" y="119982"/>
                  <a:pt x="271691" y="111324"/>
                </a:cubicBezTo>
                <a:lnTo>
                  <a:pt x="276405" y="111324"/>
                </a:lnTo>
                <a:cubicBezTo>
                  <a:pt x="269050" y="123093"/>
                  <a:pt x="260893" y="131753"/>
                  <a:pt x="251934" y="137302"/>
                </a:cubicBezTo>
                <a:cubicBezTo>
                  <a:pt x="242974" y="142850"/>
                  <a:pt x="232243" y="145623"/>
                  <a:pt x="219740" y="145623"/>
                </a:cubicBezTo>
                <a:cubicBezTo>
                  <a:pt x="208641" y="145623"/>
                  <a:pt x="198812" y="143303"/>
                  <a:pt x="190254" y="138662"/>
                </a:cubicBezTo>
                <a:cubicBezTo>
                  <a:pt x="181696" y="134022"/>
                  <a:pt x="175177" y="127496"/>
                  <a:pt x="170697" y="119084"/>
                </a:cubicBezTo>
                <a:cubicBezTo>
                  <a:pt x="166218" y="110672"/>
                  <a:pt x="163978" y="101625"/>
                  <a:pt x="163978" y="91942"/>
                </a:cubicBezTo>
                <a:cubicBezTo>
                  <a:pt x="163978" y="77120"/>
                  <a:pt x="167956" y="62699"/>
                  <a:pt x="175913" y="48679"/>
                </a:cubicBezTo>
                <a:cubicBezTo>
                  <a:pt x="183869" y="34657"/>
                  <a:pt x="194784" y="23641"/>
                  <a:pt x="208658" y="15630"/>
                </a:cubicBezTo>
                <a:cubicBezTo>
                  <a:pt x="222531" y="7617"/>
                  <a:pt x="236522" y="3611"/>
                  <a:pt x="250630" y="3611"/>
                </a:cubicBezTo>
                <a:cubicBezTo>
                  <a:pt x="257249" y="3611"/>
                  <a:pt x="264671" y="5205"/>
                  <a:pt x="272894" y="8393"/>
                </a:cubicBezTo>
                <a:cubicBezTo>
                  <a:pt x="276505" y="9751"/>
                  <a:pt x="279113" y="10430"/>
                  <a:pt x="280717" y="10430"/>
                </a:cubicBezTo>
                <a:cubicBezTo>
                  <a:pt x="282322" y="10430"/>
                  <a:pt x="283726" y="10091"/>
                  <a:pt x="284929" y="9412"/>
                </a:cubicBezTo>
                <a:cubicBezTo>
                  <a:pt x="286133" y="8733"/>
                  <a:pt x="288139" y="6799"/>
                  <a:pt x="290947" y="3611"/>
                </a:cubicBezTo>
                <a:lnTo>
                  <a:pt x="294658" y="3611"/>
                </a:lnTo>
                <a:close/>
                <a:moveTo>
                  <a:pt x="347413" y="0"/>
                </a:moveTo>
                <a:lnTo>
                  <a:pt x="319231" y="97104"/>
                </a:lnTo>
                <a:cubicBezTo>
                  <a:pt x="331400" y="78855"/>
                  <a:pt x="340894" y="66735"/>
                  <a:pt x="347714" y="60742"/>
                </a:cubicBezTo>
                <a:cubicBezTo>
                  <a:pt x="354533" y="54748"/>
                  <a:pt x="361052" y="51750"/>
                  <a:pt x="367271" y="51750"/>
                </a:cubicBezTo>
                <a:cubicBezTo>
                  <a:pt x="370480" y="51750"/>
                  <a:pt x="373154" y="52864"/>
                  <a:pt x="375294" y="55091"/>
                </a:cubicBezTo>
                <a:cubicBezTo>
                  <a:pt x="377433" y="57317"/>
                  <a:pt x="378503" y="60285"/>
                  <a:pt x="378503" y="63995"/>
                </a:cubicBezTo>
                <a:cubicBezTo>
                  <a:pt x="378503" y="68408"/>
                  <a:pt x="377567" y="73756"/>
                  <a:pt x="375695" y="80039"/>
                </a:cubicBezTo>
                <a:lnTo>
                  <a:pt x="363459" y="122055"/>
                </a:lnTo>
                <a:cubicBezTo>
                  <a:pt x="361922" y="127136"/>
                  <a:pt x="361153" y="129944"/>
                  <a:pt x="361153" y="130479"/>
                </a:cubicBezTo>
                <a:cubicBezTo>
                  <a:pt x="361153" y="131415"/>
                  <a:pt x="361437" y="132184"/>
                  <a:pt x="362005" y="132786"/>
                </a:cubicBezTo>
                <a:cubicBezTo>
                  <a:pt x="362574" y="133388"/>
                  <a:pt x="363225" y="133689"/>
                  <a:pt x="363961" y="133689"/>
                </a:cubicBezTo>
                <a:cubicBezTo>
                  <a:pt x="364830" y="133689"/>
                  <a:pt x="365833" y="133254"/>
                  <a:pt x="366970" y="132385"/>
                </a:cubicBezTo>
                <a:cubicBezTo>
                  <a:pt x="370781" y="129443"/>
                  <a:pt x="374558" y="125364"/>
                  <a:pt x="378303" y="120149"/>
                </a:cubicBezTo>
                <a:lnTo>
                  <a:pt x="381412" y="122055"/>
                </a:lnTo>
                <a:cubicBezTo>
                  <a:pt x="379138" y="125598"/>
                  <a:pt x="375979" y="129493"/>
                  <a:pt x="371934" y="133739"/>
                </a:cubicBezTo>
                <a:cubicBezTo>
                  <a:pt x="367889" y="137984"/>
                  <a:pt x="364412" y="140926"/>
                  <a:pt x="361504" y="142564"/>
                </a:cubicBezTo>
                <a:cubicBezTo>
                  <a:pt x="358595" y="144203"/>
                  <a:pt x="356004" y="145022"/>
                  <a:pt x="353731" y="145022"/>
                </a:cubicBezTo>
                <a:cubicBezTo>
                  <a:pt x="351257" y="145022"/>
                  <a:pt x="349235" y="144236"/>
                  <a:pt x="347664" y="142665"/>
                </a:cubicBezTo>
                <a:cubicBezTo>
                  <a:pt x="346092" y="141094"/>
                  <a:pt x="345307" y="139071"/>
                  <a:pt x="345307" y="136597"/>
                </a:cubicBezTo>
                <a:cubicBezTo>
                  <a:pt x="345307" y="133655"/>
                  <a:pt x="346477" y="128173"/>
                  <a:pt x="348817" y="120149"/>
                </a:cubicBezTo>
                <a:lnTo>
                  <a:pt x="360350" y="80033"/>
                </a:lnTo>
                <a:cubicBezTo>
                  <a:pt x="361821" y="75018"/>
                  <a:pt x="362557" y="71073"/>
                  <a:pt x="362557" y="68198"/>
                </a:cubicBezTo>
                <a:cubicBezTo>
                  <a:pt x="362557" y="66861"/>
                  <a:pt x="362139" y="65791"/>
                  <a:pt x="361303" y="64989"/>
                </a:cubicBezTo>
                <a:cubicBezTo>
                  <a:pt x="360467" y="64187"/>
                  <a:pt x="359381" y="63785"/>
                  <a:pt x="358044" y="63785"/>
                </a:cubicBezTo>
                <a:cubicBezTo>
                  <a:pt x="356105" y="63785"/>
                  <a:pt x="353898" y="64521"/>
                  <a:pt x="351424" y="65992"/>
                </a:cubicBezTo>
                <a:cubicBezTo>
                  <a:pt x="346878" y="68800"/>
                  <a:pt x="341629" y="74016"/>
                  <a:pt x="335679" y="81640"/>
                </a:cubicBezTo>
                <a:cubicBezTo>
                  <a:pt x="334074" y="83713"/>
                  <a:pt x="328725" y="92073"/>
                  <a:pt x="319632" y="106720"/>
                </a:cubicBezTo>
                <a:cubicBezTo>
                  <a:pt x="316824" y="111400"/>
                  <a:pt x="314517" y="116505"/>
                  <a:pt x="312712" y="122036"/>
                </a:cubicBezTo>
                <a:lnTo>
                  <a:pt x="306293" y="142615"/>
                </a:lnTo>
                <a:lnTo>
                  <a:pt x="291250" y="142615"/>
                </a:lnTo>
                <a:lnTo>
                  <a:pt x="324245" y="27680"/>
                </a:lnTo>
                <a:lnTo>
                  <a:pt x="327756" y="15313"/>
                </a:lnTo>
                <a:cubicBezTo>
                  <a:pt x="327756" y="13585"/>
                  <a:pt x="327037" y="12056"/>
                  <a:pt x="325599" y="10725"/>
                </a:cubicBezTo>
                <a:cubicBezTo>
                  <a:pt x="324162" y="9392"/>
                  <a:pt x="322407" y="8725"/>
                  <a:pt x="320334" y="8725"/>
                </a:cubicBezTo>
                <a:cubicBezTo>
                  <a:pt x="319131" y="8725"/>
                  <a:pt x="317292" y="8926"/>
                  <a:pt x="314818" y="9327"/>
                </a:cubicBezTo>
                <a:lnTo>
                  <a:pt x="312712" y="9628"/>
                </a:lnTo>
                <a:lnTo>
                  <a:pt x="312712" y="5616"/>
                </a:lnTo>
                <a:lnTo>
                  <a:pt x="347413" y="0"/>
                </a:lnTo>
                <a:close/>
                <a:moveTo>
                  <a:pt x="486216" y="51750"/>
                </a:moveTo>
                <a:lnTo>
                  <a:pt x="466659" y="119852"/>
                </a:lnTo>
                <a:lnTo>
                  <a:pt x="464453" y="129003"/>
                </a:lnTo>
                <a:cubicBezTo>
                  <a:pt x="464252" y="129862"/>
                  <a:pt x="464152" y="130588"/>
                  <a:pt x="464152" y="131181"/>
                </a:cubicBezTo>
                <a:cubicBezTo>
                  <a:pt x="464152" y="132251"/>
                  <a:pt x="464486" y="133187"/>
                  <a:pt x="465155" y="133990"/>
                </a:cubicBezTo>
                <a:cubicBezTo>
                  <a:pt x="465690" y="134591"/>
                  <a:pt x="466359" y="134892"/>
                  <a:pt x="467161" y="134892"/>
                </a:cubicBezTo>
                <a:cubicBezTo>
                  <a:pt x="468030" y="134892"/>
                  <a:pt x="469167" y="134357"/>
                  <a:pt x="470571" y="133287"/>
                </a:cubicBezTo>
                <a:cubicBezTo>
                  <a:pt x="473178" y="131349"/>
                  <a:pt x="476655" y="127337"/>
                  <a:pt x="481001" y="121252"/>
                </a:cubicBezTo>
                <a:lnTo>
                  <a:pt x="484411" y="123659"/>
                </a:lnTo>
                <a:cubicBezTo>
                  <a:pt x="479798" y="130613"/>
                  <a:pt x="475051" y="135912"/>
                  <a:pt x="470170" y="139556"/>
                </a:cubicBezTo>
                <a:cubicBezTo>
                  <a:pt x="465289" y="143200"/>
                  <a:pt x="460776" y="145022"/>
                  <a:pt x="456630" y="145022"/>
                </a:cubicBezTo>
                <a:cubicBezTo>
                  <a:pt x="453755" y="145022"/>
                  <a:pt x="451599" y="144303"/>
                  <a:pt x="450161" y="142865"/>
                </a:cubicBezTo>
                <a:cubicBezTo>
                  <a:pt x="448724" y="141428"/>
                  <a:pt x="448005" y="139338"/>
                  <a:pt x="448005" y="136597"/>
                </a:cubicBezTo>
                <a:cubicBezTo>
                  <a:pt x="448005" y="133321"/>
                  <a:pt x="448741" y="129008"/>
                  <a:pt x="450212" y="123659"/>
                </a:cubicBezTo>
                <a:lnTo>
                  <a:pt x="452318" y="115890"/>
                </a:lnTo>
                <a:cubicBezTo>
                  <a:pt x="443559" y="127421"/>
                  <a:pt x="435502" y="135480"/>
                  <a:pt x="428148" y="140067"/>
                </a:cubicBezTo>
                <a:cubicBezTo>
                  <a:pt x="422865" y="143370"/>
                  <a:pt x="417684" y="145022"/>
                  <a:pt x="412602" y="145022"/>
                </a:cubicBezTo>
                <a:cubicBezTo>
                  <a:pt x="407721" y="145022"/>
                  <a:pt x="403509" y="142997"/>
                  <a:pt x="399966" y="138948"/>
                </a:cubicBezTo>
                <a:cubicBezTo>
                  <a:pt x="396422" y="134898"/>
                  <a:pt x="394650" y="129326"/>
                  <a:pt x="394650" y="122230"/>
                </a:cubicBezTo>
                <a:cubicBezTo>
                  <a:pt x="394650" y="111589"/>
                  <a:pt x="397843" y="100362"/>
                  <a:pt x="404228" y="88548"/>
                </a:cubicBezTo>
                <a:cubicBezTo>
                  <a:pt x="410613" y="76735"/>
                  <a:pt x="418720" y="67280"/>
                  <a:pt x="428549" y="60184"/>
                </a:cubicBezTo>
                <a:cubicBezTo>
                  <a:pt x="436238" y="54562"/>
                  <a:pt x="443492" y="51750"/>
                  <a:pt x="450312" y="51750"/>
                </a:cubicBezTo>
                <a:cubicBezTo>
                  <a:pt x="454390" y="51750"/>
                  <a:pt x="457784" y="52830"/>
                  <a:pt x="460492" y="54988"/>
                </a:cubicBezTo>
                <a:cubicBezTo>
                  <a:pt x="463199" y="57146"/>
                  <a:pt x="465255" y="60720"/>
                  <a:pt x="466659" y="65710"/>
                </a:cubicBezTo>
                <a:lnTo>
                  <a:pt x="470270" y="54157"/>
                </a:lnTo>
                <a:lnTo>
                  <a:pt x="486216" y="51750"/>
                </a:lnTo>
                <a:moveTo>
                  <a:pt x="450513" y="56765"/>
                </a:moveTo>
                <a:cubicBezTo>
                  <a:pt x="446233" y="56765"/>
                  <a:pt x="441687" y="58779"/>
                  <a:pt x="436873" y="62808"/>
                </a:cubicBezTo>
                <a:cubicBezTo>
                  <a:pt x="430053" y="68512"/>
                  <a:pt x="423985" y="76969"/>
                  <a:pt x="418670" y="88178"/>
                </a:cubicBezTo>
                <a:cubicBezTo>
                  <a:pt x="413354" y="99388"/>
                  <a:pt x="410697" y="109524"/>
                  <a:pt x="410697" y="118585"/>
                </a:cubicBezTo>
                <a:cubicBezTo>
                  <a:pt x="410697" y="123151"/>
                  <a:pt x="411833" y="126759"/>
                  <a:pt x="414107" y="129411"/>
                </a:cubicBezTo>
                <a:cubicBezTo>
                  <a:pt x="416380" y="132062"/>
                  <a:pt x="418988" y="133388"/>
                  <a:pt x="421929" y="133388"/>
                </a:cubicBezTo>
                <a:cubicBezTo>
                  <a:pt x="429217" y="133388"/>
                  <a:pt x="437140" y="127985"/>
                  <a:pt x="445699" y="117178"/>
                </a:cubicBezTo>
                <a:cubicBezTo>
                  <a:pt x="457132" y="102813"/>
                  <a:pt x="462848" y="88079"/>
                  <a:pt x="462848" y="72975"/>
                </a:cubicBezTo>
                <a:cubicBezTo>
                  <a:pt x="462848" y="67271"/>
                  <a:pt x="461745" y="63143"/>
                  <a:pt x="459539" y="60592"/>
                </a:cubicBezTo>
                <a:cubicBezTo>
                  <a:pt x="457332" y="58041"/>
                  <a:pt x="454324" y="56765"/>
                  <a:pt x="450513" y="56765"/>
                </a:cubicBezTo>
                <a:close/>
                <a:moveTo>
                  <a:pt x="537866" y="51750"/>
                </a:moveTo>
                <a:lnTo>
                  <a:pt x="524527" y="97521"/>
                </a:lnTo>
                <a:cubicBezTo>
                  <a:pt x="537030" y="78810"/>
                  <a:pt x="546608" y="66505"/>
                  <a:pt x="553261" y="60604"/>
                </a:cubicBezTo>
                <a:cubicBezTo>
                  <a:pt x="559914" y="54702"/>
                  <a:pt x="566316" y="51750"/>
                  <a:pt x="572467" y="51750"/>
                </a:cubicBezTo>
                <a:cubicBezTo>
                  <a:pt x="575810" y="51750"/>
                  <a:pt x="578568" y="52860"/>
                  <a:pt x="580741" y="55079"/>
                </a:cubicBezTo>
                <a:cubicBezTo>
                  <a:pt x="582914" y="57298"/>
                  <a:pt x="584000" y="60189"/>
                  <a:pt x="584000" y="63751"/>
                </a:cubicBezTo>
                <a:cubicBezTo>
                  <a:pt x="584000" y="67765"/>
                  <a:pt x="583031" y="73118"/>
                  <a:pt x="581092" y="79810"/>
                </a:cubicBezTo>
                <a:lnTo>
                  <a:pt x="568856" y="122064"/>
                </a:lnTo>
                <a:cubicBezTo>
                  <a:pt x="567452" y="126949"/>
                  <a:pt x="566750" y="129927"/>
                  <a:pt x="566750" y="130996"/>
                </a:cubicBezTo>
                <a:cubicBezTo>
                  <a:pt x="566750" y="131932"/>
                  <a:pt x="567018" y="132718"/>
                  <a:pt x="567552" y="133353"/>
                </a:cubicBezTo>
                <a:cubicBezTo>
                  <a:pt x="568087" y="133986"/>
                  <a:pt x="568656" y="134303"/>
                  <a:pt x="569257" y="134303"/>
                </a:cubicBezTo>
                <a:cubicBezTo>
                  <a:pt x="570060" y="134303"/>
                  <a:pt x="571029" y="133868"/>
                  <a:pt x="572166" y="132999"/>
                </a:cubicBezTo>
                <a:cubicBezTo>
                  <a:pt x="575710" y="130193"/>
                  <a:pt x="579587" y="125915"/>
                  <a:pt x="583800" y="120165"/>
                </a:cubicBezTo>
                <a:lnTo>
                  <a:pt x="586909" y="122070"/>
                </a:lnTo>
                <a:cubicBezTo>
                  <a:pt x="580691" y="130959"/>
                  <a:pt x="574807" y="137306"/>
                  <a:pt x="569257" y="141113"/>
                </a:cubicBezTo>
                <a:cubicBezTo>
                  <a:pt x="565379" y="143719"/>
                  <a:pt x="561903" y="145022"/>
                  <a:pt x="558827" y="145022"/>
                </a:cubicBezTo>
                <a:cubicBezTo>
                  <a:pt x="556353" y="145022"/>
                  <a:pt x="554381" y="144269"/>
                  <a:pt x="552910" y="142765"/>
                </a:cubicBezTo>
                <a:cubicBezTo>
                  <a:pt x="551439" y="141261"/>
                  <a:pt x="550703" y="139238"/>
                  <a:pt x="550703" y="136697"/>
                </a:cubicBezTo>
                <a:cubicBezTo>
                  <a:pt x="550703" y="133496"/>
                  <a:pt x="551840" y="127995"/>
                  <a:pt x="554113" y="120193"/>
                </a:cubicBezTo>
                <a:lnTo>
                  <a:pt x="565747" y="79989"/>
                </a:lnTo>
                <a:cubicBezTo>
                  <a:pt x="567218" y="74987"/>
                  <a:pt x="567954" y="71086"/>
                  <a:pt x="567954" y="68286"/>
                </a:cubicBezTo>
                <a:cubicBezTo>
                  <a:pt x="567954" y="66953"/>
                  <a:pt x="567519" y="65870"/>
                  <a:pt x="566650" y="65036"/>
                </a:cubicBezTo>
                <a:cubicBezTo>
                  <a:pt x="565781" y="64202"/>
                  <a:pt x="564711" y="63785"/>
                  <a:pt x="563441" y="63785"/>
                </a:cubicBezTo>
                <a:cubicBezTo>
                  <a:pt x="561568" y="63785"/>
                  <a:pt x="559329" y="64586"/>
                  <a:pt x="556721" y="66186"/>
                </a:cubicBezTo>
                <a:cubicBezTo>
                  <a:pt x="551773" y="69184"/>
                  <a:pt x="546625" y="74133"/>
                  <a:pt x="541276" y="81032"/>
                </a:cubicBezTo>
                <a:cubicBezTo>
                  <a:pt x="535927" y="87930"/>
                  <a:pt x="530277" y="96743"/>
                  <a:pt x="524327" y="107472"/>
                </a:cubicBezTo>
                <a:cubicBezTo>
                  <a:pt x="521184" y="113136"/>
                  <a:pt x="518577" y="119334"/>
                  <a:pt x="516504" y="126066"/>
                </a:cubicBezTo>
                <a:lnTo>
                  <a:pt x="511489" y="142615"/>
                </a:lnTo>
                <a:lnTo>
                  <a:pt x="496446" y="142615"/>
                </a:lnTo>
                <a:lnTo>
                  <a:pt x="514699" y="79631"/>
                </a:lnTo>
                <a:cubicBezTo>
                  <a:pt x="516838" y="72118"/>
                  <a:pt x="517908" y="67597"/>
                  <a:pt x="517908" y="66067"/>
                </a:cubicBezTo>
                <a:cubicBezTo>
                  <a:pt x="517908" y="64604"/>
                  <a:pt x="517323" y="63324"/>
                  <a:pt x="516153" y="62225"/>
                </a:cubicBezTo>
                <a:cubicBezTo>
                  <a:pt x="514983" y="61126"/>
                  <a:pt x="513529" y="60576"/>
                  <a:pt x="511790" y="60576"/>
                </a:cubicBezTo>
                <a:cubicBezTo>
                  <a:pt x="510988" y="60576"/>
                  <a:pt x="509584" y="60710"/>
                  <a:pt x="507578" y="60977"/>
                </a:cubicBezTo>
                <a:lnTo>
                  <a:pt x="503767" y="61579"/>
                </a:lnTo>
                <a:lnTo>
                  <a:pt x="503165" y="57969"/>
                </a:lnTo>
                <a:lnTo>
                  <a:pt x="537866" y="51750"/>
                </a:lnTo>
                <a:close/>
                <a:moveTo>
                  <a:pt x="640565" y="51750"/>
                </a:moveTo>
                <a:lnTo>
                  <a:pt x="627227" y="97521"/>
                </a:lnTo>
                <a:cubicBezTo>
                  <a:pt x="639730" y="78810"/>
                  <a:pt x="649307" y="66505"/>
                  <a:pt x="655960" y="60604"/>
                </a:cubicBezTo>
                <a:cubicBezTo>
                  <a:pt x="662613" y="54702"/>
                  <a:pt x="669015" y="51750"/>
                  <a:pt x="675166" y="51750"/>
                </a:cubicBezTo>
                <a:cubicBezTo>
                  <a:pt x="678509" y="51750"/>
                  <a:pt x="681267" y="52860"/>
                  <a:pt x="683440" y="55079"/>
                </a:cubicBezTo>
                <a:cubicBezTo>
                  <a:pt x="685613" y="57298"/>
                  <a:pt x="686699" y="60189"/>
                  <a:pt x="686699" y="63751"/>
                </a:cubicBezTo>
                <a:cubicBezTo>
                  <a:pt x="686699" y="67765"/>
                  <a:pt x="685730" y="73118"/>
                  <a:pt x="683791" y="79810"/>
                </a:cubicBezTo>
                <a:lnTo>
                  <a:pt x="671555" y="122064"/>
                </a:lnTo>
                <a:cubicBezTo>
                  <a:pt x="670151" y="126949"/>
                  <a:pt x="669449" y="129927"/>
                  <a:pt x="669449" y="130996"/>
                </a:cubicBezTo>
                <a:cubicBezTo>
                  <a:pt x="669449" y="131932"/>
                  <a:pt x="669717" y="132718"/>
                  <a:pt x="670252" y="133353"/>
                </a:cubicBezTo>
                <a:cubicBezTo>
                  <a:pt x="670786" y="133986"/>
                  <a:pt x="671355" y="134303"/>
                  <a:pt x="671957" y="134303"/>
                </a:cubicBezTo>
                <a:cubicBezTo>
                  <a:pt x="672759" y="134303"/>
                  <a:pt x="673728" y="133868"/>
                  <a:pt x="674865" y="132999"/>
                </a:cubicBezTo>
                <a:cubicBezTo>
                  <a:pt x="678409" y="130193"/>
                  <a:pt x="682287" y="125915"/>
                  <a:pt x="686499" y="120165"/>
                </a:cubicBezTo>
                <a:lnTo>
                  <a:pt x="689608" y="122070"/>
                </a:lnTo>
                <a:cubicBezTo>
                  <a:pt x="683390" y="130959"/>
                  <a:pt x="677506" y="137306"/>
                  <a:pt x="671957" y="141113"/>
                </a:cubicBezTo>
                <a:cubicBezTo>
                  <a:pt x="668079" y="143719"/>
                  <a:pt x="664602" y="145022"/>
                  <a:pt x="661526" y="145022"/>
                </a:cubicBezTo>
                <a:cubicBezTo>
                  <a:pt x="659052" y="145022"/>
                  <a:pt x="657080" y="144269"/>
                  <a:pt x="655609" y="142765"/>
                </a:cubicBezTo>
                <a:cubicBezTo>
                  <a:pt x="654138" y="141261"/>
                  <a:pt x="653403" y="139238"/>
                  <a:pt x="653403" y="136697"/>
                </a:cubicBezTo>
                <a:cubicBezTo>
                  <a:pt x="653403" y="133496"/>
                  <a:pt x="654539" y="127995"/>
                  <a:pt x="656813" y="120193"/>
                </a:cubicBezTo>
                <a:lnTo>
                  <a:pt x="668446" y="79989"/>
                </a:lnTo>
                <a:cubicBezTo>
                  <a:pt x="669917" y="74987"/>
                  <a:pt x="670653" y="71086"/>
                  <a:pt x="670653" y="68286"/>
                </a:cubicBezTo>
                <a:cubicBezTo>
                  <a:pt x="670653" y="66953"/>
                  <a:pt x="670218" y="65870"/>
                  <a:pt x="669349" y="65036"/>
                </a:cubicBezTo>
                <a:cubicBezTo>
                  <a:pt x="668480" y="64202"/>
                  <a:pt x="667410" y="63785"/>
                  <a:pt x="666140" y="63785"/>
                </a:cubicBezTo>
                <a:cubicBezTo>
                  <a:pt x="664268" y="63785"/>
                  <a:pt x="662028" y="64586"/>
                  <a:pt x="659420" y="66186"/>
                </a:cubicBezTo>
                <a:cubicBezTo>
                  <a:pt x="654472" y="69184"/>
                  <a:pt x="649324" y="74133"/>
                  <a:pt x="643975" y="81032"/>
                </a:cubicBezTo>
                <a:cubicBezTo>
                  <a:pt x="638626" y="87930"/>
                  <a:pt x="632977" y="96743"/>
                  <a:pt x="627026" y="107472"/>
                </a:cubicBezTo>
                <a:cubicBezTo>
                  <a:pt x="623883" y="113136"/>
                  <a:pt x="621276" y="119334"/>
                  <a:pt x="619203" y="126066"/>
                </a:cubicBezTo>
                <a:lnTo>
                  <a:pt x="614189" y="142615"/>
                </a:lnTo>
                <a:lnTo>
                  <a:pt x="599145" y="142615"/>
                </a:lnTo>
                <a:lnTo>
                  <a:pt x="617398" y="79631"/>
                </a:lnTo>
                <a:cubicBezTo>
                  <a:pt x="619537" y="72118"/>
                  <a:pt x="620607" y="67597"/>
                  <a:pt x="620607" y="66067"/>
                </a:cubicBezTo>
                <a:cubicBezTo>
                  <a:pt x="620607" y="64604"/>
                  <a:pt x="620022" y="63324"/>
                  <a:pt x="618852" y="62225"/>
                </a:cubicBezTo>
                <a:cubicBezTo>
                  <a:pt x="617682" y="61126"/>
                  <a:pt x="616228" y="60576"/>
                  <a:pt x="614489" y="60576"/>
                </a:cubicBezTo>
                <a:cubicBezTo>
                  <a:pt x="613687" y="60576"/>
                  <a:pt x="612283" y="60710"/>
                  <a:pt x="610277" y="60977"/>
                </a:cubicBezTo>
                <a:lnTo>
                  <a:pt x="606466" y="61579"/>
                </a:lnTo>
                <a:lnTo>
                  <a:pt x="605864" y="57969"/>
                </a:lnTo>
                <a:lnTo>
                  <a:pt x="640565" y="51750"/>
                </a:lnTo>
                <a:close/>
                <a:moveTo>
                  <a:pt x="722403" y="104905"/>
                </a:moveTo>
                <a:cubicBezTo>
                  <a:pt x="721935" y="108238"/>
                  <a:pt x="721701" y="111003"/>
                  <a:pt x="721701" y="113201"/>
                </a:cubicBezTo>
                <a:cubicBezTo>
                  <a:pt x="721701" y="119131"/>
                  <a:pt x="723807" y="124179"/>
                  <a:pt x="728020" y="128345"/>
                </a:cubicBezTo>
                <a:cubicBezTo>
                  <a:pt x="732232" y="132509"/>
                  <a:pt x="737347" y="134591"/>
                  <a:pt x="743364" y="134591"/>
                </a:cubicBezTo>
                <a:cubicBezTo>
                  <a:pt x="748178" y="134591"/>
                  <a:pt x="752808" y="133608"/>
                  <a:pt x="757255" y="131642"/>
                </a:cubicBezTo>
                <a:cubicBezTo>
                  <a:pt x="761701" y="129674"/>
                  <a:pt x="768303" y="125323"/>
                  <a:pt x="777062" y="118588"/>
                </a:cubicBezTo>
                <a:lnTo>
                  <a:pt x="779168" y="121497"/>
                </a:lnTo>
                <a:cubicBezTo>
                  <a:pt x="763322" y="137180"/>
                  <a:pt x="748212" y="145022"/>
                  <a:pt x="733836" y="145022"/>
                </a:cubicBezTo>
                <a:cubicBezTo>
                  <a:pt x="724075" y="145022"/>
                  <a:pt x="716720" y="141943"/>
                  <a:pt x="711772" y="135785"/>
                </a:cubicBezTo>
                <a:cubicBezTo>
                  <a:pt x="706825" y="129628"/>
                  <a:pt x="704351" y="122834"/>
                  <a:pt x="704351" y="115404"/>
                </a:cubicBezTo>
                <a:cubicBezTo>
                  <a:pt x="704351" y="105431"/>
                  <a:pt x="707426" y="95225"/>
                  <a:pt x="713578" y="84784"/>
                </a:cubicBezTo>
                <a:cubicBezTo>
                  <a:pt x="719729" y="74341"/>
                  <a:pt x="727451" y="66225"/>
                  <a:pt x="736745" y="60435"/>
                </a:cubicBezTo>
                <a:cubicBezTo>
                  <a:pt x="746039" y="54645"/>
                  <a:pt x="755600" y="51750"/>
                  <a:pt x="765428" y="51750"/>
                </a:cubicBezTo>
                <a:cubicBezTo>
                  <a:pt x="772516" y="51750"/>
                  <a:pt x="777764" y="53193"/>
                  <a:pt x="781174" y="56079"/>
                </a:cubicBezTo>
                <a:cubicBezTo>
                  <a:pt x="784584" y="58964"/>
                  <a:pt x="786289" y="62388"/>
                  <a:pt x="786289" y="66349"/>
                </a:cubicBezTo>
                <a:cubicBezTo>
                  <a:pt x="786289" y="71919"/>
                  <a:pt x="784083" y="77255"/>
                  <a:pt x="779670" y="82355"/>
                </a:cubicBezTo>
                <a:cubicBezTo>
                  <a:pt x="773853" y="88999"/>
                  <a:pt x="765295" y="94368"/>
                  <a:pt x="753995" y="98461"/>
                </a:cubicBezTo>
                <a:cubicBezTo>
                  <a:pt x="746507" y="101213"/>
                  <a:pt x="735976" y="103361"/>
                  <a:pt x="722403" y="104905"/>
                </a:cubicBezTo>
                <a:moveTo>
                  <a:pt x="723105" y="99890"/>
                </a:moveTo>
                <a:cubicBezTo>
                  <a:pt x="733001" y="98752"/>
                  <a:pt x="741057" y="96809"/>
                  <a:pt x="747276" y="94061"/>
                </a:cubicBezTo>
                <a:cubicBezTo>
                  <a:pt x="755499" y="90375"/>
                  <a:pt x="761667" y="85969"/>
                  <a:pt x="765779" y="80841"/>
                </a:cubicBezTo>
                <a:cubicBezTo>
                  <a:pt x="769891" y="75714"/>
                  <a:pt x="771947" y="70838"/>
                  <a:pt x="771947" y="66214"/>
                </a:cubicBezTo>
                <a:cubicBezTo>
                  <a:pt x="771947" y="63400"/>
                  <a:pt x="771061" y="61121"/>
                  <a:pt x="769290" y="59379"/>
                </a:cubicBezTo>
                <a:cubicBezTo>
                  <a:pt x="767518" y="57636"/>
                  <a:pt x="764994" y="56765"/>
                  <a:pt x="761717" y="56765"/>
                </a:cubicBezTo>
                <a:cubicBezTo>
                  <a:pt x="754898" y="56765"/>
                  <a:pt x="747660" y="60401"/>
                  <a:pt x="740004" y="67672"/>
                </a:cubicBezTo>
                <a:cubicBezTo>
                  <a:pt x="732349" y="74943"/>
                  <a:pt x="726716" y="85682"/>
                  <a:pt x="723105" y="99890"/>
                </a:cubicBezTo>
                <a:close/>
                <a:moveTo>
                  <a:pt x="850205" y="0"/>
                </a:moveTo>
                <a:lnTo>
                  <a:pt x="815906" y="119378"/>
                </a:lnTo>
                <a:cubicBezTo>
                  <a:pt x="814234" y="125331"/>
                  <a:pt x="813398" y="128976"/>
                  <a:pt x="813398" y="130313"/>
                </a:cubicBezTo>
                <a:cubicBezTo>
                  <a:pt x="813398" y="131316"/>
                  <a:pt x="813716" y="132152"/>
                  <a:pt x="814351" y="132820"/>
                </a:cubicBezTo>
                <a:cubicBezTo>
                  <a:pt x="814986" y="133489"/>
                  <a:pt x="815772" y="133823"/>
                  <a:pt x="816708" y="133823"/>
                </a:cubicBezTo>
                <a:cubicBezTo>
                  <a:pt x="817978" y="133823"/>
                  <a:pt x="819349" y="133255"/>
                  <a:pt x="820820" y="132118"/>
                </a:cubicBezTo>
                <a:cubicBezTo>
                  <a:pt x="824297" y="129373"/>
                  <a:pt x="827941" y="125116"/>
                  <a:pt x="831752" y="119347"/>
                </a:cubicBezTo>
                <a:lnTo>
                  <a:pt x="834760" y="122456"/>
                </a:lnTo>
                <a:cubicBezTo>
                  <a:pt x="828409" y="131415"/>
                  <a:pt x="822558" y="137667"/>
                  <a:pt x="817209" y="141211"/>
                </a:cubicBezTo>
                <a:cubicBezTo>
                  <a:pt x="813265" y="143751"/>
                  <a:pt x="809520" y="145022"/>
                  <a:pt x="805977" y="145022"/>
                </a:cubicBezTo>
                <a:cubicBezTo>
                  <a:pt x="803436" y="145022"/>
                  <a:pt x="801313" y="144152"/>
                  <a:pt x="799608" y="142414"/>
                </a:cubicBezTo>
                <a:cubicBezTo>
                  <a:pt x="797903" y="140676"/>
                  <a:pt x="797051" y="138670"/>
                  <a:pt x="797051" y="136397"/>
                </a:cubicBezTo>
                <a:cubicBezTo>
                  <a:pt x="797051" y="133985"/>
                  <a:pt x="798121" y="129028"/>
                  <a:pt x="800260" y="121525"/>
                </a:cubicBezTo>
                <a:lnTo>
                  <a:pt x="827439" y="27279"/>
                </a:lnTo>
                <a:cubicBezTo>
                  <a:pt x="829646" y="19590"/>
                  <a:pt x="830749" y="15177"/>
                  <a:pt x="830749" y="14041"/>
                </a:cubicBezTo>
                <a:cubicBezTo>
                  <a:pt x="830749" y="12436"/>
                  <a:pt x="830114" y="11116"/>
                  <a:pt x="828843" y="10079"/>
                </a:cubicBezTo>
                <a:cubicBezTo>
                  <a:pt x="827573" y="9043"/>
                  <a:pt x="825600" y="8525"/>
                  <a:pt x="822926" y="8525"/>
                </a:cubicBezTo>
                <a:cubicBezTo>
                  <a:pt x="821388" y="8525"/>
                  <a:pt x="819048" y="8759"/>
                  <a:pt x="815906" y="9227"/>
                </a:cubicBezTo>
                <a:lnTo>
                  <a:pt x="815906" y="5616"/>
                </a:lnTo>
                <a:lnTo>
                  <a:pt x="850205" y="0"/>
                </a:lnTo>
                <a:close/>
                <a:moveTo>
                  <a:pt x="962667" y="6619"/>
                </a:moveTo>
                <a:lnTo>
                  <a:pt x="975203" y="116733"/>
                </a:lnTo>
                <a:lnTo>
                  <a:pt x="1054133" y="6619"/>
                </a:lnTo>
                <a:lnTo>
                  <a:pt x="1087329" y="6619"/>
                </a:lnTo>
                <a:lnTo>
                  <a:pt x="1087329" y="10230"/>
                </a:lnTo>
                <a:cubicBezTo>
                  <a:pt x="1080108" y="10700"/>
                  <a:pt x="1075863" y="11170"/>
                  <a:pt x="1074592" y="11640"/>
                </a:cubicBezTo>
                <a:cubicBezTo>
                  <a:pt x="1072386" y="12513"/>
                  <a:pt x="1070363" y="14261"/>
                  <a:pt x="1068525" y="16883"/>
                </a:cubicBezTo>
                <a:cubicBezTo>
                  <a:pt x="1066686" y="19504"/>
                  <a:pt x="1064697" y="24542"/>
                  <a:pt x="1062557" y="31999"/>
                </a:cubicBezTo>
                <a:lnTo>
                  <a:pt x="1037384" y="118231"/>
                </a:lnTo>
                <a:cubicBezTo>
                  <a:pt x="1035913" y="123273"/>
                  <a:pt x="1035178" y="127240"/>
                  <a:pt x="1035178" y="130131"/>
                </a:cubicBezTo>
                <a:cubicBezTo>
                  <a:pt x="1035178" y="132752"/>
                  <a:pt x="1036080" y="134734"/>
                  <a:pt x="1037885" y="136080"/>
                </a:cubicBezTo>
                <a:cubicBezTo>
                  <a:pt x="1040426" y="138029"/>
                  <a:pt x="1044438" y="139004"/>
                  <a:pt x="1049920" y="139004"/>
                </a:cubicBezTo>
                <a:lnTo>
                  <a:pt x="1052327" y="139004"/>
                </a:lnTo>
                <a:lnTo>
                  <a:pt x="1051425" y="142615"/>
                </a:lnTo>
                <a:lnTo>
                  <a:pt x="994158" y="142615"/>
                </a:lnTo>
                <a:lnTo>
                  <a:pt x="995161" y="139004"/>
                </a:lnTo>
                <a:lnTo>
                  <a:pt x="997869" y="139004"/>
                </a:lnTo>
                <a:cubicBezTo>
                  <a:pt x="1002951" y="139004"/>
                  <a:pt x="1006829" y="138265"/>
                  <a:pt x="1009503" y="136788"/>
                </a:cubicBezTo>
                <a:cubicBezTo>
                  <a:pt x="1011576" y="135716"/>
                  <a:pt x="1013431" y="133688"/>
                  <a:pt x="1015069" y="130702"/>
                </a:cubicBezTo>
                <a:cubicBezTo>
                  <a:pt x="1016707" y="127714"/>
                  <a:pt x="1018997" y="121087"/>
                  <a:pt x="1021939" y="110822"/>
                </a:cubicBezTo>
                <a:lnTo>
                  <a:pt x="1044404" y="31993"/>
                </a:lnTo>
                <a:lnTo>
                  <a:pt x="965074" y="142615"/>
                </a:lnTo>
                <a:lnTo>
                  <a:pt x="961062" y="142615"/>
                </a:lnTo>
                <a:lnTo>
                  <a:pt x="948325" y="31993"/>
                </a:lnTo>
                <a:lnTo>
                  <a:pt x="924055" y="116138"/>
                </a:lnTo>
                <a:cubicBezTo>
                  <a:pt x="921982" y="123323"/>
                  <a:pt x="920946" y="128158"/>
                  <a:pt x="920946" y="130642"/>
                </a:cubicBezTo>
                <a:cubicBezTo>
                  <a:pt x="920946" y="133129"/>
                  <a:pt x="921848" y="135027"/>
                  <a:pt x="923653" y="136337"/>
                </a:cubicBezTo>
                <a:cubicBezTo>
                  <a:pt x="925459" y="137645"/>
                  <a:pt x="929838" y="138534"/>
                  <a:pt x="936792" y="139004"/>
                </a:cubicBezTo>
                <a:lnTo>
                  <a:pt x="935688" y="142615"/>
                </a:lnTo>
                <a:lnTo>
                  <a:pt x="890858" y="142615"/>
                </a:lnTo>
                <a:lnTo>
                  <a:pt x="891961" y="139004"/>
                </a:lnTo>
                <a:lnTo>
                  <a:pt x="894669" y="139004"/>
                </a:lnTo>
                <a:cubicBezTo>
                  <a:pt x="901288" y="139004"/>
                  <a:pt x="906069" y="137324"/>
                  <a:pt x="909011" y="133964"/>
                </a:cubicBezTo>
                <a:cubicBezTo>
                  <a:pt x="911150" y="131547"/>
                  <a:pt x="913390" y="126307"/>
                  <a:pt x="915730" y="118244"/>
                </a:cubicBezTo>
                <a:lnTo>
                  <a:pt x="945316" y="16815"/>
                </a:lnTo>
                <a:cubicBezTo>
                  <a:pt x="943110" y="14518"/>
                  <a:pt x="941004" y="12965"/>
                  <a:pt x="938998" y="12154"/>
                </a:cubicBezTo>
                <a:cubicBezTo>
                  <a:pt x="936992" y="11343"/>
                  <a:pt x="933281" y="10702"/>
                  <a:pt x="927866" y="10230"/>
                </a:cubicBezTo>
                <a:lnTo>
                  <a:pt x="928869" y="6619"/>
                </a:lnTo>
                <a:lnTo>
                  <a:pt x="962667" y="661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essages">
            <a:extLst xmlns:a="http://schemas.openxmlformats.org/drawingml/2006/main">
              <a:ext uri="{FF2B5EF4-FFF2-40B4-BE49-F238E27FC236}">
                <a16:creationId xmlns:a16="http://schemas.microsoft.com/office/drawing/2014/main" id="{9998843B-0E27-4AC6-97D5-7EB84CE1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4557" y="1615502"/>
            <a:ext cx="615688" cy="135193"/>
          </a:xfrm>
          <a:custGeom xmlns:a="http://schemas.openxmlformats.org/drawingml/2006/main">
            <a:pathLst>
              <a:path w="615688" h="135193">
                <a:moveTo>
                  <a:pt x="18052" y="53155"/>
                </a:moveTo>
                <a:cubicBezTo>
                  <a:pt x="17584" y="56487"/>
                  <a:pt x="17350" y="59252"/>
                  <a:pt x="17350" y="61451"/>
                </a:cubicBezTo>
                <a:cubicBezTo>
                  <a:pt x="17350" y="67380"/>
                  <a:pt x="19457" y="72428"/>
                  <a:pt x="23669" y="76595"/>
                </a:cubicBezTo>
                <a:cubicBezTo>
                  <a:pt x="27881" y="80759"/>
                  <a:pt x="32996" y="82841"/>
                  <a:pt x="39013" y="82841"/>
                </a:cubicBezTo>
                <a:cubicBezTo>
                  <a:pt x="43827" y="82841"/>
                  <a:pt x="48458" y="81858"/>
                  <a:pt x="52904" y="79892"/>
                </a:cubicBezTo>
                <a:cubicBezTo>
                  <a:pt x="57350" y="77923"/>
                  <a:pt x="63953" y="73572"/>
                  <a:pt x="72711" y="66838"/>
                </a:cubicBezTo>
                <a:lnTo>
                  <a:pt x="74817" y="69747"/>
                </a:lnTo>
                <a:cubicBezTo>
                  <a:pt x="58971" y="85430"/>
                  <a:pt x="43861" y="93271"/>
                  <a:pt x="29486" y="93271"/>
                </a:cubicBezTo>
                <a:cubicBezTo>
                  <a:pt x="19724" y="93271"/>
                  <a:pt x="12369" y="90192"/>
                  <a:pt x="7422" y="84035"/>
                </a:cubicBezTo>
                <a:cubicBezTo>
                  <a:pt x="2474" y="77877"/>
                  <a:pt x="0" y="71084"/>
                  <a:pt x="0" y="63654"/>
                </a:cubicBezTo>
                <a:cubicBezTo>
                  <a:pt x="0" y="53681"/>
                  <a:pt x="3076" y="43474"/>
                  <a:pt x="9227" y="33034"/>
                </a:cubicBezTo>
                <a:cubicBezTo>
                  <a:pt x="15378" y="22591"/>
                  <a:pt x="23100" y="14474"/>
                  <a:pt x="32394" y="8685"/>
                </a:cubicBezTo>
                <a:cubicBezTo>
                  <a:pt x="41688" y="2895"/>
                  <a:pt x="51249" y="0"/>
                  <a:pt x="61078" y="0"/>
                </a:cubicBezTo>
                <a:cubicBezTo>
                  <a:pt x="68165" y="0"/>
                  <a:pt x="73413" y="1443"/>
                  <a:pt x="76823" y="4328"/>
                </a:cubicBezTo>
                <a:cubicBezTo>
                  <a:pt x="80233" y="7214"/>
                  <a:pt x="81938" y="10637"/>
                  <a:pt x="81938" y="14599"/>
                </a:cubicBezTo>
                <a:cubicBezTo>
                  <a:pt x="81938" y="20169"/>
                  <a:pt x="79732" y="25504"/>
                  <a:pt x="75319" y="30605"/>
                </a:cubicBezTo>
                <a:cubicBezTo>
                  <a:pt x="69502" y="37249"/>
                  <a:pt x="60944" y="42618"/>
                  <a:pt x="49644" y="46711"/>
                </a:cubicBezTo>
                <a:cubicBezTo>
                  <a:pt x="42156" y="49463"/>
                  <a:pt x="31625" y="51610"/>
                  <a:pt x="18052" y="53155"/>
                </a:cubicBezTo>
                <a:moveTo>
                  <a:pt x="18755" y="48140"/>
                </a:moveTo>
                <a:cubicBezTo>
                  <a:pt x="28650" y="47001"/>
                  <a:pt x="36707" y="45058"/>
                  <a:pt x="42925" y="42310"/>
                </a:cubicBezTo>
                <a:cubicBezTo>
                  <a:pt x="51149" y="38625"/>
                  <a:pt x="57317" y="34218"/>
                  <a:pt x="61429" y="29091"/>
                </a:cubicBezTo>
                <a:cubicBezTo>
                  <a:pt x="65541" y="23963"/>
                  <a:pt x="67597" y="19088"/>
                  <a:pt x="67597" y="14464"/>
                </a:cubicBezTo>
                <a:cubicBezTo>
                  <a:pt x="67597" y="11649"/>
                  <a:pt x="66711" y="9371"/>
                  <a:pt x="64939" y="7628"/>
                </a:cubicBezTo>
                <a:cubicBezTo>
                  <a:pt x="63167" y="5886"/>
                  <a:pt x="60643" y="5015"/>
                  <a:pt x="57367" y="5015"/>
                </a:cubicBezTo>
                <a:cubicBezTo>
                  <a:pt x="50547" y="5015"/>
                  <a:pt x="43309" y="8650"/>
                  <a:pt x="35654" y="15921"/>
                </a:cubicBezTo>
                <a:cubicBezTo>
                  <a:pt x="27998" y="23192"/>
                  <a:pt x="22365" y="33932"/>
                  <a:pt x="18755" y="48140"/>
                </a:cubicBezTo>
                <a:close/>
                <a:moveTo>
                  <a:pt x="159295" y="0"/>
                </a:moveTo>
                <a:lnTo>
                  <a:pt x="153177" y="30890"/>
                </a:lnTo>
                <a:lnTo>
                  <a:pt x="149467" y="30890"/>
                </a:lnTo>
                <a:cubicBezTo>
                  <a:pt x="149132" y="21859"/>
                  <a:pt x="147227" y="15289"/>
                  <a:pt x="143750" y="11179"/>
                </a:cubicBezTo>
                <a:cubicBezTo>
                  <a:pt x="140273" y="7070"/>
                  <a:pt x="135961" y="5015"/>
                  <a:pt x="130812" y="5015"/>
                </a:cubicBezTo>
                <a:cubicBezTo>
                  <a:pt x="126667" y="5015"/>
                  <a:pt x="123374" y="6154"/>
                  <a:pt x="120934" y="8434"/>
                </a:cubicBezTo>
                <a:cubicBezTo>
                  <a:pt x="118493" y="10711"/>
                  <a:pt x="117273" y="13458"/>
                  <a:pt x="117273" y="16673"/>
                </a:cubicBezTo>
                <a:cubicBezTo>
                  <a:pt x="117273" y="18886"/>
                  <a:pt x="117758" y="20997"/>
                  <a:pt x="118727" y="23008"/>
                </a:cubicBezTo>
                <a:cubicBezTo>
                  <a:pt x="119697" y="25018"/>
                  <a:pt x="121819" y="27832"/>
                  <a:pt x="125096" y="31451"/>
                </a:cubicBezTo>
                <a:cubicBezTo>
                  <a:pt x="133788" y="40968"/>
                  <a:pt x="139404" y="48139"/>
                  <a:pt x="141945" y="52963"/>
                </a:cubicBezTo>
                <a:cubicBezTo>
                  <a:pt x="144485" y="57788"/>
                  <a:pt x="145756" y="62345"/>
                  <a:pt x="145756" y="66634"/>
                </a:cubicBezTo>
                <a:cubicBezTo>
                  <a:pt x="145756" y="73603"/>
                  <a:pt x="142864" y="79784"/>
                  <a:pt x="137080" y="85179"/>
                </a:cubicBezTo>
                <a:cubicBezTo>
                  <a:pt x="131297" y="90574"/>
                  <a:pt x="123992" y="93271"/>
                  <a:pt x="115167" y="93271"/>
                </a:cubicBezTo>
                <a:cubicBezTo>
                  <a:pt x="110353" y="93271"/>
                  <a:pt x="104803" y="92135"/>
                  <a:pt x="98518" y="89861"/>
                </a:cubicBezTo>
                <a:cubicBezTo>
                  <a:pt x="96312" y="89059"/>
                  <a:pt x="94607" y="88658"/>
                  <a:pt x="93404" y="88658"/>
                </a:cubicBezTo>
                <a:cubicBezTo>
                  <a:pt x="90395" y="88658"/>
                  <a:pt x="88122" y="90196"/>
                  <a:pt x="86584" y="93271"/>
                </a:cubicBezTo>
                <a:lnTo>
                  <a:pt x="82873" y="93271"/>
                </a:lnTo>
                <a:lnTo>
                  <a:pt x="88991" y="60576"/>
                </a:lnTo>
                <a:lnTo>
                  <a:pt x="92701" y="60576"/>
                </a:lnTo>
                <a:cubicBezTo>
                  <a:pt x="93103" y="70812"/>
                  <a:pt x="95209" y="78052"/>
                  <a:pt x="99020" y="82295"/>
                </a:cubicBezTo>
                <a:cubicBezTo>
                  <a:pt x="102831" y="86537"/>
                  <a:pt x="108046" y="88658"/>
                  <a:pt x="114665" y="88658"/>
                </a:cubicBezTo>
                <a:cubicBezTo>
                  <a:pt x="119747" y="88658"/>
                  <a:pt x="123775" y="87236"/>
                  <a:pt x="126750" y="84392"/>
                </a:cubicBezTo>
                <a:cubicBezTo>
                  <a:pt x="129726" y="81546"/>
                  <a:pt x="131213" y="78049"/>
                  <a:pt x="131213" y="73899"/>
                </a:cubicBezTo>
                <a:cubicBezTo>
                  <a:pt x="131213" y="71221"/>
                  <a:pt x="130679" y="68744"/>
                  <a:pt x="129609" y="66468"/>
                </a:cubicBezTo>
                <a:cubicBezTo>
                  <a:pt x="127737" y="62452"/>
                  <a:pt x="123809" y="56897"/>
                  <a:pt x="117825" y="49801"/>
                </a:cubicBezTo>
                <a:cubicBezTo>
                  <a:pt x="111840" y="42705"/>
                  <a:pt x="107996" y="37384"/>
                  <a:pt x="106291" y="33836"/>
                </a:cubicBezTo>
                <a:cubicBezTo>
                  <a:pt x="104586" y="30288"/>
                  <a:pt x="103734" y="26740"/>
                  <a:pt x="103734" y="23192"/>
                </a:cubicBezTo>
                <a:cubicBezTo>
                  <a:pt x="103734" y="16701"/>
                  <a:pt x="106090" y="11213"/>
                  <a:pt x="110804" y="6729"/>
                </a:cubicBezTo>
                <a:cubicBezTo>
                  <a:pt x="115518" y="2243"/>
                  <a:pt x="121585" y="0"/>
                  <a:pt x="129007" y="0"/>
                </a:cubicBezTo>
                <a:cubicBezTo>
                  <a:pt x="131147" y="0"/>
                  <a:pt x="133086" y="170"/>
                  <a:pt x="134824" y="511"/>
                </a:cubicBezTo>
                <a:cubicBezTo>
                  <a:pt x="135760" y="716"/>
                  <a:pt x="137950" y="1485"/>
                  <a:pt x="141393" y="2818"/>
                </a:cubicBezTo>
                <a:cubicBezTo>
                  <a:pt x="144836" y="4149"/>
                  <a:pt x="147126" y="4814"/>
                  <a:pt x="148263" y="4814"/>
                </a:cubicBezTo>
                <a:cubicBezTo>
                  <a:pt x="151138" y="4814"/>
                  <a:pt x="153545" y="3209"/>
                  <a:pt x="155484" y="0"/>
                </a:cubicBezTo>
                <a:lnTo>
                  <a:pt x="159295" y="0"/>
                </a:lnTo>
                <a:close/>
                <a:moveTo>
                  <a:pt x="239195" y="0"/>
                </a:moveTo>
                <a:lnTo>
                  <a:pt x="233077" y="30890"/>
                </a:lnTo>
                <a:lnTo>
                  <a:pt x="229366" y="30890"/>
                </a:lnTo>
                <a:cubicBezTo>
                  <a:pt x="229032" y="21859"/>
                  <a:pt x="227126" y="15289"/>
                  <a:pt x="223650" y="11179"/>
                </a:cubicBezTo>
                <a:cubicBezTo>
                  <a:pt x="220173" y="7070"/>
                  <a:pt x="215860" y="5015"/>
                  <a:pt x="210712" y="5015"/>
                </a:cubicBezTo>
                <a:cubicBezTo>
                  <a:pt x="206567" y="5015"/>
                  <a:pt x="203274" y="6154"/>
                  <a:pt x="200833" y="8434"/>
                </a:cubicBezTo>
                <a:cubicBezTo>
                  <a:pt x="198393" y="10711"/>
                  <a:pt x="197173" y="13458"/>
                  <a:pt x="197173" y="16673"/>
                </a:cubicBezTo>
                <a:cubicBezTo>
                  <a:pt x="197173" y="18886"/>
                  <a:pt x="197657" y="20997"/>
                  <a:pt x="198627" y="23008"/>
                </a:cubicBezTo>
                <a:cubicBezTo>
                  <a:pt x="199596" y="25018"/>
                  <a:pt x="201719" y="27832"/>
                  <a:pt x="204995" y="31451"/>
                </a:cubicBezTo>
                <a:cubicBezTo>
                  <a:pt x="213687" y="40968"/>
                  <a:pt x="219304" y="48139"/>
                  <a:pt x="221844" y="52963"/>
                </a:cubicBezTo>
                <a:cubicBezTo>
                  <a:pt x="224385" y="57788"/>
                  <a:pt x="225655" y="62345"/>
                  <a:pt x="225655" y="66634"/>
                </a:cubicBezTo>
                <a:cubicBezTo>
                  <a:pt x="225655" y="73603"/>
                  <a:pt x="222764" y="79784"/>
                  <a:pt x="216980" y="85179"/>
                </a:cubicBezTo>
                <a:cubicBezTo>
                  <a:pt x="211197" y="90574"/>
                  <a:pt x="203892" y="93271"/>
                  <a:pt x="195066" y="93271"/>
                </a:cubicBezTo>
                <a:cubicBezTo>
                  <a:pt x="190252" y="93271"/>
                  <a:pt x="184703" y="92135"/>
                  <a:pt x="178418" y="89861"/>
                </a:cubicBezTo>
                <a:cubicBezTo>
                  <a:pt x="176212" y="89059"/>
                  <a:pt x="174507" y="88658"/>
                  <a:pt x="173303" y="88658"/>
                </a:cubicBezTo>
                <a:cubicBezTo>
                  <a:pt x="170294" y="88658"/>
                  <a:pt x="168021" y="90196"/>
                  <a:pt x="166483" y="93271"/>
                </a:cubicBezTo>
                <a:lnTo>
                  <a:pt x="162773" y="93271"/>
                </a:lnTo>
                <a:lnTo>
                  <a:pt x="168890" y="60576"/>
                </a:lnTo>
                <a:lnTo>
                  <a:pt x="172601" y="60576"/>
                </a:lnTo>
                <a:cubicBezTo>
                  <a:pt x="173002" y="70812"/>
                  <a:pt x="175108" y="78052"/>
                  <a:pt x="178920" y="82295"/>
                </a:cubicBezTo>
                <a:cubicBezTo>
                  <a:pt x="182731" y="86537"/>
                  <a:pt x="187946" y="88658"/>
                  <a:pt x="194565" y="88658"/>
                </a:cubicBezTo>
                <a:cubicBezTo>
                  <a:pt x="199646" y="88658"/>
                  <a:pt x="203675" y="87236"/>
                  <a:pt x="206650" y="84392"/>
                </a:cubicBezTo>
                <a:cubicBezTo>
                  <a:pt x="209625" y="81546"/>
                  <a:pt x="211113" y="78049"/>
                  <a:pt x="211113" y="73899"/>
                </a:cubicBezTo>
                <a:cubicBezTo>
                  <a:pt x="211113" y="71221"/>
                  <a:pt x="210578" y="68744"/>
                  <a:pt x="209508" y="66468"/>
                </a:cubicBezTo>
                <a:cubicBezTo>
                  <a:pt x="207636" y="62452"/>
                  <a:pt x="203708" y="56897"/>
                  <a:pt x="197724" y="49801"/>
                </a:cubicBezTo>
                <a:cubicBezTo>
                  <a:pt x="191740" y="42705"/>
                  <a:pt x="187896" y="37384"/>
                  <a:pt x="186191" y="33836"/>
                </a:cubicBezTo>
                <a:cubicBezTo>
                  <a:pt x="184486" y="30288"/>
                  <a:pt x="183633" y="26740"/>
                  <a:pt x="183633" y="23192"/>
                </a:cubicBezTo>
                <a:cubicBezTo>
                  <a:pt x="183633" y="16701"/>
                  <a:pt x="185990" y="11213"/>
                  <a:pt x="190704" y="6729"/>
                </a:cubicBezTo>
                <a:cubicBezTo>
                  <a:pt x="195418" y="2243"/>
                  <a:pt x="201485" y="0"/>
                  <a:pt x="208907" y="0"/>
                </a:cubicBezTo>
                <a:cubicBezTo>
                  <a:pt x="211046" y="0"/>
                  <a:pt x="212985" y="170"/>
                  <a:pt x="214724" y="511"/>
                </a:cubicBezTo>
                <a:cubicBezTo>
                  <a:pt x="215660" y="716"/>
                  <a:pt x="217849" y="1485"/>
                  <a:pt x="221293" y="2818"/>
                </a:cubicBezTo>
                <a:cubicBezTo>
                  <a:pt x="224736" y="4149"/>
                  <a:pt x="227026" y="4814"/>
                  <a:pt x="228163" y="4814"/>
                </a:cubicBezTo>
                <a:cubicBezTo>
                  <a:pt x="231038" y="4814"/>
                  <a:pt x="233445" y="3209"/>
                  <a:pt x="235384" y="0"/>
                </a:cubicBezTo>
                <a:lnTo>
                  <a:pt x="239195" y="0"/>
                </a:lnTo>
                <a:close/>
                <a:moveTo>
                  <a:pt x="340958" y="0"/>
                </a:moveTo>
                <a:lnTo>
                  <a:pt x="321401" y="68101"/>
                </a:lnTo>
                <a:lnTo>
                  <a:pt x="319195" y="77253"/>
                </a:lnTo>
                <a:cubicBezTo>
                  <a:pt x="318994" y="78111"/>
                  <a:pt x="318894" y="78838"/>
                  <a:pt x="318894" y="79431"/>
                </a:cubicBezTo>
                <a:cubicBezTo>
                  <a:pt x="318894" y="80501"/>
                  <a:pt x="319228" y="81437"/>
                  <a:pt x="319897" y="82239"/>
                </a:cubicBezTo>
                <a:cubicBezTo>
                  <a:pt x="320432" y="82841"/>
                  <a:pt x="321101" y="83142"/>
                  <a:pt x="321903" y="83142"/>
                </a:cubicBezTo>
                <a:cubicBezTo>
                  <a:pt x="322772" y="83142"/>
                  <a:pt x="323909" y="82607"/>
                  <a:pt x="325313" y="81537"/>
                </a:cubicBezTo>
                <a:cubicBezTo>
                  <a:pt x="327920" y="79598"/>
                  <a:pt x="331397" y="75586"/>
                  <a:pt x="335743" y="69502"/>
                </a:cubicBezTo>
                <a:lnTo>
                  <a:pt x="339153" y="71909"/>
                </a:lnTo>
                <a:cubicBezTo>
                  <a:pt x="334540" y="78863"/>
                  <a:pt x="329793" y="84161"/>
                  <a:pt x="324912" y="87805"/>
                </a:cubicBezTo>
                <a:cubicBezTo>
                  <a:pt x="320031" y="91449"/>
                  <a:pt x="315518" y="93271"/>
                  <a:pt x="311372" y="93271"/>
                </a:cubicBezTo>
                <a:cubicBezTo>
                  <a:pt x="308497" y="93271"/>
                  <a:pt x="306341" y="92552"/>
                  <a:pt x="304904" y="91115"/>
                </a:cubicBezTo>
                <a:cubicBezTo>
                  <a:pt x="303466" y="89677"/>
                  <a:pt x="302747" y="87588"/>
                  <a:pt x="302747" y="84847"/>
                </a:cubicBezTo>
                <a:cubicBezTo>
                  <a:pt x="302747" y="81570"/>
                  <a:pt x="303483" y="77258"/>
                  <a:pt x="304954" y="71909"/>
                </a:cubicBezTo>
                <a:lnTo>
                  <a:pt x="307060" y="64140"/>
                </a:lnTo>
                <a:cubicBezTo>
                  <a:pt x="298301" y="75671"/>
                  <a:pt x="290244" y="83730"/>
                  <a:pt x="282890" y="88316"/>
                </a:cubicBezTo>
                <a:cubicBezTo>
                  <a:pt x="277607" y="91619"/>
                  <a:pt x="272426" y="93271"/>
                  <a:pt x="267344" y="93271"/>
                </a:cubicBezTo>
                <a:cubicBezTo>
                  <a:pt x="262463" y="93271"/>
                  <a:pt x="258251" y="91247"/>
                  <a:pt x="254708" y="87197"/>
                </a:cubicBezTo>
                <a:cubicBezTo>
                  <a:pt x="251164" y="83148"/>
                  <a:pt x="249392" y="77576"/>
                  <a:pt x="249392" y="70480"/>
                </a:cubicBezTo>
                <a:cubicBezTo>
                  <a:pt x="249392" y="59839"/>
                  <a:pt x="252585" y="48611"/>
                  <a:pt x="258970" y="36798"/>
                </a:cubicBezTo>
                <a:cubicBezTo>
                  <a:pt x="265355" y="24984"/>
                  <a:pt x="273462" y="15530"/>
                  <a:pt x="283291" y="8434"/>
                </a:cubicBezTo>
                <a:cubicBezTo>
                  <a:pt x="290980" y="2811"/>
                  <a:pt x="298234" y="0"/>
                  <a:pt x="305054" y="0"/>
                </a:cubicBezTo>
                <a:cubicBezTo>
                  <a:pt x="309132" y="0"/>
                  <a:pt x="312526" y="1079"/>
                  <a:pt x="315234" y="3238"/>
                </a:cubicBezTo>
                <a:cubicBezTo>
                  <a:pt x="317941" y="5396"/>
                  <a:pt x="319997" y="8970"/>
                  <a:pt x="321401" y="13959"/>
                </a:cubicBezTo>
                <a:lnTo>
                  <a:pt x="325012" y="2407"/>
                </a:lnTo>
                <a:lnTo>
                  <a:pt x="340958" y="0"/>
                </a:lnTo>
                <a:moveTo>
                  <a:pt x="305255" y="5015"/>
                </a:moveTo>
                <a:cubicBezTo>
                  <a:pt x="300975" y="5015"/>
                  <a:pt x="296429" y="7029"/>
                  <a:pt x="291615" y="11057"/>
                </a:cubicBezTo>
                <a:cubicBezTo>
                  <a:pt x="284795" y="16761"/>
                  <a:pt x="278727" y="25218"/>
                  <a:pt x="273412" y="36428"/>
                </a:cubicBezTo>
                <a:cubicBezTo>
                  <a:pt x="268097" y="47637"/>
                  <a:pt x="265439" y="57773"/>
                  <a:pt x="265439" y="66835"/>
                </a:cubicBezTo>
                <a:cubicBezTo>
                  <a:pt x="265439" y="71400"/>
                  <a:pt x="266575" y="75009"/>
                  <a:pt x="268849" y="77660"/>
                </a:cubicBezTo>
                <a:cubicBezTo>
                  <a:pt x="271122" y="80312"/>
                  <a:pt x="273730" y="81637"/>
                  <a:pt x="276671" y="81637"/>
                </a:cubicBezTo>
                <a:cubicBezTo>
                  <a:pt x="283959" y="81637"/>
                  <a:pt x="291882" y="76234"/>
                  <a:pt x="300441" y="65428"/>
                </a:cubicBezTo>
                <a:cubicBezTo>
                  <a:pt x="311874" y="51063"/>
                  <a:pt x="317590" y="36329"/>
                  <a:pt x="317590" y="21224"/>
                </a:cubicBezTo>
                <a:cubicBezTo>
                  <a:pt x="317590" y="15520"/>
                  <a:pt x="316487" y="11392"/>
                  <a:pt x="314281" y="8841"/>
                </a:cubicBezTo>
                <a:cubicBezTo>
                  <a:pt x="312074" y="6290"/>
                  <a:pt x="309066" y="5015"/>
                  <a:pt x="305255" y="5015"/>
                </a:cubicBezTo>
                <a:close/>
                <a:moveTo>
                  <a:pt x="454287" y="6218"/>
                </a:moveTo>
                <a:lnTo>
                  <a:pt x="451379" y="16648"/>
                </a:lnTo>
                <a:lnTo>
                  <a:pt x="434630" y="16648"/>
                </a:lnTo>
                <a:cubicBezTo>
                  <a:pt x="435901" y="20259"/>
                  <a:pt x="436536" y="23635"/>
                  <a:pt x="436536" y="26778"/>
                </a:cubicBezTo>
                <a:cubicBezTo>
                  <a:pt x="436536" y="35603"/>
                  <a:pt x="432792" y="43460"/>
                  <a:pt x="425303" y="50346"/>
                </a:cubicBezTo>
                <a:cubicBezTo>
                  <a:pt x="417748" y="57233"/>
                  <a:pt x="407384" y="61044"/>
                  <a:pt x="394213" y="61780"/>
                </a:cubicBezTo>
                <a:cubicBezTo>
                  <a:pt x="387126" y="63932"/>
                  <a:pt x="381810" y="66487"/>
                  <a:pt x="378266" y="69446"/>
                </a:cubicBezTo>
                <a:cubicBezTo>
                  <a:pt x="376929" y="70522"/>
                  <a:pt x="376261" y="71631"/>
                  <a:pt x="376261" y="72774"/>
                </a:cubicBezTo>
                <a:cubicBezTo>
                  <a:pt x="376261" y="74120"/>
                  <a:pt x="376862" y="75347"/>
                  <a:pt x="378066" y="76457"/>
                </a:cubicBezTo>
                <a:cubicBezTo>
                  <a:pt x="379269" y="77566"/>
                  <a:pt x="382312" y="78692"/>
                  <a:pt x="387192" y="79835"/>
                </a:cubicBezTo>
                <a:lnTo>
                  <a:pt x="406649" y="84311"/>
                </a:lnTo>
                <a:cubicBezTo>
                  <a:pt x="417414" y="86828"/>
                  <a:pt x="424534" y="89828"/>
                  <a:pt x="428011" y="93309"/>
                </a:cubicBezTo>
                <a:cubicBezTo>
                  <a:pt x="431421" y="96859"/>
                  <a:pt x="433126" y="100943"/>
                  <a:pt x="433126" y="105563"/>
                </a:cubicBezTo>
                <a:cubicBezTo>
                  <a:pt x="433126" y="111054"/>
                  <a:pt x="431103" y="116076"/>
                  <a:pt x="427058" y="120629"/>
                </a:cubicBezTo>
                <a:cubicBezTo>
                  <a:pt x="423013" y="125182"/>
                  <a:pt x="417096" y="128747"/>
                  <a:pt x="409307" y="131326"/>
                </a:cubicBezTo>
                <a:cubicBezTo>
                  <a:pt x="401517" y="133904"/>
                  <a:pt x="392909" y="135193"/>
                  <a:pt x="383482" y="135193"/>
                </a:cubicBezTo>
                <a:cubicBezTo>
                  <a:pt x="375191" y="135193"/>
                  <a:pt x="367636" y="134205"/>
                  <a:pt x="360816" y="132228"/>
                </a:cubicBezTo>
                <a:cubicBezTo>
                  <a:pt x="353996" y="130254"/>
                  <a:pt x="349115" y="127593"/>
                  <a:pt x="346173" y="124246"/>
                </a:cubicBezTo>
                <a:cubicBezTo>
                  <a:pt x="343231" y="120898"/>
                  <a:pt x="341760" y="117451"/>
                  <a:pt x="341760" y="113903"/>
                </a:cubicBezTo>
                <a:cubicBezTo>
                  <a:pt x="341760" y="111024"/>
                  <a:pt x="342713" y="108028"/>
                  <a:pt x="344619" y="104914"/>
                </a:cubicBezTo>
                <a:cubicBezTo>
                  <a:pt x="346524" y="101801"/>
                  <a:pt x="348914" y="99241"/>
                  <a:pt x="351790" y="97233"/>
                </a:cubicBezTo>
                <a:cubicBezTo>
                  <a:pt x="353595" y="95960"/>
                  <a:pt x="358710" y="92947"/>
                  <a:pt x="367134" y="88194"/>
                </a:cubicBezTo>
                <a:cubicBezTo>
                  <a:pt x="364059" y="85783"/>
                  <a:pt x="362521" y="83138"/>
                  <a:pt x="362521" y="80258"/>
                </a:cubicBezTo>
                <a:cubicBezTo>
                  <a:pt x="362521" y="77582"/>
                  <a:pt x="363875" y="74737"/>
                  <a:pt x="366583" y="71724"/>
                </a:cubicBezTo>
                <a:cubicBezTo>
                  <a:pt x="369290" y="68709"/>
                  <a:pt x="375024" y="65394"/>
                  <a:pt x="383783" y="61780"/>
                </a:cubicBezTo>
                <a:cubicBezTo>
                  <a:pt x="376428" y="60376"/>
                  <a:pt x="370594" y="57300"/>
                  <a:pt x="366282" y="52553"/>
                </a:cubicBezTo>
                <a:cubicBezTo>
                  <a:pt x="361969" y="47806"/>
                  <a:pt x="359813" y="42524"/>
                  <a:pt x="359813" y="36707"/>
                </a:cubicBezTo>
                <a:cubicBezTo>
                  <a:pt x="359813" y="27212"/>
                  <a:pt x="363975" y="18721"/>
                  <a:pt x="372299" y="11233"/>
                </a:cubicBezTo>
                <a:cubicBezTo>
                  <a:pt x="380623" y="3744"/>
                  <a:pt x="391706" y="0"/>
                  <a:pt x="405546" y="0"/>
                </a:cubicBezTo>
                <a:cubicBezTo>
                  <a:pt x="410560" y="0"/>
                  <a:pt x="414672" y="501"/>
                  <a:pt x="417882" y="1504"/>
                </a:cubicBezTo>
                <a:cubicBezTo>
                  <a:pt x="421091" y="2507"/>
                  <a:pt x="424200" y="4079"/>
                  <a:pt x="427209" y="6218"/>
                </a:cubicBezTo>
                <a:lnTo>
                  <a:pt x="454287" y="6218"/>
                </a:lnTo>
                <a:moveTo>
                  <a:pt x="419486" y="21967"/>
                </a:moveTo>
                <a:cubicBezTo>
                  <a:pt x="419486" y="16647"/>
                  <a:pt x="417999" y="12459"/>
                  <a:pt x="415023" y="9402"/>
                </a:cubicBezTo>
                <a:cubicBezTo>
                  <a:pt x="412048" y="6343"/>
                  <a:pt x="408153" y="4814"/>
                  <a:pt x="403339" y="4814"/>
                </a:cubicBezTo>
                <a:cubicBezTo>
                  <a:pt x="395784" y="4814"/>
                  <a:pt x="389549" y="8586"/>
                  <a:pt x="384635" y="16131"/>
                </a:cubicBezTo>
                <a:cubicBezTo>
                  <a:pt x="379721" y="23676"/>
                  <a:pt x="377264" y="31538"/>
                  <a:pt x="377264" y="39715"/>
                </a:cubicBezTo>
                <a:cubicBezTo>
                  <a:pt x="377264" y="44834"/>
                  <a:pt x="378835" y="49023"/>
                  <a:pt x="381977" y="52280"/>
                </a:cubicBezTo>
                <a:cubicBezTo>
                  <a:pt x="385120" y="55537"/>
                  <a:pt x="388931" y="57166"/>
                  <a:pt x="393411" y="57166"/>
                </a:cubicBezTo>
                <a:cubicBezTo>
                  <a:pt x="396954" y="57166"/>
                  <a:pt x="400381" y="56203"/>
                  <a:pt x="403690" y="54277"/>
                </a:cubicBezTo>
                <a:cubicBezTo>
                  <a:pt x="407000" y="52348"/>
                  <a:pt x="409791" y="49688"/>
                  <a:pt x="412065" y="46297"/>
                </a:cubicBezTo>
                <a:cubicBezTo>
                  <a:pt x="414338" y="42906"/>
                  <a:pt x="416143" y="38585"/>
                  <a:pt x="417480" y="33334"/>
                </a:cubicBezTo>
                <a:cubicBezTo>
                  <a:pt x="418818" y="28082"/>
                  <a:pt x="419486" y="24292"/>
                  <a:pt x="419486" y="21967"/>
                </a:cubicBezTo>
                <a:moveTo>
                  <a:pt x="371447" y="90805"/>
                </a:moveTo>
                <a:cubicBezTo>
                  <a:pt x="366031" y="93283"/>
                  <a:pt x="361936" y="96464"/>
                  <a:pt x="359161" y="100348"/>
                </a:cubicBezTo>
                <a:cubicBezTo>
                  <a:pt x="356386" y="104232"/>
                  <a:pt x="354999" y="108048"/>
                  <a:pt x="354999" y="111797"/>
                </a:cubicBezTo>
                <a:cubicBezTo>
                  <a:pt x="354999" y="116218"/>
                  <a:pt x="357005" y="119868"/>
                  <a:pt x="361016" y="122747"/>
                </a:cubicBezTo>
                <a:cubicBezTo>
                  <a:pt x="366766" y="126899"/>
                  <a:pt x="375191" y="128975"/>
                  <a:pt x="386290" y="128975"/>
                </a:cubicBezTo>
                <a:cubicBezTo>
                  <a:pt x="395851" y="128975"/>
                  <a:pt x="404025" y="127350"/>
                  <a:pt x="410811" y="124101"/>
                </a:cubicBezTo>
                <a:cubicBezTo>
                  <a:pt x="417598" y="120854"/>
                  <a:pt x="420991" y="116653"/>
                  <a:pt x="420991" y="111496"/>
                </a:cubicBezTo>
                <a:cubicBezTo>
                  <a:pt x="420991" y="108884"/>
                  <a:pt x="419737" y="106406"/>
                  <a:pt x="417230" y="104062"/>
                </a:cubicBezTo>
                <a:cubicBezTo>
                  <a:pt x="414722" y="101718"/>
                  <a:pt x="409858" y="99809"/>
                  <a:pt x="402637" y="98336"/>
                </a:cubicBezTo>
                <a:cubicBezTo>
                  <a:pt x="398693" y="97534"/>
                  <a:pt x="388296" y="95023"/>
                  <a:pt x="371447" y="90805"/>
                </a:cubicBezTo>
                <a:close/>
                <a:moveTo>
                  <a:pt x="474445" y="53155"/>
                </a:moveTo>
                <a:cubicBezTo>
                  <a:pt x="473977" y="56487"/>
                  <a:pt x="473743" y="59252"/>
                  <a:pt x="473743" y="61451"/>
                </a:cubicBezTo>
                <a:cubicBezTo>
                  <a:pt x="473743" y="67380"/>
                  <a:pt x="475849" y="72428"/>
                  <a:pt x="480062" y="76595"/>
                </a:cubicBezTo>
                <a:cubicBezTo>
                  <a:pt x="484274" y="80759"/>
                  <a:pt x="489389" y="82841"/>
                  <a:pt x="495406" y="82841"/>
                </a:cubicBezTo>
                <a:cubicBezTo>
                  <a:pt x="500220" y="82841"/>
                  <a:pt x="504850" y="81858"/>
                  <a:pt x="509297" y="79892"/>
                </a:cubicBezTo>
                <a:cubicBezTo>
                  <a:pt x="513743" y="77923"/>
                  <a:pt x="520345" y="73572"/>
                  <a:pt x="529104" y="66838"/>
                </a:cubicBezTo>
                <a:lnTo>
                  <a:pt x="531210" y="69747"/>
                </a:lnTo>
                <a:cubicBezTo>
                  <a:pt x="515364" y="85430"/>
                  <a:pt x="500254" y="93271"/>
                  <a:pt x="485878" y="93271"/>
                </a:cubicBezTo>
                <a:cubicBezTo>
                  <a:pt x="476117" y="93271"/>
                  <a:pt x="468762" y="90192"/>
                  <a:pt x="463814" y="84035"/>
                </a:cubicBezTo>
                <a:cubicBezTo>
                  <a:pt x="458867" y="77877"/>
                  <a:pt x="456393" y="71084"/>
                  <a:pt x="456393" y="63654"/>
                </a:cubicBezTo>
                <a:cubicBezTo>
                  <a:pt x="456393" y="53681"/>
                  <a:pt x="459468" y="43474"/>
                  <a:pt x="465620" y="33034"/>
                </a:cubicBezTo>
                <a:cubicBezTo>
                  <a:pt x="471771" y="22591"/>
                  <a:pt x="479493" y="14474"/>
                  <a:pt x="488787" y="8685"/>
                </a:cubicBezTo>
                <a:cubicBezTo>
                  <a:pt x="498081" y="2895"/>
                  <a:pt x="507642" y="0"/>
                  <a:pt x="517470" y="0"/>
                </a:cubicBezTo>
                <a:cubicBezTo>
                  <a:pt x="524558" y="0"/>
                  <a:pt x="529806" y="1443"/>
                  <a:pt x="533216" y="4328"/>
                </a:cubicBezTo>
                <a:cubicBezTo>
                  <a:pt x="536626" y="7214"/>
                  <a:pt x="538331" y="10637"/>
                  <a:pt x="538331" y="14599"/>
                </a:cubicBezTo>
                <a:cubicBezTo>
                  <a:pt x="538331" y="20169"/>
                  <a:pt x="536125" y="25504"/>
                  <a:pt x="531712" y="30605"/>
                </a:cubicBezTo>
                <a:cubicBezTo>
                  <a:pt x="525895" y="37249"/>
                  <a:pt x="517337" y="42618"/>
                  <a:pt x="506037" y="46711"/>
                </a:cubicBezTo>
                <a:cubicBezTo>
                  <a:pt x="498549" y="49463"/>
                  <a:pt x="488018" y="51610"/>
                  <a:pt x="474445" y="53155"/>
                </a:cubicBezTo>
                <a:moveTo>
                  <a:pt x="475147" y="48140"/>
                </a:moveTo>
                <a:cubicBezTo>
                  <a:pt x="485043" y="47001"/>
                  <a:pt x="493099" y="45058"/>
                  <a:pt x="499318" y="42310"/>
                </a:cubicBezTo>
                <a:cubicBezTo>
                  <a:pt x="507541" y="38625"/>
                  <a:pt x="513709" y="34218"/>
                  <a:pt x="517821" y="29091"/>
                </a:cubicBezTo>
                <a:cubicBezTo>
                  <a:pt x="521933" y="23963"/>
                  <a:pt x="523989" y="19088"/>
                  <a:pt x="523989" y="14464"/>
                </a:cubicBezTo>
                <a:cubicBezTo>
                  <a:pt x="523989" y="11649"/>
                  <a:pt x="523103" y="9371"/>
                  <a:pt x="521332" y="7628"/>
                </a:cubicBezTo>
                <a:cubicBezTo>
                  <a:pt x="519560" y="5886"/>
                  <a:pt x="517036" y="5015"/>
                  <a:pt x="513760" y="5015"/>
                </a:cubicBezTo>
                <a:cubicBezTo>
                  <a:pt x="506940" y="5015"/>
                  <a:pt x="499702" y="8650"/>
                  <a:pt x="492046" y="15921"/>
                </a:cubicBezTo>
                <a:cubicBezTo>
                  <a:pt x="484391" y="23192"/>
                  <a:pt x="478758" y="33932"/>
                  <a:pt x="475147" y="48140"/>
                </a:cubicBezTo>
                <a:close/>
                <a:moveTo>
                  <a:pt x="615688" y="0"/>
                </a:moveTo>
                <a:lnTo>
                  <a:pt x="609570" y="30890"/>
                </a:lnTo>
                <a:lnTo>
                  <a:pt x="605859" y="30890"/>
                </a:lnTo>
                <a:cubicBezTo>
                  <a:pt x="605525" y="21859"/>
                  <a:pt x="603619" y="15289"/>
                  <a:pt x="600143" y="11179"/>
                </a:cubicBezTo>
                <a:cubicBezTo>
                  <a:pt x="596666" y="7070"/>
                  <a:pt x="592353" y="5015"/>
                  <a:pt x="587205" y="5015"/>
                </a:cubicBezTo>
                <a:cubicBezTo>
                  <a:pt x="583060" y="5015"/>
                  <a:pt x="579767" y="6154"/>
                  <a:pt x="577326" y="8434"/>
                </a:cubicBezTo>
                <a:cubicBezTo>
                  <a:pt x="574886" y="10711"/>
                  <a:pt x="573666" y="13458"/>
                  <a:pt x="573666" y="16673"/>
                </a:cubicBezTo>
                <a:cubicBezTo>
                  <a:pt x="573666" y="18886"/>
                  <a:pt x="574150" y="20997"/>
                  <a:pt x="575120" y="23008"/>
                </a:cubicBezTo>
                <a:cubicBezTo>
                  <a:pt x="576089" y="25018"/>
                  <a:pt x="578212" y="27832"/>
                  <a:pt x="581488" y="31451"/>
                </a:cubicBezTo>
                <a:cubicBezTo>
                  <a:pt x="590180" y="40968"/>
                  <a:pt x="595797" y="48139"/>
                  <a:pt x="598337" y="52963"/>
                </a:cubicBezTo>
                <a:cubicBezTo>
                  <a:pt x="600878" y="57788"/>
                  <a:pt x="602148" y="62345"/>
                  <a:pt x="602148" y="66634"/>
                </a:cubicBezTo>
                <a:cubicBezTo>
                  <a:pt x="602148" y="73603"/>
                  <a:pt x="599257" y="79784"/>
                  <a:pt x="593473" y="85179"/>
                </a:cubicBezTo>
                <a:cubicBezTo>
                  <a:pt x="587690" y="90574"/>
                  <a:pt x="580385" y="93271"/>
                  <a:pt x="571560" y="93271"/>
                </a:cubicBezTo>
                <a:cubicBezTo>
                  <a:pt x="566746" y="93271"/>
                  <a:pt x="561196" y="92135"/>
                  <a:pt x="554911" y="89861"/>
                </a:cubicBezTo>
                <a:cubicBezTo>
                  <a:pt x="552705" y="89059"/>
                  <a:pt x="551000" y="88658"/>
                  <a:pt x="549796" y="88658"/>
                </a:cubicBezTo>
                <a:cubicBezTo>
                  <a:pt x="546788" y="88658"/>
                  <a:pt x="544514" y="90196"/>
                  <a:pt x="542976" y="93271"/>
                </a:cubicBezTo>
                <a:lnTo>
                  <a:pt x="539266" y="93271"/>
                </a:lnTo>
                <a:lnTo>
                  <a:pt x="545383" y="60576"/>
                </a:lnTo>
                <a:lnTo>
                  <a:pt x="549094" y="60576"/>
                </a:lnTo>
                <a:cubicBezTo>
                  <a:pt x="549495" y="70812"/>
                  <a:pt x="551602" y="78052"/>
                  <a:pt x="555413" y="82295"/>
                </a:cubicBezTo>
                <a:cubicBezTo>
                  <a:pt x="559224" y="86537"/>
                  <a:pt x="564439" y="88658"/>
                  <a:pt x="571058" y="88658"/>
                </a:cubicBezTo>
                <a:cubicBezTo>
                  <a:pt x="576140" y="88658"/>
                  <a:pt x="580168" y="87236"/>
                  <a:pt x="583143" y="84392"/>
                </a:cubicBezTo>
                <a:cubicBezTo>
                  <a:pt x="586119" y="81546"/>
                  <a:pt x="587606" y="78049"/>
                  <a:pt x="587606" y="73899"/>
                </a:cubicBezTo>
                <a:cubicBezTo>
                  <a:pt x="587606" y="71221"/>
                  <a:pt x="587071" y="68744"/>
                  <a:pt x="586002" y="66468"/>
                </a:cubicBezTo>
                <a:cubicBezTo>
                  <a:pt x="584129" y="62452"/>
                  <a:pt x="580201" y="56897"/>
                  <a:pt x="574217" y="49801"/>
                </a:cubicBezTo>
                <a:cubicBezTo>
                  <a:pt x="568233" y="42705"/>
                  <a:pt x="564389" y="37384"/>
                  <a:pt x="562684" y="33836"/>
                </a:cubicBezTo>
                <a:cubicBezTo>
                  <a:pt x="560979" y="30288"/>
                  <a:pt x="560126" y="26740"/>
                  <a:pt x="560126" y="23192"/>
                </a:cubicBezTo>
                <a:cubicBezTo>
                  <a:pt x="560126" y="16701"/>
                  <a:pt x="562483" y="11213"/>
                  <a:pt x="567197" y="6729"/>
                </a:cubicBezTo>
                <a:cubicBezTo>
                  <a:pt x="571911" y="2243"/>
                  <a:pt x="577978" y="0"/>
                  <a:pt x="585400" y="0"/>
                </a:cubicBezTo>
                <a:cubicBezTo>
                  <a:pt x="587539" y="0"/>
                  <a:pt x="589478" y="170"/>
                  <a:pt x="591217" y="511"/>
                </a:cubicBezTo>
                <a:cubicBezTo>
                  <a:pt x="592153" y="716"/>
                  <a:pt x="594342" y="1485"/>
                  <a:pt x="597786" y="2818"/>
                </a:cubicBezTo>
                <a:cubicBezTo>
                  <a:pt x="601229" y="4149"/>
                  <a:pt x="603519" y="4814"/>
                  <a:pt x="604656" y="4814"/>
                </a:cubicBezTo>
                <a:cubicBezTo>
                  <a:pt x="607531" y="4814"/>
                  <a:pt x="609938" y="3209"/>
                  <a:pt x="611877" y="0"/>
                </a:cubicBezTo>
                <a:lnTo>
                  <a:pt x="615688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6CB57-513F-4D22-AA23-C8672591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9919" y="1420221"/>
            <a:ext cx="10" cy="413447"/>
          </a:xfrm>
          <a:custGeom xmlns:a="http://schemas.openxmlformats.org/drawingml/2006/main">
            <a:pathLst>
              <a:path w="1" h="413447" fill="none">
                <a:moveTo>
                  <a:pt x="0" y="0"/>
                </a:moveTo>
                <a:lnTo>
                  <a:pt x="0" y="413447"/>
                </a:lnTo>
              </a:path>
            </a:pathLst>
          </a:custGeom>
          <a:noFill xmlns:a="http://schemas.openxmlformats.org/drawingml/2006/main"/>
          <a:ln xmlns:a="http://schemas.openxmlformats.org/drawingml/2006/main" w="34233" cap="flat">
            <a:solidFill>
              <a:srgbClr val="231F2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5805E4-0C03-4DB1-B15D-3440019D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3130" y="1768667"/>
            <a:ext cx="133577" cy="183522"/>
          </a:xfrm>
          <a:custGeom xmlns:a="http://schemas.openxmlformats.org/drawingml/2006/main">
            <a:pathLst>
              <a:path w="133577" h="183522">
                <a:moveTo>
                  <a:pt x="66788" y="183522"/>
                </a:moveTo>
                <a:lnTo>
                  <a:pt x="133577" y="0"/>
                </a:lnTo>
                <a:lnTo>
                  <a:pt x="0" y="0"/>
                </a:lnTo>
                <a:lnTo>
                  <a:pt x="66788" y="183522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6807F-4FA1-488F-8106-785B303A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037" y="6375193"/>
            <a:ext cx="1214222" cy="10"/>
          </a:xfrm>
          <a:custGeom xmlns:a="http://schemas.openxmlformats.org/drawingml/2006/main">
            <a:pathLst>
              <a:path w="1214222" h="1" fill="none">
                <a:moveTo>
                  <a:pt x="0" y="0"/>
                </a:moveTo>
                <a:lnTo>
                  <a:pt x="12142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33" cap="flat">
            <a:solidFill>
              <a:srgbClr val="231F20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E56DB2-1F5D-4A49-BBF0-26DC88BB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4255" y="6308404"/>
            <a:ext cx="183522" cy="133577"/>
          </a:xfrm>
          <a:custGeom xmlns:a="http://schemas.openxmlformats.org/drawingml/2006/main">
            <a:pathLst>
              <a:path w="183522" h="133577">
                <a:moveTo>
                  <a:pt x="183522" y="66788"/>
                </a:moveTo>
                <a:lnTo>
                  <a:pt x="0" y="0"/>
                </a:lnTo>
                <a:lnTo>
                  <a:pt x="0" y="133577"/>
                </a:lnTo>
                <a:lnTo>
                  <a:pt x="183522" y="6678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DBB1F2-22B3-41E2-908C-7E0E7C43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181" y="5705985"/>
            <a:ext cx="487955" cy="639333"/>
          </a:xfrm>
          <a:custGeom xmlns:a="http://schemas.openxmlformats.org/drawingml/2006/main">
            <a:pathLst>
              <a:path w="487955" h="639333">
                <a:moveTo>
                  <a:pt x="0" y="639333"/>
                </a:moveTo>
                <a:lnTo>
                  <a:pt x="487955" y="639333"/>
                </a:lnTo>
                <a:lnTo>
                  <a:pt x="487955" y="0"/>
                </a:lnTo>
                <a:lnTo>
                  <a:pt x="0" y="0"/>
                </a:lnTo>
                <a:lnTo>
                  <a:pt x="0" y="63933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C88D2B-5618-402C-9809-7DAFC6E8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5181" y="5705985"/>
            <a:ext cx="487955" cy="639333"/>
          </a:xfrm>
          <a:custGeom xmlns:a="http://schemas.openxmlformats.org/drawingml/2006/main">
            <a:pathLst>
              <a:path w="487955" h="639333">
                <a:moveTo>
                  <a:pt x="0" y="639333"/>
                </a:moveTo>
                <a:lnTo>
                  <a:pt x="487955" y="639333"/>
                </a:lnTo>
                <a:lnTo>
                  <a:pt x="487955" y="0"/>
                </a:lnTo>
                <a:lnTo>
                  <a:pt x="0" y="0"/>
                </a:lnTo>
                <a:lnTo>
                  <a:pt x="0" y="63933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084c03a5b43dc"/>
          <a:stretch xmlns:a="http://schemas.openxmlformats.org/drawingml/2006/main"/>
        </p:blipFill>
        <p:spPr>
          <a:xfrm xmlns:a="http://schemas.openxmlformats.org/drawingml/2006/main">
            <a:off x="12565311" y="5705985"/>
            <a:ext cx="487696" cy="639333"/>
          </a:xfrm>
          <a:prstGeom xmlns:a="http://schemas.openxmlformats.org/drawingml/2006/main" prst="rect">
            <a:avLst/>
          </a:prstGeom>
        </p:spPr>
      </p:pic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EF787-9374-4853-A644-FE997195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1690" y="5812533"/>
            <a:ext cx="276550" cy="181657"/>
          </a:xfrm>
          <a:custGeom xmlns:a="http://schemas.openxmlformats.org/drawingml/2006/main">
            <a:pathLst>
              <a:path w="276550" h="181657">
                <a:moveTo>
                  <a:pt x="138284" y="48782"/>
                </a:moveTo>
                <a:lnTo>
                  <a:pt x="185936" y="0"/>
                </a:lnTo>
                <a:lnTo>
                  <a:pt x="181246" y="44794"/>
                </a:lnTo>
                <a:lnTo>
                  <a:pt x="235334" y="37485"/>
                </a:lnTo>
                <a:lnTo>
                  <a:pt x="213853" y="61516"/>
                </a:lnTo>
                <a:lnTo>
                  <a:pt x="270114" y="68431"/>
                </a:lnTo>
                <a:lnTo>
                  <a:pt x="225440" y="88098"/>
                </a:lnTo>
                <a:lnTo>
                  <a:pt x="276550" y="111770"/>
                </a:lnTo>
                <a:lnTo>
                  <a:pt x="215581" y="108843"/>
                </a:lnTo>
                <a:lnTo>
                  <a:pt x="232321" y="152182"/>
                </a:lnTo>
                <a:lnTo>
                  <a:pt x="179517" y="121578"/>
                </a:lnTo>
                <a:lnTo>
                  <a:pt x="169607" y="165978"/>
                </a:lnTo>
                <a:lnTo>
                  <a:pt x="134860" y="125600"/>
                </a:lnTo>
                <a:lnTo>
                  <a:pt x="108638" y="181657"/>
                </a:lnTo>
                <a:lnTo>
                  <a:pt x="98779" y="131420"/>
                </a:lnTo>
                <a:lnTo>
                  <a:pt x="60986" y="148160"/>
                </a:lnTo>
                <a:lnTo>
                  <a:pt x="72557" y="117213"/>
                </a:lnTo>
                <a:lnTo>
                  <a:pt x="1729" y="122673"/>
                </a:lnTo>
                <a:lnTo>
                  <a:pt x="47669" y="99036"/>
                </a:lnTo>
                <a:lnTo>
                  <a:pt x="0" y="72454"/>
                </a:lnTo>
                <a:lnTo>
                  <a:pt x="59257" y="64067"/>
                </a:lnTo>
                <a:lnTo>
                  <a:pt x="4741" y="19307"/>
                </a:lnTo>
                <a:lnTo>
                  <a:pt x="93627" y="53146"/>
                </a:lnTo>
                <a:lnTo>
                  <a:pt x="106943" y="19307"/>
                </a:lnTo>
                <a:lnTo>
                  <a:pt x="138284" y="48782"/>
                </a:lnTo>
                <a:close/>
              </a:path>
            </a:pathLst>
          </a:custGeom>
          <a:solidFill xmlns:a="http://schemas.openxmlformats.org/drawingml/2006/main">
            <a:srgbClr val="F4B183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3c0ba3f254bcf"/>
          <a:stretch xmlns:a="http://schemas.openxmlformats.org/drawingml/2006/main"/>
        </p:blipFill>
        <p:spPr>
          <a:xfrm xmlns:a="http://schemas.openxmlformats.org/drawingml/2006/main">
            <a:off x="137065" y="393981"/>
            <a:ext cx="833964" cy="764467"/>
          </a:xfrm>
          <a:prstGeom xmlns:a="http://schemas.openxmlformats.org/drawingml/2006/main" prst="rect">
            <a:avLst/>
          </a:prstGeom>
        </p:spPr>
      </p:pic>
      <p:sp>
        <p:nvSpPr>
          <p:cNvPr id="139" name="Text Accident">
            <a:extLst xmlns:a="http://schemas.openxmlformats.org/drawingml/2006/main">
              <a:ext uri="{FF2B5EF4-FFF2-40B4-BE49-F238E27FC236}">
                <a16:creationId xmlns:a16="http://schemas.microsoft.com/office/drawing/2014/main" id="{57296217-FBC3-40D5-A098-08D3C077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42" y="1257475"/>
            <a:ext cx="740145" cy="145423"/>
          </a:xfrm>
          <a:custGeom xmlns:a="http://schemas.openxmlformats.org/drawingml/2006/main">
            <a:pathLst>
              <a:path w="740145" h="145423">
                <a:moveTo>
                  <a:pt x="92369" y="97082"/>
                </a:moveTo>
                <a:lnTo>
                  <a:pt x="39715" y="97082"/>
                </a:lnTo>
                <a:lnTo>
                  <a:pt x="30489" y="118545"/>
                </a:lnTo>
                <a:cubicBezTo>
                  <a:pt x="28215" y="123802"/>
                  <a:pt x="27079" y="127727"/>
                  <a:pt x="27079" y="130319"/>
                </a:cubicBezTo>
                <a:cubicBezTo>
                  <a:pt x="27079" y="132384"/>
                  <a:pt x="28065" y="134197"/>
                  <a:pt x="30037" y="135760"/>
                </a:cubicBezTo>
                <a:cubicBezTo>
                  <a:pt x="32010" y="137323"/>
                  <a:pt x="36272" y="138338"/>
                  <a:pt x="42824" y="138804"/>
                </a:cubicBezTo>
                <a:lnTo>
                  <a:pt x="42824" y="142615"/>
                </a:lnTo>
                <a:lnTo>
                  <a:pt x="0" y="142615"/>
                </a:lnTo>
                <a:lnTo>
                  <a:pt x="0" y="138804"/>
                </a:lnTo>
                <a:cubicBezTo>
                  <a:pt x="5683" y="137803"/>
                  <a:pt x="9361" y="136502"/>
                  <a:pt x="11032" y="134902"/>
                </a:cubicBezTo>
                <a:cubicBezTo>
                  <a:pt x="14442" y="131698"/>
                  <a:pt x="18220" y="125194"/>
                  <a:pt x="22365" y="115389"/>
                </a:cubicBezTo>
                <a:lnTo>
                  <a:pt x="70204" y="3611"/>
                </a:lnTo>
                <a:lnTo>
                  <a:pt x="73714" y="3611"/>
                </a:lnTo>
                <a:lnTo>
                  <a:pt x="121052" y="116639"/>
                </a:lnTo>
                <a:cubicBezTo>
                  <a:pt x="124863" y="125690"/>
                  <a:pt x="128323" y="131565"/>
                  <a:pt x="131432" y="134262"/>
                </a:cubicBezTo>
                <a:cubicBezTo>
                  <a:pt x="134541" y="136958"/>
                  <a:pt x="138870" y="138471"/>
                  <a:pt x="144420" y="138804"/>
                </a:cubicBezTo>
                <a:lnTo>
                  <a:pt x="144420" y="142615"/>
                </a:lnTo>
                <a:lnTo>
                  <a:pt x="90764" y="142615"/>
                </a:lnTo>
                <a:lnTo>
                  <a:pt x="90764" y="138804"/>
                </a:lnTo>
                <a:cubicBezTo>
                  <a:pt x="96180" y="138538"/>
                  <a:pt x="99840" y="137640"/>
                  <a:pt x="101746" y="136108"/>
                </a:cubicBezTo>
                <a:cubicBezTo>
                  <a:pt x="103651" y="134577"/>
                  <a:pt x="104604" y="132713"/>
                  <a:pt x="104604" y="130517"/>
                </a:cubicBezTo>
                <a:cubicBezTo>
                  <a:pt x="104604" y="127588"/>
                  <a:pt x="103267" y="122962"/>
                  <a:pt x="100592" y="116639"/>
                </a:cubicBezTo>
                <a:lnTo>
                  <a:pt x="92369" y="97082"/>
                </a:lnTo>
                <a:moveTo>
                  <a:pt x="89560" y="89661"/>
                </a:moveTo>
                <a:lnTo>
                  <a:pt x="66493" y="34701"/>
                </a:lnTo>
                <a:lnTo>
                  <a:pt x="42824" y="89661"/>
                </a:lnTo>
                <a:lnTo>
                  <a:pt x="89560" y="89661"/>
                </a:lnTo>
                <a:close/>
                <a:moveTo>
                  <a:pt x="231138" y="107713"/>
                </a:moveTo>
                <a:cubicBezTo>
                  <a:pt x="228664" y="119815"/>
                  <a:pt x="223816" y="129125"/>
                  <a:pt x="216595" y="135644"/>
                </a:cubicBezTo>
                <a:cubicBezTo>
                  <a:pt x="209374" y="142163"/>
                  <a:pt x="201384" y="145423"/>
                  <a:pt x="192626" y="145423"/>
                </a:cubicBezTo>
                <a:cubicBezTo>
                  <a:pt x="182195" y="145423"/>
                  <a:pt x="173102" y="141049"/>
                  <a:pt x="165346" y="132300"/>
                </a:cubicBezTo>
                <a:cubicBezTo>
                  <a:pt x="157590" y="123550"/>
                  <a:pt x="153712" y="111727"/>
                  <a:pt x="153712" y="96831"/>
                </a:cubicBezTo>
                <a:cubicBezTo>
                  <a:pt x="153712" y="82404"/>
                  <a:pt x="158008" y="70683"/>
                  <a:pt x="166600" y="61667"/>
                </a:cubicBezTo>
                <a:cubicBezTo>
                  <a:pt x="175192" y="52649"/>
                  <a:pt x="185505" y="48140"/>
                  <a:pt x="197540" y="48140"/>
                </a:cubicBezTo>
                <a:cubicBezTo>
                  <a:pt x="206566" y="48140"/>
                  <a:pt x="213988" y="50539"/>
                  <a:pt x="219805" y="55336"/>
                </a:cubicBezTo>
                <a:cubicBezTo>
                  <a:pt x="225622" y="60131"/>
                  <a:pt x="228530" y="65111"/>
                  <a:pt x="228530" y="70276"/>
                </a:cubicBezTo>
                <a:cubicBezTo>
                  <a:pt x="228530" y="72825"/>
                  <a:pt x="227711" y="74889"/>
                  <a:pt x="226073" y="76466"/>
                </a:cubicBezTo>
                <a:cubicBezTo>
                  <a:pt x="224435" y="78041"/>
                  <a:pt x="222145" y="78829"/>
                  <a:pt x="219203" y="78829"/>
                </a:cubicBezTo>
                <a:cubicBezTo>
                  <a:pt x="215258" y="78829"/>
                  <a:pt x="212283" y="77548"/>
                  <a:pt x="210277" y="74987"/>
                </a:cubicBezTo>
                <a:cubicBezTo>
                  <a:pt x="209140" y="73570"/>
                  <a:pt x="208388" y="70873"/>
                  <a:pt x="208020" y="66894"/>
                </a:cubicBezTo>
                <a:cubicBezTo>
                  <a:pt x="207653" y="62916"/>
                  <a:pt x="206299" y="59882"/>
                  <a:pt x="203959" y="57793"/>
                </a:cubicBezTo>
                <a:cubicBezTo>
                  <a:pt x="201618" y="55770"/>
                  <a:pt x="198376" y="54759"/>
                  <a:pt x="194230" y="54759"/>
                </a:cubicBezTo>
                <a:cubicBezTo>
                  <a:pt x="187544" y="54759"/>
                  <a:pt x="182162" y="57233"/>
                  <a:pt x="178083" y="62181"/>
                </a:cubicBezTo>
                <a:cubicBezTo>
                  <a:pt x="172668" y="68733"/>
                  <a:pt x="169960" y="77392"/>
                  <a:pt x="169960" y="88156"/>
                </a:cubicBezTo>
                <a:cubicBezTo>
                  <a:pt x="169960" y="99121"/>
                  <a:pt x="172651" y="108800"/>
                  <a:pt x="178033" y="117191"/>
                </a:cubicBezTo>
                <a:cubicBezTo>
                  <a:pt x="183415" y="125582"/>
                  <a:pt x="190687" y="129777"/>
                  <a:pt x="199847" y="129777"/>
                </a:cubicBezTo>
                <a:cubicBezTo>
                  <a:pt x="206399" y="129777"/>
                  <a:pt x="212283" y="127537"/>
                  <a:pt x="217498" y="123058"/>
                </a:cubicBezTo>
                <a:cubicBezTo>
                  <a:pt x="221175" y="119982"/>
                  <a:pt x="224752" y="114399"/>
                  <a:pt x="228229" y="106309"/>
                </a:cubicBezTo>
                <a:lnTo>
                  <a:pt x="231138" y="107713"/>
                </a:lnTo>
                <a:close/>
                <a:moveTo>
                  <a:pt x="322334" y="107713"/>
                </a:moveTo>
                <a:cubicBezTo>
                  <a:pt x="319860" y="119815"/>
                  <a:pt x="315013" y="129125"/>
                  <a:pt x="307792" y="135644"/>
                </a:cubicBezTo>
                <a:cubicBezTo>
                  <a:pt x="300571" y="142163"/>
                  <a:pt x="292581" y="145423"/>
                  <a:pt x="283822" y="145423"/>
                </a:cubicBezTo>
                <a:cubicBezTo>
                  <a:pt x="273392" y="145423"/>
                  <a:pt x="264299" y="141049"/>
                  <a:pt x="256543" y="132300"/>
                </a:cubicBezTo>
                <a:cubicBezTo>
                  <a:pt x="248787" y="123550"/>
                  <a:pt x="244909" y="111727"/>
                  <a:pt x="244909" y="96831"/>
                </a:cubicBezTo>
                <a:cubicBezTo>
                  <a:pt x="244909" y="82404"/>
                  <a:pt x="249205" y="70683"/>
                  <a:pt x="257796" y="61667"/>
                </a:cubicBezTo>
                <a:cubicBezTo>
                  <a:pt x="266388" y="52649"/>
                  <a:pt x="276701" y="48140"/>
                  <a:pt x="288736" y="48140"/>
                </a:cubicBezTo>
                <a:cubicBezTo>
                  <a:pt x="297762" y="48140"/>
                  <a:pt x="305184" y="50539"/>
                  <a:pt x="311001" y="55336"/>
                </a:cubicBezTo>
                <a:cubicBezTo>
                  <a:pt x="316818" y="60131"/>
                  <a:pt x="319726" y="65111"/>
                  <a:pt x="319726" y="70276"/>
                </a:cubicBezTo>
                <a:cubicBezTo>
                  <a:pt x="319726" y="72825"/>
                  <a:pt x="318907" y="74889"/>
                  <a:pt x="317269" y="76466"/>
                </a:cubicBezTo>
                <a:cubicBezTo>
                  <a:pt x="315631" y="78041"/>
                  <a:pt x="313341" y="78829"/>
                  <a:pt x="310399" y="78829"/>
                </a:cubicBezTo>
                <a:cubicBezTo>
                  <a:pt x="306454" y="78829"/>
                  <a:pt x="303479" y="77548"/>
                  <a:pt x="301473" y="74987"/>
                </a:cubicBezTo>
                <a:cubicBezTo>
                  <a:pt x="300337" y="73570"/>
                  <a:pt x="299584" y="70873"/>
                  <a:pt x="299217" y="66894"/>
                </a:cubicBezTo>
                <a:cubicBezTo>
                  <a:pt x="298849" y="62916"/>
                  <a:pt x="297495" y="59882"/>
                  <a:pt x="295155" y="57793"/>
                </a:cubicBezTo>
                <a:cubicBezTo>
                  <a:pt x="292815" y="55770"/>
                  <a:pt x="289572" y="54759"/>
                  <a:pt x="285427" y="54759"/>
                </a:cubicBezTo>
                <a:cubicBezTo>
                  <a:pt x="278740" y="54759"/>
                  <a:pt x="273358" y="57233"/>
                  <a:pt x="269280" y="62181"/>
                </a:cubicBezTo>
                <a:cubicBezTo>
                  <a:pt x="263864" y="68733"/>
                  <a:pt x="261156" y="77392"/>
                  <a:pt x="261156" y="88156"/>
                </a:cubicBezTo>
                <a:cubicBezTo>
                  <a:pt x="261156" y="99121"/>
                  <a:pt x="263847" y="108800"/>
                  <a:pt x="269230" y="117191"/>
                </a:cubicBezTo>
                <a:cubicBezTo>
                  <a:pt x="274612" y="125582"/>
                  <a:pt x="281883" y="129777"/>
                  <a:pt x="291043" y="129777"/>
                </a:cubicBezTo>
                <a:cubicBezTo>
                  <a:pt x="297595" y="129777"/>
                  <a:pt x="303479" y="127537"/>
                  <a:pt x="308694" y="123058"/>
                </a:cubicBezTo>
                <a:cubicBezTo>
                  <a:pt x="312372" y="119982"/>
                  <a:pt x="315949" y="114399"/>
                  <a:pt x="319425" y="106309"/>
                </a:cubicBezTo>
                <a:lnTo>
                  <a:pt x="322334" y="107713"/>
                </a:lnTo>
                <a:close/>
                <a:moveTo>
                  <a:pt x="358871" y="0"/>
                </a:moveTo>
                <a:cubicBezTo>
                  <a:pt x="361679" y="0"/>
                  <a:pt x="364070" y="991"/>
                  <a:pt x="366042" y="2974"/>
                </a:cubicBezTo>
                <a:cubicBezTo>
                  <a:pt x="368015" y="4955"/>
                  <a:pt x="369001" y="7357"/>
                  <a:pt x="369001" y="10180"/>
                </a:cubicBezTo>
                <a:cubicBezTo>
                  <a:pt x="369001" y="13002"/>
                  <a:pt x="368015" y="15422"/>
                  <a:pt x="366042" y="17438"/>
                </a:cubicBezTo>
                <a:cubicBezTo>
                  <a:pt x="364070" y="19452"/>
                  <a:pt x="361679" y="20459"/>
                  <a:pt x="358871" y="20459"/>
                </a:cubicBezTo>
                <a:cubicBezTo>
                  <a:pt x="356063" y="20459"/>
                  <a:pt x="353656" y="19452"/>
                  <a:pt x="351650" y="17438"/>
                </a:cubicBezTo>
                <a:cubicBezTo>
                  <a:pt x="349645" y="15422"/>
                  <a:pt x="348642" y="13002"/>
                  <a:pt x="348642" y="10180"/>
                </a:cubicBezTo>
                <a:cubicBezTo>
                  <a:pt x="348642" y="7357"/>
                  <a:pt x="349628" y="4955"/>
                  <a:pt x="351600" y="2974"/>
                </a:cubicBezTo>
                <a:cubicBezTo>
                  <a:pt x="353573" y="991"/>
                  <a:pt x="355996" y="0"/>
                  <a:pt x="358871" y="0"/>
                </a:cubicBezTo>
                <a:moveTo>
                  <a:pt x="367196" y="48140"/>
                </a:moveTo>
                <a:lnTo>
                  <a:pt x="367196" y="121754"/>
                </a:lnTo>
                <a:cubicBezTo>
                  <a:pt x="367196" y="127537"/>
                  <a:pt x="367613" y="131388"/>
                  <a:pt x="368449" y="133306"/>
                </a:cubicBezTo>
                <a:cubicBezTo>
                  <a:pt x="369285" y="135222"/>
                  <a:pt x="370522" y="136651"/>
                  <a:pt x="372160" y="137594"/>
                </a:cubicBezTo>
                <a:cubicBezTo>
                  <a:pt x="373798" y="138534"/>
                  <a:pt x="376790" y="139004"/>
                  <a:pt x="381136" y="139004"/>
                </a:cubicBezTo>
                <a:lnTo>
                  <a:pt x="381136" y="142615"/>
                </a:lnTo>
                <a:lnTo>
                  <a:pt x="336506" y="142615"/>
                </a:lnTo>
                <a:lnTo>
                  <a:pt x="336506" y="139004"/>
                </a:lnTo>
                <a:cubicBezTo>
                  <a:pt x="340986" y="139004"/>
                  <a:pt x="343995" y="138567"/>
                  <a:pt x="345533" y="137694"/>
                </a:cubicBezTo>
                <a:cubicBezTo>
                  <a:pt x="347070" y="136819"/>
                  <a:pt x="348291" y="135373"/>
                  <a:pt x="349193" y="133356"/>
                </a:cubicBezTo>
                <a:cubicBezTo>
                  <a:pt x="350096" y="131338"/>
                  <a:pt x="350547" y="127471"/>
                  <a:pt x="350547" y="121754"/>
                </a:cubicBezTo>
                <a:lnTo>
                  <a:pt x="350547" y="86652"/>
                </a:lnTo>
                <a:cubicBezTo>
                  <a:pt x="350547" y="76648"/>
                  <a:pt x="350246" y="70169"/>
                  <a:pt x="349645" y="67214"/>
                </a:cubicBezTo>
                <a:cubicBezTo>
                  <a:pt x="349176" y="65064"/>
                  <a:pt x="348441" y="63571"/>
                  <a:pt x="347438" y="62736"/>
                </a:cubicBezTo>
                <a:cubicBezTo>
                  <a:pt x="346435" y="61898"/>
                  <a:pt x="345065" y="61479"/>
                  <a:pt x="343326" y="61479"/>
                </a:cubicBezTo>
                <a:cubicBezTo>
                  <a:pt x="341454" y="61479"/>
                  <a:pt x="339181" y="61980"/>
                  <a:pt x="336506" y="62983"/>
                </a:cubicBezTo>
                <a:lnTo>
                  <a:pt x="335102" y="59373"/>
                </a:lnTo>
                <a:lnTo>
                  <a:pt x="362783" y="48140"/>
                </a:lnTo>
                <a:lnTo>
                  <a:pt x="367196" y="48140"/>
                </a:lnTo>
                <a:close/>
                <a:moveTo>
                  <a:pt x="457492" y="132291"/>
                </a:moveTo>
                <a:cubicBezTo>
                  <a:pt x="453013" y="136969"/>
                  <a:pt x="448633" y="140328"/>
                  <a:pt x="444354" y="142367"/>
                </a:cubicBezTo>
                <a:cubicBezTo>
                  <a:pt x="440075" y="144404"/>
                  <a:pt x="435462" y="145423"/>
                  <a:pt x="430514" y="145423"/>
                </a:cubicBezTo>
                <a:cubicBezTo>
                  <a:pt x="420485" y="145423"/>
                  <a:pt x="411726" y="141237"/>
                  <a:pt x="404238" y="132864"/>
                </a:cubicBezTo>
                <a:cubicBezTo>
                  <a:pt x="396749" y="124490"/>
                  <a:pt x="393005" y="113730"/>
                  <a:pt x="393005" y="100583"/>
                </a:cubicBezTo>
                <a:cubicBezTo>
                  <a:pt x="393005" y="87439"/>
                  <a:pt x="397150" y="75412"/>
                  <a:pt x="405441" y="64503"/>
                </a:cubicBezTo>
                <a:cubicBezTo>
                  <a:pt x="413732" y="53594"/>
                  <a:pt x="424396" y="48140"/>
                  <a:pt x="437434" y="48140"/>
                </a:cubicBezTo>
                <a:cubicBezTo>
                  <a:pt x="445524" y="48140"/>
                  <a:pt x="452210" y="50713"/>
                  <a:pt x="457492" y="55859"/>
                </a:cubicBezTo>
                <a:lnTo>
                  <a:pt x="457492" y="38713"/>
                </a:lnTo>
                <a:cubicBezTo>
                  <a:pt x="457492" y="28259"/>
                  <a:pt x="457242" y="21834"/>
                  <a:pt x="456740" y="19438"/>
                </a:cubicBezTo>
                <a:cubicBezTo>
                  <a:pt x="456239" y="17041"/>
                  <a:pt x="455453" y="15409"/>
                  <a:pt x="454383" y="14542"/>
                </a:cubicBezTo>
                <a:cubicBezTo>
                  <a:pt x="453314" y="13673"/>
                  <a:pt x="451976" y="13238"/>
                  <a:pt x="450372" y="13238"/>
                </a:cubicBezTo>
                <a:cubicBezTo>
                  <a:pt x="448633" y="13238"/>
                  <a:pt x="446327" y="13773"/>
                  <a:pt x="443452" y="14843"/>
                </a:cubicBezTo>
                <a:lnTo>
                  <a:pt x="442148" y="11233"/>
                </a:lnTo>
                <a:lnTo>
                  <a:pt x="469527" y="0"/>
                </a:lnTo>
                <a:lnTo>
                  <a:pt x="474040" y="0"/>
                </a:lnTo>
                <a:lnTo>
                  <a:pt x="474040" y="106309"/>
                </a:lnTo>
                <a:cubicBezTo>
                  <a:pt x="474040" y="117030"/>
                  <a:pt x="474291" y="123572"/>
                  <a:pt x="474793" y="125935"/>
                </a:cubicBezTo>
                <a:cubicBezTo>
                  <a:pt x="475294" y="128298"/>
                  <a:pt x="476096" y="129948"/>
                  <a:pt x="477200" y="130884"/>
                </a:cubicBezTo>
                <a:cubicBezTo>
                  <a:pt x="478303" y="131818"/>
                  <a:pt x="479590" y="132285"/>
                  <a:pt x="481061" y="132285"/>
                </a:cubicBezTo>
                <a:cubicBezTo>
                  <a:pt x="482866" y="132285"/>
                  <a:pt x="485273" y="131716"/>
                  <a:pt x="488282" y="130580"/>
                </a:cubicBezTo>
                <a:lnTo>
                  <a:pt x="489385" y="134190"/>
                </a:lnTo>
                <a:lnTo>
                  <a:pt x="462106" y="145423"/>
                </a:lnTo>
                <a:lnTo>
                  <a:pt x="457492" y="145423"/>
                </a:lnTo>
                <a:lnTo>
                  <a:pt x="457492" y="132291"/>
                </a:lnTo>
                <a:moveTo>
                  <a:pt x="457492" y="125286"/>
                </a:moveTo>
                <a:lnTo>
                  <a:pt x="457492" y="78068"/>
                </a:lnTo>
                <a:cubicBezTo>
                  <a:pt x="457091" y="73531"/>
                  <a:pt x="455888" y="69397"/>
                  <a:pt x="453882" y="65663"/>
                </a:cubicBezTo>
                <a:cubicBezTo>
                  <a:pt x="451876" y="61927"/>
                  <a:pt x="449218" y="59109"/>
                  <a:pt x="445909" y="57210"/>
                </a:cubicBezTo>
                <a:cubicBezTo>
                  <a:pt x="442599" y="55309"/>
                  <a:pt x="439373" y="54358"/>
                  <a:pt x="436231" y="54358"/>
                </a:cubicBezTo>
                <a:cubicBezTo>
                  <a:pt x="430347" y="54358"/>
                  <a:pt x="425098" y="56993"/>
                  <a:pt x="420485" y="62262"/>
                </a:cubicBezTo>
                <a:cubicBezTo>
                  <a:pt x="414400" y="69197"/>
                  <a:pt x="411358" y="79334"/>
                  <a:pt x="411358" y="92673"/>
                </a:cubicBezTo>
                <a:cubicBezTo>
                  <a:pt x="411358" y="106145"/>
                  <a:pt x="414300" y="116467"/>
                  <a:pt x="420184" y="123638"/>
                </a:cubicBezTo>
                <a:cubicBezTo>
                  <a:pt x="426068" y="130806"/>
                  <a:pt x="432620" y="134391"/>
                  <a:pt x="439841" y="134391"/>
                </a:cubicBezTo>
                <a:cubicBezTo>
                  <a:pt x="445925" y="134391"/>
                  <a:pt x="451809" y="131356"/>
                  <a:pt x="457492" y="125286"/>
                </a:cubicBezTo>
                <a:close/>
                <a:moveTo>
                  <a:pt x="510747" y="85448"/>
                </a:moveTo>
                <a:cubicBezTo>
                  <a:pt x="510680" y="99025"/>
                  <a:pt x="513990" y="109674"/>
                  <a:pt x="520676" y="117394"/>
                </a:cubicBezTo>
                <a:cubicBezTo>
                  <a:pt x="527362" y="125115"/>
                  <a:pt x="535218" y="128975"/>
                  <a:pt x="544245" y="128975"/>
                </a:cubicBezTo>
                <a:cubicBezTo>
                  <a:pt x="550262" y="128975"/>
                  <a:pt x="555494" y="127313"/>
                  <a:pt x="559940" y="123989"/>
                </a:cubicBezTo>
                <a:cubicBezTo>
                  <a:pt x="564386" y="120664"/>
                  <a:pt x="568114" y="114972"/>
                  <a:pt x="571123" y="106911"/>
                </a:cubicBezTo>
                <a:lnTo>
                  <a:pt x="574232" y="108926"/>
                </a:lnTo>
                <a:cubicBezTo>
                  <a:pt x="572828" y="118134"/>
                  <a:pt x="568749" y="126519"/>
                  <a:pt x="561996" y="134080"/>
                </a:cubicBezTo>
                <a:cubicBezTo>
                  <a:pt x="555243" y="141642"/>
                  <a:pt x="546785" y="145423"/>
                  <a:pt x="536622" y="145423"/>
                </a:cubicBezTo>
                <a:cubicBezTo>
                  <a:pt x="525590" y="145423"/>
                  <a:pt x="516146" y="141136"/>
                  <a:pt x="508290" y="132563"/>
                </a:cubicBezTo>
                <a:cubicBezTo>
                  <a:pt x="500434" y="123989"/>
                  <a:pt x="496506" y="112461"/>
                  <a:pt x="496506" y="97982"/>
                </a:cubicBezTo>
                <a:cubicBezTo>
                  <a:pt x="496506" y="82303"/>
                  <a:pt x="500534" y="70077"/>
                  <a:pt x="508591" y="61303"/>
                </a:cubicBezTo>
                <a:cubicBezTo>
                  <a:pt x="516648" y="52528"/>
                  <a:pt x="526760" y="48140"/>
                  <a:pt x="538929" y="48140"/>
                </a:cubicBezTo>
                <a:cubicBezTo>
                  <a:pt x="549226" y="48140"/>
                  <a:pt x="557684" y="51525"/>
                  <a:pt x="564303" y="58294"/>
                </a:cubicBezTo>
                <a:cubicBezTo>
                  <a:pt x="570922" y="65062"/>
                  <a:pt x="574232" y="74113"/>
                  <a:pt x="574232" y="85448"/>
                </a:cubicBezTo>
                <a:lnTo>
                  <a:pt x="510747" y="85448"/>
                </a:lnTo>
                <a:moveTo>
                  <a:pt x="510747" y="79631"/>
                </a:moveTo>
                <a:lnTo>
                  <a:pt x="553271" y="79631"/>
                </a:lnTo>
                <a:cubicBezTo>
                  <a:pt x="552937" y="73796"/>
                  <a:pt x="552234" y="69685"/>
                  <a:pt x="551165" y="67299"/>
                </a:cubicBezTo>
                <a:cubicBezTo>
                  <a:pt x="549493" y="63584"/>
                  <a:pt x="547003" y="60666"/>
                  <a:pt x="543693" y="58545"/>
                </a:cubicBezTo>
                <a:cubicBezTo>
                  <a:pt x="540383" y="56422"/>
                  <a:pt x="536923" y="55361"/>
                  <a:pt x="533313" y="55361"/>
                </a:cubicBezTo>
                <a:cubicBezTo>
                  <a:pt x="527763" y="55361"/>
                  <a:pt x="522799" y="57499"/>
                  <a:pt x="518419" y="61776"/>
                </a:cubicBezTo>
                <a:cubicBezTo>
                  <a:pt x="514040" y="66053"/>
                  <a:pt x="511483" y="72005"/>
                  <a:pt x="510747" y="79631"/>
                </a:cubicBezTo>
                <a:close/>
                <a:moveTo>
                  <a:pt x="613276" y="67496"/>
                </a:moveTo>
                <a:cubicBezTo>
                  <a:pt x="624041" y="54592"/>
                  <a:pt x="634304" y="48140"/>
                  <a:pt x="644066" y="48140"/>
                </a:cubicBezTo>
                <a:cubicBezTo>
                  <a:pt x="649080" y="48140"/>
                  <a:pt x="653393" y="49390"/>
                  <a:pt x="657004" y="51891"/>
                </a:cubicBezTo>
                <a:cubicBezTo>
                  <a:pt x="660614" y="54390"/>
                  <a:pt x="663489" y="58508"/>
                  <a:pt x="665629" y="64243"/>
                </a:cubicBezTo>
                <a:cubicBezTo>
                  <a:pt x="667100" y="68244"/>
                  <a:pt x="667835" y="74379"/>
                  <a:pt x="667835" y="82647"/>
                </a:cubicBezTo>
                <a:lnTo>
                  <a:pt x="667835" y="121754"/>
                </a:lnTo>
                <a:cubicBezTo>
                  <a:pt x="667835" y="127604"/>
                  <a:pt x="668303" y="131572"/>
                  <a:pt x="669239" y="133657"/>
                </a:cubicBezTo>
                <a:cubicBezTo>
                  <a:pt x="669975" y="135339"/>
                  <a:pt x="671161" y="136651"/>
                  <a:pt x="672799" y="137594"/>
                </a:cubicBezTo>
                <a:cubicBezTo>
                  <a:pt x="674438" y="138534"/>
                  <a:pt x="677463" y="139004"/>
                  <a:pt x="681876" y="139004"/>
                </a:cubicBezTo>
                <a:lnTo>
                  <a:pt x="681876" y="142615"/>
                </a:lnTo>
                <a:lnTo>
                  <a:pt x="636444" y="142615"/>
                </a:lnTo>
                <a:lnTo>
                  <a:pt x="636444" y="139004"/>
                </a:lnTo>
                <a:lnTo>
                  <a:pt x="638349" y="139004"/>
                </a:lnTo>
                <a:cubicBezTo>
                  <a:pt x="642628" y="139004"/>
                  <a:pt x="645620" y="138349"/>
                  <a:pt x="647325" y="137039"/>
                </a:cubicBezTo>
                <a:cubicBezTo>
                  <a:pt x="649030" y="135727"/>
                  <a:pt x="650217" y="133793"/>
                  <a:pt x="650886" y="131238"/>
                </a:cubicBezTo>
                <a:cubicBezTo>
                  <a:pt x="651153" y="130229"/>
                  <a:pt x="651287" y="127067"/>
                  <a:pt x="651287" y="121754"/>
                </a:cubicBezTo>
                <a:lnTo>
                  <a:pt x="651287" y="84207"/>
                </a:lnTo>
                <a:cubicBezTo>
                  <a:pt x="651287" y="75862"/>
                  <a:pt x="650200" y="69804"/>
                  <a:pt x="648027" y="66033"/>
                </a:cubicBezTo>
                <a:cubicBezTo>
                  <a:pt x="645854" y="62261"/>
                  <a:pt x="642194" y="60376"/>
                  <a:pt x="637046" y="60376"/>
                </a:cubicBezTo>
                <a:cubicBezTo>
                  <a:pt x="629089" y="60376"/>
                  <a:pt x="621166" y="64721"/>
                  <a:pt x="613276" y="73413"/>
                </a:cubicBezTo>
                <a:lnTo>
                  <a:pt x="613276" y="121754"/>
                </a:lnTo>
                <a:cubicBezTo>
                  <a:pt x="613276" y="128008"/>
                  <a:pt x="613644" y="131875"/>
                  <a:pt x="614380" y="133356"/>
                </a:cubicBezTo>
                <a:cubicBezTo>
                  <a:pt x="615316" y="135306"/>
                  <a:pt x="616603" y="136735"/>
                  <a:pt x="618241" y="137644"/>
                </a:cubicBezTo>
                <a:cubicBezTo>
                  <a:pt x="619879" y="138551"/>
                  <a:pt x="623205" y="139004"/>
                  <a:pt x="628220" y="139004"/>
                </a:cubicBezTo>
                <a:lnTo>
                  <a:pt x="628220" y="142615"/>
                </a:lnTo>
                <a:lnTo>
                  <a:pt x="582788" y="142615"/>
                </a:lnTo>
                <a:lnTo>
                  <a:pt x="582788" y="139004"/>
                </a:lnTo>
                <a:lnTo>
                  <a:pt x="584794" y="139004"/>
                </a:lnTo>
                <a:cubicBezTo>
                  <a:pt x="589474" y="139004"/>
                  <a:pt x="592633" y="137811"/>
                  <a:pt x="594271" y="135425"/>
                </a:cubicBezTo>
                <a:cubicBezTo>
                  <a:pt x="595909" y="133037"/>
                  <a:pt x="596728" y="128480"/>
                  <a:pt x="596728" y="121754"/>
                </a:cubicBezTo>
                <a:lnTo>
                  <a:pt x="596728" y="87855"/>
                </a:lnTo>
                <a:cubicBezTo>
                  <a:pt x="596728" y="76823"/>
                  <a:pt x="596478" y="70104"/>
                  <a:pt x="595976" y="67697"/>
                </a:cubicBezTo>
                <a:cubicBezTo>
                  <a:pt x="595475" y="65290"/>
                  <a:pt x="594706" y="63652"/>
                  <a:pt x="593669" y="62783"/>
                </a:cubicBezTo>
                <a:cubicBezTo>
                  <a:pt x="592633" y="61913"/>
                  <a:pt x="591246" y="61479"/>
                  <a:pt x="589507" y="61479"/>
                </a:cubicBezTo>
                <a:cubicBezTo>
                  <a:pt x="587635" y="61479"/>
                  <a:pt x="585395" y="61980"/>
                  <a:pt x="582788" y="62983"/>
                </a:cubicBezTo>
                <a:lnTo>
                  <a:pt x="581283" y="59373"/>
                </a:lnTo>
                <a:lnTo>
                  <a:pt x="608964" y="48140"/>
                </a:lnTo>
                <a:lnTo>
                  <a:pt x="613276" y="48140"/>
                </a:lnTo>
                <a:lnTo>
                  <a:pt x="613276" y="67496"/>
                </a:lnTo>
                <a:close/>
                <a:moveTo>
                  <a:pt x="715875" y="20459"/>
                </a:moveTo>
                <a:lnTo>
                  <a:pt x="715875" y="50748"/>
                </a:lnTo>
                <a:lnTo>
                  <a:pt x="737337" y="50748"/>
                </a:lnTo>
                <a:lnTo>
                  <a:pt x="737337" y="57567"/>
                </a:lnTo>
                <a:lnTo>
                  <a:pt x="715875" y="57768"/>
                </a:lnTo>
                <a:lnTo>
                  <a:pt x="715875" y="117423"/>
                </a:lnTo>
                <a:cubicBezTo>
                  <a:pt x="715875" y="123380"/>
                  <a:pt x="716727" y="127396"/>
                  <a:pt x="718432" y="129473"/>
                </a:cubicBezTo>
                <a:cubicBezTo>
                  <a:pt x="720137" y="131548"/>
                  <a:pt x="722327" y="132585"/>
                  <a:pt x="725001" y="132585"/>
                </a:cubicBezTo>
                <a:cubicBezTo>
                  <a:pt x="727208" y="132585"/>
                  <a:pt x="729347" y="131892"/>
                  <a:pt x="731420" y="130504"/>
                </a:cubicBezTo>
                <a:cubicBezTo>
                  <a:pt x="733493" y="129117"/>
                  <a:pt x="735097" y="127069"/>
                  <a:pt x="736234" y="124362"/>
                </a:cubicBezTo>
                <a:lnTo>
                  <a:pt x="740145" y="124362"/>
                </a:lnTo>
                <a:cubicBezTo>
                  <a:pt x="737805" y="130947"/>
                  <a:pt x="734495" y="135903"/>
                  <a:pt x="730216" y="139230"/>
                </a:cubicBezTo>
                <a:cubicBezTo>
                  <a:pt x="725937" y="142556"/>
                  <a:pt x="721524" y="144219"/>
                  <a:pt x="716978" y="144219"/>
                </a:cubicBezTo>
                <a:cubicBezTo>
                  <a:pt x="713902" y="144219"/>
                  <a:pt x="710894" y="143364"/>
                  <a:pt x="707952" y="141652"/>
                </a:cubicBezTo>
                <a:cubicBezTo>
                  <a:pt x="705010" y="139941"/>
                  <a:pt x="702837" y="137492"/>
                  <a:pt x="701433" y="134306"/>
                </a:cubicBezTo>
                <a:cubicBezTo>
                  <a:pt x="700029" y="131120"/>
                  <a:pt x="699327" y="126205"/>
                  <a:pt x="699327" y="119563"/>
                </a:cubicBezTo>
                <a:lnTo>
                  <a:pt x="699327" y="57567"/>
                </a:lnTo>
                <a:lnTo>
                  <a:pt x="684784" y="57567"/>
                </a:lnTo>
                <a:lnTo>
                  <a:pt x="684784" y="54352"/>
                </a:lnTo>
                <a:cubicBezTo>
                  <a:pt x="688462" y="52889"/>
                  <a:pt x="692223" y="50413"/>
                  <a:pt x="696067" y="46924"/>
                </a:cubicBezTo>
                <a:cubicBezTo>
                  <a:pt x="699912" y="43435"/>
                  <a:pt x="703338" y="39276"/>
                  <a:pt x="706347" y="34447"/>
                </a:cubicBezTo>
                <a:cubicBezTo>
                  <a:pt x="707885" y="31898"/>
                  <a:pt x="710024" y="27235"/>
                  <a:pt x="712766" y="20459"/>
                </a:cubicBezTo>
                <a:lnTo>
                  <a:pt x="715875" y="2045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BB9770-FF37-4ACC-8081-C857E73D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9837" y="840630"/>
            <a:ext cx="235847" cy="10"/>
          </a:xfrm>
          <a:custGeom xmlns:a="http://schemas.openxmlformats.org/drawingml/2006/main">
            <a:pathLst>
              <a:path w="235847" h="1" fill="none">
                <a:moveTo>
                  <a:pt x="0" y="0"/>
                </a:moveTo>
                <a:lnTo>
                  <a:pt x="2358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33" cap="flat">
            <a:solidFill>
              <a:srgbClr val="231F2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09D922-745B-410A-9207-B1BB805C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673" y="773842"/>
            <a:ext cx="183522" cy="133577"/>
          </a:xfrm>
          <a:custGeom xmlns:a="http://schemas.openxmlformats.org/drawingml/2006/main">
            <a:pathLst>
              <a:path w="183522" h="133577">
                <a:moveTo>
                  <a:pt x="183522" y="66788"/>
                </a:moveTo>
                <a:lnTo>
                  <a:pt x="0" y="0"/>
                </a:lnTo>
                <a:lnTo>
                  <a:pt x="0" y="133577"/>
                </a:lnTo>
                <a:lnTo>
                  <a:pt x="183522" y="6678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241D0B-1868-4AA5-8632-E85E170C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030" y="4106014"/>
            <a:ext cx="514537" cy="10"/>
          </a:xfrm>
          <a:custGeom xmlns:a="http://schemas.openxmlformats.org/drawingml/2006/main">
            <a:pathLst>
              <a:path w="514537" h="1" fill="none">
                <a:moveTo>
                  <a:pt x="0" y="0"/>
                </a:moveTo>
                <a:lnTo>
                  <a:pt x="5145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E915ED-CB03-4488-84E5-72AC4703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047" y="4062333"/>
            <a:ext cx="120020" cy="87362"/>
          </a:xfrm>
          <a:custGeom xmlns:a="http://schemas.openxmlformats.org/drawingml/2006/main">
            <a:pathLst>
              <a:path w="120020" h="87362">
                <a:moveTo>
                  <a:pt x="120020" y="43681"/>
                </a:moveTo>
                <a:lnTo>
                  <a:pt x="0" y="0"/>
                </a:lnTo>
                <a:lnTo>
                  <a:pt x="0" y="87362"/>
                </a:lnTo>
                <a:lnTo>
                  <a:pt x="120020" y="4368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692CE9-02B7-4591-B893-53B9A161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28" y="2840952"/>
            <a:ext cx="2564023" cy="2242098"/>
          </a:xfrm>
          <a:custGeom xmlns:a="http://schemas.openxmlformats.org/drawingml/2006/main">
            <a:pathLst>
              <a:path w="2564023" h="2242098">
                <a:moveTo>
                  <a:pt x="67443" y="11766"/>
                </a:moveTo>
                <a:lnTo>
                  <a:pt x="61490" y="15487"/>
                </a:lnTo>
                <a:lnTo>
                  <a:pt x="55746" y="19500"/>
                </a:lnTo>
                <a:lnTo>
                  <a:pt x="50222" y="23795"/>
                </a:lnTo>
                <a:lnTo>
                  <a:pt x="44929" y="28359"/>
                </a:lnTo>
                <a:lnTo>
                  <a:pt x="39876" y="33185"/>
                </a:lnTo>
                <a:lnTo>
                  <a:pt x="35074" y="38260"/>
                </a:lnTo>
                <a:lnTo>
                  <a:pt x="30534" y="43575"/>
                </a:lnTo>
                <a:lnTo>
                  <a:pt x="26265" y="49120"/>
                </a:lnTo>
                <a:lnTo>
                  <a:pt x="22279" y="54884"/>
                </a:lnTo>
                <a:lnTo>
                  <a:pt x="18584" y="60856"/>
                </a:lnTo>
                <a:lnTo>
                  <a:pt x="15193" y="67027"/>
                </a:lnTo>
                <a:lnTo>
                  <a:pt x="12115" y="73386"/>
                </a:lnTo>
                <a:lnTo>
                  <a:pt x="9360" y="79923"/>
                </a:lnTo>
                <a:lnTo>
                  <a:pt x="6939" y="86628"/>
                </a:lnTo>
                <a:lnTo>
                  <a:pt x="4862" y="93489"/>
                </a:lnTo>
                <a:lnTo>
                  <a:pt x="3139" y="100498"/>
                </a:lnTo>
                <a:lnTo>
                  <a:pt x="1781" y="107643"/>
                </a:lnTo>
                <a:lnTo>
                  <a:pt x="799" y="114914"/>
                </a:lnTo>
                <a:lnTo>
                  <a:pt x="201" y="122301"/>
                </a:lnTo>
                <a:lnTo>
                  <a:pt x="0" y="129794"/>
                </a:lnTo>
                <a:lnTo>
                  <a:pt x="0" y="2112338"/>
                </a:lnTo>
                <a:lnTo>
                  <a:pt x="201" y="2119825"/>
                </a:lnTo>
                <a:lnTo>
                  <a:pt x="798" y="2127206"/>
                </a:lnTo>
                <a:lnTo>
                  <a:pt x="1780" y="2134473"/>
                </a:lnTo>
                <a:lnTo>
                  <a:pt x="3138" y="2141614"/>
                </a:lnTo>
                <a:lnTo>
                  <a:pt x="4859" y="2148618"/>
                </a:lnTo>
                <a:lnTo>
                  <a:pt x="6935" y="2155477"/>
                </a:lnTo>
                <a:lnTo>
                  <a:pt x="9355" y="2162179"/>
                </a:lnTo>
                <a:lnTo>
                  <a:pt x="12109" y="2168714"/>
                </a:lnTo>
                <a:lnTo>
                  <a:pt x="15186" y="2175071"/>
                </a:lnTo>
                <a:lnTo>
                  <a:pt x="18575" y="2181241"/>
                </a:lnTo>
                <a:lnTo>
                  <a:pt x="22268" y="2187213"/>
                </a:lnTo>
                <a:lnTo>
                  <a:pt x="26252" y="2192976"/>
                </a:lnTo>
                <a:lnTo>
                  <a:pt x="30519" y="2198520"/>
                </a:lnTo>
                <a:lnTo>
                  <a:pt x="35057" y="2203835"/>
                </a:lnTo>
                <a:lnTo>
                  <a:pt x="39856" y="2208910"/>
                </a:lnTo>
                <a:lnTo>
                  <a:pt x="44906" y="2213736"/>
                </a:lnTo>
                <a:lnTo>
                  <a:pt x="50196" y="2218301"/>
                </a:lnTo>
                <a:lnTo>
                  <a:pt x="55717" y="2222595"/>
                </a:lnTo>
                <a:lnTo>
                  <a:pt x="61458" y="2226609"/>
                </a:lnTo>
                <a:lnTo>
                  <a:pt x="67408" y="2230331"/>
                </a:lnTo>
                <a:lnTo>
                  <a:pt x="73557" y="2233751"/>
                </a:lnTo>
                <a:lnTo>
                  <a:pt x="79895" y="2236859"/>
                </a:lnTo>
                <a:lnTo>
                  <a:pt x="86412" y="2239645"/>
                </a:lnTo>
                <a:lnTo>
                  <a:pt x="93096" y="2242098"/>
                </a:lnTo>
                <a:lnTo>
                  <a:pt x="2470927" y="2242098"/>
                </a:lnTo>
                <a:lnTo>
                  <a:pt x="2477612" y="2239645"/>
                </a:lnTo>
                <a:lnTo>
                  <a:pt x="2484128" y="2236859"/>
                </a:lnTo>
                <a:lnTo>
                  <a:pt x="2490466" y="2233751"/>
                </a:lnTo>
                <a:lnTo>
                  <a:pt x="2496616" y="2230331"/>
                </a:lnTo>
                <a:lnTo>
                  <a:pt x="2502566" y="2226609"/>
                </a:lnTo>
                <a:lnTo>
                  <a:pt x="2508306" y="2222595"/>
                </a:lnTo>
                <a:lnTo>
                  <a:pt x="2513827" y="2218301"/>
                </a:lnTo>
                <a:lnTo>
                  <a:pt x="2519117" y="2213736"/>
                </a:lnTo>
                <a:lnTo>
                  <a:pt x="2524167" y="2208910"/>
                </a:lnTo>
                <a:lnTo>
                  <a:pt x="2528967" y="2203835"/>
                </a:lnTo>
                <a:lnTo>
                  <a:pt x="2533505" y="2198520"/>
                </a:lnTo>
                <a:lnTo>
                  <a:pt x="2537771" y="2192976"/>
                </a:lnTo>
                <a:lnTo>
                  <a:pt x="2541756" y="2187213"/>
                </a:lnTo>
                <a:lnTo>
                  <a:pt x="2545448" y="2181241"/>
                </a:lnTo>
                <a:lnTo>
                  <a:pt x="2548838" y="2175071"/>
                </a:lnTo>
                <a:lnTo>
                  <a:pt x="2551914" y="2168714"/>
                </a:lnTo>
                <a:lnTo>
                  <a:pt x="2554668" y="2162179"/>
                </a:lnTo>
                <a:lnTo>
                  <a:pt x="2557088" y="2155477"/>
                </a:lnTo>
                <a:lnTo>
                  <a:pt x="2559164" y="2148618"/>
                </a:lnTo>
                <a:lnTo>
                  <a:pt x="2560886" y="2141614"/>
                </a:lnTo>
                <a:lnTo>
                  <a:pt x="2562243" y="2134473"/>
                </a:lnTo>
                <a:lnTo>
                  <a:pt x="2563225" y="2127206"/>
                </a:lnTo>
                <a:lnTo>
                  <a:pt x="2563822" y="2119825"/>
                </a:lnTo>
                <a:lnTo>
                  <a:pt x="2564023" y="2112338"/>
                </a:lnTo>
                <a:lnTo>
                  <a:pt x="2564023" y="129794"/>
                </a:lnTo>
                <a:lnTo>
                  <a:pt x="2563822" y="122301"/>
                </a:lnTo>
                <a:lnTo>
                  <a:pt x="2563225" y="114914"/>
                </a:lnTo>
                <a:lnTo>
                  <a:pt x="2562242" y="107643"/>
                </a:lnTo>
                <a:lnTo>
                  <a:pt x="2560884" y="100498"/>
                </a:lnTo>
                <a:lnTo>
                  <a:pt x="2559162" y="93489"/>
                </a:lnTo>
                <a:lnTo>
                  <a:pt x="2557085" y="86628"/>
                </a:lnTo>
                <a:lnTo>
                  <a:pt x="2554664" y="79923"/>
                </a:lnTo>
                <a:lnTo>
                  <a:pt x="2551909" y="73386"/>
                </a:lnTo>
                <a:lnTo>
                  <a:pt x="2548830" y="67027"/>
                </a:lnTo>
                <a:lnTo>
                  <a:pt x="2545439" y="60856"/>
                </a:lnTo>
                <a:lnTo>
                  <a:pt x="2541745" y="54884"/>
                </a:lnTo>
                <a:lnTo>
                  <a:pt x="2537758" y="49120"/>
                </a:lnTo>
                <a:lnTo>
                  <a:pt x="2533490" y="43575"/>
                </a:lnTo>
                <a:lnTo>
                  <a:pt x="2528949" y="38260"/>
                </a:lnTo>
                <a:lnTo>
                  <a:pt x="2524147" y="33185"/>
                </a:lnTo>
                <a:lnTo>
                  <a:pt x="2519095" y="28359"/>
                </a:lnTo>
                <a:lnTo>
                  <a:pt x="2513801" y="23795"/>
                </a:lnTo>
                <a:lnTo>
                  <a:pt x="2508277" y="19500"/>
                </a:lnTo>
                <a:lnTo>
                  <a:pt x="2502533" y="15487"/>
                </a:lnTo>
                <a:lnTo>
                  <a:pt x="2496580" y="11766"/>
                </a:lnTo>
                <a:lnTo>
                  <a:pt x="2490427" y="8346"/>
                </a:lnTo>
                <a:lnTo>
                  <a:pt x="2484085" y="5238"/>
                </a:lnTo>
                <a:lnTo>
                  <a:pt x="2477565" y="2453"/>
                </a:lnTo>
                <a:lnTo>
                  <a:pt x="2470876" y="0"/>
                </a:lnTo>
                <a:lnTo>
                  <a:pt x="93148" y="0"/>
                </a:lnTo>
                <a:lnTo>
                  <a:pt x="86459" y="2453"/>
                </a:lnTo>
                <a:lnTo>
                  <a:pt x="79938" y="5238"/>
                </a:lnTo>
                <a:lnTo>
                  <a:pt x="73596" y="8346"/>
                </a:lnTo>
                <a:lnTo>
                  <a:pt x="67443" y="117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6B02AF-C6A5-48F7-8971-56393F93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28" y="2840952"/>
            <a:ext cx="2564023" cy="2242098"/>
          </a:xfrm>
          <a:custGeom xmlns:a="http://schemas.openxmlformats.org/drawingml/2006/main">
            <a:pathLst>
              <a:path w="2564023" h="2242098">
                <a:moveTo>
                  <a:pt x="67443" y="11766"/>
                </a:moveTo>
                <a:lnTo>
                  <a:pt x="61490" y="15487"/>
                </a:lnTo>
                <a:lnTo>
                  <a:pt x="55746" y="19500"/>
                </a:lnTo>
                <a:lnTo>
                  <a:pt x="50222" y="23795"/>
                </a:lnTo>
                <a:lnTo>
                  <a:pt x="44929" y="28359"/>
                </a:lnTo>
                <a:lnTo>
                  <a:pt x="39876" y="33185"/>
                </a:lnTo>
                <a:lnTo>
                  <a:pt x="35074" y="38260"/>
                </a:lnTo>
                <a:lnTo>
                  <a:pt x="30534" y="43575"/>
                </a:lnTo>
                <a:lnTo>
                  <a:pt x="26265" y="49120"/>
                </a:lnTo>
                <a:lnTo>
                  <a:pt x="22279" y="54884"/>
                </a:lnTo>
                <a:lnTo>
                  <a:pt x="18584" y="60856"/>
                </a:lnTo>
                <a:lnTo>
                  <a:pt x="15193" y="67027"/>
                </a:lnTo>
                <a:lnTo>
                  <a:pt x="12115" y="73386"/>
                </a:lnTo>
                <a:lnTo>
                  <a:pt x="9360" y="79923"/>
                </a:lnTo>
                <a:lnTo>
                  <a:pt x="6939" y="86628"/>
                </a:lnTo>
                <a:lnTo>
                  <a:pt x="4862" y="93489"/>
                </a:lnTo>
                <a:lnTo>
                  <a:pt x="3139" y="100498"/>
                </a:lnTo>
                <a:lnTo>
                  <a:pt x="1781" y="107643"/>
                </a:lnTo>
                <a:lnTo>
                  <a:pt x="799" y="114914"/>
                </a:lnTo>
                <a:lnTo>
                  <a:pt x="201" y="122301"/>
                </a:lnTo>
                <a:lnTo>
                  <a:pt x="0" y="129794"/>
                </a:lnTo>
                <a:lnTo>
                  <a:pt x="0" y="2112338"/>
                </a:lnTo>
                <a:lnTo>
                  <a:pt x="201" y="2119825"/>
                </a:lnTo>
                <a:lnTo>
                  <a:pt x="798" y="2127206"/>
                </a:lnTo>
                <a:lnTo>
                  <a:pt x="1780" y="2134473"/>
                </a:lnTo>
                <a:lnTo>
                  <a:pt x="3138" y="2141614"/>
                </a:lnTo>
                <a:lnTo>
                  <a:pt x="4859" y="2148618"/>
                </a:lnTo>
                <a:lnTo>
                  <a:pt x="6935" y="2155477"/>
                </a:lnTo>
                <a:lnTo>
                  <a:pt x="9355" y="2162179"/>
                </a:lnTo>
                <a:lnTo>
                  <a:pt x="12109" y="2168714"/>
                </a:lnTo>
                <a:lnTo>
                  <a:pt x="15186" y="2175071"/>
                </a:lnTo>
                <a:lnTo>
                  <a:pt x="18575" y="2181241"/>
                </a:lnTo>
                <a:lnTo>
                  <a:pt x="22268" y="2187213"/>
                </a:lnTo>
                <a:lnTo>
                  <a:pt x="26252" y="2192976"/>
                </a:lnTo>
                <a:lnTo>
                  <a:pt x="30519" y="2198520"/>
                </a:lnTo>
                <a:lnTo>
                  <a:pt x="35057" y="2203835"/>
                </a:lnTo>
                <a:lnTo>
                  <a:pt x="39856" y="2208910"/>
                </a:lnTo>
                <a:lnTo>
                  <a:pt x="44906" y="2213736"/>
                </a:lnTo>
                <a:lnTo>
                  <a:pt x="50196" y="2218301"/>
                </a:lnTo>
                <a:lnTo>
                  <a:pt x="55717" y="2222595"/>
                </a:lnTo>
                <a:lnTo>
                  <a:pt x="61458" y="2226609"/>
                </a:lnTo>
                <a:lnTo>
                  <a:pt x="67408" y="2230331"/>
                </a:lnTo>
                <a:lnTo>
                  <a:pt x="73557" y="2233751"/>
                </a:lnTo>
                <a:lnTo>
                  <a:pt x="79895" y="2236859"/>
                </a:lnTo>
                <a:lnTo>
                  <a:pt x="86412" y="2239645"/>
                </a:lnTo>
                <a:lnTo>
                  <a:pt x="93096" y="2242098"/>
                </a:lnTo>
                <a:lnTo>
                  <a:pt x="2470927" y="2242098"/>
                </a:lnTo>
                <a:lnTo>
                  <a:pt x="2477612" y="2239645"/>
                </a:lnTo>
                <a:lnTo>
                  <a:pt x="2484128" y="2236859"/>
                </a:lnTo>
                <a:lnTo>
                  <a:pt x="2490466" y="2233751"/>
                </a:lnTo>
                <a:lnTo>
                  <a:pt x="2496616" y="2230331"/>
                </a:lnTo>
                <a:lnTo>
                  <a:pt x="2502566" y="2226609"/>
                </a:lnTo>
                <a:lnTo>
                  <a:pt x="2508306" y="2222595"/>
                </a:lnTo>
                <a:lnTo>
                  <a:pt x="2513827" y="2218301"/>
                </a:lnTo>
                <a:lnTo>
                  <a:pt x="2519117" y="2213736"/>
                </a:lnTo>
                <a:lnTo>
                  <a:pt x="2524167" y="2208910"/>
                </a:lnTo>
                <a:lnTo>
                  <a:pt x="2528967" y="2203835"/>
                </a:lnTo>
                <a:lnTo>
                  <a:pt x="2533505" y="2198520"/>
                </a:lnTo>
                <a:lnTo>
                  <a:pt x="2537771" y="2192976"/>
                </a:lnTo>
                <a:lnTo>
                  <a:pt x="2541756" y="2187213"/>
                </a:lnTo>
                <a:lnTo>
                  <a:pt x="2545448" y="2181241"/>
                </a:lnTo>
                <a:lnTo>
                  <a:pt x="2548838" y="2175071"/>
                </a:lnTo>
                <a:lnTo>
                  <a:pt x="2551914" y="2168714"/>
                </a:lnTo>
                <a:lnTo>
                  <a:pt x="2554668" y="2162179"/>
                </a:lnTo>
                <a:lnTo>
                  <a:pt x="2557088" y="2155477"/>
                </a:lnTo>
                <a:lnTo>
                  <a:pt x="2559164" y="2148618"/>
                </a:lnTo>
                <a:lnTo>
                  <a:pt x="2560886" y="2141614"/>
                </a:lnTo>
                <a:lnTo>
                  <a:pt x="2562243" y="2134473"/>
                </a:lnTo>
                <a:lnTo>
                  <a:pt x="2563225" y="2127206"/>
                </a:lnTo>
                <a:lnTo>
                  <a:pt x="2563822" y="2119825"/>
                </a:lnTo>
                <a:lnTo>
                  <a:pt x="2564023" y="2112338"/>
                </a:lnTo>
                <a:lnTo>
                  <a:pt x="2564023" y="129794"/>
                </a:lnTo>
                <a:lnTo>
                  <a:pt x="2563822" y="122301"/>
                </a:lnTo>
                <a:lnTo>
                  <a:pt x="2563225" y="114914"/>
                </a:lnTo>
                <a:lnTo>
                  <a:pt x="2562242" y="107643"/>
                </a:lnTo>
                <a:lnTo>
                  <a:pt x="2560884" y="100498"/>
                </a:lnTo>
                <a:lnTo>
                  <a:pt x="2559162" y="93489"/>
                </a:lnTo>
                <a:lnTo>
                  <a:pt x="2557085" y="86628"/>
                </a:lnTo>
                <a:lnTo>
                  <a:pt x="2554664" y="79923"/>
                </a:lnTo>
                <a:lnTo>
                  <a:pt x="2551909" y="73386"/>
                </a:lnTo>
                <a:lnTo>
                  <a:pt x="2548830" y="67027"/>
                </a:lnTo>
                <a:lnTo>
                  <a:pt x="2545439" y="60856"/>
                </a:lnTo>
                <a:lnTo>
                  <a:pt x="2541745" y="54884"/>
                </a:lnTo>
                <a:lnTo>
                  <a:pt x="2537758" y="49120"/>
                </a:lnTo>
                <a:lnTo>
                  <a:pt x="2533490" y="43575"/>
                </a:lnTo>
                <a:lnTo>
                  <a:pt x="2528949" y="38260"/>
                </a:lnTo>
                <a:lnTo>
                  <a:pt x="2524147" y="33185"/>
                </a:lnTo>
                <a:lnTo>
                  <a:pt x="2519095" y="28359"/>
                </a:lnTo>
                <a:lnTo>
                  <a:pt x="2513801" y="23795"/>
                </a:lnTo>
                <a:lnTo>
                  <a:pt x="2508277" y="19500"/>
                </a:lnTo>
                <a:lnTo>
                  <a:pt x="2502533" y="15487"/>
                </a:lnTo>
                <a:lnTo>
                  <a:pt x="2496580" y="11766"/>
                </a:lnTo>
                <a:lnTo>
                  <a:pt x="2490427" y="8346"/>
                </a:lnTo>
                <a:lnTo>
                  <a:pt x="2484085" y="5238"/>
                </a:lnTo>
                <a:lnTo>
                  <a:pt x="2477565" y="2453"/>
                </a:lnTo>
                <a:lnTo>
                  <a:pt x="2470876" y="0"/>
                </a:lnTo>
                <a:lnTo>
                  <a:pt x="93148" y="0"/>
                </a:lnTo>
                <a:lnTo>
                  <a:pt x="86459" y="2453"/>
                </a:lnTo>
                <a:lnTo>
                  <a:pt x="79938" y="5238"/>
                </a:lnTo>
                <a:lnTo>
                  <a:pt x="73596" y="8346"/>
                </a:lnTo>
                <a:lnTo>
                  <a:pt x="67443" y="117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F2AE79-2FC9-4DB8-89FF-5B989B8B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553" y="3263386"/>
            <a:ext cx="791344" cy="207828"/>
          </a:xfrm>
          <a:custGeom xmlns:a="http://schemas.openxmlformats.org/drawingml/2006/main">
            <a:pathLst>
              <a:path w="791344" h="207828">
                <a:moveTo>
                  <a:pt x="0" y="34644"/>
                </a:moveTo>
                <a:cubicBezTo>
                  <a:pt x="0" y="15507"/>
                  <a:pt x="15525" y="0"/>
                  <a:pt x="34661" y="0"/>
                </a:cubicBezTo>
                <a:lnTo>
                  <a:pt x="756683" y="0"/>
                </a:lnTo>
                <a:cubicBezTo>
                  <a:pt x="775836" y="0"/>
                  <a:pt x="791344" y="15507"/>
                  <a:pt x="791344" y="34644"/>
                </a:cubicBezTo>
                <a:lnTo>
                  <a:pt x="791344" y="173184"/>
                </a:lnTo>
                <a:cubicBezTo>
                  <a:pt x="791344" y="192320"/>
                  <a:pt x="775836" y="207828"/>
                  <a:pt x="756683" y="207828"/>
                </a:cubicBezTo>
                <a:lnTo>
                  <a:pt x="34661" y="207828"/>
                </a:lnTo>
                <a:cubicBezTo>
                  <a:pt x="15525" y="207828"/>
                  <a:pt x="0" y="192320"/>
                  <a:pt x="0" y="173184"/>
                </a:cubicBezTo>
                <a:lnTo>
                  <a:pt x="0" y="34644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C5270-8CC4-4E7B-852C-F45BA4F7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0553" y="3263392"/>
            <a:ext cx="791336" cy="207822"/>
          </a:xfrm>
          <a:custGeom xmlns:a="http://schemas.openxmlformats.org/drawingml/2006/main">
            <a:pathLst>
              <a:path w="791336" h="207822" fill="none">
                <a:moveTo>
                  <a:pt x="0" y="34637"/>
                </a:moveTo>
                <a:cubicBezTo>
                  <a:pt x="0" y="15508"/>
                  <a:pt x="15519" y="0"/>
                  <a:pt x="34663" y="0"/>
                </a:cubicBezTo>
                <a:lnTo>
                  <a:pt x="756672" y="0"/>
                </a:lnTo>
                <a:cubicBezTo>
                  <a:pt x="775816" y="0"/>
                  <a:pt x="791336" y="15508"/>
                  <a:pt x="791336" y="34637"/>
                </a:cubicBezTo>
                <a:lnTo>
                  <a:pt x="791336" y="173185"/>
                </a:lnTo>
                <a:cubicBezTo>
                  <a:pt x="791336" y="192314"/>
                  <a:pt x="775816" y="207822"/>
                  <a:pt x="756672" y="207822"/>
                </a:cubicBezTo>
                <a:lnTo>
                  <a:pt x="34663" y="207822"/>
                </a:lnTo>
                <a:cubicBezTo>
                  <a:pt x="15519" y="207822"/>
                  <a:pt x="0" y="192314"/>
                  <a:pt x="0" y="173185"/>
                </a:cubicBezTo>
                <a:lnTo>
                  <a:pt x="0" y="346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79" cap="flat">
            <a:solidFill>
              <a:srgbClr val="2E75B6"/>
            </a:solidFill>
            <a:miter/>
          </a:ln>
        </p:spPr>
      </p:sp>
      <p:sp>
        <p:nvSpPr>
          <p:cNvPr id="148" name="Text Channel1">
            <a:extLst xmlns:a="http://schemas.openxmlformats.org/drawingml/2006/main">
              <a:ext uri="{FF2B5EF4-FFF2-40B4-BE49-F238E27FC236}">
                <a16:creationId xmlns:a16="http://schemas.microsoft.com/office/drawing/2014/main" id="{4389034E-119D-4313-A1B8-D081FC49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062" y="3327790"/>
            <a:ext cx="524794" cy="94317"/>
          </a:xfrm>
          <a:custGeom xmlns:a="http://schemas.openxmlformats.org/drawingml/2006/main">
            <a:pathLst>
              <a:path w="524794" h="94317">
                <a:moveTo>
                  <a:pt x="75343" y="2338"/>
                </a:moveTo>
                <a:lnTo>
                  <a:pt x="77359" y="32218"/>
                </a:lnTo>
                <a:lnTo>
                  <a:pt x="75343" y="32218"/>
                </a:lnTo>
                <a:cubicBezTo>
                  <a:pt x="72657" y="23231"/>
                  <a:pt x="68821" y="16763"/>
                  <a:pt x="63837" y="12813"/>
                </a:cubicBezTo>
                <a:cubicBezTo>
                  <a:pt x="58853" y="8861"/>
                  <a:pt x="52873" y="6885"/>
                  <a:pt x="45895" y="6885"/>
                </a:cubicBezTo>
                <a:cubicBezTo>
                  <a:pt x="40045" y="6885"/>
                  <a:pt x="34757" y="8370"/>
                  <a:pt x="30033" y="11339"/>
                </a:cubicBezTo>
                <a:cubicBezTo>
                  <a:pt x="25310" y="14307"/>
                  <a:pt x="21593" y="19041"/>
                  <a:pt x="18885" y="25542"/>
                </a:cubicBezTo>
                <a:cubicBezTo>
                  <a:pt x="16176" y="32043"/>
                  <a:pt x="14822" y="40126"/>
                  <a:pt x="14822" y="49791"/>
                </a:cubicBezTo>
                <a:cubicBezTo>
                  <a:pt x="14822" y="57764"/>
                  <a:pt x="16100" y="64677"/>
                  <a:pt x="18657" y="70528"/>
                </a:cubicBezTo>
                <a:cubicBezTo>
                  <a:pt x="21214" y="76378"/>
                  <a:pt x="25060" y="80864"/>
                  <a:pt x="30196" y="83984"/>
                </a:cubicBezTo>
                <a:cubicBezTo>
                  <a:pt x="35331" y="87105"/>
                  <a:pt x="41193" y="88665"/>
                  <a:pt x="47780" y="88665"/>
                </a:cubicBezTo>
                <a:cubicBezTo>
                  <a:pt x="53501" y="88665"/>
                  <a:pt x="58550" y="87442"/>
                  <a:pt x="62927" y="84995"/>
                </a:cubicBezTo>
                <a:cubicBezTo>
                  <a:pt x="67304" y="82549"/>
                  <a:pt x="72115" y="77688"/>
                  <a:pt x="77359" y="70413"/>
                </a:cubicBezTo>
                <a:lnTo>
                  <a:pt x="79374" y="71708"/>
                </a:lnTo>
                <a:cubicBezTo>
                  <a:pt x="74953" y="79525"/>
                  <a:pt x="69796" y="85248"/>
                  <a:pt x="63902" y="88876"/>
                </a:cubicBezTo>
                <a:cubicBezTo>
                  <a:pt x="58008" y="92503"/>
                  <a:pt x="51009" y="94317"/>
                  <a:pt x="42905" y="94317"/>
                </a:cubicBezTo>
                <a:cubicBezTo>
                  <a:pt x="28300" y="94317"/>
                  <a:pt x="16989" y="88911"/>
                  <a:pt x="8971" y="78100"/>
                </a:cubicBezTo>
                <a:cubicBezTo>
                  <a:pt x="2990" y="70057"/>
                  <a:pt x="0" y="60587"/>
                  <a:pt x="0" y="49690"/>
                </a:cubicBezTo>
                <a:cubicBezTo>
                  <a:pt x="0" y="40911"/>
                  <a:pt x="1972" y="32846"/>
                  <a:pt x="5916" y="25495"/>
                </a:cubicBezTo>
                <a:cubicBezTo>
                  <a:pt x="9859" y="18144"/>
                  <a:pt x="15288" y="12447"/>
                  <a:pt x="22200" y="8404"/>
                </a:cubicBezTo>
                <a:cubicBezTo>
                  <a:pt x="29112" y="4360"/>
                  <a:pt x="36664" y="2338"/>
                  <a:pt x="44855" y="2338"/>
                </a:cubicBezTo>
                <a:cubicBezTo>
                  <a:pt x="51226" y="2338"/>
                  <a:pt x="57510" y="3897"/>
                  <a:pt x="63707" y="7015"/>
                </a:cubicBezTo>
                <a:cubicBezTo>
                  <a:pt x="65527" y="7968"/>
                  <a:pt x="66828" y="8444"/>
                  <a:pt x="67608" y="8444"/>
                </a:cubicBezTo>
                <a:cubicBezTo>
                  <a:pt x="68778" y="8444"/>
                  <a:pt x="69796" y="8033"/>
                  <a:pt x="70663" y="7210"/>
                </a:cubicBezTo>
                <a:cubicBezTo>
                  <a:pt x="71790" y="6041"/>
                  <a:pt x="72591" y="4417"/>
                  <a:pt x="73068" y="2338"/>
                </a:cubicBezTo>
                <a:lnTo>
                  <a:pt x="75343" y="2338"/>
                </a:lnTo>
                <a:close/>
                <a:moveTo>
                  <a:pt x="105971" y="0"/>
                </a:moveTo>
                <a:lnTo>
                  <a:pt x="105971" y="43586"/>
                </a:lnTo>
                <a:cubicBezTo>
                  <a:pt x="110782" y="38303"/>
                  <a:pt x="114596" y="34914"/>
                  <a:pt x="117413" y="33420"/>
                </a:cubicBezTo>
                <a:cubicBezTo>
                  <a:pt x="120230" y="31926"/>
                  <a:pt x="123047" y="31179"/>
                  <a:pt x="125864" y="31179"/>
                </a:cubicBezTo>
                <a:cubicBezTo>
                  <a:pt x="129244" y="31179"/>
                  <a:pt x="132148" y="32108"/>
                  <a:pt x="134575" y="33966"/>
                </a:cubicBezTo>
                <a:cubicBezTo>
                  <a:pt x="137002" y="35824"/>
                  <a:pt x="138800" y="38740"/>
                  <a:pt x="139970" y="42715"/>
                </a:cubicBezTo>
                <a:cubicBezTo>
                  <a:pt x="140794" y="45481"/>
                  <a:pt x="141205" y="50537"/>
                  <a:pt x="141205" y="57882"/>
                </a:cubicBezTo>
                <a:lnTo>
                  <a:pt x="141205" y="78881"/>
                </a:lnTo>
                <a:cubicBezTo>
                  <a:pt x="141205" y="82641"/>
                  <a:pt x="141509" y="85212"/>
                  <a:pt x="142116" y="86595"/>
                </a:cubicBezTo>
                <a:cubicBezTo>
                  <a:pt x="142549" y="87632"/>
                  <a:pt x="143286" y="88452"/>
                  <a:pt x="144326" y="89057"/>
                </a:cubicBezTo>
                <a:cubicBezTo>
                  <a:pt x="145366" y="89662"/>
                  <a:pt x="147273" y="89965"/>
                  <a:pt x="150046" y="89965"/>
                </a:cubicBezTo>
                <a:lnTo>
                  <a:pt x="150046" y="92368"/>
                </a:lnTo>
                <a:lnTo>
                  <a:pt x="120793" y="92368"/>
                </a:lnTo>
                <a:lnTo>
                  <a:pt x="120793" y="89965"/>
                </a:lnTo>
                <a:lnTo>
                  <a:pt x="122158" y="89965"/>
                </a:lnTo>
                <a:cubicBezTo>
                  <a:pt x="124932" y="89965"/>
                  <a:pt x="126860" y="89542"/>
                  <a:pt x="127944" y="88698"/>
                </a:cubicBezTo>
                <a:cubicBezTo>
                  <a:pt x="129027" y="87853"/>
                  <a:pt x="129786" y="86608"/>
                  <a:pt x="130219" y="84963"/>
                </a:cubicBezTo>
                <a:cubicBezTo>
                  <a:pt x="130349" y="84270"/>
                  <a:pt x="130414" y="82235"/>
                  <a:pt x="130414" y="78857"/>
                </a:cubicBezTo>
                <a:lnTo>
                  <a:pt x="130414" y="57811"/>
                </a:lnTo>
                <a:cubicBezTo>
                  <a:pt x="130414" y="51316"/>
                  <a:pt x="130078" y="47050"/>
                  <a:pt x="129407" y="45015"/>
                </a:cubicBezTo>
                <a:cubicBezTo>
                  <a:pt x="128735" y="42979"/>
                  <a:pt x="127662" y="41453"/>
                  <a:pt x="126189" y="40435"/>
                </a:cubicBezTo>
                <a:cubicBezTo>
                  <a:pt x="124715" y="39418"/>
                  <a:pt x="122938" y="38909"/>
                  <a:pt x="120858" y="38909"/>
                </a:cubicBezTo>
                <a:cubicBezTo>
                  <a:pt x="118735" y="38909"/>
                  <a:pt x="116524" y="39472"/>
                  <a:pt x="114227" y="40598"/>
                </a:cubicBezTo>
                <a:cubicBezTo>
                  <a:pt x="111930" y="41724"/>
                  <a:pt x="109178" y="43997"/>
                  <a:pt x="105971" y="47418"/>
                </a:cubicBezTo>
                <a:lnTo>
                  <a:pt x="105971" y="78857"/>
                </a:lnTo>
                <a:cubicBezTo>
                  <a:pt x="105971" y="82928"/>
                  <a:pt x="106199" y="85461"/>
                  <a:pt x="106654" y="86457"/>
                </a:cubicBezTo>
                <a:cubicBezTo>
                  <a:pt x="107109" y="87453"/>
                  <a:pt x="107954" y="88286"/>
                  <a:pt x="109189" y="88958"/>
                </a:cubicBezTo>
                <a:cubicBezTo>
                  <a:pt x="110424" y="89629"/>
                  <a:pt x="112559" y="89965"/>
                  <a:pt x="115593" y="89965"/>
                </a:cubicBezTo>
                <a:lnTo>
                  <a:pt x="115593" y="92368"/>
                </a:lnTo>
                <a:lnTo>
                  <a:pt x="86079" y="92368"/>
                </a:lnTo>
                <a:lnTo>
                  <a:pt x="86079" y="89965"/>
                </a:lnTo>
                <a:cubicBezTo>
                  <a:pt x="88723" y="89965"/>
                  <a:pt x="90803" y="89553"/>
                  <a:pt x="92320" y="88730"/>
                </a:cubicBezTo>
                <a:cubicBezTo>
                  <a:pt x="93187" y="88299"/>
                  <a:pt x="93880" y="87477"/>
                  <a:pt x="94400" y="86266"/>
                </a:cubicBezTo>
                <a:cubicBezTo>
                  <a:pt x="94920" y="85054"/>
                  <a:pt x="95180" y="82587"/>
                  <a:pt x="95180" y="78865"/>
                </a:cubicBezTo>
                <a:lnTo>
                  <a:pt x="95180" y="25055"/>
                </a:lnTo>
                <a:cubicBezTo>
                  <a:pt x="95180" y="18262"/>
                  <a:pt x="95018" y="14086"/>
                  <a:pt x="94693" y="12528"/>
                </a:cubicBezTo>
                <a:cubicBezTo>
                  <a:pt x="94368" y="10969"/>
                  <a:pt x="93869" y="9909"/>
                  <a:pt x="93198" y="9348"/>
                </a:cubicBezTo>
                <a:cubicBezTo>
                  <a:pt x="92526" y="8785"/>
                  <a:pt x="91627" y="8503"/>
                  <a:pt x="90500" y="8503"/>
                </a:cubicBezTo>
                <a:cubicBezTo>
                  <a:pt x="89590" y="8503"/>
                  <a:pt x="88116" y="8850"/>
                  <a:pt x="86079" y="9542"/>
                </a:cubicBezTo>
                <a:lnTo>
                  <a:pt x="85169" y="7269"/>
                </a:lnTo>
                <a:lnTo>
                  <a:pt x="102981" y="0"/>
                </a:lnTo>
                <a:lnTo>
                  <a:pt x="105971" y="0"/>
                </a:lnTo>
                <a:close/>
                <a:moveTo>
                  <a:pt x="189124" y="83794"/>
                </a:moveTo>
                <a:cubicBezTo>
                  <a:pt x="183013" y="88514"/>
                  <a:pt x="179178" y="91242"/>
                  <a:pt x="177617" y="91978"/>
                </a:cubicBezTo>
                <a:cubicBezTo>
                  <a:pt x="175277" y="93104"/>
                  <a:pt x="172785" y="93667"/>
                  <a:pt x="170142" y="93667"/>
                </a:cubicBezTo>
                <a:cubicBezTo>
                  <a:pt x="166024" y="93667"/>
                  <a:pt x="162633" y="92260"/>
                  <a:pt x="159968" y="89445"/>
                </a:cubicBezTo>
                <a:cubicBezTo>
                  <a:pt x="157303" y="86630"/>
                  <a:pt x="155970" y="82928"/>
                  <a:pt x="155970" y="78337"/>
                </a:cubicBezTo>
                <a:cubicBezTo>
                  <a:pt x="155970" y="75436"/>
                  <a:pt x="156620" y="72924"/>
                  <a:pt x="157920" y="70802"/>
                </a:cubicBezTo>
                <a:cubicBezTo>
                  <a:pt x="159697" y="67858"/>
                  <a:pt x="162785" y="65086"/>
                  <a:pt x="167184" y="62488"/>
                </a:cubicBezTo>
                <a:cubicBezTo>
                  <a:pt x="171583" y="59890"/>
                  <a:pt x="178896" y="56729"/>
                  <a:pt x="189124" y="53004"/>
                </a:cubicBezTo>
                <a:lnTo>
                  <a:pt x="189124" y="50666"/>
                </a:lnTo>
                <a:cubicBezTo>
                  <a:pt x="189124" y="44733"/>
                  <a:pt x="188181" y="40663"/>
                  <a:pt x="186296" y="38454"/>
                </a:cubicBezTo>
                <a:cubicBezTo>
                  <a:pt x="184411" y="36246"/>
                  <a:pt x="181669" y="35141"/>
                  <a:pt x="178072" y="35141"/>
                </a:cubicBezTo>
                <a:cubicBezTo>
                  <a:pt x="175342" y="35141"/>
                  <a:pt x="173175" y="35875"/>
                  <a:pt x="171572" y="37342"/>
                </a:cubicBezTo>
                <a:cubicBezTo>
                  <a:pt x="169925" y="38809"/>
                  <a:pt x="169101" y="40491"/>
                  <a:pt x="169101" y="42390"/>
                </a:cubicBezTo>
                <a:lnTo>
                  <a:pt x="169231" y="46143"/>
                </a:lnTo>
                <a:cubicBezTo>
                  <a:pt x="169231" y="48127"/>
                  <a:pt x="168722" y="49658"/>
                  <a:pt x="167704" y="50737"/>
                </a:cubicBezTo>
                <a:cubicBezTo>
                  <a:pt x="166685" y="51816"/>
                  <a:pt x="165353" y="52355"/>
                  <a:pt x="163706" y="52355"/>
                </a:cubicBezTo>
                <a:cubicBezTo>
                  <a:pt x="162102" y="52355"/>
                  <a:pt x="160791" y="51794"/>
                  <a:pt x="159773" y="50672"/>
                </a:cubicBezTo>
                <a:cubicBezTo>
                  <a:pt x="158754" y="49549"/>
                  <a:pt x="158245" y="48016"/>
                  <a:pt x="158245" y="46072"/>
                </a:cubicBezTo>
                <a:cubicBezTo>
                  <a:pt x="158245" y="42360"/>
                  <a:pt x="160152" y="38950"/>
                  <a:pt x="163966" y="35842"/>
                </a:cubicBezTo>
                <a:cubicBezTo>
                  <a:pt x="167780" y="32733"/>
                  <a:pt x="173132" y="31179"/>
                  <a:pt x="180023" y="31179"/>
                </a:cubicBezTo>
                <a:cubicBezTo>
                  <a:pt x="185310" y="31179"/>
                  <a:pt x="189644" y="32065"/>
                  <a:pt x="193024" y="33838"/>
                </a:cubicBezTo>
                <a:cubicBezTo>
                  <a:pt x="195581" y="35179"/>
                  <a:pt x="197466" y="37277"/>
                  <a:pt x="198680" y="40133"/>
                </a:cubicBezTo>
                <a:cubicBezTo>
                  <a:pt x="199460" y="41992"/>
                  <a:pt x="199850" y="45798"/>
                  <a:pt x="199850" y="51551"/>
                </a:cubicBezTo>
                <a:lnTo>
                  <a:pt x="199850" y="71728"/>
                </a:lnTo>
                <a:cubicBezTo>
                  <a:pt x="199850" y="77394"/>
                  <a:pt x="199958" y="80865"/>
                  <a:pt x="200175" y="82141"/>
                </a:cubicBezTo>
                <a:cubicBezTo>
                  <a:pt x="200392" y="83417"/>
                  <a:pt x="200749" y="84272"/>
                  <a:pt x="201248" y="84705"/>
                </a:cubicBezTo>
                <a:cubicBezTo>
                  <a:pt x="201746" y="85137"/>
                  <a:pt x="202320" y="85353"/>
                  <a:pt x="202970" y="85353"/>
                </a:cubicBezTo>
                <a:cubicBezTo>
                  <a:pt x="203664" y="85353"/>
                  <a:pt x="204270" y="85201"/>
                  <a:pt x="204790" y="84898"/>
                </a:cubicBezTo>
                <a:cubicBezTo>
                  <a:pt x="205701" y="84335"/>
                  <a:pt x="207456" y="82754"/>
                  <a:pt x="210056" y="80156"/>
                </a:cubicBezTo>
                <a:lnTo>
                  <a:pt x="210056" y="83794"/>
                </a:lnTo>
                <a:cubicBezTo>
                  <a:pt x="205202" y="90289"/>
                  <a:pt x="200565" y="93537"/>
                  <a:pt x="196144" y="93537"/>
                </a:cubicBezTo>
                <a:cubicBezTo>
                  <a:pt x="194021" y="93537"/>
                  <a:pt x="192331" y="92801"/>
                  <a:pt x="191074" y="91329"/>
                </a:cubicBezTo>
                <a:cubicBezTo>
                  <a:pt x="189817" y="89856"/>
                  <a:pt x="189167" y="87345"/>
                  <a:pt x="189124" y="83794"/>
                </a:cubicBezTo>
                <a:moveTo>
                  <a:pt x="189124" y="79535"/>
                </a:moveTo>
                <a:lnTo>
                  <a:pt x="189124" y="56967"/>
                </a:lnTo>
                <a:cubicBezTo>
                  <a:pt x="182580" y="59553"/>
                  <a:pt x="178354" y="61385"/>
                  <a:pt x="176447" y="62464"/>
                </a:cubicBezTo>
                <a:cubicBezTo>
                  <a:pt x="173024" y="64361"/>
                  <a:pt x="170575" y="66344"/>
                  <a:pt x="169101" y="68413"/>
                </a:cubicBezTo>
                <a:cubicBezTo>
                  <a:pt x="167628" y="70482"/>
                  <a:pt x="166891" y="72746"/>
                  <a:pt x="166891" y="75203"/>
                </a:cubicBezTo>
                <a:cubicBezTo>
                  <a:pt x="166891" y="78308"/>
                  <a:pt x="167823" y="80883"/>
                  <a:pt x="169686" y="82931"/>
                </a:cubicBezTo>
                <a:cubicBezTo>
                  <a:pt x="171550" y="84978"/>
                  <a:pt x="173695" y="86002"/>
                  <a:pt x="176122" y="86002"/>
                </a:cubicBezTo>
                <a:cubicBezTo>
                  <a:pt x="179416" y="86002"/>
                  <a:pt x="183750" y="83846"/>
                  <a:pt x="189124" y="79535"/>
                </a:cubicBezTo>
                <a:close/>
                <a:moveTo>
                  <a:pt x="232187" y="43781"/>
                </a:moveTo>
                <a:cubicBezTo>
                  <a:pt x="239164" y="35380"/>
                  <a:pt x="245817" y="31179"/>
                  <a:pt x="252144" y="31179"/>
                </a:cubicBezTo>
                <a:cubicBezTo>
                  <a:pt x="255395" y="31179"/>
                  <a:pt x="258190" y="31990"/>
                  <a:pt x="260530" y="33611"/>
                </a:cubicBezTo>
                <a:cubicBezTo>
                  <a:pt x="262870" y="35231"/>
                  <a:pt x="264734" y="37899"/>
                  <a:pt x="266121" y="41615"/>
                </a:cubicBezTo>
                <a:cubicBezTo>
                  <a:pt x="267074" y="44206"/>
                  <a:pt x="267551" y="48181"/>
                  <a:pt x="267551" y="53540"/>
                </a:cubicBezTo>
                <a:lnTo>
                  <a:pt x="267551" y="78881"/>
                </a:lnTo>
                <a:cubicBezTo>
                  <a:pt x="267551" y="82641"/>
                  <a:pt x="267854" y="85190"/>
                  <a:pt x="268461" y="86530"/>
                </a:cubicBezTo>
                <a:cubicBezTo>
                  <a:pt x="268938" y="87610"/>
                  <a:pt x="269707" y="88452"/>
                  <a:pt x="270769" y="89057"/>
                </a:cubicBezTo>
                <a:cubicBezTo>
                  <a:pt x="271831" y="89662"/>
                  <a:pt x="273792" y="89965"/>
                  <a:pt x="276652" y="89965"/>
                </a:cubicBezTo>
                <a:lnTo>
                  <a:pt x="276652" y="92368"/>
                </a:lnTo>
                <a:lnTo>
                  <a:pt x="247204" y="92368"/>
                </a:lnTo>
                <a:lnTo>
                  <a:pt x="247204" y="89965"/>
                </a:lnTo>
                <a:lnTo>
                  <a:pt x="248439" y="89965"/>
                </a:lnTo>
                <a:cubicBezTo>
                  <a:pt x="251212" y="89965"/>
                  <a:pt x="253152" y="89544"/>
                  <a:pt x="254257" y="88704"/>
                </a:cubicBezTo>
                <a:cubicBezTo>
                  <a:pt x="255362" y="87864"/>
                  <a:pt x="256131" y="86625"/>
                  <a:pt x="256565" y="84989"/>
                </a:cubicBezTo>
                <a:cubicBezTo>
                  <a:pt x="256738" y="84342"/>
                  <a:pt x="256825" y="82317"/>
                  <a:pt x="256825" y="78914"/>
                </a:cubicBezTo>
                <a:lnTo>
                  <a:pt x="256825" y="54679"/>
                </a:lnTo>
                <a:cubicBezTo>
                  <a:pt x="256825" y="49294"/>
                  <a:pt x="256120" y="45385"/>
                  <a:pt x="254712" y="42950"/>
                </a:cubicBezTo>
                <a:cubicBezTo>
                  <a:pt x="253303" y="40516"/>
                  <a:pt x="250931" y="39299"/>
                  <a:pt x="247594" y="39299"/>
                </a:cubicBezTo>
                <a:cubicBezTo>
                  <a:pt x="242436" y="39299"/>
                  <a:pt x="237301" y="42099"/>
                  <a:pt x="232187" y="47700"/>
                </a:cubicBezTo>
                <a:lnTo>
                  <a:pt x="232187" y="78914"/>
                </a:lnTo>
                <a:cubicBezTo>
                  <a:pt x="232187" y="82921"/>
                  <a:pt x="232425" y="85398"/>
                  <a:pt x="232902" y="86345"/>
                </a:cubicBezTo>
                <a:cubicBezTo>
                  <a:pt x="233509" y="87594"/>
                  <a:pt x="234343" y="88510"/>
                  <a:pt x="235405" y="89092"/>
                </a:cubicBezTo>
                <a:cubicBezTo>
                  <a:pt x="236467" y="89674"/>
                  <a:pt x="238623" y="89965"/>
                  <a:pt x="241873" y="89965"/>
                </a:cubicBezTo>
                <a:lnTo>
                  <a:pt x="241873" y="92368"/>
                </a:lnTo>
                <a:lnTo>
                  <a:pt x="212425" y="92368"/>
                </a:lnTo>
                <a:lnTo>
                  <a:pt x="212425" y="89965"/>
                </a:lnTo>
                <a:lnTo>
                  <a:pt x="213725" y="89965"/>
                </a:lnTo>
                <a:cubicBezTo>
                  <a:pt x="216759" y="89965"/>
                  <a:pt x="218806" y="89198"/>
                  <a:pt x="219868" y="87665"/>
                </a:cubicBezTo>
                <a:cubicBezTo>
                  <a:pt x="220930" y="86130"/>
                  <a:pt x="221461" y="83202"/>
                  <a:pt x="221461" y="78881"/>
                </a:cubicBezTo>
                <a:lnTo>
                  <a:pt x="221461" y="56845"/>
                </a:lnTo>
                <a:cubicBezTo>
                  <a:pt x="221461" y="49716"/>
                  <a:pt x="221298" y="45374"/>
                  <a:pt x="220973" y="43819"/>
                </a:cubicBezTo>
                <a:cubicBezTo>
                  <a:pt x="220648" y="42263"/>
                  <a:pt x="220150" y="41204"/>
                  <a:pt x="219478" y="40642"/>
                </a:cubicBezTo>
                <a:cubicBezTo>
                  <a:pt x="218806" y="40081"/>
                  <a:pt x="217907" y="39800"/>
                  <a:pt x="216780" y="39800"/>
                </a:cubicBezTo>
                <a:cubicBezTo>
                  <a:pt x="215567" y="39800"/>
                  <a:pt x="214115" y="40124"/>
                  <a:pt x="212425" y="40772"/>
                </a:cubicBezTo>
                <a:lnTo>
                  <a:pt x="211450" y="38438"/>
                </a:lnTo>
                <a:lnTo>
                  <a:pt x="229392" y="31179"/>
                </a:lnTo>
                <a:lnTo>
                  <a:pt x="232187" y="31179"/>
                </a:lnTo>
                <a:lnTo>
                  <a:pt x="232187" y="43781"/>
                </a:lnTo>
                <a:close/>
                <a:moveTo>
                  <a:pt x="299088" y="43781"/>
                </a:moveTo>
                <a:cubicBezTo>
                  <a:pt x="306065" y="35380"/>
                  <a:pt x="312718" y="31179"/>
                  <a:pt x="319045" y="31179"/>
                </a:cubicBezTo>
                <a:cubicBezTo>
                  <a:pt x="322295" y="31179"/>
                  <a:pt x="325091" y="31990"/>
                  <a:pt x="327431" y="33611"/>
                </a:cubicBezTo>
                <a:cubicBezTo>
                  <a:pt x="329771" y="35231"/>
                  <a:pt x="331635" y="37899"/>
                  <a:pt x="333022" y="41615"/>
                </a:cubicBezTo>
                <a:cubicBezTo>
                  <a:pt x="333975" y="44206"/>
                  <a:pt x="334452" y="48181"/>
                  <a:pt x="334452" y="53540"/>
                </a:cubicBezTo>
                <a:lnTo>
                  <a:pt x="334452" y="78881"/>
                </a:lnTo>
                <a:cubicBezTo>
                  <a:pt x="334452" y="82641"/>
                  <a:pt x="334755" y="85190"/>
                  <a:pt x="335362" y="86530"/>
                </a:cubicBezTo>
                <a:cubicBezTo>
                  <a:pt x="335839" y="87610"/>
                  <a:pt x="336608" y="88452"/>
                  <a:pt x="337670" y="89057"/>
                </a:cubicBezTo>
                <a:cubicBezTo>
                  <a:pt x="338732" y="89662"/>
                  <a:pt x="340693" y="89965"/>
                  <a:pt x="343553" y="89965"/>
                </a:cubicBezTo>
                <a:lnTo>
                  <a:pt x="343553" y="92368"/>
                </a:lnTo>
                <a:lnTo>
                  <a:pt x="314105" y="92368"/>
                </a:lnTo>
                <a:lnTo>
                  <a:pt x="314105" y="89965"/>
                </a:lnTo>
                <a:lnTo>
                  <a:pt x="315340" y="89965"/>
                </a:lnTo>
                <a:cubicBezTo>
                  <a:pt x="318113" y="89965"/>
                  <a:pt x="320053" y="89544"/>
                  <a:pt x="321158" y="88704"/>
                </a:cubicBezTo>
                <a:cubicBezTo>
                  <a:pt x="322263" y="87864"/>
                  <a:pt x="323032" y="86625"/>
                  <a:pt x="323466" y="84989"/>
                </a:cubicBezTo>
                <a:cubicBezTo>
                  <a:pt x="323639" y="84342"/>
                  <a:pt x="323726" y="82317"/>
                  <a:pt x="323726" y="78914"/>
                </a:cubicBezTo>
                <a:lnTo>
                  <a:pt x="323726" y="54679"/>
                </a:lnTo>
                <a:cubicBezTo>
                  <a:pt x="323726" y="49294"/>
                  <a:pt x="323021" y="45385"/>
                  <a:pt x="321613" y="42950"/>
                </a:cubicBezTo>
                <a:cubicBezTo>
                  <a:pt x="320204" y="40516"/>
                  <a:pt x="317832" y="39299"/>
                  <a:pt x="314495" y="39299"/>
                </a:cubicBezTo>
                <a:cubicBezTo>
                  <a:pt x="309337" y="39299"/>
                  <a:pt x="304202" y="42099"/>
                  <a:pt x="299088" y="47700"/>
                </a:cubicBezTo>
                <a:lnTo>
                  <a:pt x="299088" y="78914"/>
                </a:lnTo>
                <a:cubicBezTo>
                  <a:pt x="299088" y="82921"/>
                  <a:pt x="299326" y="85398"/>
                  <a:pt x="299803" y="86345"/>
                </a:cubicBezTo>
                <a:cubicBezTo>
                  <a:pt x="300410" y="87594"/>
                  <a:pt x="301244" y="88510"/>
                  <a:pt x="302306" y="89092"/>
                </a:cubicBezTo>
                <a:cubicBezTo>
                  <a:pt x="303368" y="89674"/>
                  <a:pt x="305524" y="89965"/>
                  <a:pt x="308774" y="89965"/>
                </a:cubicBezTo>
                <a:lnTo>
                  <a:pt x="308774" y="92368"/>
                </a:lnTo>
                <a:lnTo>
                  <a:pt x="279326" y="92368"/>
                </a:lnTo>
                <a:lnTo>
                  <a:pt x="279326" y="89965"/>
                </a:lnTo>
                <a:lnTo>
                  <a:pt x="280626" y="89965"/>
                </a:lnTo>
                <a:cubicBezTo>
                  <a:pt x="283659" y="89965"/>
                  <a:pt x="285707" y="89198"/>
                  <a:pt x="286769" y="87665"/>
                </a:cubicBezTo>
                <a:cubicBezTo>
                  <a:pt x="287831" y="86130"/>
                  <a:pt x="288362" y="83202"/>
                  <a:pt x="288362" y="78881"/>
                </a:cubicBezTo>
                <a:lnTo>
                  <a:pt x="288362" y="56845"/>
                </a:lnTo>
                <a:cubicBezTo>
                  <a:pt x="288362" y="49716"/>
                  <a:pt x="288199" y="45374"/>
                  <a:pt x="287874" y="43819"/>
                </a:cubicBezTo>
                <a:cubicBezTo>
                  <a:pt x="287549" y="42263"/>
                  <a:pt x="287051" y="41204"/>
                  <a:pt x="286379" y="40642"/>
                </a:cubicBezTo>
                <a:cubicBezTo>
                  <a:pt x="285707" y="40081"/>
                  <a:pt x="284808" y="39800"/>
                  <a:pt x="283681" y="39800"/>
                </a:cubicBezTo>
                <a:cubicBezTo>
                  <a:pt x="282468" y="39800"/>
                  <a:pt x="281016" y="40124"/>
                  <a:pt x="279326" y="40772"/>
                </a:cubicBezTo>
                <a:lnTo>
                  <a:pt x="278351" y="38438"/>
                </a:lnTo>
                <a:lnTo>
                  <a:pt x="296293" y="31179"/>
                </a:lnTo>
                <a:lnTo>
                  <a:pt x="299088" y="31179"/>
                </a:lnTo>
                <a:lnTo>
                  <a:pt x="299088" y="43781"/>
                </a:lnTo>
                <a:close/>
                <a:moveTo>
                  <a:pt x="358642" y="55343"/>
                </a:moveTo>
                <a:cubicBezTo>
                  <a:pt x="358599" y="64157"/>
                  <a:pt x="360744" y="71070"/>
                  <a:pt x="365078" y="76082"/>
                </a:cubicBezTo>
                <a:cubicBezTo>
                  <a:pt x="369412" y="81093"/>
                  <a:pt x="374504" y="83599"/>
                  <a:pt x="380355" y="83599"/>
                </a:cubicBezTo>
                <a:cubicBezTo>
                  <a:pt x="384255" y="83599"/>
                  <a:pt x="387647" y="82527"/>
                  <a:pt x="390529" y="80383"/>
                </a:cubicBezTo>
                <a:cubicBezTo>
                  <a:pt x="393410" y="78240"/>
                  <a:pt x="395827" y="74570"/>
                  <a:pt x="397777" y="69373"/>
                </a:cubicBezTo>
                <a:lnTo>
                  <a:pt x="399792" y="70672"/>
                </a:lnTo>
                <a:cubicBezTo>
                  <a:pt x="398882" y="76605"/>
                  <a:pt x="396238" y="82007"/>
                  <a:pt x="391861" y="86879"/>
                </a:cubicBezTo>
                <a:cubicBezTo>
                  <a:pt x="387484" y="91751"/>
                  <a:pt x="382002" y="94187"/>
                  <a:pt x="375414" y="94187"/>
                </a:cubicBezTo>
                <a:cubicBezTo>
                  <a:pt x="368264" y="94187"/>
                  <a:pt x="362142" y="91410"/>
                  <a:pt x="357050" y="85858"/>
                </a:cubicBezTo>
                <a:cubicBezTo>
                  <a:pt x="351958" y="80304"/>
                  <a:pt x="349411" y="72838"/>
                  <a:pt x="349411" y="63460"/>
                </a:cubicBezTo>
                <a:cubicBezTo>
                  <a:pt x="349411" y="53305"/>
                  <a:pt x="352023" y="45387"/>
                  <a:pt x="357245" y="39705"/>
                </a:cubicBezTo>
                <a:cubicBezTo>
                  <a:pt x="362467" y="34021"/>
                  <a:pt x="369022" y="31179"/>
                  <a:pt x="376909" y="31179"/>
                </a:cubicBezTo>
                <a:cubicBezTo>
                  <a:pt x="383584" y="31179"/>
                  <a:pt x="389066" y="33371"/>
                  <a:pt x="393356" y="37756"/>
                </a:cubicBezTo>
                <a:cubicBezTo>
                  <a:pt x="397647" y="42139"/>
                  <a:pt x="399792" y="48001"/>
                  <a:pt x="399792" y="55343"/>
                </a:cubicBezTo>
                <a:lnTo>
                  <a:pt x="358642" y="55343"/>
                </a:lnTo>
                <a:moveTo>
                  <a:pt x="358642" y="51575"/>
                </a:moveTo>
                <a:lnTo>
                  <a:pt x="386206" y="51575"/>
                </a:lnTo>
                <a:cubicBezTo>
                  <a:pt x="385989" y="47765"/>
                  <a:pt x="385534" y="45080"/>
                  <a:pt x="384840" y="43521"/>
                </a:cubicBezTo>
                <a:cubicBezTo>
                  <a:pt x="383757" y="41096"/>
                  <a:pt x="382143" y="39190"/>
                  <a:pt x="379997" y="37805"/>
                </a:cubicBezTo>
                <a:cubicBezTo>
                  <a:pt x="377852" y="36419"/>
                  <a:pt x="375609" y="35726"/>
                  <a:pt x="373269" y="35726"/>
                </a:cubicBezTo>
                <a:cubicBezTo>
                  <a:pt x="369672" y="35726"/>
                  <a:pt x="366454" y="37123"/>
                  <a:pt x="363615" y="39916"/>
                </a:cubicBezTo>
                <a:cubicBezTo>
                  <a:pt x="360777" y="42709"/>
                  <a:pt x="359119" y="46595"/>
                  <a:pt x="358642" y="51575"/>
                </a:cubicBezTo>
                <a:close/>
                <a:moveTo>
                  <a:pt x="428554" y="0"/>
                </a:moveTo>
                <a:lnTo>
                  <a:pt x="428554" y="78865"/>
                </a:lnTo>
                <a:cubicBezTo>
                  <a:pt x="428554" y="82587"/>
                  <a:pt x="428825" y="85054"/>
                  <a:pt x="429367" y="86266"/>
                </a:cubicBezTo>
                <a:cubicBezTo>
                  <a:pt x="429908" y="87477"/>
                  <a:pt x="430743" y="88397"/>
                  <a:pt x="431869" y="89025"/>
                </a:cubicBezTo>
                <a:cubicBezTo>
                  <a:pt x="432996" y="89651"/>
                  <a:pt x="435098" y="89965"/>
                  <a:pt x="438175" y="89965"/>
                </a:cubicBezTo>
                <a:lnTo>
                  <a:pt x="438175" y="92368"/>
                </a:lnTo>
                <a:lnTo>
                  <a:pt x="408987" y="92368"/>
                </a:lnTo>
                <a:lnTo>
                  <a:pt x="408987" y="89965"/>
                </a:lnTo>
                <a:cubicBezTo>
                  <a:pt x="411717" y="89965"/>
                  <a:pt x="413581" y="89684"/>
                  <a:pt x="414577" y="89122"/>
                </a:cubicBezTo>
                <a:cubicBezTo>
                  <a:pt x="415574" y="88559"/>
                  <a:pt x="416354" y="87629"/>
                  <a:pt x="416918" y="86331"/>
                </a:cubicBezTo>
                <a:cubicBezTo>
                  <a:pt x="417481" y="85032"/>
                  <a:pt x="417763" y="82543"/>
                  <a:pt x="417763" y="78865"/>
                </a:cubicBezTo>
                <a:lnTo>
                  <a:pt x="417763" y="24860"/>
                </a:lnTo>
                <a:cubicBezTo>
                  <a:pt x="417763" y="18153"/>
                  <a:pt x="417611" y="14032"/>
                  <a:pt x="417308" y="12496"/>
                </a:cubicBezTo>
                <a:cubicBezTo>
                  <a:pt x="417004" y="10959"/>
                  <a:pt x="416517" y="9909"/>
                  <a:pt x="415845" y="9348"/>
                </a:cubicBezTo>
                <a:cubicBezTo>
                  <a:pt x="415173" y="8785"/>
                  <a:pt x="414317" y="8503"/>
                  <a:pt x="413277" y="8503"/>
                </a:cubicBezTo>
                <a:cubicBezTo>
                  <a:pt x="412151" y="8503"/>
                  <a:pt x="410720" y="8850"/>
                  <a:pt x="408987" y="9542"/>
                </a:cubicBezTo>
                <a:lnTo>
                  <a:pt x="407882" y="7269"/>
                </a:lnTo>
                <a:lnTo>
                  <a:pt x="425629" y="0"/>
                </a:lnTo>
                <a:lnTo>
                  <a:pt x="428554" y="0"/>
                </a:lnTo>
                <a:close/>
                <a:moveTo>
                  <a:pt x="490080" y="12926"/>
                </a:moveTo>
                <a:lnTo>
                  <a:pt x="511532" y="2468"/>
                </a:lnTo>
                <a:lnTo>
                  <a:pt x="513677" y="2468"/>
                </a:lnTo>
                <a:lnTo>
                  <a:pt x="513677" y="76843"/>
                </a:lnTo>
                <a:cubicBezTo>
                  <a:pt x="513677" y="81780"/>
                  <a:pt x="513883" y="84855"/>
                  <a:pt x="514295" y="86067"/>
                </a:cubicBezTo>
                <a:cubicBezTo>
                  <a:pt x="514707" y="87280"/>
                  <a:pt x="515563" y="88211"/>
                  <a:pt x="516863" y="88860"/>
                </a:cubicBezTo>
                <a:cubicBezTo>
                  <a:pt x="518163" y="89510"/>
                  <a:pt x="520806" y="89878"/>
                  <a:pt x="524794" y="89965"/>
                </a:cubicBezTo>
                <a:lnTo>
                  <a:pt x="524794" y="92368"/>
                </a:lnTo>
                <a:lnTo>
                  <a:pt x="491640" y="92368"/>
                </a:lnTo>
                <a:lnTo>
                  <a:pt x="491640" y="89965"/>
                </a:lnTo>
                <a:cubicBezTo>
                  <a:pt x="495800" y="89878"/>
                  <a:pt x="498487" y="89521"/>
                  <a:pt x="499701" y="88893"/>
                </a:cubicBezTo>
                <a:cubicBezTo>
                  <a:pt x="500914" y="88265"/>
                  <a:pt x="501759" y="87420"/>
                  <a:pt x="502236" y="86359"/>
                </a:cubicBezTo>
                <a:cubicBezTo>
                  <a:pt x="502713" y="85298"/>
                  <a:pt x="502951" y="82126"/>
                  <a:pt x="502951" y="76843"/>
                </a:cubicBezTo>
                <a:lnTo>
                  <a:pt x="502951" y="29295"/>
                </a:lnTo>
                <a:cubicBezTo>
                  <a:pt x="502951" y="22886"/>
                  <a:pt x="502734" y="18772"/>
                  <a:pt x="502301" y="16954"/>
                </a:cubicBezTo>
                <a:cubicBezTo>
                  <a:pt x="501998" y="15568"/>
                  <a:pt x="501445" y="14550"/>
                  <a:pt x="500643" y="13901"/>
                </a:cubicBezTo>
                <a:cubicBezTo>
                  <a:pt x="499842" y="13251"/>
                  <a:pt x="498877" y="12926"/>
                  <a:pt x="497751" y="12926"/>
                </a:cubicBezTo>
                <a:cubicBezTo>
                  <a:pt x="496147" y="12926"/>
                  <a:pt x="493915" y="13598"/>
                  <a:pt x="491055" y="14940"/>
                </a:cubicBezTo>
                <a:lnTo>
                  <a:pt x="490080" y="129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0A00F6-5540-4630-81E1-D76A8511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357" y="3508566"/>
            <a:ext cx="716785" cy="207828"/>
          </a:xfrm>
          <a:custGeom xmlns:a="http://schemas.openxmlformats.org/drawingml/2006/main">
            <a:pathLst>
              <a:path w="716785" h="207828">
                <a:moveTo>
                  <a:pt x="0" y="34644"/>
                </a:moveTo>
                <a:cubicBezTo>
                  <a:pt x="0" y="15507"/>
                  <a:pt x="15525" y="0"/>
                  <a:pt x="34661" y="0"/>
                </a:cubicBezTo>
                <a:lnTo>
                  <a:pt x="682124" y="0"/>
                </a:lnTo>
                <a:cubicBezTo>
                  <a:pt x="701260" y="0"/>
                  <a:pt x="716785" y="15507"/>
                  <a:pt x="716785" y="34644"/>
                </a:cubicBezTo>
                <a:lnTo>
                  <a:pt x="716785" y="173184"/>
                </a:lnTo>
                <a:cubicBezTo>
                  <a:pt x="716785" y="192320"/>
                  <a:pt x="701260" y="207828"/>
                  <a:pt x="682124" y="207828"/>
                </a:cubicBezTo>
                <a:lnTo>
                  <a:pt x="34661" y="207828"/>
                </a:lnTo>
                <a:cubicBezTo>
                  <a:pt x="15525" y="207828"/>
                  <a:pt x="0" y="192320"/>
                  <a:pt x="0" y="173184"/>
                </a:cubicBezTo>
                <a:lnTo>
                  <a:pt x="0" y="34644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6AF22-1B37-4DA8-A981-B78E18BE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357" y="3508572"/>
            <a:ext cx="716758" cy="207818"/>
          </a:xfrm>
          <a:custGeom xmlns:a="http://schemas.openxmlformats.org/drawingml/2006/main">
            <a:pathLst>
              <a:path w="716758" h="207818" fill="none">
                <a:moveTo>
                  <a:pt x="0" y="34637"/>
                </a:moveTo>
                <a:cubicBezTo>
                  <a:pt x="0" y="15507"/>
                  <a:pt x="15519" y="0"/>
                  <a:pt x="34663" y="0"/>
                </a:cubicBezTo>
                <a:lnTo>
                  <a:pt x="682095" y="0"/>
                </a:lnTo>
                <a:cubicBezTo>
                  <a:pt x="701239" y="0"/>
                  <a:pt x="716758" y="15507"/>
                  <a:pt x="716758" y="34637"/>
                </a:cubicBezTo>
                <a:lnTo>
                  <a:pt x="716758" y="173181"/>
                </a:lnTo>
                <a:cubicBezTo>
                  <a:pt x="716758" y="192311"/>
                  <a:pt x="701239" y="207818"/>
                  <a:pt x="682095" y="207818"/>
                </a:cubicBezTo>
                <a:lnTo>
                  <a:pt x="34663" y="207818"/>
                </a:lnTo>
                <a:cubicBezTo>
                  <a:pt x="15519" y="207818"/>
                  <a:pt x="0" y="192311"/>
                  <a:pt x="0" y="173181"/>
                </a:cubicBezTo>
                <a:lnTo>
                  <a:pt x="0" y="346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78" cap="flat">
            <a:solidFill>
              <a:srgbClr val="2E75B6"/>
            </a:solidFill>
            <a:miter/>
          </a:ln>
        </p:spPr>
      </p:sp>
      <p:sp>
        <p:nvSpPr>
          <p:cNvPr id="151" name="Text Channel2">
            <a:extLst xmlns:a="http://schemas.openxmlformats.org/drawingml/2006/main">
              <a:ext uri="{FF2B5EF4-FFF2-40B4-BE49-F238E27FC236}">
                <a16:creationId xmlns:a16="http://schemas.microsoft.com/office/drawing/2014/main" id="{89945EE1-E0D1-4521-B0B6-1204BBFA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584" y="3571996"/>
            <a:ext cx="535517" cy="94317"/>
          </a:xfrm>
          <a:custGeom xmlns:a="http://schemas.openxmlformats.org/drawingml/2006/main">
            <a:pathLst>
              <a:path w="535517" h="94317">
                <a:moveTo>
                  <a:pt x="75343" y="2338"/>
                </a:moveTo>
                <a:lnTo>
                  <a:pt x="77359" y="32218"/>
                </a:lnTo>
                <a:lnTo>
                  <a:pt x="75343" y="32218"/>
                </a:lnTo>
                <a:cubicBezTo>
                  <a:pt x="72657" y="23231"/>
                  <a:pt x="68821" y="16763"/>
                  <a:pt x="63837" y="12813"/>
                </a:cubicBezTo>
                <a:cubicBezTo>
                  <a:pt x="58853" y="8861"/>
                  <a:pt x="52873" y="6885"/>
                  <a:pt x="45895" y="6885"/>
                </a:cubicBezTo>
                <a:cubicBezTo>
                  <a:pt x="40045" y="6885"/>
                  <a:pt x="34757" y="8370"/>
                  <a:pt x="30033" y="11339"/>
                </a:cubicBezTo>
                <a:cubicBezTo>
                  <a:pt x="25310" y="14307"/>
                  <a:pt x="21593" y="19041"/>
                  <a:pt x="18885" y="25542"/>
                </a:cubicBezTo>
                <a:cubicBezTo>
                  <a:pt x="16176" y="32043"/>
                  <a:pt x="14822" y="40126"/>
                  <a:pt x="14822" y="49791"/>
                </a:cubicBezTo>
                <a:cubicBezTo>
                  <a:pt x="14822" y="57764"/>
                  <a:pt x="16100" y="64677"/>
                  <a:pt x="18657" y="70528"/>
                </a:cubicBezTo>
                <a:cubicBezTo>
                  <a:pt x="21214" y="76378"/>
                  <a:pt x="25060" y="80864"/>
                  <a:pt x="30196" y="83984"/>
                </a:cubicBezTo>
                <a:cubicBezTo>
                  <a:pt x="35331" y="87105"/>
                  <a:pt x="41193" y="88665"/>
                  <a:pt x="47780" y="88665"/>
                </a:cubicBezTo>
                <a:cubicBezTo>
                  <a:pt x="53501" y="88665"/>
                  <a:pt x="58550" y="87442"/>
                  <a:pt x="62927" y="84995"/>
                </a:cubicBezTo>
                <a:cubicBezTo>
                  <a:pt x="67304" y="82549"/>
                  <a:pt x="72115" y="77688"/>
                  <a:pt x="77359" y="70413"/>
                </a:cubicBezTo>
                <a:lnTo>
                  <a:pt x="79374" y="71708"/>
                </a:lnTo>
                <a:cubicBezTo>
                  <a:pt x="74953" y="79525"/>
                  <a:pt x="69796" y="85248"/>
                  <a:pt x="63902" y="88876"/>
                </a:cubicBezTo>
                <a:cubicBezTo>
                  <a:pt x="58008" y="92503"/>
                  <a:pt x="51009" y="94317"/>
                  <a:pt x="42905" y="94317"/>
                </a:cubicBezTo>
                <a:cubicBezTo>
                  <a:pt x="28300" y="94317"/>
                  <a:pt x="16989" y="88911"/>
                  <a:pt x="8971" y="78100"/>
                </a:cubicBezTo>
                <a:cubicBezTo>
                  <a:pt x="2990" y="70057"/>
                  <a:pt x="0" y="60587"/>
                  <a:pt x="0" y="49690"/>
                </a:cubicBezTo>
                <a:cubicBezTo>
                  <a:pt x="0" y="40911"/>
                  <a:pt x="1972" y="32846"/>
                  <a:pt x="5916" y="25495"/>
                </a:cubicBezTo>
                <a:cubicBezTo>
                  <a:pt x="9859" y="18144"/>
                  <a:pt x="15288" y="12447"/>
                  <a:pt x="22200" y="8404"/>
                </a:cubicBezTo>
                <a:cubicBezTo>
                  <a:pt x="29112" y="4360"/>
                  <a:pt x="36664" y="2338"/>
                  <a:pt x="44855" y="2338"/>
                </a:cubicBezTo>
                <a:cubicBezTo>
                  <a:pt x="51226" y="2338"/>
                  <a:pt x="57510" y="3897"/>
                  <a:pt x="63707" y="7015"/>
                </a:cubicBezTo>
                <a:cubicBezTo>
                  <a:pt x="65527" y="7968"/>
                  <a:pt x="66828" y="8444"/>
                  <a:pt x="67608" y="8444"/>
                </a:cubicBezTo>
                <a:cubicBezTo>
                  <a:pt x="68778" y="8444"/>
                  <a:pt x="69796" y="8033"/>
                  <a:pt x="70663" y="7210"/>
                </a:cubicBezTo>
                <a:cubicBezTo>
                  <a:pt x="71790" y="6041"/>
                  <a:pt x="72591" y="4417"/>
                  <a:pt x="73068" y="2338"/>
                </a:cubicBezTo>
                <a:lnTo>
                  <a:pt x="75343" y="2338"/>
                </a:lnTo>
                <a:close/>
                <a:moveTo>
                  <a:pt x="105971" y="0"/>
                </a:moveTo>
                <a:lnTo>
                  <a:pt x="105971" y="43586"/>
                </a:lnTo>
                <a:cubicBezTo>
                  <a:pt x="110781" y="38303"/>
                  <a:pt x="114595" y="34914"/>
                  <a:pt x="117412" y="33420"/>
                </a:cubicBezTo>
                <a:cubicBezTo>
                  <a:pt x="120229" y="31926"/>
                  <a:pt x="123046" y="31179"/>
                  <a:pt x="125863" y="31179"/>
                </a:cubicBezTo>
                <a:cubicBezTo>
                  <a:pt x="129244" y="31179"/>
                  <a:pt x="132147" y="32108"/>
                  <a:pt x="134574" y="33966"/>
                </a:cubicBezTo>
                <a:cubicBezTo>
                  <a:pt x="137001" y="35824"/>
                  <a:pt x="138800" y="38740"/>
                  <a:pt x="139970" y="42715"/>
                </a:cubicBezTo>
                <a:cubicBezTo>
                  <a:pt x="140793" y="45481"/>
                  <a:pt x="141205" y="50537"/>
                  <a:pt x="141205" y="57882"/>
                </a:cubicBezTo>
                <a:lnTo>
                  <a:pt x="141205" y="78881"/>
                </a:lnTo>
                <a:cubicBezTo>
                  <a:pt x="141205" y="82641"/>
                  <a:pt x="141508" y="85212"/>
                  <a:pt x="142115" y="86595"/>
                </a:cubicBezTo>
                <a:cubicBezTo>
                  <a:pt x="142548" y="87632"/>
                  <a:pt x="143285" y="88452"/>
                  <a:pt x="144325" y="89057"/>
                </a:cubicBezTo>
                <a:cubicBezTo>
                  <a:pt x="145365" y="89662"/>
                  <a:pt x="147272" y="89965"/>
                  <a:pt x="150046" y="89965"/>
                </a:cubicBezTo>
                <a:lnTo>
                  <a:pt x="150046" y="92368"/>
                </a:lnTo>
                <a:lnTo>
                  <a:pt x="120793" y="92368"/>
                </a:lnTo>
                <a:lnTo>
                  <a:pt x="120793" y="89965"/>
                </a:lnTo>
                <a:lnTo>
                  <a:pt x="122158" y="89965"/>
                </a:lnTo>
                <a:cubicBezTo>
                  <a:pt x="124931" y="89965"/>
                  <a:pt x="126860" y="89542"/>
                  <a:pt x="127943" y="88698"/>
                </a:cubicBezTo>
                <a:cubicBezTo>
                  <a:pt x="129027" y="87853"/>
                  <a:pt x="129785" y="86608"/>
                  <a:pt x="130219" y="84963"/>
                </a:cubicBezTo>
                <a:cubicBezTo>
                  <a:pt x="130349" y="84270"/>
                  <a:pt x="130414" y="82235"/>
                  <a:pt x="130414" y="78857"/>
                </a:cubicBezTo>
                <a:lnTo>
                  <a:pt x="130414" y="57811"/>
                </a:lnTo>
                <a:cubicBezTo>
                  <a:pt x="130414" y="51316"/>
                  <a:pt x="130078" y="47050"/>
                  <a:pt x="129406" y="45015"/>
                </a:cubicBezTo>
                <a:cubicBezTo>
                  <a:pt x="128734" y="42979"/>
                  <a:pt x="127662" y="41453"/>
                  <a:pt x="126188" y="40435"/>
                </a:cubicBezTo>
                <a:cubicBezTo>
                  <a:pt x="124715" y="39418"/>
                  <a:pt x="122938" y="38909"/>
                  <a:pt x="120858" y="38909"/>
                </a:cubicBezTo>
                <a:cubicBezTo>
                  <a:pt x="118734" y="38909"/>
                  <a:pt x="116524" y="39472"/>
                  <a:pt x="114227" y="40598"/>
                </a:cubicBezTo>
                <a:cubicBezTo>
                  <a:pt x="111930" y="41724"/>
                  <a:pt x="109178" y="43997"/>
                  <a:pt x="105971" y="47418"/>
                </a:cubicBezTo>
                <a:lnTo>
                  <a:pt x="105971" y="78857"/>
                </a:lnTo>
                <a:cubicBezTo>
                  <a:pt x="105971" y="82928"/>
                  <a:pt x="106198" y="85461"/>
                  <a:pt x="106653" y="86457"/>
                </a:cubicBezTo>
                <a:cubicBezTo>
                  <a:pt x="107109" y="87453"/>
                  <a:pt x="107954" y="88286"/>
                  <a:pt x="109189" y="88958"/>
                </a:cubicBezTo>
                <a:cubicBezTo>
                  <a:pt x="110424" y="89629"/>
                  <a:pt x="112558" y="89965"/>
                  <a:pt x="115592" y="89965"/>
                </a:cubicBezTo>
                <a:lnTo>
                  <a:pt x="115592" y="92368"/>
                </a:lnTo>
                <a:lnTo>
                  <a:pt x="86079" y="92368"/>
                </a:lnTo>
                <a:lnTo>
                  <a:pt x="86079" y="89965"/>
                </a:lnTo>
                <a:cubicBezTo>
                  <a:pt x="88722" y="89965"/>
                  <a:pt x="90803" y="89553"/>
                  <a:pt x="92319" y="88730"/>
                </a:cubicBezTo>
                <a:cubicBezTo>
                  <a:pt x="93186" y="88299"/>
                  <a:pt x="93880" y="87477"/>
                  <a:pt x="94400" y="86266"/>
                </a:cubicBezTo>
                <a:cubicBezTo>
                  <a:pt x="94920" y="85054"/>
                  <a:pt x="95180" y="82587"/>
                  <a:pt x="95180" y="78865"/>
                </a:cubicBezTo>
                <a:lnTo>
                  <a:pt x="95180" y="25055"/>
                </a:lnTo>
                <a:cubicBezTo>
                  <a:pt x="95180" y="18262"/>
                  <a:pt x="95017" y="14086"/>
                  <a:pt x="94692" y="12528"/>
                </a:cubicBezTo>
                <a:cubicBezTo>
                  <a:pt x="94367" y="10969"/>
                  <a:pt x="93869" y="9909"/>
                  <a:pt x="93197" y="9348"/>
                </a:cubicBezTo>
                <a:cubicBezTo>
                  <a:pt x="92525" y="8785"/>
                  <a:pt x="91626" y="8503"/>
                  <a:pt x="90499" y="8503"/>
                </a:cubicBezTo>
                <a:cubicBezTo>
                  <a:pt x="89589" y="8503"/>
                  <a:pt x="88116" y="8850"/>
                  <a:pt x="86079" y="9542"/>
                </a:cubicBezTo>
                <a:lnTo>
                  <a:pt x="85169" y="7269"/>
                </a:lnTo>
                <a:lnTo>
                  <a:pt x="102981" y="0"/>
                </a:lnTo>
                <a:lnTo>
                  <a:pt x="105971" y="0"/>
                </a:lnTo>
                <a:close/>
                <a:moveTo>
                  <a:pt x="189123" y="83794"/>
                </a:moveTo>
                <a:cubicBezTo>
                  <a:pt x="183012" y="88514"/>
                  <a:pt x="179177" y="91242"/>
                  <a:pt x="177617" y="91978"/>
                </a:cubicBezTo>
                <a:cubicBezTo>
                  <a:pt x="175276" y="93104"/>
                  <a:pt x="172784" y="93667"/>
                  <a:pt x="170141" y="93667"/>
                </a:cubicBezTo>
                <a:cubicBezTo>
                  <a:pt x="166024" y="93667"/>
                  <a:pt x="162632" y="92260"/>
                  <a:pt x="159967" y="89445"/>
                </a:cubicBezTo>
                <a:cubicBezTo>
                  <a:pt x="157302" y="86630"/>
                  <a:pt x="155969" y="82928"/>
                  <a:pt x="155969" y="78337"/>
                </a:cubicBezTo>
                <a:cubicBezTo>
                  <a:pt x="155969" y="75436"/>
                  <a:pt x="156619" y="72924"/>
                  <a:pt x="157919" y="70802"/>
                </a:cubicBezTo>
                <a:cubicBezTo>
                  <a:pt x="159696" y="67858"/>
                  <a:pt x="162784" y="65086"/>
                  <a:pt x="167183" y="62488"/>
                </a:cubicBezTo>
                <a:cubicBezTo>
                  <a:pt x="171582" y="59890"/>
                  <a:pt x="178895" y="56729"/>
                  <a:pt x="189123" y="53004"/>
                </a:cubicBezTo>
                <a:lnTo>
                  <a:pt x="189123" y="50666"/>
                </a:lnTo>
                <a:cubicBezTo>
                  <a:pt x="189123" y="44733"/>
                  <a:pt x="188180" y="40663"/>
                  <a:pt x="186295" y="38454"/>
                </a:cubicBezTo>
                <a:cubicBezTo>
                  <a:pt x="184410" y="36246"/>
                  <a:pt x="181669" y="35141"/>
                  <a:pt x="178072" y="35141"/>
                </a:cubicBezTo>
                <a:cubicBezTo>
                  <a:pt x="175341" y="35141"/>
                  <a:pt x="173174" y="35875"/>
                  <a:pt x="171571" y="37342"/>
                </a:cubicBezTo>
                <a:cubicBezTo>
                  <a:pt x="169924" y="38809"/>
                  <a:pt x="169101" y="40491"/>
                  <a:pt x="169101" y="42390"/>
                </a:cubicBezTo>
                <a:lnTo>
                  <a:pt x="169231" y="46143"/>
                </a:lnTo>
                <a:cubicBezTo>
                  <a:pt x="169231" y="48127"/>
                  <a:pt x="168721" y="49658"/>
                  <a:pt x="167703" y="50737"/>
                </a:cubicBezTo>
                <a:cubicBezTo>
                  <a:pt x="166684" y="51816"/>
                  <a:pt x="165352" y="52355"/>
                  <a:pt x="163705" y="52355"/>
                </a:cubicBezTo>
                <a:cubicBezTo>
                  <a:pt x="162101" y="52355"/>
                  <a:pt x="160790" y="51794"/>
                  <a:pt x="159772" y="50672"/>
                </a:cubicBezTo>
                <a:cubicBezTo>
                  <a:pt x="158754" y="49549"/>
                  <a:pt x="158244" y="48016"/>
                  <a:pt x="158244" y="46072"/>
                </a:cubicBezTo>
                <a:cubicBezTo>
                  <a:pt x="158244" y="42360"/>
                  <a:pt x="160151" y="38950"/>
                  <a:pt x="163965" y="35842"/>
                </a:cubicBezTo>
                <a:cubicBezTo>
                  <a:pt x="167779" y="32733"/>
                  <a:pt x="173131" y="31179"/>
                  <a:pt x="180022" y="31179"/>
                </a:cubicBezTo>
                <a:cubicBezTo>
                  <a:pt x="185309" y="31179"/>
                  <a:pt x="189643" y="32065"/>
                  <a:pt x="193023" y="33838"/>
                </a:cubicBezTo>
                <a:cubicBezTo>
                  <a:pt x="195580" y="35179"/>
                  <a:pt x="197465" y="37277"/>
                  <a:pt x="198679" y="40133"/>
                </a:cubicBezTo>
                <a:cubicBezTo>
                  <a:pt x="199459" y="41992"/>
                  <a:pt x="199849" y="45798"/>
                  <a:pt x="199849" y="51551"/>
                </a:cubicBezTo>
                <a:lnTo>
                  <a:pt x="199849" y="71728"/>
                </a:lnTo>
                <a:cubicBezTo>
                  <a:pt x="199849" y="77394"/>
                  <a:pt x="199957" y="80865"/>
                  <a:pt x="200174" y="82141"/>
                </a:cubicBezTo>
                <a:cubicBezTo>
                  <a:pt x="200391" y="83417"/>
                  <a:pt x="200748" y="84272"/>
                  <a:pt x="201247" y="84705"/>
                </a:cubicBezTo>
                <a:cubicBezTo>
                  <a:pt x="201745" y="85137"/>
                  <a:pt x="202319" y="85353"/>
                  <a:pt x="202969" y="85353"/>
                </a:cubicBezTo>
                <a:cubicBezTo>
                  <a:pt x="203663" y="85353"/>
                  <a:pt x="204269" y="85201"/>
                  <a:pt x="204790" y="84898"/>
                </a:cubicBezTo>
                <a:cubicBezTo>
                  <a:pt x="205700" y="84335"/>
                  <a:pt x="207455" y="82754"/>
                  <a:pt x="210055" y="80156"/>
                </a:cubicBezTo>
                <a:lnTo>
                  <a:pt x="210055" y="83794"/>
                </a:lnTo>
                <a:cubicBezTo>
                  <a:pt x="205201" y="90289"/>
                  <a:pt x="200564" y="93537"/>
                  <a:pt x="196144" y="93537"/>
                </a:cubicBezTo>
                <a:cubicBezTo>
                  <a:pt x="194020" y="93537"/>
                  <a:pt x="192330" y="92801"/>
                  <a:pt x="191073" y="91329"/>
                </a:cubicBezTo>
                <a:cubicBezTo>
                  <a:pt x="189816" y="89856"/>
                  <a:pt x="189166" y="87345"/>
                  <a:pt x="189123" y="83794"/>
                </a:cubicBezTo>
                <a:moveTo>
                  <a:pt x="189123" y="79535"/>
                </a:moveTo>
                <a:lnTo>
                  <a:pt x="189123" y="56967"/>
                </a:lnTo>
                <a:cubicBezTo>
                  <a:pt x="182579" y="59553"/>
                  <a:pt x="178353" y="61385"/>
                  <a:pt x="176446" y="62464"/>
                </a:cubicBezTo>
                <a:cubicBezTo>
                  <a:pt x="173023" y="64361"/>
                  <a:pt x="170574" y="66344"/>
                  <a:pt x="169101" y="68413"/>
                </a:cubicBezTo>
                <a:cubicBezTo>
                  <a:pt x="167627" y="70482"/>
                  <a:pt x="166890" y="72746"/>
                  <a:pt x="166890" y="75203"/>
                </a:cubicBezTo>
                <a:cubicBezTo>
                  <a:pt x="166890" y="78308"/>
                  <a:pt x="167822" y="80883"/>
                  <a:pt x="169686" y="82931"/>
                </a:cubicBezTo>
                <a:cubicBezTo>
                  <a:pt x="171549" y="84978"/>
                  <a:pt x="173694" y="86002"/>
                  <a:pt x="176121" y="86002"/>
                </a:cubicBezTo>
                <a:cubicBezTo>
                  <a:pt x="179415" y="86002"/>
                  <a:pt x="183749" y="83846"/>
                  <a:pt x="189123" y="79535"/>
                </a:cubicBezTo>
                <a:close/>
                <a:moveTo>
                  <a:pt x="232186" y="43781"/>
                </a:moveTo>
                <a:cubicBezTo>
                  <a:pt x="239163" y="35380"/>
                  <a:pt x="245815" y="31179"/>
                  <a:pt x="252143" y="31179"/>
                </a:cubicBezTo>
                <a:cubicBezTo>
                  <a:pt x="255393" y="31179"/>
                  <a:pt x="258188" y="31990"/>
                  <a:pt x="260529" y="33611"/>
                </a:cubicBezTo>
                <a:cubicBezTo>
                  <a:pt x="262869" y="35231"/>
                  <a:pt x="264733" y="37899"/>
                  <a:pt x="266119" y="41615"/>
                </a:cubicBezTo>
                <a:cubicBezTo>
                  <a:pt x="267073" y="44206"/>
                  <a:pt x="267550" y="48181"/>
                  <a:pt x="267550" y="53540"/>
                </a:cubicBezTo>
                <a:lnTo>
                  <a:pt x="267550" y="78881"/>
                </a:lnTo>
                <a:cubicBezTo>
                  <a:pt x="267550" y="82641"/>
                  <a:pt x="267853" y="85190"/>
                  <a:pt x="268460" y="86530"/>
                </a:cubicBezTo>
                <a:cubicBezTo>
                  <a:pt x="268936" y="87610"/>
                  <a:pt x="269706" y="88452"/>
                  <a:pt x="270767" y="89057"/>
                </a:cubicBezTo>
                <a:cubicBezTo>
                  <a:pt x="271829" y="89662"/>
                  <a:pt x="273790" y="89965"/>
                  <a:pt x="276651" y="89965"/>
                </a:cubicBezTo>
                <a:lnTo>
                  <a:pt x="276651" y="92368"/>
                </a:lnTo>
                <a:lnTo>
                  <a:pt x="247202" y="92368"/>
                </a:lnTo>
                <a:lnTo>
                  <a:pt x="247202" y="89965"/>
                </a:lnTo>
                <a:lnTo>
                  <a:pt x="248437" y="89965"/>
                </a:lnTo>
                <a:cubicBezTo>
                  <a:pt x="251211" y="89965"/>
                  <a:pt x="253150" y="89544"/>
                  <a:pt x="254256" y="88704"/>
                </a:cubicBezTo>
                <a:cubicBezTo>
                  <a:pt x="255361" y="87864"/>
                  <a:pt x="256130" y="86625"/>
                  <a:pt x="256563" y="84989"/>
                </a:cubicBezTo>
                <a:cubicBezTo>
                  <a:pt x="256737" y="84342"/>
                  <a:pt x="256823" y="82317"/>
                  <a:pt x="256823" y="78914"/>
                </a:cubicBezTo>
                <a:lnTo>
                  <a:pt x="256823" y="54679"/>
                </a:lnTo>
                <a:cubicBezTo>
                  <a:pt x="256823" y="49294"/>
                  <a:pt x="256119" y="45385"/>
                  <a:pt x="254711" y="42950"/>
                </a:cubicBezTo>
                <a:cubicBezTo>
                  <a:pt x="253302" y="40516"/>
                  <a:pt x="250929" y="39299"/>
                  <a:pt x="247592" y="39299"/>
                </a:cubicBezTo>
                <a:cubicBezTo>
                  <a:pt x="242435" y="39299"/>
                  <a:pt x="237299" y="42099"/>
                  <a:pt x="232186" y="47700"/>
                </a:cubicBezTo>
                <a:lnTo>
                  <a:pt x="232186" y="78914"/>
                </a:lnTo>
                <a:cubicBezTo>
                  <a:pt x="232186" y="82921"/>
                  <a:pt x="232424" y="85398"/>
                  <a:pt x="232901" y="86345"/>
                </a:cubicBezTo>
                <a:cubicBezTo>
                  <a:pt x="233507" y="87594"/>
                  <a:pt x="234342" y="88510"/>
                  <a:pt x="235403" y="89092"/>
                </a:cubicBezTo>
                <a:cubicBezTo>
                  <a:pt x="236465" y="89674"/>
                  <a:pt x="238621" y="89965"/>
                  <a:pt x="241872" y="89965"/>
                </a:cubicBezTo>
                <a:lnTo>
                  <a:pt x="241872" y="92368"/>
                </a:lnTo>
                <a:lnTo>
                  <a:pt x="212423" y="92368"/>
                </a:lnTo>
                <a:lnTo>
                  <a:pt x="212423" y="89965"/>
                </a:lnTo>
                <a:lnTo>
                  <a:pt x="213723" y="89965"/>
                </a:lnTo>
                <a:cubicBezTo>
                  <a:pt x="216757" y="89965"/>
                  <a:pt x="218805" y="89198"/>
                  <a:pt x="219867" y="87665"/>
                </a:cubicBezTo>
                <a:cubicBezTo>
                  <a:pt x="220928" y="86130"/>
                  <a:pt x="221459" y="83202"/>
                  <a:pt x="221459" y="78881"/>
                </a:cubicBezTo>
                <a:lnTo>
                  <a:pt x="221459" y="56845"/>
                </a:lnTo>
                <a:cubicBezTo>
                  <a:pt x="221459" y="49716"/>
                  <a:pt x="221297" y="45374"/>
                  <a:pt x="220972" y="43819"/>
                </a:cubicBezTo>
                <a:cubicBezTo>
                  <a:pt x="220647" y="42263"/>
                  <a:pt x="220148" y="41204"/>
                  <a:pt x="219477" y="40642"/>
                </a:cubicBezTo>
                <a:cubicBezTo>
                  <a:pt x="218805" y="40081"/>
                  <a:pt x="217906" y="39800"/>
                  <a:pt x="216779" y="39800"/>
                </a:cubicBezTo>
                <a:cubicBezTo>
                  <a:pt x="215565" y="39800"/>
                  <a:pt x="214113" y="40124"/>
                  <a:pt x="212423" y="40772"/>
                </a:cubicBezTo>
                <a:lnTo>
                  <a:pt x="211448" y="38438"/>
                </a:lnTo>
                <a:lnTo>
                  <a:pt x="229390" y="31179"/>
                </a:lnTo>
                <a:lnTo>
                  <a:pt x="232186" y="31179"/>
                </a:lnTo>
                <a:lnTo>
                  <a:pt x="232186" y="43781"/>
                </a:lnTo>
                <a:close/>
                <a:moveTo>
                  <a:pt x="299086" y="43781"/>
                </a:moveTo>
                <a:cubicBezTo>
                  <a:pt x="306063" y="35380"/>
                  <a:pt x="312716" y="31179"/>
                  <a:pt x="319043" y="31179"/>
                </a:cubicBezTo>
                <a:cubicBezTo>
                  <a:pt x="322293" y="31179"/>
                  <a:pt x="325089" y="31990"/>
                  <a:pt x="327429" y="33611"/>
                </a:cubicBezTo>
                <a:cubicBezTo>
                  <a:pt x="329769" y="35231"/>
                  <a:pt x="331633" y="37899"/>
                  <a:pt x="333020" y="41615"/>
                </a:cubicBezTo>
                <a:cubicBezTo>
                  <a:pt x="333973" y="44206"/>
                  <a:pt x="334450" y="48181"/>
                  <a:pt x="334450" y="53540"/>
                </a:cubicBezTo>
                <a:lnTo>
                  <a:pt x="334450" y="78881"/>
                </a:lnTo>
                <a:cubicBezTo>
                  <a:pt x="334450" y="82641"/>
                  <a:pt x="334753" y="85190"/>
                  <a:pt x="335360" y="86530"/>
                </a:cubicBezTo>
                <a:cubicBezTo>
                  <a:pt x="335837" y="87610"/>
                  <a:pt x="336606" y="88452"/>
                  <a:pt x="337668" y="89057"/>
                </a:cubicBezTo>
                <a:cubicBezTo>
                  <a:pt x="338730" y="89662"/>
                  <a:pt x="340691" y="89965"/>
                  <a:pt x="343551" y="89965"/>
                </a:cubicBezTo>
                <a:lnTo>
                  <a:pt x="343551" y="92368"/>
                </a:lnTo>
                <a:lnTo>
                  <a:pt x="314103" y="92368"/>
                </a:lnTo>
                <a:lnTo>
                  <a:pt x="314103" y="89965"/>
                </a:lnTo>
                <a:lnTo>
                  <a:pt x="315338" y="89965"/>
                </a:lnTo>
                <a:cubicBezTo>
                  <a:pt x="318111" y="89965"/>
                  <a:pt x="320051" y="89544"/>
                  <a:pt x="321156" y="88704"/>
                </a:cubicBezTo>
                <a:cubicBezTo>
                  <a:pt x="322261" y="87864"/>
                  <a:pt x="323030" y="86625"/>
                  <a:pt x="323464" y="84989"/>
                </a:cubicBezTo>
                <a:cubicBezTo>
                  <a:pt x="323637" y="84342"/>
                  <a:pt x="323724" y="82317"/>
                  <a:pt x="323724" y="78914"/>
                </a:cubicBezTo>
                <a:lnTo>
                  <a:pt x="323724" y="54679"/>
                </a:lnTo>
                <a:cubicBezTo>
                  <a:pt x="323724" y="49294"/>
                  <a:pt x="323019" y="45385"/>
                  <a:pt x="321611" y="42950"/>
                </a:cubicBezTo>
                <a:cubicBezTo>
                  <a:pt x="320202" y="40516"/>
                  <a:pt x="317830" y="39299"/>
                  <a:pt x="314493" y="39299"/>
                </a:cubicBezTo>
                <a:cubicBezTo>
                  <a:pt x="309335" y="39299"/>
                  <a:pt x="304200" y="42099"/>
                  <a:pt x="299086" y="47700"/>
                </a:cubicBezTo>
                <a:lnTo>
                  <a:pt x="299086" y="78914"/>
                </a:lnTo>
                <a:cubicBezTo>
                  <a:pt x="299086" y="82921"/>
                  <a:pt x="299324" y="85398"/>
                  <a:pt x="299801" y="86345"/>
                </a:cubicBezTo>
                <a:cubicBezTo>
                  <a:pt x="300408" y="87594"/>
                  <a:pt x="301242" y="88510"/>
                  <a:pt x="302304" y="89092"/>
                </a:cubicBezTo>
                <a:cubicBezTo>
                  <a:pt x="303366" y="89674"/>
                  <a:pt x="305522" y="89965"/>
                  <a:pt x="308772" y="89965"/>
                </a:cubicBezTo>
                <a:lnTo>
                  <a:pt x="308772" y="92368"/>
                </a:lnTo>
                <a:lnTo>
                  <a:pt x="279324" y="92368"/>
                </a:lnTo>
                <a:lnTo>
                  <a:pt x="279324" y="89965"/>
                </a:lnTo>
                <a:lnTo>
                  <a:pt x="280624" y="89965"/>
                </a:lnTo>
                <a:cubicBezTo>
                  <a:pt x="283657" y="89965"/>
                  <a:pt x="285705" y="89198"/>
                  <a:pt x="286767" y="87665"/>
                </a:cubicBezTo>
                <a:cubicBezTo>
                  <a:pt x="287829" y="86130"/>
                  <a:pt x="288360" y="83202"/>
                  <a:pt x="288360" y="78881"/>
                </a:cubicBezTo>
                <a:lnTo>
                  <a:pt x="288360" y="56845"/>
                </a:lnTo>
                <a:cubicBezTo>
                  <a:pt x="288360" y="49716"/>
                  <a:pt x="288197" y="45374"/>
                  <a:pt x="287872" y="43819"/>
                </a:cubicBezTo>
                <a:cubicBezTo>
                  <a:pt x="287547" y="42263"/>
                  <a:pt x="287049" y="41204"/>
                  <a:pt x="286377" y="40642"/>
                </a:cubicBezTo>
                <a:cubicBezTo>
                  <a:pt x="285705" y="40081"/>
                  <a:pt x="284806" y="39800"/>
                  <a:pt x="283679" y="39800"/>
                </a:cubicBezTo>
                <a:cubicBezTo>
                  <a:pt x="282466" y="39800"/>
                  <a:pt x="281014" y="40124"/>
                  <a:pt x="279324" y="40772"/>
                </a:cubicBezTo>
                <a:lnTo>
                  <a:pt x="278349" y="38438"/>
                </a:lnTo>
                <a:lnTo>
                  <a:pt x="296291" y="31179"/>
                </a:lnTo>
                <a:lnTo>
                  <a:pt x="299086" y="31179"/>
                </a:lnTo>
                <a:lnTo>
                  <a:pt x="299086" y="43781"/>
                </a:lnTo>
                <a:close/>
                <a:moveTo>
                  <a:pt x="358640" y="55343"/>
                </a:moveTo>
                <a:cubicBezTo>
                  <a:pt x="358597" y="64157"/>
                  <a:pt x="360742" y="71070"/>
                  <a:pt x="365076" y="76082"/>
                </a:cubicBezTo>
                <a:cubicBezTo>
                  <a:pt x="369410" y="81093"/>
                  <a:pt x="374502" y="83599"/>
                  <a:pt x="380353" y="83599"/>
                </a:cubicBezTo>
                <a:cubicBezTo>
                  <a:pt x="384253" y="83599"/>
                  <a:pt x="387645" y="82527"/>
                  <a:pt x="390527" y="80383"/>
                </a:cubicBezTo>
                <a:cubicBezTo>
                  <a:pt x="393408" y="78240"/>
                  <a:pt x="395825" y="74570"/>
                  <a:pt x="397775" y="69373"/>
                </a:cubicBezTo>
                <a:lnTo>
                  <a:pt x="399790" y="70672"/>
                </a:lnTo>
                <a:cubicBezTo>
                  <a:pt x="398880" y="76605"/>
                  <a:pt x="396236" y="82007"/>
                  <a:pt x="391859" y="86879"/>
                </a:cubicBezTo>
                <a:cubicBezTo>
                  <a:pt x="387482" y="91751"/>
                  <a:pt x="382000" y="94187"/>
                  <a:pt x="375412" y="94187"/>
                </a:cubicBezTo>
                <a:cubicBezTo>
                  <a:pt x="368262" y="94187"/>
                  <a:pt x="362140" y="91410"/>
                  <a:pt x="357048" y="85858"/>
                </a:cubicBezTo>
                <a:cubicBezTo>
                  <a:pt x="351956" y="80304"/>
                  <a:pt x="349409" y="72838"/>
                  <a:pt x="349409" y="63460"/>
                </a:cubicBezTo>
                <a:cubicBezTo>
                  <a:pt x="349409" y="53305"/>
                  <a:pt x="352021" y="45387"/>
                  <a:pt x="357243" y="39705"/>
                </a:cubicBezTo>
                <a:cubicBezTo>
                  <a:pt x="362465" y="34021"/>
                  <a:pt x="369020" y="31179"/>
                  <a:pt x="376907" y="31179"/>
                </a:cubicBezTo>
                <a:cubicBezTo>
                  <a:pt x="383582" y="31179"/>
                  <a:pt x="389064" y="33371"/>
                  <a:pt x="393354" y="37756"/>
                </a:cubicBezTo>
                <a:cubicBezTo>
                  <a:pt x="397645" y="42139"/>
                  <a:pt x="399790" y="48001"/>
                  <a:pt x="399790" y="55343"/>
                </a:cubicBezTo>
                <a:lnTo>
                  <a:pt x="358640" y="55343"/>
                </a:lnTo>
                <a:moveTo>
                  <a:pt x="358640" y="51575"/>
                </a:moveTo>
                <a:lnTo>
                  <a:pt x="386204" y="51575"/>
                </a:lnTo>
                <a:cubicBezTo>
                  <a:pt x="385987" y="47765"/>
                  <a:pt x="385532" y="45080"/>
                  <a:pt x="384838" y="43521"/>
                </a:cubicBezTo>
                <a:cubicBezTo>
                  <a:pt x="383755" y="41096"/>
                  <a:pt x="382141" y="39190"/>
                  <a:pt x="379995" y="37805"/>
                </a:cubicBezTo>
                <a:cubicBezTo>
                  <a:pt x="377850" y="36419"/>
                  <a:pt x="375607" y="35726"/>
                  <a:pt x="373267" y="35726"/>
                </a:cubicBezTo>
                <a:cubicBezTo>
                  <a:pt x="369670" y="35726"/>
                  <a:pt x="366452" y="37123"/>
                  <a:pt x="363613" y="39916"/>
                </a:cubicBezTo>
                <a:cubicBezTo>
                  <a:pt x="360775" y="42709"/>
                  <a:pt x="359117" y="46595"/>
                  <a:pt x="358640" y="51575"/>
                </a:cubicBezTo>
                <a:close/>
                <a:moveTo>
                  <a:pt x="428551" y="0"/>
                </a:moveTo>
                <a:lnTo>
                  <a:pt x="428551" y="78865"/>
                </a:lnTo>
                <a:cubicBezTo>
                  <a:pt x="428551" y="82587"/>
                  <a:pt x="428822" y="85054"/>
                  <a:pt x="429363" y="86266"/>
                </a:cubicBezTo>
                <a:cubicBezTo>
                  <a:pt x="429905" y="87477"/>
                  <a:pt x="430739" y="88397"/>
                  <a:pt x="431866" y="89025"/>
                </a:cubicBezTo>
                <a:cubicBezTo>
                  <a:pt x="432993" y="89651"/>
                  <a:pt x="435095" y="89965"/>
                  <a:pt x="438172" y="89965"/>
                </a:cubicBezTo>
                <a:lnTo>
                  <a:pt x="438172" y="92368"/>
                </a:lnTo>
                <a:lnTo>
                  <a:pt x="408984" y="92368"/>
                </a:lnTo>
                <a:lnTo>
                  <a:pt x="408984" y="89965"/>
                </a:lnTo>
                <a:cubicBezTo>
                  <a:pt x="411714" y="89965"/>
                  <a:pt x="413578" y="89684"/>
                  <a:pt x="414574" y="89122"/>
                </a:cubicBezTo>
                <a:cubicBezTo>
                  <a:pt x="415571" y="88559"/>
                  <a:pt x="416351" y="87629"/>
                  <a:pt x="416915" y="86331"/>
                </a:cubicBezTo>
                <a:cubicBezTo>
                  <a:pt x="417478" y="85032"/>
                  <a:pt x="417760" y="82543"/>
                  <a:pt x="417760" y="78865"/>
                </a:cubicBezTo>
                <a:lnTo>
                  <a:pt x="417760" y="24860"/>
                </a:lnTo>
                <a:cubicBezTo>
                  <a:pt x="417760" y="18153"/>
                  <a:pt x="417608" y="14032"/>
                  <a:pt x="417305" y="12496"/>
                </a:cubicBezTo>
                <a:cubicBezTo>
                  <a:pt x="417001" y="10959"/>
                  <a:pt x="416514" y="9909"/>
                  <a:pt x="415842" y="9348"/>
                </a:cubicBezTo>
                <a:cubicBezTo>
                  <a:pt x="415170" y="8785"/>
                  <a:pt x="414314" y="8503"/>
                  <a:pt x="413274" y="8503"/>
                </a:cubicBezTo>
                <a:cubicBezTo>
                  <a:pt x="412147" y="8503"/>
                  <a:pt x="410717" y="8850"/>
                  <a:pt x="408984" y="9542"/>
                </a:cubicBezTo>
                <a:lnTo>
                  <a:pt x="407879" y="7269"/>
                </a:lnTo>
                <a:lnTo>
                  <a:pt x="425626" y="0"/>
                </a:lnTo>
                <a:lnTo>
                  <a:pt x="428551" y="0"/>
                </a:lnTo>
                <a:close/>
                <a:moveTo>
                  <a:pt x="535517" y="75349"/>
                </a:moveTo>
                <a:lnTo>
                  <a:pt x="529341" y="92368"/>
                </a:lnTo>
                <a:lnTo>
                  <a:pt x="477335" y="92368"/>
                </a:lnTo>
                <a:lnTo>
                  <a:pt x="477335" y="89960"/>
                </a:lnTo>
                <a:cubicBezTo>
                  <a:pt x="492634" y="75993"/>
                  <a:pt x="503403" y="64586"/>
                  <a:pt x="509644" y="55739"/>
                </a:cubicBezTo>
                <a:cubicBezTo>
                  <a:pt x="515885" y="46890"/>
                  <a:pt x="519005" y="38800"/>
                  <a:pt x="519005" y="31469"/>
                </a:cubicBezTo>
                <a:cubicBezTo>
                  <a:pt x="519005" y="25875"/>
                  <a:pt x="517293" y="21278"/>
                  <a:pt x="513870" y="17678"/>
                </a:cubicBezTo>
                <a:cubicBezTo>
                  <a:pt x="510446" y="14077"/>
                  <a:pt x="506350" y="12277"/>
                  <a:pt x="501583" y="12277"/>
                </a:cubicBezTo>
                <a:cubicBezTo>
                  <a:pt x="497249" y="12277"/>
                  <a:pt x="493360" y="13549"/>
                  <a:pt x="489914" y="16093"/>
                </a:cubicBezTo>
                <a:cubicBezTo>
                  <a:pt x="486469" y="18637"/>
                  <a:pt x="483923" y="22367"/>
                  <a:pt x="482276" y="27282"/>
                </a:cubicBezTo>
                <a:lnTo>
                  <a:pt x="479871" y="27282"/>
                </a:lnTo>
                <a:cubicBezTo>
                  <a:pt x="480954" y="19291"/>
                  <a:pt x="483739" y="13158"/>
                  <a:pt x="488224" y="8883"/>
                </a:cubicBezTo>
                <a:cubicBezTo>
                  <a:pt x="492710" y="4606"/>
                  <a:pt x="498311" y="2468"/>
                  <a:pt x="505029" y="2468"/>
                </a:cubicBezTo>
                <a:cubicBezTo>
                  <a:pt x="512179" y="2468"/>
                  <a:pt x="518149" y="4763"/>
                  <a:pt x="522938" y="9354"/>
                </a:cubicBezTo>
                <a:cubicBezTo>
                  <a:pt x="527727" y="13944"/>
                  <a:pt x="530121" y="19357"/>
                  <a:pt x="530121" y="25593"/>
                </a:cubicBezTo>
                <a:cubicBezTo>
                  <a:pt x="530121" y="30053"/>
                  <a:pt x="529081" y="34513"/>
                  <a:pt x="527001" y="38974"/>
                </a:cubicBezTo>
                <a:cubicBezTo>
                  <a:pt x="523794" y="45989"/>
                  <a:pt x="518593" y="53416"/>
                  <a:pt x="511399" y="61254"/>
                </a:cubicBezTo>
                <a:cubicBezTo>
                  <a:pt x="500608" y="73033"/>
                  <a:pt x="493869" y="80134"/>
                  <a:pt x="491182" y="82559"/>
                </a:cubicBezTo>
                <a:lnTo>
                  <a:pt x="514195" y="82559"/>
                </a:lnTo>
                <a:cubicBezTo>
                  <a:pt x="518875" y="82559"/>
                  <a:pt x="522158" y="82385"/>
                  <a:pt x="524043" y="82036"/>
                </a:cubicBezTo>
                <a:cubicBezTo>
                  <a:pt x="525928" y="81685"/>
                  <a:pt x="527629" y="80975"/>
                  <a:pt x="529146" y="79904"/>
                </a:cubicBezTo>
                <a:cubicBezTo>
                  <a:pt x="530663" y="78834"/>
                  <a:pt x="531985" y="77316"/>
                  <a:pt x="533112" y="75349"/>
                </a:cubicBezTo>
                <a:lnTo>
                  <a:pt x="535517" y="753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8D3C53-F443-4C63-8C58-34B4B559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413" y="4009703"/>
            <a:ext cx="735493" cy="207828"/>
          </a:xfrm>
          <a:custGeom xmlns:a="http://schemas.openxmlformats.org/drawingml/2006/main">
            <a:pathLst>
              <a:path w="735493" h="207828">
                <a:moveTo>
                  <a:pt x="0" y="34644"/>
                </a:moveTo>
                <a:cubicBezTo>
                  <a:pt x="0" y="15507"/>
                  <a:pt x="15525" y="0"/>
                  <a:pt x="34661" y="0"/>
                </a:cubicBezTo>
                <a:lnTo>
                  <a:pt x="700832" y="0"/>
                </a:lnTo>
                <a:cubicBezTo>
                  <a:pt x="719985" y="0"/>
                  <a:pt x="735493" y="15507"/>
                  <a:pt x="735493" y="34644"/>
                </a:cubicBezTo>
                <a:lnTo>
                  <a:pt x="735493" y="173184"/>
                </a:lnTo>
                <a:cubicBezTo>
                  <a:pt x="735493" y="192320"/>
                  <a:pt x="719985" y="207828"/>
                  <a:pt x="700832" y="207828"/>
                </a:cubicBezTo>
                <a:lnTo>
                  <a:pt x="34661" y="207828"/>
                </a:lnTo>
                <a:cubicBezTo>
                  <a:pt x="15525" y="207828"/>
                  <a:pt x="0" y="192320"/>
                  <a:pt x="0" y="173184"/>
                </a:cubicBezTo>
                <a:lnTo>
                  <a:pt x="0" y="34644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6A3290-AA66-47B7-828C-3B38603A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414" y="4009710"/>
            <a:ext cx="735493" cy="207812"/>
          </a:xfrm>
          <a:custGeom xmlns:a="http://schemas.openxmlformats.org/drawingml/2006/main">
            <a:pathLst>
              <a:path w="735493" h="207812" fill="none">
                <a:moveTo>
                  <a:pt x="0" y="34636"/>
                </a:moveTo>
                <a:cubicBezTo>
                  <a:pt x="0" y="15507"/>
                  <a:pt x="15520" y="0"/>
                  <a:pt x="34664" y="0"/>
                </a:cubicBezTo>
                <a:lnTo>
                  <a:pt x="700829" y="0"/>
                </a:lnTo>
                <a:cubicBezTo>
                  <a:pt x="719974" y="0"/>
                  <a:pt x="735493" y="15507"/>
                  <a:pt x="735493" y="34636"/>
                </a:cubicBezTo>
                <a:lnTo>
                  <a:pt x="735493" y="173176"/>
                </a:lnTo>
                <a:cubicBezTo>
                  <a:pt x="735493" y="192305"/>
                  <a:pt x="719974" y="207812"/>
                  <a:pt x="700829" y="207812"/>
                </a:cubicBezTo>
                <a:lnTo>
                  <a:pt x="34664" y="207812"/>
                </a:lnTo>
                <a:cubicBezTo>
                  <a:pt x="15520" y="207812"/>
                  <a:pt x="0" y="192305"/>
                  <a:pt x="0" y="173176"/>
                </a:cubicBezTo>
                <a:lnTo>
                  <a:pt x="0" y="346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78" cap="flat">
            <a:solidFill>
              <a:srgbClr val="2E75B6"/>
            </a:solidFill>
            <a:miter/>
          </a:ln>
        </p:spPr>
      </p:sp>
      <p:sp>
        <p:nvSpPr>
          <p:cNvPr id="154" name="Text Channel3">
            <a:extLst xmlns:a="http://schemas.openxmlformats.org/drawingml/2006/main">
              <a:ext uri="{FF2B5EF4-FFF2-40B4-BE49-F238E27FC236}">
                <a16:creationId xmlns:a16="http://schemas.microsoft.com/office/drawing/2014/main" id="{7476415A-4F86-407E-B935-1C36FEF1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6999" y="4074103"/>
            <a:ext cx="529993" cy="94317"/>
          </a:xfrm>
          <a:custGeom xmlns:a="http://schemas.openxmlformats.org/drawingml/2006/main">
            <a:pathLst>
              <a:path w="529993" h="94317">
                <a:moveTo>
                  <a:pt x="75343" y="2338"/>
                </a:moveTo>
                <a:lnTo>
                  <a:pt x="77359" y="32218"/>
                </a:lnTo>
                <a:lnTo>
                  <a:pt x="75343" y="32218"/>
                </a:lnTo>
                <a:cubicBezTo>
                  <a:pt x="72657" y="23231"/>
                  <a:pt x="68821" y="16763"/>
                  <a:pt x="63837" y="12813"/>
                </a:cubicBezTo>
                <a:cubicBezTo>
                  <a:pt x="58853" y="8861"/>
                  <a:pt x="52873" y="6885"/>
                  <a:pt x="45895" y="6885"/>
                </a:cubicBezTo>
                <a:cubicBezTo>
                  <a:pt x="40045" y="6885"/>
                  <a:pt x="34757" y="8370"/>
                  <a:pt x="30033" y="11339"/>
                </a:cubicBezTo>
                <a:cubicBezTo>
                  <a:pt x="25310" y="14307"/>
                  <a:pt x="21593" y="19041"/>
                  <a:pt x="18885" y="25542"/>
                </a:cubicBezTo>
                <a:cubicBezTo>
                  <a:pt x="16176" y="32043"/>
                  <a:pt x="14822" y="40126"/>
                  <a:pt x="14822" y="49791"/>
                </a:cubicBezTo>
                <a:cubicBezTo>
                  <a:pt x="14822" y="57764"/>
                  <a:pt x="16100" y="64677"/>
                  <a:pt x="18657" y="70528"/>
                </a:cubicBezTo>
                <a:cubicBezTo>
                  <a:pt x="21214" y="76378"/>
                  <a:pt x="25060" y="80864"/>
                  <a:pt x="30196" y="83984"/>
                </a:cubicBezTo>
                <a:cubicBezTo>
                  <a:pt x="35331" y="87105"/>
                  <a:pt x="41193" y="88665"/>
                  <a:pt x="47780" y="88665"/>
                </a:cubicBezTo>
                <a:cubicBezTo>
                  <a:pt x="53501" y="88665"/>
                  <a:pt x="58550" y="87442"/>
                  <a:pt x="62927" y="84995"/>
                </a:cubicBezTo>
                <a:cubicBezTo>
                  <a:pt x="67304" y="82549"/>
                  <a:pt x="72115" y="77688"/>
                  <a:pt x="77359" y="70413"/>
                </a:cubicBezTo>
                <a:lnTo>
                  <a:pt x="79374" y="71708"/>
                </a:lnTo>
                <a:cubicBezTo>
                  <a:pt x="74953" y="79525"/>
                  <a:pt x="69796" y="85248"/>
                  <a:pt x="63902" y="88876"/>
                </a:cubicBezTo>
                <a:cubicBezTo>
                  <a:pt x="58008" y="92503"/>
                  <a:pt x="51009" y="94317"/>
                  <a:pt x="42905" y="94317"/>
                </a:cubicBezTo>
                <a:cubicBezTo>
                  <a:pt x="28300" y="94317"/>
                  <a:pt x="16989" y="88911"/>
                  <a:pt x="8971" y="78100"/>
                </a:cubicBezTo>
                <a:cubicBezTo>
                  <a:pt x="2990" y="70057"/>
                  <a:pt x="0" y="60587"/>
                  <a:pt x="0" y="49690"/>
                </a:cubicBezTo>
                <a:cubicBezTo>
                  <a:pt x="0" y="40911"/>
                  <a:pt x="1972" y="32846"/>
                  <a:pt x="5916" y="25495"/>
                </a:cubicBezTo>
                <a:cubicBezTo>
                  <a:pt x="9859" y="18144"/>
                  <a:pt x="15288" y="12447"/>
                  <a:pt x="22200" y="8404"/>
                </a:cubicBezTo>
                <a:cubicBezTo>
                  <a:pt x="29112" y="4360"/>
                  <a:pt x="36664" y="2338"/>
                  <a:pt x="44855" y="2338"/>
                </a:cubicBezTo>
                <a:cubicBezTo>
                  <a:pt x="51226" y="2338"/>
                  <a:pt x="57510" y="3897"/>
                  <a:pt x="63707" y="7015"/>
                </a:cubicBezTo>
                <a:cubicBezTo>
                  <a:pt x="65527" y="7968"/>
                  <a:pt x="66828" y="8444"/>
                  <a:pt x="67608" y="8444"/>
                </a:cubicBezTo>
                <a:cubicBezTo>
                  <a:pt x="68778" y="8444"/>
                  <a:pt x="69796" y="8033"/>
                  <a:pt x="70663" y="7210"/>
                </a:cubicBezTo>
                <a:cubicBezTo>
                  <a:pt x="71790" y="6041"/>
                  <a:pt x="72591" y="4417"/>
                  <a:pt x="73068" y="2338"/>
                </a:cubicBezTo>
                <a:lnTo>
                  <a:pt x="75343" y="2338"/>
                </a:lnTo>
                <a:close/>
                <a:moveTo>
                  <a:pt x="105971" y="0"/>
                </a:moveTo>
                <a:lnTo>
                  <a:pt x="105971" y="43586"/>
                </a:lnTo>
                <a:cubicBezTo>
                  <a:pt x="110781" y="38303"/>
                  <a:pt x="114595" y="34914"/>
                  <a:pt x="117412" y="33420"/>
                </a:cubicBezTo>
                <a:cubicBezTo>
                  <a:pt x="120229" y="31926"/>
                  <a:pt x="123046" y="31179"/>
                  <a:pt x="125863" y="31179"/>
                </a:cubicBezTo>
                <a:cubicBezTo>
                  <a:pt x="129244" y="31179"/>
                  <a:pt x="132147" y="32108"/>
                  <a:pt x="134574" y="33966"/>
                </a:cubicBezTo>
                <a:cubicBezTo>
                  <a:pt x="137001" y="35824"/>
                  <a:pt x="138800" y="38740"/>
                  <a:pt x="139970" y="42715"/>
                </a:cubicBezTo>
                <a:cubicBezTo>
                  <a:pt x="140793" y="45481"/>
                  <a:pt x="141205" y="50537"/>
                  <a:pt x="141205" y="57882"/>
                </a:cubicBezTo>
                <a:lnTo>
                  <a:pt x="141205" y="78881"/>
                </a:lnTo>
                <a:cubicBezTo>
                  <a:pt x="141205" y="82641"/>
                  <a:pt x="141508" y="85212"/>
                  <a:pt x="142115" y="86595"/>
                </a:cubicBezTo>
                <a:cubicBezTo>
                  <a:pt x="142548" y="87632"/>
                  <a:pt x="143285" y="88452"/>
                  <a:pt x="144325" y="89057"/>
                </a:cubicBezTo>
                <a:cubicBezTo>
                  <a:pt x="145365" y="89662"/>
                  <a:pt x="147272" y="89965"/>
                  <a:pt x="150046" y="89965"/>
                </a:cubicBezTo>
                <a:lnTo>
                  <a:pt x="150046" y="92368"/>
                </a:lnTo>
                <a:lnTo>
                  <a:pt x="120793" y="92368"/>
                </a:lnTo>
                <a:lnTo>
                  <a:pt x="120793" y="89965"/>
                </a:lnTo>
                <a:lnTo>
                  <a:pt x="122158" y="89965"/>
                </a:lnTo>
                <a:cubicBezTo>
                  <a:pt x="124931" y="89965"/>
                  <a:pt x="126860" y="89542"/>
                  <a:pt x="127943" y="88698"/>
                </a:cubicBezTo>
                <a:cubicBezTo>
                  <a:pt x="129027" y="87853"/>
                  <a:pt x="129785" y="86608"/>
                  <a:pt x="130219" y="84963"/>
                </a:cubicBezTo>
                <a:cubicBezTo>
                  <a:pt x="130349" y="84270"/>
                  <a:pt x="130414" y="82235"/>
                  <a:pt x="130414" y="78857"/>
                </a:cubicBezTo>
                <a:lnTo>
                  <a:pt x="130414" y="57811"/>
                </a:lnTo>
                <a:cubicBezTo>
                  <a:pt x="130414" y="51316"/>
                  <a:pt x="130078" y="47050"/>
                  <a:pt x="129406" y="45015"/>
                </a:cubicBezTo>
                <a:cubicBezTo>
                  <a:pt x="128734" y="42979"/>
                  <a:pt x="127662" y="41453"/>
                  <a:pt x="126188" y="40435"/>
                </a:cubicBezTo>
                <a:cubicBezTo>
                  <a:pt x="124715" y="39418"/>
                  <a:pt x="122938" y="38909"/>
                  <a:pt x="120858" y="38909"/>
                </a:cubicBezTo>
                <a:cubicBezTo>
                  <a:pt x="118734" y="38909"/>
                  <a:pt x="116524" y="39472"/>
                  <a:pt x="114227" y="40598"/>
                </a:cubicBezTo>
                <a:cubicBezTo>
                  <a:pt x="111930" y="41724"/>
                  <a:pt x="109178" y="43997"/>
                  <a:pt x="105971" y="47418"/>
                </a:cubicBezTo>
                <a:lnTo>
                  <a:pt x="105971" y="78857"/>
                </a:lnTo>
                <a:cubicBezTo>
                  <a:pt x="105971" y="82928"/>
                  <a:pt x="106198" y="85461"/>
                  <a:pt x="106653" y="86457"/>
                </a:cubicBezTo>
                <a:cubicBezTo>
                  <a:pt x="107109" y="87453"/>
                  <a:pt x="107954" y="88286"/>
                  <a:pt x="109189" y="88958"/>
                </a:cubicBezTo>
                <a:cubicBezTo>
                  <a:pt x="110424" y="89629"/>
                  <a:pt x="112558" y="89965"/>
                  <a:pt x="115592" y="89965"/>
                </a:cubicBezTo>
                <a:lnTo>
                  <a:pt x="115592" y="92368"/>
                </a:lnTo>
                <a:lnTo>
                  <a:pt x="86079" y="92368"/>
                </a:lnTo>
                <a:lnTo>
                  <a:pt x="86079" y="89965"/>
                </a:lnTo>
                <a:cubicBezTo>
                  <a:pt x="88722" y="89965"/>
                  <a:pt x="90803" y="89553"/>
                  <a:pt x="92319" y="88730"/>
                </a:cubicBezTo>
                <a:cubicBezTo>
                  <a:pt x="93186" y="88299"/>
                  <a:pt x="93880" y="87477"/>
                  <a:pt x="94400" y="86266"/>
                </a:cubicBezTo>
                <a:cubicBezTo>
                  <a:pt x="94920" y="85054"/>
                  <a:pt x="95180" y="82587"/>
                  <a:pt x="95180" y="78865"/>
                </a:cubicBezTo>
                <a:lnTo>
                  <a:pt x="95180" y="25055"/>
                </a:lnTo>
                <a:cubicBezTo>
                  <a:pt x="95180" y="18262"/>
                  <a:pt x="95017" y="14086"/>
                  <a:pt x="94692" y="12528"/>
                </a:cubicBezTo>
                <a:cubicBezTo>
                  <a:pt x="94367" y="10969"/>
                  <a:pt x="93869" y="9909"/>
                  <a:pt x="93197" y="9348"/>
                </a:cubicBezTo>
                <a:cubicBezTo>
                  <a:pt x="92525" y="8785"/>
                  <a:pt x="91626" y="8503"/>
                  <a:pt x="90499" y="8503"/>
                </a:cubicBezTo>
                <a:cubicBezTo>
                  <a:pt x="89589" y="8503"/>
                  <a:pt x="88116" y="8850"/>
                  <a:pt x="86079" y="9542"/>
                </a:cubicBezTo>
                <a:lnTo>
                  <a:pt x="85169" y="7269"/>
                </a:lnTo>
                <a:lnTo>
                  <a:pt x="102981" y="0"/>
                </a:lnTo>
                <a:lnTo>
                  <a:pt x="105971" y="0"/>
                </a:lnTo>
                <a:close/>
                <a:moveTo>
                  <a:pt x="189122" y="83794"/>
                </a:moveTo>
                <a:cubicBezTo>
                  <a:pt x="183011" y="88514"/>
                  <a:pt x="179176" y="91242"/>
                  <a:pt x="177616" y="91978"/>
                </a:cubicBezTo>
                <a:cubicBezTo>
                  <a:pt x="175275" y="93104"/>
                  <a:pt x="172783" y="93667"/>
                  <a:pt x="170140" y="93667"/>
                </a:cubicBezTo>
                <a:cubicBezTo>
                  <a:pt x="166023" y="93667"/>
                  <a:pt x="162631" y="92260"/>
                  <a:pt x="159966" y="89445"/>
                </a:cubicBezTo>
                <a:cubicBezTo>
                  <a:pt x="157301" y="86630"/>
                  <a:pt x="155968" y="82928"/>
                  <a:pt x="155968" y="78337"/>
                </a:cubicBezTo>
                <a:cubicBezTo>
                  <a:pt x="155968" y="75436"/>
                  <a:pt x="156618" y="72924"/>
                  <a:pt x="157918" y="70802"/>
                </a:cubicBezTo>
                <a:cubicBezTo>
                  <a:pt x="159695" y="67858"/>
                  <a:pt x="162783" y="65086"/>
                  <a:pt x="167182" y="62488"/>
                </a:cubicBezTo>
                <a:cubicBezTo>
                  <a:pt x="171581" y="59890"/>
                  <a:pt x="178894" y="56729"/>
                  <a:pt x="189122" y="53004"/>
                </a:cubicBezTo>
                <a:lnTo>
                  <a:pt x="189122" y="50666"/>
                </a:lnTo>
                <a:cubicBezTo>
                  <a:pt x="189122" y="44733"/>
                  <a:pt x="188179" y="40663"/>
                  <a:pt x="186294" y="38454"/>
                </a:cubicBezTo>
                <a:cubicBezTo>
                  <a:pt x="184409" y="36246"/>
                  <a:pt x="181668" y="35141"/>
                  <a:pt x="178071" y="35141"/>
                </a:cubicBezTo>
                <a:cubicBezTo>
                  <a:pt x="175340" y="35141"/>
                  <a:pt x="173173" y="35875"/>
                  <a:pt x="171570" y="37342"/>
                </a:cubicBezTo>
                <a:cubicBezTo>
                  <a:pt x="169923" y="38809"/>
                  <a:pt x="169100" y="40491"/>
                  <a:pt x="169100" y="42390"/>
                </a:cubicBezTo>
                <a:lnTo>
                  <a:pt x="169230" y="46143"/>
                </a:lnTo>
                <a:cubicBezTo>
                  <a:pt x="169230" y="48127"/>
                  <a:pt x="168720" y="49658"/>
                  <a:pt x="167702" y="50737"/>
                </a:cubicBezTo>
                <a:cubicBezTo>
                  <a:pt x="166684" y="51816"/>
                  <a:pt x="165351" y="52355"/>
                  <a:pt x="163704" y="52355"/>
                </a:cubicBezTo>
                <a:cubicBezTo>
                  <a:pt x="162101" y="52355"/>
                  <a:pt x="160790" y="51794"/>
                  <a:pt x="159771" y="50672"/>
                </a:cubicBezTo>
                <a:cubicBezTo>
                  <a:pt x="158753" y="49549"/>
                  <a:pt x="158243" y="48016"/>
                  <a:pt x="158243" y="46072"/>
                </a:cubicBezTo>
                <a:cubicBezTo>
                  <a:pt x="158243" y="42360"/>
                  <a:pt x="160150" y="38950"/>
                  <a:pt x="163964" y="35842"/>
                </a:cubicBezTo>
                <a:cubicBezTo>
                  <a:pt x="167778" y="32733"/>
                  <a:pt x="173130" y="31179"/>
                  <a:pt x="180021" y="31179"/>
                </a:cubicBezTo>
                <a:cubicBezTo>
                  <a:pt x="185308" y="31179"/>
                  <a:pt x="189642" y="32065"/>
                  <a:pt x="193022" y="33838"/>
                </a:cubicBezTo>
                <a:cubicBezTo>
                  <a:pt x="195579" y="35179"/>
                  <a:pt x="197465" y="37277"/>
                  <a:pt x="198678" y="40133"/>
                </a:cubicBezTo>
                <a:cubicBezTo>
                  <a:pt x="199458" y="41992"/>
                  <a:pt x="199848" y="45798"/>
                  <a:pt x="199848" y="51551"/>
                </a:cubicBezTo>
                <a:lnTo>
                  <a:pt x="199848" y="71728"/>
                </a:lnTo>
                <a:cubicBezTo>
                  <a:pt x="199848" y="77394"/>
                  <a:pt x="199956" y="80865"/>
                  <a:pt x="200173" y="82141"/>
                </a:cubicBezTo>
                <a:cubicBezTo>
                  <a:pt x="200390" y="83417"/>
                  <a:pt x="200747" y="84272"/>
                  <a:pt x="201246" y="84705"/>
                </a:cubicBezTo>
                <a:cubicBezTo>
                  <a:pt x="201744" y="85137"/>
                  <a:pt x="202318" y="85353"/>
                  <a:pt x="202968" y="85353"/>
                </a:cubicBezTo>
                <a:cubicBezTo>
                  <a:pt x="203662" y="85353"/>
                  <a:pt x="204269" y="85201"/>
                  <a:pt x="204789" y="84898"/>
                </a:cubicBezTo>
                <a:cubicBezTo>
                  <a:pt x="205699" y="84335"/>
                  <a:pt x="207454" y="82754"/>
                  <a:pt x="210054" y="80156"/>
                </a:cubicBezTo>
                <a:lnTo>
                  <a:pt x="210054" y="83794"/>
                </a:lnTo>
                <a:cubicBezTo>
                  <a:pt x="205200" y="90289"/>
                  <a:pt x="200563" y="93537"/>
                  <a:pt x="196143" y="93537"/>
                </a:cubicBezTo>
                <a:cubicBezTo>
                  <a:pt x="194019" y="93537"/>
                  <a:pt x="192329" y="92801"/>
                  <a:pt x="191072" y="91329"/>
                </a:cubicBezTo>
                <a:cubicBezTo>
                  <a:pt x="189815" y="89856"/>
                  <a:pt x="189165" y="87345"/>
                  <a:pt x="189122" y="83794"/>
                </a:cubicBezTo>
                <a:moveTo>
                  <a:pt x="189122" y="79535"/>
                </a:moveTo>
                <a:lnTo>
                  <a:pt x="189122" y="56967"/>
                </a:lnTo>
                <a:cubicBezTo>
                  <a:pt x="182578" y="59553"/>
                  <a:pt x="178352" y="61385"/>
                  <a:pt x="176446" y="62464"/>
                </a:cubicBezTo>
                <a:cubicBezTo>
                  <a:pt x="173022" y="64361"/>
                  <a:pt x="170573" y="66344"/>
                  <a:pt x="169100" y="68413"/>
                </a:cubicBezTo>
                <a:cubicBezTo>
                  <a:pt x="167626" y="70482"/>
                  <a:pt x="166889" y="72746"/>
                  <a:pt x="166889" y="75203"/>
                </a:cubicBezTo>
                <a:cubicBezTo>
                  <a:pt x="166889" y="78308"/>
                  <a:pt x="167821" y="80883"/>
                  <a:pt x="169685" y="82931"/>
                </a:cubicBezTo>
                <a:cubicBezTo>
                  <a:pt x="171548" y="84978"/>
                  <a:pt x="173694" y="86002"/>
                  <a:pt x="176120" y="86002"/>
                </a:cubicBezTo>
                <a:cubicBezTo>
                  <a:pt x="179414" y="86002"/>
                  <a:pt x="183748" y="83846"/>
                  <a:pt x="189122" y="79535"/>
                </a:cubicBezTo>
                <a:close/>
                <a:moveTo>
                  <a:pt x="232186" y="43781"/>
                </a:moveTo>
                <a:cubicBezTo>
                  <a:pt x="239163" y="35380"/>
                  <a:pt x="245815" y="31179"/>
                  <a:pt x="252143" y="31179"/>
                </a:cubicBezTo>
                <a:cubicBezTo>
                  <a:pt x="255393" y="31179"/>
                  <a:pt x="258188" y="31990"/>
                  <a:pt x="260529" y="33611"/>
                </a:cubicBezTo>
                <a:cubicBezTo>
                  <a:pt x="262869" y="35231"/>
                  <a:pt x="264733" y="37899"/>
                  <a:pt x="266119" y="41615"/>
                </a:cubicBezTo>
                <a:cubicBezTo>
                  <a:pt x="267073" y="44206"/>
                  <a:pt x="267550" y="48181"/>
                  <a:pt x="267550" y="53540"/>
                </a:cubicBezTo>
                <a:lnTo>
                  <a:pt x="267550" y="78881"/>
                </a:lnTo>
                <a:cubicBezTo>
                  <a:pt x="267550" y="82641"/>
                  <a:pt x="267853" y="85190"/>
                  <a:pt x="268460" y="86530"/>
                </a:cubicBezTo>
                <a:cubicBezTo>
                  <a:pt x="268936" y="87610"/>
                  <a:pt x="269706" y="88452"/>
                  <a:pt x="270767" y="89057"/>
                </a:cubicBezTo>
                <a:cubicBezTo>
                  <a:pt x="271829" y="89662"/>
                  <a:pt x="273790" y="89965"/>
                  <a:pt x="276651" y="89965"/>
                </a:cubicBezTo>
                <a:lnTo>
                  <a:pt x="276651" y="92368"/>
                </a:lnTo>
                <a:lnTo>
                  <a:pt x="247202" y="92368"/>
                </a:lnTo>
                <a:lnTo>
                  <a:pt x="247202" y="89965"/>
                </a:lnTo>
                <a:lnTo>
                  <a:pt x="248437" y="89965"/>
                </a:lnTo>
                <a:cubicBezTo>
                  <a:pt x="251211" y="89965"/>
                  <a:pt x="253150" y="89544"/>
                  <a:pt x="254256" y="88704"/>
                </a:cubicBezTo>
                <a:cubicBezTo>
                  <a:pt x="255361" y="87864"/>
                  <a:pt x="256130" y="86625"/>
                  <a:pt x="256563" y="84989"/>
                </a:cubicBezTo>
                <a:cubicBezTo>
                  <a:pt x="256737" y="84342"/>
                  <a:pt x="256823" y="82317"/>
                  <a:pt x="256823" y="78914"/>
                </a:cubicBezTo>
                <a:lnTo>
                  <a:pt x="256823" y="54679"/>
                </a:lnTo>
                <a:cubicBezTo>
                  <a:pt x="256823" y="49294"/>
                  <a:pt x="256119" y="45385"/>
                  <a:pt x="254711" y="42950"/>
                </a:cubicBezTo>
                <a:cubicBezTo>
                  <a:pt x="253302" y="40516"/>
                  <a:pt x="250929" y="39299"/>
                  <a:pt x="247592" y="39299"/>
                </a:cubicBezTo>
                <a:cubicBezTo>
                  <a:pt x="242435" y="39299"/>
                  <a:pt x="237299" y="42099"/>
                  <a:pt x="232186" y="47700"/>
                </a:cubicBezTo>
                <a:lnTo>
                  <a:pt x="232186" y="78914"/>
                </a:lnTo>
                <a:cubicBezTo>
                  <a:pt x="232186" y="82921"/>
                  <a:pt x="232424" y="85398"/>
                  <a:pt x="232901" y="86345"/>
                </a:cubicBezTo>
                <a:cubicBezTo>
                  <a:pt x="233507" y="87594"/>
                  <a:pt x="234342" y="88510"/>
                  <a:pt x="235403" y="89092"/>
                </a:cubicBezTo>
                <a:cubicBezTo>
                  <a:pt x="236465" y="89674"/>
                  <a:pt x="238621" y="89965"/>
                  <a:pt x="241872" y="89965"/>
                </a:cubicBezTo>
                <a:lnTo>
                  <a:pt x="241872" y="92368"/>
                </a:lnTo>
                <a:lnTo>
                  <a:pt x="212423" y="92368"/>
                </a:lnTo>
                <a:lnTo>
                  <a:pt x="212423" y="89965"/>
                </a:lnTo>
                <a:lnTo>
                  <a:pt x="213723" y="89965"/>
                </a:lnTo>
                <a:cubicBezTo>
                  <a:pt x="216757" y="89965"/>
                  <a:pt x="218805" y="89198"/>
                  <a:pt x="219867" y="87665"/>
                </a:cubicBezTo>
                <a:cubicBezTo>
                  <a:pt x="220928" y="86130"/>
                  <a:pt x="221459" y="83202"/>
                  <a:pt x="221459" y="78881"/>
                </a:cubicBezTo>
                <a:lnTo>
                  <a:pt x="221459" y="56845"/>
                </a:lnTo>
                <a:cubicBezTo>
                  <a:pt x="221459" y="49716"/>
                  <a:pt x="221297" y="45374"/>
                  <a:pt x="220972" y="43819"/>
                </a:cubicBezTo>
                <a:cubicBezTo>
                  <a:pt x="220647" y="42263"/>
                  <a:pt x="220148" y="41204"/>
                  <a:pt x="219477" y="40642"/>
                </a:cubicBezTo>
                <a:cubicBezTo>
                  <a:pt x="218805" y="40081"/>
                  <a:pt x="217906" y="39800"/>
                  <a:pt x="216779" y="39800"/>
                </a:cubicBezTo>
                <a:cubicBezTo>
                  <a:pt x="215565" y="39800"/>
                  <a:pt x="214113" y="40124"/>
                  <a:pt x="212423" y="40772"/>
                </a:cubicBezTo>
                <a:lnTo>
                  <a:pt x="211448" y="38438"/>
                </a:lnTo>
                <a:lnTo>
                  <a:pt x="229390" y="31179"/>
                </a:lnTo>
                <a:lnTo>
                  <a:pt x="232186" y="31179"/>
                </a:lnTo>
                <a:lnTo>
                  <a:pt x="232186" y="43781"/>
                </a:lnTo>
                <a:close/>
                <a:moveTo>
                  <a:pt x="299086" y="43781"/>
                </a:moveTo>
                <a:cubicBezTo>
                  <a:pt x="306063" y="35380"/>
                  <a:pt x="312715" y="31179"/>
                  <a:pt x="319043" y="31179"/>
                </a:cubicBezTo>
                <a:cubicBezTo>
                  <a:pt x="322293" y="31179"/>
                  <a:pt x="325089" y="31990"/>
                  <a:pt x="327429" y="33611"/>
                </a:cubicBezTo>
                <a:cubicBezTo>
                  <a:pt x="329769" y="35231"/>
                  <a:pt x="331633" y="37899"/>
                  <a:pt x="333019" y="41615"/>
                </a:cubicBezTo>
                <a:cubicBezTo>
                  <a:pt x="333973" y="44206"/>
                  <a:pt x="334450" y="48181"/>
                  <a:pt x="334450" y="53540"/>
                </a:cubicBezTo>
                <a:lnTo>
                  <a:pt x="334450" y="78881"/>
                </a:lnTo>
                <a:cubicBezTo>
                  <a:pt x="334450" y="82641"/>
                  <a:pt x="334753" y="85190"/>
                  <a:pt x="335360" y="86530"/>
                </a:cubicBezTo>
                <a:cubicBezTo>
                  <a:pt x="335836" y="87610"/>
                  <a:pt x="336606" y="88452"/>
                  <a:pt x="337667" y="89057"/>
                </a:cubicBezTo>
                <a:cubicBezTo>
                  <a:pt x="338729" y="89662"/>
                  <a:pt x="340690" y="89965"/>
                  <a:pt x="343551" y="89965"/>
                </a:cubicBezTo>
                <a:lnTo>
                  <a:pt x="343551" y="92368"/>
                </a:lnTo>
                <a:lnTo>
                  <a:pt x="314102" y="92368"/>
                </a:lnTo>
                <a:lnTo>
                  <a:pt x="314102" y="89965"/>
                </a:lnTo>
                <a:lnTo>
                  <a:pt x="315337" y="89965"/>
                </a:lnTo>
                <a:cubicBezTo>
                  <a:pt x="318111" y="89965"/>
                  <a:pt x="320050" y="89544"/>
                  <a:pt x="321156" y="88704"/>
                </a:cubicBezTo>
                <a:cubicBezTo>
                  <a:pt x="322261" y="87864"/>
                  <a:pt x="323030" y="86625"/>
                  <a:pt x="323463" y="84989"/>
                </a:cubicBezTo>
                <a:cubicBezTo>
                  <a:pt x="323637" y="84342"/>
                  <a:pt x="323723" y="82317"/>
                  <a:pt x="323723" y="78914"/>
                </a:cubicBezTo>
                <a:lnTo>
                  <a:pt x="323723" y="54679"/>
                </a:lnTo>
                <a:cubicBezTo>
                  <a:pt x="323723" y="49294"/>
                  <a:pt x="323019" y="45385"/>
                  <a:pt x="321611" y="42950"/>
                </a:cubicBezTo>
                <a:cubicBezTo>
                  <a:pt x="320202" y="40516"/>
                  <a:pt x="317829" y="39299"/>
                  <a:pt x="314492" y="39299"/>
                </a:cubicBezTo>
                <a:cubicBezTo>
                  <a:pt x="309335" y="39299"/>
                  <a:pt x="304200" y="42099"/>
                  <a:pt x="299086" y="47700"/>
                </a:cubicBezTo>
                <a:lnTo>
                  <a:pt x="299086" y="78914"/>
                </a:lnTo>
                <a:cubicBezTo>
                  <a:pt x="299086" y="82921"/>
                  <a:pt x="299324" y="85398"/>
                  <a:pt x="299801" y="86345"/>
                </a:cubicBezTo>
                <a:cubicBezTo>
                  <a:pt x="300407" y="87594"/>
                  <a:pt x="301242" y="88510"/>
                  <a:pt x="302303" y="89092"/>
                </a:cubicBezTo>
                <a:cubicBezTo>
                  <a:pt x="303365" y="89674"/>
                  <a:pt x="305521" y="89965"/>
                  <a:pt x="308772" y="89965"/>
                </a:cubicBezTo>
                <a:lnTo>
                  <a:pt x="308772" y="92368"/>
                </a:lnTo>
                <a:lnTo>
                  <a:pt x="279323" y="92368"/>
                </a:lnTo>
                <a:lnTo>
                  <a:pt x="279323" y="89965"/>
                </a:lnTo>
                <a:lnTo>
                  <a:pt x="280624" y="89965"/>
                </a:lnTo>
                <a:cubicBezTo>
                  <a:pt x="283657" y="89965"/>
                  <a:pt x="285705" y="89198"/>
                  <a:pt x="286767" y="87665"/>
                </a:cubicBezTo>
                <a:cubicBezTo>
                  <a:pt x="287829" y="86130"/>
                  <a:pt x="288359" y="83202"/>
                  <a:pt x="288359" y="78881"/>
                </a:cubicBezTo>
                <a:lnTo>
                  <a:pt x="288359" y="56845"/>
                </a:lnTo>
                <a:cubicBezTo>
                  <a:pt x="288359" y="49716"/>
                  <a:pt x="288197" y="45374"/>
                  <a:pt x="287872" y="43819"/>
                </a:cubicBezTo>
                <a:cubicBezTo>
                  <a:pt x="287547" y="42263"/>
                  <a:pt x="287048" y="41204"/>
                  <a:pt x="286377" y="40642"/>
                </a:cubicBezTo>
                <a:cubicBezTo>
                  <a:pt x="285705" y="40081"/>
                  <a:pt x="284806" y="39800"/>
                  <a:pt x="283679" y="39800"/>
                </a:cubicBezTo>
                <a:cubicBezTo>
                  <a:pt x="282465" y="39800"/>
                  <a:pt x="281014" y="40124"/>
                  <a:pt x="279323" y="40772"/>
                </a:cubicBezTo>
                <a:lnTo>
                  <a:pt x="278348" y="38438"/>
                </a:lnTo>
                <a:lnTo>
                  <a:pt x="296290" y="31179"/>
                </a:lnTo>
                <a:lnTo>
                  <a:pt x="299086" y="31179"/>
                </a:lnTo>
                <a:lnTo>
                  <a:pt x="299086" y="43781"/>
                </a:lnTo>
                <a:close/>
                <a:moveTo>
                  <a:pt x="358641" y="55343"/>
                </a:moveTo>
                <a:cubicBezTo>
                  <a:pt x="358598" y="64157"/>
                  <a:pt x="360743" y="71070"/>
                  <a:pt x="365077" y="76082"/>
                </a:cubicBezTo>
                <a:cubicBezTo>
                  <a:pt x="369411" y="81093"/>
                  <a:pt x="374503" y="83599"/>
                  <a:pt x="380353" y="83599"/>
                </a:cubicBezTo>
                <a:cubicBezTo>
                  <a:pt x="384254" y="83599"/>
                  <a:pt x="387645" y="82527"/>
                  <a:pt x="390527" y="80383"/>
                </a:cubicBezTo>
                <a:cubicBezTo>
                  <a:pt x="393409" y="78240"/>
                  <a:pt x="395825" y="74570"/>
                  <a:pt x="397775" y="69373"/>
                </a:cubicBezTo>
                <a:lnTo>
                  <a:pt x="399791" y="70672"/>
                </a:lnTo>
                <a:cubicBezTo>
                  <a:pt x="398881" y="76605"/>
                  <a:pt x="396237" y="82007"/>
                  <a:pt x="391860" y="86879"/>
                </a:cubicBezTo>
                <a:cubicBezTo>
                  <a:pt x="387483" y="91751"/>
                  <a:pt x="382000" y="94187"/>
                  <a:pt x="375413" y="94187"/>
                </a:cubicBezTo>
                <a:cubicBezTo>
                  <a:pt x="368262" y="94187"/>
                  <a:pt x="362141" y="91410"/>
                  <a:pt x="357048" y="85858"/>
                </a:cubicBezTo>
                <a:cubicBezTo>
                  <a:pt x="351956" y="80304"/>
                  <a:pt x="349410" y="72838"/>
                  <a:pt x="349410" y="63460"/>
                </a:cubicBezTo>
                <a:cubicBezTo>
                  <a:pt x="349410" y="53305"/>
                  <a:pt x="352021" y="45387"/>
                  <a:pt x="357243" y="39705"/>
                </a:cubicBezTo>
                <a:cubicBezTo>
                  <a:pt x="362466" y="34021"/>
                  <a:pt x="369020" y="31179"/>
                  <a:pt x="376908" y="31179"/>
                </a:cubicBezTo>
                <a:cubicBezTo>
                  <a:pt x="383582" y="31179"/>
                  <a:pt x="389064" y="33371"/>
                  <a:pt x="393355" y="37756"/>
                </a:cubicBezTo>
                <a:cubicBezTo>
                  <a:pt x="397645" y="42139"/>
                  <a:pt x="399791" y="48001"/>
                  <a:pt x="399791" y="55343"/>
                </a:cubicBezTo>
                <a:lnTo>
                  <a:pt x="358641" y="55343"/>
                </a:lnTo>
                <a:moveTo>
                  <a:pt x="358641" y="51575"/>
                </a:moveTo>
                <a:lnTo>
                  <a:pt x="386204" y="51575"/>
                </a:lnTo>
                <a:cubicBezTo>
                  <a:pt x="385987" y="47765"/>
                  <a:pt x="385532" y="45080"/>
                  <a:pt x="384839" y="43521"/>
                </a:cubicBezTo>
                <a:cubicBezTo>
                  <a:pt x="383755" y="41096"/>
                  <a:pt x="382141" y="39190"/>
                  <a:pt x="379996" y="37805"/>
                </a:cubicBezTo>
                <a:cubicBezTo>
                  <a:pt x="377851" y="36419"/>
                  <a:pt x="375608" y="35726"/>
                  <a:pt x="373268" y="35726"/>
                </a:cubicBezTo>
                <a:cubicBezTo>
                  <a:pt x="369671" y="35726"/>
                  <a:pt x="366453" y="37123"/>
                  <a:pt x="363614" y="39916"/>
                </a:cubicBezTo>
                <a:cubicBezTo>
                  <a:pt x="360775" y="42709"/>
                  <a:pt x="359118" y="46595"/>
                  <a:pt x="358641" y="51575"/>
                </a:cubicBezTo>
                <a:close/>
                <a:moveTo>
                  <a:pt x="428552" y="0"/>
                </a:moveTo>
                <a:lnTo>
                  <a:pt x="428552" y="78865"/>
                </a:lnTo>
                <a:cubicBezTo>
                  <a:pt x="428552" y="82587"/>
                  <a:pt x="428823" y="85054"/>
                  <a:pt x="429365" y="86266"/>
                </a:cubicBezTo>
                <a:cubicBezTo>
                  <a:pt x="429907" y="87477"/>
                  <a:pt x="430741" y="88397"/>
                  <a:pt x="431868" y="89025"/>
                </a:cubicBezTo>
                <a:cubicBezTo>
                  <a:pt x="432994" y="89651"/>
                  <a:pt x="435096" y="89965"/>
                  <a:pt x="438173" y="89965"/>
                </a:cubicBezTo>
                <a:lnTo>
                  <a:pt x="438173" y="92368"/>
                </a:lnTo>
                <a:lnTo>
                  <a:pt x="408985" y="92368"/>
                </a:lnTo>
                <a:lnTo>
                  <a:pt x="408985" y="89965"/>
                </a:lnTo>
                <a:cubicBezTo>
                  <a:pt x="411715" y="89965"/>
                  <a:pt x="413579" y="89684"/>
                  <a:pt x="414576" y="89122"/>
                </a:cubicBezTo>
                <a:cubicBezTo>
                  <a:pt x="415573" y="88559"/>
                  <a:pt x="416353" y="87629"/>
                  <a:pt x="416916" y="86331"/>
                </a:cubicBezTo>
                <a:cubicBezTo>
                  <a:pt x="417479" y="85032"/>
                  <a:pt x="417761" y="82543"/>
                  <a:pt x="417761" y="78865"/>
                </a:cubicBezTo>
                <a:lnTo>
                  <a:pt x="417761" y="24860"/>
                </a:lnTo>
                <a:cubicBezTo>
                  <a:pt x="417761" y="18153"/>
                  <a:pt x="417609" y="14032"/>
                  <a:pt x="417306" y="12496"/>
                </a:cubicBezTo>
                <a:cubicBezTo>
                  <a:pt x="417003" y="10959"/>
                  <a:pt x="416515" y="9909"/>
                  <a:pt x="415843" y="9348"/>
                </a:cubicBezTo>
                <a:cubicBezTo>
                  <a:pt x="415172" y="8785"/>
                  <a:pt x="414316" y="8503"/>
                  <a:pt x="413276" y="8503"/>
                </a:cubicBezTo>
                <a:cubicBezTo>
                  <a:pt x="412149" y="8503"/>
                  <a:pt x="410719" y="8850"/>
                  <a:pt x="408985" y="9542"/>
                </a:cubicBezTo>
                <a:lnTo>
                  <a:pt x="407880" y="7269"/>
                </a:lnTo>
                <a:lnTo>
                  <a:pt x="425627" y="0"/>
                </a:lnTo>
                <a:lnTo>
                  <a:pt x="428552" y="0"/>
                </a:lnTo>
                <a:close/>
                <a:moveTo>
                  <a:pt x="481237" y="20981"/>
                </a:moveTo>
                <a:cubicBezTo>
                  <a:pt x="483751" y="15048"/>
                  <a:pt x="486925" y="10480"/>
                  <a:pt x="490761" y="7275"/>
                </a:cubicBezTo>
                <a:cubicBezTo>
                  <a:pt x="494596" y="4071"/>
                  <a:pt x="499374" y="2468"/>
                  <a:pt x="505095" y="2468"/>
                </a:cubicBezTo>
                <a:cubicBezTo>
                  <a:pt x="512159" y="2468"/>
                  <a:pt x="517576" y="4760"/>
                  <a:pt x="521347" y="9344"/>
                </a:cubicBezTo>
                <a:cubicBezTo>
                  <a:pt x="524207" y="12761"/>
                  <a:pt x="525637" y="16415"/>
                  <a:pt x="525637" y="20307"/>
                </a:cubicBezTo>
                <a:cubicBezTo>
                  <a:pt x="525637" y="26707"/>
                  <a:pt x="521607" y="33323"/>
                  <a:pt x="513546" y="40155"/>
                </a:cubicBezTo>
                <a:cubicBezTo>
                  <a:pt x="518963" y="42280"/>
                  <a:pt x="523059" y="45314"/>
                  <a:pt x="525832" y="49259"/>
                </a:cubicBezTo>
                <a:cubicBezTo>
                  <a:pt x="528606" y="53203"/>
                  <a:pt x="529993" y="57840"/>
                  <a:pt x="529993" y="63172"/>
                </a:cubicBezTo>
                <a:cubicBezTo>
                  <a:pt x="529993" y="70802"/>
                  <a:pt x="527566" y="77412"/>
                  <a:pt x="522712" y="83004"/>
                </a:cubicBezTo>
                <a:cubicBezTo>
                  <a:pt x="516385" y="90286"/>
                  <a:pt x="507219" y="93927"/>
                  <a:pt x="495214" y="93927"/>
                </a:cubicBezTo>
                <a:cubicBezTo>
                  <a:pt x="489277" y="93927"/>
                  <a:pt x="485235" y="93191"/>
                  <a:pt x="483090" y="91718"/>
                </a:cubicBezTo>
                <a:cubicBezTo>
                  <a:pt x="480945" y="90246"/>
                  <a:pt x="479872" y="88665"/>
                  <a:pt x="479872" y="86977"/>
                </a:cubicBezTo>
                <a:cubicBezTo>
                  <a:pt x="479872" y="85721"/>
                  <a:pt x="480381" y="84616"/>
                  <a:pt x="481400" y="83664"/>
                </a:cubicBezTo>
                <a:cubicBezTo>
                  <a:pt x="482418" y="82711"/>
                  <a:pt x="483643" y="82235"/>
                  <a:pt x="485073" y="82235"/>
                </a:cubicBezTo>
                <a:cubicBezTo>
                  <a:pt x="486156" y="82235"/>
                  <a:pt x="487261" y="82408"/>
                  <a:pt x="488388" y="82754"/>
                </a:cubicBezTo>
                <a:cubicBezTo>
                  <a:pt x="489125" y="82971"/>
                  <a:pt x="490793" y="83761"/>
                  <a:pt x="493394" y="85125"/>
                </a:cubicBezTo>
                <a:cubicBezTo>
                  <a:pt x="495994" y="86489"/>
                  <a:pt x="497792" y="87301"/>
                  <a:pt x="498789" y="87561"/>
                </a:cubicBezTo>
                <a:cubicBezTo>
                  <a:pt x="500393" y="88037"/>
                  <a:pt x="502105" y="88276"/>
                  <a:pt x="503925" y="88276"/>
                </a:cubicBezTo>
                <a:cubicBezTo>
                  <a:pt x="508345" y="88276"/>
                  <a:pt x="512192" y="86562"/>
                  <a:pt x="515464" y="83136"/>
                </a:cubicBezTo>
                <a:cubicBezTo>
                  <a:pt x="518736" y="79710"/>
                  <a:pt x="520372" y="75654"/>
                  <a:pt x="520372" y="70969"/>
                </a:cubicBezTo>
                <a:cubicBezTo>
                  <a:pt x="520372" y="67542"/>
                  <a:pt x="519613" y="64203"/>
                  <a:pt x="518096" y="60949"/>
                </a:cubicBezTo>
                <a:cubicBezTo>
                  <a:pt x="516970" y="58520"/>
                  <a:pt x="515734" y="56677"/>
                  <a:pt x="514391" y="55420"/>
                </a:cubicBezTo>
                <a:cubicBezTo>
                  <a:pt x="512527" y="53684"/>
                  <a:pt x="509970" y="52111"/>
                  <a:pt x="506720" y="50702"/>
                </a:cubicBezTo>
                <a:cubicBezTo>
                  <a:pt x="503470" y="49292"/>
                  <a:pt x="500154" y="48587"/>
                  <a:pt x="496774" y="48587"/>
                </a:cubicBezTo>
                <a:lnTo>
                  <a:pt x="494694" y="48587"/>
                </a:lnTo>
                <a:lnTo>
                  <a:pt x="494694" y="46639"/>
                </a:lnTo>
                <a:cubicBezTo>
                  <a:pt x="498117" y="46206"/>
                  <a:pt x="501552" y="44971"/>
                  <a:pt x="504997" y="42936"/>
                </a:cubicBezTo>
                <a:cubicBezTo>
                  <a:pt x="508443" y="40901"/>
                  <a:pt x="510946" y="38454"/>
                  <a:pt x="512506" y="35596"/>
                </a:cubicBezTo>
                <a:cubicBezTo>
                  <a:pt x="514066" y="32738"/>
                  <a:pt x="514846" y="29598"/>
                  <a:pt x="514846" y="26177"/>
                </a:cubicBezTo>
                <a:cubicBezTo>
                  <a:pt x="514846" y="21717"/>
                  <a:pt x="513448" y="18112"/>
                  <a:pt x="510653" y="15362"/>
                </a:cubicBezTo>
                <a:cubicBezTo>
                  <a:pt x="507858" y="12612"/>
                  <a:pt x="504380" y="11237"/>
                  <a:pt x="500219" y="11237"/>
                </a:cubicBezTo>
                <a:cubicBezTo>
                  <a:pt x="493502" y="11237"/>
                  <a:pt x="487890" y="14832"/>
                  <a:pt x="483383" y="22020"/>
                </a:cubicBezTo>
                <a:lnTo>
                  <a:pt x="481237" y="209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B79699-AA38-4CD4-AD61-26C02B15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313" y="4760938"/>
            <a:ext cx="681268" cy="207828"/>
          </a:xfrm>
          <a:custGeom xmlns:a="http://schemas.openxmlformats.org/drawingml/2006/main">
            <a:pathLst>
              <a:path w="681268" h="207828">
                <a:moveTo>
                  <a:pt x="0" y="34644"/>
                </a:moveTo>
                <a:cubicBezTo>
                  <a:pt x="0" y="15507"/>
                  <a:pt x="15525" y="0"/>
                  <a:pt x="34661" y="0"/>
                </a:cubicBezTo>
                <a:lnTo>
                  <a:pt x="646607" y="0"/>
                </a:lnTo>
                <a:cubicBezTo>
                  <a:pt x="665743" y="0"/>
                  <a:pt x="681268" y="15507"/>
                  <a:pt x="681268" y="34644"/>
                </a:cubicBezTo>
                <a:lnTo>
                  <a:pt x="681268" y="173184"/>
                </a:lnTo>
                <a:cubicBezTo>
                  <a:pt x="681268" y="192320"/>
                  <a:pt x="665743" y="207828"/>
                  <a:pt x="646607" y="207828"/>
                </a:cubicBezTo>
                <a:lnTo>
                  <a:pt x="34661" y="207828"/>
                </a:lnTo>
                <a:cubicBezTo>
                  <a:pt x="15525" y="207828"/>
                  <a:pt x="0" y="192320"/>
                  <a:pt x="0" y="173184"/>
                </a:cubicBezTo>
                <a:lnTo>
                  <a:pt x="0" y="34644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B22347-8FC4-4C37-A65D-96C4EBA3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9313" y="4760943"/>
            <a:ext cx="681279" cy="207821"/>
          </a:xfrm>
          <a:custGeom xmlns:a="http://schemas.openxmlformats.org/drawingml/2006/main">
            <a:pathLst>
              <a:path w="681279" h="207821" fill="none">
                <a:moveTo>
                  <a:pt x="0" y="34637"/>
                </a:moveTo>
                <a:cubicBezTo>
                  <a:pt x="0" y="15508"/>
                  <a:pt x="15520" y="0"/>
                  <a:pt x="34664" y="0"/>
                </a:cubicBezTo>
                <a:lnTo>
                  <a:pt x="646615" y="0"/>
                </a:lnTo>
                <a:cubicBezTo>
                  <a:pt x="665759" y="0"/>
                  <a:pt x="681279" y="15508"/>
                  <a:pt x="681279" y="34637"/>
                </a:cubicBezTo>
                <a:lnTo>
                  <a:pt x="681279" y="173183"/>
                </a:lnTo>
                <a:cubicBezTo>
                  <a:pt x="681279" y="192313"/>
                  <a:pt x="665759" y="207821"/>
                  <a:pt x="646615" y="207821"/>
                </a:cubicBezTo>
                <a:lnTo>
                  <a:pt x="34664" y="207821"/>
                </a:lnTo>
                <a:cubicBezTo>
                  <a:pt x="15520" y="207821"/>
                  <a:pt x="0" y="192313"/>
                  <a:pt x="0" y="173183"/>
                </a:cubicBezTo>
                <a:lnTo>
                  <a:pt x="0" y="346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79" cap="flat">
            <a:solidFill>
              <a:srgbClr val="2E75B6"/>
            </a:solidFill>
            <a:miter/>
          </a:ln>
        </p:spPr>
      </p:sp>
      <p:sp>
        <p:nvSpPr>
          <p:cNvPr id="157" name="Text Channel5">
            <a:extLst xmlns:a="http://schemas.openxmlformats.org/drawingml/2006/main">
              <a:ext uri="{FF2B5EF4-FFF2-40B4-BE49-F238E27FC236}">
                <a16:creationId xmlns:a16="http://schemas.microsoft.com/office/drawing/2014/main" id="{BEFFCEAC-6131-4A0B-8D09-DC593669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1785" y="4824980"/>
            <a:ext cx="532268" cy="94317"/>
          </a:xfrm>
          <a:custGeom xmlns:a="http://schemas.openxmlformats.org/drawingml/2006/main">
            <a:pathLst>
              <a:path w="532268" h="94317">
                <a:moveTo>
                  <a:pt x="75343" y="2338"/>
                </a:moveTo>
                <a:lnTo>
                  <a:pt x="77359" y="32218"/>
                </a:lnTo>
                <a:lnTo>
                  <a:pt x="75343" y="32218"/>
                </a:lnTo>
                <a:cubicBezTo>
                  <a:pt x="72657" y="23231"/>
                  <a:pt x="68821" y="16763"/>
                  <a:pt x="63837" y="12813"/>
                </a:cubicBezTo>
                <a:cubicBezTo>
                  <a:pt x="58853" y="8861"/>
                  <a:pt x="52873" y="6885"/>
                  <a:pt x="45895" y="6885"/>
                </a:cubicBezTo>
                <a:cubicBezTo>
                  <a:pt x="40045" y="6885"/>
                  <a:pt x="34757" y="8370"/>
                  <a:pt x="30033" y="11339"/>
                </a:cubicBezTo>
                <a:cubicBezTo>
                  <a:pt x="25310" y="14307"/>
                  <a:pt x="21593" y="19041"/>
                  <a:pt x="18885" y="25542"/>
                </a:cubicBezTo>
                <a:cubicBezTo>
                  <a:pt x="16176" y="32043"/>
                  <a:pt x="14822" y="40126"/>
                  <a:pt x="14822" y="49791"/>
                </a:cubicBezTo>
                <a:cubicBezTo>
                  <a:pt x="14822" y="57764"/>
                  <a:pt x="16100" y="64677"/>
                  <a:pt x="18657" y="70528"/>
                </a:cubicBezTo>
                <a:cubicBezTo>
                  <a:pt x="21214" y="76378"/>
                  <a:pt x="25060" y="80864"/>
                  <a:pt x="30196" y="83984"/>
                </a:cubicBezTo>
                <a:cubicBezTo>
                  <a:pt x="35331" y="87105"/>
                  <a:pt x="41193" y="88665"/>
                  <a:pt x="47780" y="88665"/>
                </a:cubicBezTo>
                <a:cubicBezTo>
                  <a:pt x="53501" y="88665"/>
                  <a:pt x="58550" y="87442"/>
                  <a:pt x="62927" y="84995"/>
                </a:cubicBezTo>
                <a:cubicBezTo>
                  <a:pt x="67304" y="82549"/>
                  <a:pt x="72115" y="77688"/>
                  <a:pt x="77359" y="70413"/>
                </a:cubicBezTo>
                <a:lnTo>
                  <a:pt x="79374" y="71708"/>
                </a:lnTo>
                <a:cubicBezTo>
                  <a:pt x="74953" y="79525"/>
                  <a:pt x="69796" y="85248"/>
                  <a:pt x="63902" y="88876"/>
                </a:cubicBezTo>
                <a:cubicBezTo>
                  <a:pt x="58008" y="92503"/>
                  <a:pt x="51009" y="94317"/>
                  <a:pt x="42905" y="94317"/>
                </a:cubicBezTo>
                <a:cubicBezTo>
                  <a:pt x="28300" y="94317"/>
                  <a:pt x="16989" y="88911"/>
                  <a:pt x="8971" y="78100"/>
                </a:cubicBezTo>
                <a:cubicBezTo>
                  <a:pt x="2990" y="70057"/>
                  <a:pt x="0" y="60587"/>
                  <a:pt x="0" y="49690"/>
                </a:cubicBezTo>
                <a:cubicBezTo>
                  <a:pt x="0" y="40911"/>
                  <a:pt x="1972" y="32846"/>
                  <a:pt x="5916" y="25495"/>
                </a:cubicBezTo>
                <a:cubicBezTo>
                  <a:pt x="9859" y="18144"/>
                  <a:pt x="15288" y="12447"/>
                  <a:pt x="22200" y="8404"/>
                </a:cubicBezTo>
                <a:cubicBezTo>
                  <a:pt x="29112" y="4360"/>
                  <a:pt x="36664" y="2338"/>
                  <a:pt x="44855" y="2338"/>
                </a:cubicBezTo>
                <a:cubicBezTo>
                  <a:pt x="51226" y="2338"/>
                  <a:pt x="57510" y="3897"/>
                  <a:pt x="63707" y="7015"/>
                </a:cubicBezTo>
                <a:cubicBezTo>
                  <a:pt x="65527" y="7968"/>
                  <a:pt x="66828" y="8444"/>
                  <a:pt x="67608" y="8444"/>
                </a:cubicBezTo>
                <a:cubicBezTo>
                  <a:pt x="68778" y="8444"/>
                  <a:pt x="69796" y="8033"/>
                  <a:pt x="70663" y="7210"/>
                </a:cubicBezTo>
                <a:cubicBezTo>
                  <a:pt x="71790" y="6041"/>
                  <a:pt x="72591" y="4417"/>
                  <a:pt x="73068" y="2338"/>
                </a:cubicBezTo>
                <a:lnTo>
                  <a:pt x="75343" y="2338"/>
                </a:lnTo>
                <a:close/>
                <a:moveTo>
                  <a:pt x="105971" y="0"/>
                </a:moveTo>
                <a:lnTo>
                  <a:pt x="105971" y="43586"/>
                </a:lnTo>
                <a:cubicBezTo>
                  <a:pt x="110781" y="38303"/>
                  <a:pt x="114595" y="34914"/>
                  <a:pt x="117412" y="33420"/>
                </a:cubicBezTo>
                <a:cubicBezTo>
                  <a:pt x="120229" y="31926"/>
                  <a:pt x="123046" y="31179"/>
                  <a:pt x="125863" y="31179"/>
                </a:cubicBezTo>
                <a:cubicBezTo>
                  <a:pt x="129244" y="31179"/>
                  <a:pt x="132147" y="32108"/>
                  <a:pt x="134574" y="33966"/>
                </a:cubicBezTo>
                <a:cubicBezTo>
                  <a:pt x="137001" y="35824"/>
                  <a:pt x="138800" y="38740"/>
                  <a:pt x="139970" y="42715"/>
                </a:cubicBezTo>
                <a:cubicBezTo>
                  <a:pt x="140793" y="45481"/>
                  <a:pt x="141205" y="50537"/>
                  <a:pt x="141205" y="57882"/>
                </a:cubicBezTo>
                <a:lnTo>
                  <a:pt x="141205" y="78881"/>
                </a:lnTo>
                <a:cubicBezTo>
                  <a:pt x="141205" y="82641"/>
                  <a:pt x="141508" y="85212"/>
                  <a:pt x="142115" y="86595"/>
                </a:cubicBezTo>
                <a:cubicBezTo>
                  <a:pt x="142548" y="87632"/>
                  <a:pt x="143285" y="88452"/>
                  <a:pt x="144325" y="89057"/>
                </a:cubicBezTo>
                <a:cubicBezTo>
                  <a:pt x="145365" y="89662"/>
                  <a:pt x="147272" y="89965"/>
                  <a:pt x="150046" y="89965"/>
                </a:cubicBezTo>
                <a:lnTo>
                  <a:pt x="150046" y="92368"/>
                </a:lnTo>
                <a:lnTo>
                  <a:pt x="120793" y="92368"/>
                </a:lnTo>
                <a:lnTo>
                  <a:pt x="120793" y="89965"/>
                </a:lnTo>
                <a:lnTo>
                  <a:pt x="122158" y="89965"/>
                </a:lnTo>
                <a:cubicBezTo>
                  <a:pt x="124931" y="89965"/>
                  <a:pt x="126860" y="89542"/>
                  <a:pt x="127943" y="88698"/>
                </a:cubicBezTo>
                <a:cubicBezTo>
                  <a:pt x="129027" y="87853"/>
                  <a:pt x="129785" y="86608"/>
                  <a:pt x="130219" y="84963"/>
                </a:cubicBezTo>
                <a:cubicBezTo>
                  <a:pt x="130349" y="84270"/>
                  <a:pt x="130414" y="82235"/>
                  <a:pt x="130414" y="78857"/>
                </a:cubicBezTo>
                <a:lnTo>
                  <a:pt x="130414" y="57811"/>
                </a:lnTo>
                <a:cubicBezTo>
                  <a:pt x="130414" y="51316"/>
                  <a:pt x="130078" y="47050"/>
                  <a:pt x="129406" y="45015"/>
                </a:cubicBezTo>
                <a:cubicBezTo>
                  <a:pt x="128734" y="42979"/>
                  <a:pt x="127662" y="41453"/>
                  <a:pt x="126188" y="40435"/>
                </a:cubicBezTo>
                <a:cubicBezTo>
                  <a:pt x="124715" y="39418"/>
                  <a:pt x="122938" y="38909"/>
                  <a:pt x="120858" y="38909"/>
                </a:cubicBezTo>
                <a:cubicBezTo>
                  <a:pt x="118734" y="38909"/>
                  <a:pt x="116524" y="39472"/>
                  <a:pt x="114227" y="40598"/>
                </a:cubicBezTo>
                <a:cubicBezTo>
                  <a:pt x="111930" y="41724"/>
                  <a:pt x="109178" y="43997"/>
                  <a:pt x="105971" y="47418"/>
                </a:cubicBezTo>
                <a:lnTo>
                  <a:pt x="105971" y="78857"/>
                </a:lnTo>
                <a:cubicBezTo>
                  <a:pt x="105971" y="82928"/>
                  <a:pt x="106198" y="85461"/>
                  <a:pt x="106653" y="86457"/>
                </a:cubicBezTo>
                <a:cubicBezTo>
                  <a:pt x="107109" y="87453"/>
                  <a:pt x="107954" y="88286"/>
                  <a:pt x="109189" y="88958"/>
                </a:cubicBezTo>
                <a:cubicBezTo>
                  <a:pt x="110424" y="89629"/>
                  <a:pt x="112558" y="89965"/>
                  <a:pt x="115592" y="89965"/>
                </a:cubicBezTo>
                <a:lnTo>
                  <a:pt x="115592" y="92368"/>
                </a:lnTo>
                <a:lnTo>
                  <a:pt x="86079" y="92368"/>
                </a:lnTo>
                <a:lnTo>
                  <a:pt x="86079" y="89965"/>
                </a:lnTo>
                <a:cubicBezTo>
                  <a:pt x="88722" y="89965"/>
                  <a:pt x="90803" y="89553"/>
                  <a:pt x="92319" y="88730"/>
                </a:cubicBezTo>
                <a:cubicBezTo>
                  <a:pt x="93186" y="88299"/>
                  <a:pt x="93880" y="87477"/>
                  <a:pt x="94400" y="86266"/>
                </a:cubicBezTo>
                <a:cubicBezTo>
                  <a:pt x="94920" y="85054"/>
                  <a:pt x="95180" y="82587"/>
                  <a:pt x="95180" y="78865"/>
                </a:cubicBezTo>
                <a:lnTo>
                  <a:pt x="95180" y="25055"/>
                </a:lnTo>
                <a:cubicBezTo>
                  <a:pt x="95180" y="18262"/>
                  <a:pt x="95017" y="14086"/>
                  <a:pt x="94692" y="12528"/>
                </a:cubicBezTo>
                <a:cubicBezTo>
                  <a:pt x="94367" y="10969"/>
                  <a:pt x="93869" y="9909"/>
                  <a:pt x="93197" y="9348"/>
                </a:cubicBezTo>
                <a:cubicBezTo>
                  <a:pt x="92525" y="8785"/>
                  <a:pt x="91626" y="8503"/>
                  <a:pt x="90499" y="8503"/>
                </a:cubicBezTo>
                <a:cubicBezTo>
                  <a:pt x="89589" y="8503"/>
                  <a:pt x="88116" y="8850"/>
                  <a:pt x="86079" y="9542"/>
                </a:cubicBezTo>
                <a:lnTo>
                  <a:pt x="85169" y="7269"/>
                </a:lnTo>
                <a:lnTo>
                  <a:pt x="102981" y="0"/>
                </a:lnTo>
                <a:lnTo>
                  <a:pt x="105971" y="0"/>
                </a:lnTo>
                <a:close/>
                <a:moveTo>
                  <a:pt x="189123" y="83794"/>
                </a:moveTo>
                <a:cubicBezTo>
                  <a:pt x="183012" y="88514"/>
                  <a:pt x="179177" y="91242"/>
                  <a:pt x="177617" y="91978"/>
                </a:cubicBezTo>
                <a:cubicBezTo>
                  <a:pt x="175276" y="93104"/>
                  <a:pt x="172784" y="93667"/>
                  <a:pt x="170141" y="93667"/>
                </a:cubicBezTo>
                <a:cubicBezTo>
                  <a:pt x="166024" y="93667"/>
                  <a:pt x="162632" y="92260"/>
                  <a:pt x="159967" y="89445"/>
                </a:cubicBezTo>
                <a:cubicBezTo>
                  <a:pt x="157302" y="86630"/>
                  <a:pt x="155969" y="82928"/>
                  <a:pt x="155969" y="78337"/>
                </a:cubicBezTo>
                <a:cubicBezTo>
                  <a:pt x="155969" y="75436"/>
                  <a:pt x="156619" y="72924"/>
                  <a:pt x="157919" y="70802"/>
                </a:cubicBezTo>
                <a:cubicBezTo>
                  <a:pt x="159696" y="67858"/>
                  <a:pt x="162784" y="65086"/>
                  <a:pt x="167183" y="62488"/>
                </a:cubicBezTo>
                <a:cubicBezTo>
                  <a:pt x="171582" y="59890"/>
                  <a:pt x="178895" y="56729"/>
                  <a:pt x="189123" y="53004"/>
                </a:cubicBezTo>
                <a:lnTo>
                  <a:pt x="189123" y="50666"/>
                </a:lnTo>
                <a:cubicBezTo>
                  <a:pt x="189123" y="44733"/>
                  <a:pt x="188180" y="40663"/>
                  <a:pt x="186295" y="38454"/>
                </a:cubicBezTo>
                <a:cubicBezTo>
                  <a:pt x="184410" y="36246"/>
                  <a:pt x="181669" y="35141"/>
                  <a:pt x="178072" y="35141"/>
                </a:cubicBezTo>
                <a:cubicBezTo>
                  <a:pt x="175341" y="35141"/>
                  <a:pt x="173174" y="35875"/>
                  <a:pt x="171571" y="37342"/>
                </a:cubicBezTo>
                <a:cubicBezTo>
                  <a:pt x="169924" y="38809"/>
                  <a:pt x="169101" y="40491"/>
                  <a:pt x="169101" y="42390"/>
                </a:cubicBezTo>
                <a:lnTo>
                  <a:pt x="169231" y="46143"/>
                </a:lnTo>
                <a:cubicBezTo>
                  <a:pt x="169231" y="48127"/>
                  <a:pt x="168721" y="49658"/>
                  <a:pt x="167703" y="50737"/>
                </a:cubicBezTo>
                <a:cubicBezTo>
                  <a:pt x="166684" y="51816"/>
                  <a:pt x="165352" y="52355"/>
                  <a:pt x="163705" y="52355"/>
                </a:cubicBezTo>
                <a:cubicBezTo>
                  <a:pt x="162101" y="52355"/>
                  <a:pt x="160790" y="51794"/>
                  <a:pt x="159772" y="50672"/>
                </a:cubicBezTo>
                <a:cubicBezTo>
                  <a:pt x="158754" y="49549"/>
                  <a:pt x="158244" y="48016"/>
                  <a:pt x="158244" y="46072"/>
                </a:cubicBezTo>
                <a:cubicBezTo>
                  <a:pt x="158244" y="42360"/>
                  <a:pt x="160151" y="38950"/>
                  <a:pt x="163965" y="35842"/>
                </a:cubicBezTo>
                <a:cubicBezTo>
                  <a:pt x="167779" y="32733"/>
                  <a:pt x="173131" y="31179"/>
                  <a:pt x="180022" y="31179"/>
                </a:cubicBezTo>
                <a:cubicBezTo>
                  <a:pt x="185309" y="31179"/>
                  <a:pt x="189643" y="32065"/>
                  <a:pt x="193023" y="33838"/>
                </a:cubicBezTo>
                <a:cubicBezTo>
                  <a:pt x="195580" y="35179"/>
                  <a:pt x="197465" y="37277"/>
                  <a:pt x="198679" y="40133"/>
                </a:cubicBezTo>
                <a:cubicBezTo>
                  <a:pt x="199459" y="41992"/>
                  <a:pt x="199849" y="45798"/>
                  <a:pt x="199849" y="51551"/>
                </a:cubicBezTo>
                <a:lnTo>
                  <a:pt x="199849" y="71728"/>
                </a:lnTo>
                <a:cubicBezTo>
                  <a:pt x="199849" y="77394"/>
                  <a:pt x="199957" y="80865"/>
                  <a:pt x="200174" y="82141"/>
                </a:cubicBezTo>
                <a:cubicBezTo>
                  <a:pt x="200391" y="83417"/>
                  <a:pt x="200748" y="84272"/>
                  <a:pt x="201247" y="84705"/>
                </a:cubicBezTo>
                <a:cubicBezTo>
                  <a:pt x="201745" y="85137"/>
                  <a:pt x="202319" y="85353"/>
                  <a:pt x="202969" y="85353"/>
                </a:cubicBezTo>
                <a:cubicBezTo>
                  <a:pt x="203663" y="85353"/>
                  <a:pt x="204269" y="85201"/>
                  <a:pt x="204790" y="84898"/>
                </a:cubicBezTo>
                <a:cubicBezTo>
                  <a:pt x="205700" y="84335"/>
                  <a:pt x="207455" y="82754"/>
                  <a:pt x="210055" y="80156"/>
                </a:cubicBezTo>
                <a:lnTo>
                  <a:pt x="210055" y="83794"/>
                </a:lnTo>
                <a:cubicBezTo>
                  <a:pt x="205201" y="90289"/>
                  <a:pt x="200564" y="93537"/>
                  <a:pt x="196144" y="93537"/>
                </a:cubicBezTo>
                <a:cubicBezTo>
                  <a:pt x="194020" y="93537"/>
                  <a:pt x="192330" y="92801"/>
                  <a:pt x="191073" y="91329"/>
                </a:cubicBezTo>
                <a:cubicBezTo>
                  <a:pt x="189816" y="89856"/>
                  <a:pt x="189166" y="87345"/>
                  <a:pt x="189123" y="83794"/>
                </a:cubicBezTo>
                <a:moveTo>
                  <a:pt x="189123" y="79535"/>
                </a:moveTo>
                <a:lnTo>
                  <a:pt x="189123" y="56967"/>
                </a:lnTo>
                <a:cubicBezTo>
                  <a:pt x="182579" y="59553"/>
                  <a:pt x="178353" y="61385"/>
                  <a:pt x="176446" y="62464"/>
                </a:cubicBezTo>
                <a:cubicBezTo>
                  <a:pt x="173023" y="64361"/>
                  <a:pt x="170574" y="66344"/>
                  <a:pt x="169101" y="68413"/>
                </a:cubicBezTo>
                <a:cubicBezTo>
                  <a:pt x="167627" y="70482"/>
                  <a:pt x="166890" y="72746"/>
                  <a:pt x="166890" y="75203"/>
                </a:cubicBezTo>
                <a:cubicBezTo>
                  <a:pt x="166890" y="78308"/>
                  <a:pt x="167822" y="80883"/>
                  <a:pt x="169686" y="82931"/>
                </a:cubicBezTo>
                <a:cubicBezTo>
                  <a:pt x="171549" y="84978"/>
                  <a:pt x="173694" y="86002"/>
                  <a:pt x="176121" y="86002"/>
                </a:cubicBezTo>
                <a:cubicBezTo>
                  <a:pt x="179415" y="86002"/>
                  <a:pt x="183749" y="83846"/>
                  <a:pt x="189123" y="79535"/>
                </a:cubicBezTo>
                <a:close/>
                <a:moveTo>
                  <a:pt x="232186" y="43781"/>
                </a:moveTo>
                <a:cubicBezTo>
                  <a:pt x="239164" y="35380"/>
                  <a:pt x="245816" y="31179"/>
                  <a:pt x="252144" y="31179"/>
                </a:cubicBezTo>
                <a:cubicBezTo>
                  <a:pt x="255394" y="31179"/>
                  <a:pt x="258189" y="31990"/>
                  <a:pt x="260530" y="33611"/>
                </a:cubicBezTo>
                <a:cubicBezTo>
                  <a:pt x="262870" y="35231"/>
                  <a:pt x="264733" y="37899"/>
                  <a:pt x="266120" y="41615"/>
                </a:cubicBezTo>
                <a:cubicBezTo>
                  <a:pt x="267074" y="44206"/>
                  <a:pt x="267550" y="48181"/>
                  <a:pt x="267550" y="53540"/>
                </a:cubicBezTo>
                <a:lnTo>
                  <a:pt x="267550" y="78881"/>
                </a:lnTo>
                <a:cubicBezTo>
                  <a:pt x="267550" y="82641"/>
                  <a:pt x="267854" y="85190"/>
                  <a:pt x="268460" y="86530"/>
                </a:cubicBezTo>
                <a:cubicBezTo>
                  <a:pt x="268937" y="87610"/>
                  <a:pt x="269706" y="88452"/>
                  <a:pt x="270768" y="89057"/>
                </a:cubicBezTo>
                <a:cubicBezTo>
                  <a:pt x="271830" y="89662"/>
                  <a:pt x="273791" y="89965"/>
                  <a:pt x="276651" y="89965"/>
                </a:cubicBezTo>
                <a:lnTo>
                  <a:pt x="276651" y="92368"/>
                </a:lnTo>
                <a:lnTo>
                  <a:pt x="247203" y="92368"/>
                </a:lnTo>
                <a:lnTo>
                  <a:pt x="247203" y="89965"/>
                </a:lnTo>
                <a:lnTo>
                  <a:pt x="248438" y="89965"/>
                </a:lnTo>
                <a:cubicBezTo>
                  <a:pt x="251212" y="89965"/>
                  <a:pt x="253151" y="89544"/>
                  <a:pt x="254256" y="88704"/>
                </a:cubicBezTo>
                <a:cubicBezTo>
                  <a:pt x="255361" y="87864"/>
                  <a:pt x="256131" y="86625"/>
                  <a:pt x="256564" y="84989"/>
                </a:cubicBezTo>
                <a:cubicBezTo>
                  <a:pt x="256737" y="84342"/>
                  <a:pt x="256824" y="82317"/>
                  <a:pt x="256824" y="78914"/>
                </a:cubicBezTo>
                <a:lnTo>
                  <a:pt x="256824" y="54679"/>
                </a:lnTo>
                <a:cubicBezTo>
                  <a:pt x="256824" y="49294"/>
                  <a:pt x="256120" y="45385"/>
                  <a:pt x="254711" y="42950"/>
                </a:cubicBezTo>
                <a:cubicBezTo>
                  <a:pt x="253303" y="40516"/>
                  <a:pt x="250930" y="39299"/>
                  <a:pt x="247593" y="39299"/>
                </a:cubicBezTo>
                <a:cubicBezTo>
                  <a:pt x="242436" y="39299"/>
                  <a:pt x="237300" y="42099"/>
                  <a:pt x="232186" y="47700"/>
                </a:cubicBezTo>
                <a:lnTo>
                  <a:pt x="232186" y="78914"/>
                </a:lnTo>
                <a:cubicBezTo>
                  <a:pt x="232186" y="82921"/>
                  <a:pt x="232425" y="85398"/>
                  <a:pt x="232901" y="86345"/>
                </a:cubicBezTo>
                <a:cubicBezTo>
                  <a:pt x="233508" y="87594"/>
                  <a:pt x="234342" y="88510"/>
                  <a:pt x="235404" y="89092"/>
                </a:cubicBezTo>
                <a:cubicBezTo>
                  <a:pt x="236466" y="89674"/>
                  <a:pt x="238622" y="89965"/>
                  <a:pt x="241872" y="89965"/>
                </a:cubicBezTo>
                <a:lnTo>
                  <a:pt x="241872" y="92368"/>
                </a:lnTo>
                <a:lnTo>
                  <a:pt x="212424" y="92368"/>
                </a:lnTo>
                <a:lnTo>
                  <a:pt x="212424" y="89965"/>
                </a:lnTo>
                <a:lnTo>
                  <a:pt x="213724" y="89965"/>
                </a:lnTo>
                <a:cubicBezTo>
                  <a:pt x="216758" y="89965"/>
                  <a:pt x="218806" y="89198"/>
                  <a:pt x="219867" y="87665"/>
                </a:cubicBezTo>
                <a:cubicBezTo>
                  <a:pt x="220929" y="86130"/>
                  <a:pt x="221460" y="83202"/>
                  <a:pt x="221460" y="78881"/>
                </a:cubicBezTo>
                <a:lnTo>
                  <a:pt x="221460" y="56845"/>
                </a:lnTo>
                <a:cubicBezTo>
                  <a:pt x="221460" y="49716"/>
                  <a:pt x="221298" y="45374"/>
                  <a:pt x="220973" y="43819"/>
                </a:cubicBezTo>
                <a:cubicBezTo>
                  <a:pt x="220648" y="42263"/>
                  <a:pt x="220149" y="41204"/>
                  <a:pt x="219477" y="40642"/>
                </a:cubicBezTo>
                <a:cubicBezTo>
                  <a:pt x="218806" y="40081"/>
                  <a:pt x="217906" y="39800"/>
                  <a:pt x="216780" y="39800"/>
                </a:cubicBezTo>
                <a:cubicBezTo>
                  <a:pt x="215566" y="39800"/>
                  <a:pt x="214114" y="40124"/>
                  <a:pt x="212424" y="40772"/>
                </a:cubicBezTo>
                <a:lnTo>
                  <a:pt x="211449" y="38438"/>
                </a:lnTo>
                <a:lnTo>
                  <a:pt x="229391" y="31179"/>
                </a:lnTo>
                <a:lnTo>
                  <a:pt x="232186" y="31179"/>
                </a:lnTo>
                <a:lnTo>
                  <a:pt x="232186" y="43781"/>
                </a:lnTo>
                <a:close/>
                <a:moveTo>
                  <a:pt x="299086" y="43781"/>
                </a:moveTo>
                <a:cubicBezTo>
                  <a:pt x="306064" y="35380"/>
                  <a:pt x="312716" y="31179"/>
                  <a:pt x="319044" y="31179"/>
                </a:cubicBezTo>
                <a:cubicBezTo>
                  <a:pt x="322294" y="31179"/>
                  <a:pt x="325089" y="31990"/>
                  <a:pt x="327430" y="33611"/>
                </a:cubicBezTo>
                <a:cubicBezTo>
                  <a:pt x="329770" y="35231"/>
                  <a:pt x="331633" y="37899"/>
                  <a:pt x="333020" y="41615"/>
                </a:cubicBezTo>
                <a:cubicBezTo>
                  <a:pt x="333974" y="44206"/>
                  <a:pt x="334450" y="48181"/>
                  <a:pt x="334450" y="53540"/>
                </a:cubicBezTo>
                <a:lnTo>
                  <a:pt x="334450" y="78881"/>
                </a:lnTo>
                <a:cubicBezTo>
                  <a:pt x="334450" y="82641"/>
                  <a:pt x="334754" y="85190"/>
                  <a:pt x="335361" y="86530"/>
                </a:cubicBezTo>
                <a:cubicBezTo>
                  <a:pt x="335837" y="87610"/>
                  <a:pt x="336607" y="88452"/>
                  <a:pt x="337668" y="89057"/>
                </a:cubicBezTo>
                <a:cubicBezTo>
                  <a:pt x="338730" y="89662"/>
                  <a:pt x="340691" y="89965"/>
                  <a:pt x="343551" y="89965"/>
                </a:cubicBezTo>
                <a:lnTo>
                  <a:pt x="343551" y="92368"/>
                </a:lnTo>
                <a:lnTo>
                  <a:pt x="314103" y="92368"/>
                </a:lnTo>
                <a:lnTo>
                  <a:pt x="314103" y="89965"/>
                </a:lnTo>
                <a:lnTo>
                  <a:pt x="315338" y="89965"/>
                </a:lnTo>
                <a:cubicBezTo>
                  <a:pt x="318112" y="89965"/>
                  <a:pt x="320051" y="89544"/>
                  <a:pt x="321156" y="88704"/>
                </a:cubicBezTo>
                <a:cubicBezTo>
                  <a:pt x="322262" y="87864"/>
                  <a:pt x="323031" y="86625"/>
                  <a:pt x="323464" y="84989"/>
                </a:cubicBezTo>
                <a:cubicBezTo>
                  <a:pt x="323638" y="84342"/>
                  <a:pt x="323724" y="82317"/>
                  <a:pt x="323724" y="78914"/>
                </a:cubicBezTo>
                <a:lnTo>
                  <a:pt x="323724" y="54679"/>
                </a:lnTo>
                <a:cubicBezTo>
                  <a:pt x="323724" y="49294"/>
                  <a:pt x="323020" y="45385"/>
                  <a:pt x="321611" y="42950"/>
                </a:cubicBezTo>
                <a:cubicBezTo>
                  <a:pt x="320203" y="40516"/>
                  <a:pt x="317830" y="39299"/>
                  <a:pt x="314493" y="39299"/>
                </a:cubicBezTo>
                <a:cubicBezTo>
                  <a:pt x="309336" y="39299"/>
                  <a:pt x="304200" y="42099"/>
                  <a:pt x="299086" y="47700"/>
                </a:cubicBezTo>
                <a:lnTo>
                  <a:pt x="299086" y="78914"/>
                </a:lnTo>
                <a:cubicBezTo>
                  <a:pt x="299086" y="82921"/>
                  <a:pt x="299325" y="85398"/>
                  <a:pt x="299802" y="86345"/>
                </a:cubicBezTo>
                <a:cubicBezTo>
                  <a:pt x="300408" y="87594"/>
                  <a:pt x="301243" y="88510"/>
                  <a:pt x="302304" y="89092"/>
                </a:cubicBezTo>
                <a:cubicBezTo>
                  <a:pt x="303366" y="89674"/>
                  <a:pt x="305522" y="89965"/>
                  <a:pt x="308773" y="89965"/>
                </a:cubicBezTo>
                <a:lnTo>
                  <a:pt x="308773" y="92368"/>
                </a:lnTo>
                <a:lnTo>
                  <a:pt x="279324" y="92368"/>
                </a:lnTo>
                <a:lnTo>
                  <a:pt x="279324" y="89965"/>
                </a:lnTo>
                <a:lnTo>
                  <a:pt x="280624" y="89965"/>
                </a:lnTo>
                <a:cubicBezTo>
                  <a:pt x="283658" y="89965"/>
                  <a:pt x="285706" y="89198"/>
                  <a:pt x="286768" y="87665"/>
                </a:cubicBezTo>
                <a:cubicBezTo>
                  <a:pt x="287829" y="86130"/>
                  <a:pt x="288360" y="83202"/>
                  <a:pt x="288360" y="78881"/>
                </a:cubicBezTo>
                <a:lnTo>
                  <a:pt x="288360" y="56845"/>
                </a:lnTo>
                <a:cubicBezTo>
                  <a:pt x="288360" y="49716"/>
                  <a:pt x="288198" y="45374"/>
                  <a:pt x="287873" y="43819"/>
                </a:cubicBezTo>
                <a:cubicBezTo>
                  <a:pt x="287548" y="42263"/>
                  <a:pt x="287049" y="41204"/>
                  <a:pt x="286378" y="40642"/>
                </a:cubicBezTo>
                <a:cubicBezTo>
                  <a:pt x="285706" y="40081"/>
                  <a:pt x="284807" y="39800"/>
                  <a:pt x="283680" y="39800"/>
                </a:cubicBezTo>
                <a:cubicBezTo>
                  <a:pt x="282466" y="39800"/>
                  <a:pt x="281014" y="40124"/>
                  <a:pt x="279324" y="40772"/>
                </a:cubicBezTo>
                <a:lnTo>
                  <a:pt x="278349" y="38438"/>
                </a:lnTo>
                <a:lnTo>
                  <a:pt x="296291" y="31179"/>
                </a:lnTo>
                <a:lnTo>
                  <a:pt x="299086" y="31179"/>
                </a:lnTo>
                <a:lnTo>
                  <a:pt x="299086" y="43781"/>
                </a:lnTo>
                <a:close/>
                <a:moveTo>
                  <a:pt x="358642" y="55343"/>
                </a:moveTo>
                <a:cubicBezTo>
                  <a:pt x="358599" y="64157"/>
                  <a:pt x="360744" y="71070"/>
                  <a:pt x="365078" y="76082"/>
                </a:cubicBezTo>
                <a:cubicBezTo>
                  <a:pt x="369411" y="81093"/>
                  <a:pt x="374504" y="83599"/>
                  <a:pt x="380354" y="83599"/>
                </a:cubicBezTo>
                <a:cubicBezTo>
                  <a:pt x="384255" y="83599"/>
                  <a:pt x="387646" y="82527"/>
                  <a:pt x="390528" y="80383"/>
                </a:cubicBezTo>
                <a:cubicBezTo>
                  <a:pt x="393410" y="78240"/>
                  <a:pt x="395826" y="74570"/>
                  <a:pt x="397776" y="69373"/>
                </a:cubicBezTo>
                <a:lnTo>
                  <a:pt x="399791" y="70672"/>
                </a:lnTo>
                <a:cubicBezTo>
                  <a:pt x="398881" y="76605"/>
                  <a:pt x="396238" y="82007"/>
                  <a:pt x="391861" y="86879"/>
                </a:cubicBezTo>
                <a:cubicBezTo>
                  <a:pt x="387483" y="91751"/>
                  <a:pt x="382001" y="94187"/>
                  <a:pt x="375414" y="94187"/>
                </a:cubicBezTo>
                <a:cubicBezTo>
                  <a:pt x="368263" y="94187"/>
                  <a:pt x="362141" y="91410"/>
                  <a:pt x="357049" y="85858"/>
                </a:cubicBezTo>
                <a:cubicBezTo>
                  <a:pt x="351957" y="80304"/>
                  <a:pt x="349411" y="72838"/>
                  <a:pt x="349411" y="63460"/>
                </a:cubicBezTo>
                <a:cubicBezTo>
                  <a:pt x="349411" y="53305"/>
                  <a:pt x="352022" y="45387"/>
                  <a:pt x="357244" y="39705"/>
                </a:cubicBezTo>
                <a:cubicBezTo>
                  <a:pt x="362466" y="34021"/>
                  <a:pt x="369021" y="31179"/>
                  <a:pt x="376909" y="31179"/>
                </a:cubicBezTo>
                <a:cubicBezTo>
                  <a:pt x="383583" y="31179"/>
                  <a:pt x="389065" y="33371"/>
                  <a:pt x="393356" y="37756"/>
                </a:cubicBezTo>
                <a:cubicBezTo>
                  <a:pt x="397646" y="42139"/>
                  <a:pt x="399791" y="48001"/>
                  <a:pt x="399791" y="55343"/>
                </a:cubicBezTo>
                <a:lnTo>
                  <a:pt x="358642" y="55343"/>
                </a:lnTo>
                <a:moveTo>
                  <a:pt x="358642" y="51575"/>
                </a:moveTo>
                <a:lnTo>
                  <a:pt x="386205" y="51575"/>
                </a:lnTo>
                <a:cubicBezTo>
                  <a:pt x="385988" y="47765"/>
                  <a:pt x="385533" y="45080"/>
                  <a:pt x="384840" y="43521"/>
                </a:cubicBezTo>
                <a:cubicBezTo>
                  <a:pt x="383756" y="41096"/>
                  <a:pt x="382142" y="39190"/>
                  <a:pt x="379997" y="37805"/>
                </a:cubicBezTo>
                <a:cubicBezTo>
                  <a:pt x="377852" y="36419"/>
                  <a:pt x="375609" y="35726"/>
                  <a:pt x="373268" y="35726"/>
                </a:cubicBezTo>
                <a:cubicBezTo>
                  <a:pt x="369671" y="35726"/>
                  <a:pt x="366454" y="37123"/>
                  <a:pt x="363615" y="39916"/>
                </a:cubicBezTo>
                <a:cubicBezTo>
                  <a:pt x="360776" y="42709"/>
                  <a:pt x="359119" y="46595"/>
                  <a:pt x="358642" y="51575"/>
                </a:cubicBezTo>
                <a:close/>
                <a:moveTo>
                  <a:pt x="428553" y="0"/>
                </a:moveTo>
                <a:lnTo>
                  <a:pt x="428553" y="78865"/>
                </a:lnTo>
                <a:cubicBezTo>
                  <a:pt x="428553" y="82587"/>
                  <a:pt x="428824" y="85054"/>
                  <a:pt x="429366" y="86266"/>
                </a:cubicBezTo>
                <a:cubicBezTo>
                  <a:pt x="429907" y="87477"/>
                  <a:pt x="430742" y="88397"/>
                  <a:pt x="431869" y="89025"/>
                </a:cubicBezTo>
                <a:cubicBezTo>
                  <a:pt x="432995" y="89651"/>
                  <a:pt x="435097" y="89965"/>
                  <a:pt x="438174" y="89965"/>
                </a:cubicBezTo>
                <a:lnTo>
                  <a:pt x="438174" y="92368"/>
                </a:lnTo>
                <a:lnTo>
                  <a:pt x="408986" y="92368"/>
                </a:lnTo>
                <a:lnTo>
                  <a:pt x="408986" y="89965"/>
                </a:lnTo>
                <a:cubicBezTo>
                  <a:pt x="411716" y="89965"/>
                  <a:pt x="413580" y="89684"/>
                  <a:pt x="414577" y="89122"/>
                </a:cubicBezTo>
                <a:cubicBezTo>
                  <a:pt x="415573" y="88559"/>
                  <a:pt x="416353" y="87629"/>
                  <a:pt x="416917" y="86331"/>
                </a:cubicBezTo>
                <a:cubicBezTo>
                  <a:pt x="417480" y="85032"/>
                  <a:pt x="417762" y="82543"/>
                  <a:pt x="417762" y="78865"/>
                </a:cubicBezTo>
                <a:lnTo>
                  <a:pt x="417762" y="24860"/>
                </a:lnTo>
                <a:cubicBezTo>
                  <a:pt x="417762" y="18153"/>
                  <a:pt x="417610" y="14032"/>
                  <a:pt x="417307" y="12496"/>
                </a:cubicBezTo>
                <a:cubicBezTo>
                  <a:pt x="417004" y="10959"/>
                  <a:pt x="416516" y="9909"/>
                  <a:pt x="415844" y="9348"/>
                </a:cubicBezTo>
                <a:cubicBezTo>
                  <a:pt x="415173" y="8785"/>
                  <a:pt x="414317" y="8503"/>
                  <a:pt x="413276" y="8503"/>
                </a:cubicBezTo>
                <a:cubicBezTo>
                  <a:pt x="412150" y="8503"/>
                  <a:pt x="410719" y="8850"/>
                  <a:pt x="408986" y="9542"/>
                </a:cubicBezTo>
                <a:lnTo>
                  <a:pt x="407881" y="7269"/>
                </a:lnTo>
                <a:lnTo>
                  <a:pt x="425628" y="0"/>
                </a:lnTo>
                <a:lnTo>
                  <a:pt x="428553" y="0"/>
                </a:lnTo>
                <a:close/>
                <a:moveTo>
                  <a:pt x="532268" y="4287"/>
                </a:moveTo>
                <a:lnTo>
                  <a:pt x="527197" y="15460"/>
                </a:lnTo>
                <a:lnTo>
                  <a:pt x="500674" y="15460"/>
                </a:lnTo>
                <a:lnTo>
                  <a:pt x="494889" y="27152"/>
                </a:lnTo>
                <a:cubicBezTo>
                  <a:pt x="506373" y="28841"/>
                  <a:pt x="515474" y="33106"/>
                  <a:pt x="522192" y="39948"/>
                </a:cubicBezTo>
                <a:cubicBezTo>
                  <a:pt x="527956" y="45838"/>
                  <a:pt x="530838" y="52766"/>
                  <a:pt x="530838" y="60734"/>
                </a:cubicBezTo>
                <a:cubicBezTo>
                  <a:pt x="530838" y="65368"/>
                  <a:pt x="529895" y="69655"/>
                  <a:pt x="528010" y="73596"/>
                </a:cubicBezTo>
                <a:cubicBezTo>
                  <a:pt x="526125" y="77536"/>
                  <a:pt x="523752" y="80892"/>
                  <a:pt x="520892" y="83664"/>
                </a:cubicBezTo>
                <a:cubicBezTo>
                  <a:pt x="518031" y="86435"/>
                  <a:pt x="514846" y="88665"/>
                  <a:pt x="511336" y="90354"/>
                </a:cubicBezTo>
                <a:cubicBezTo>
                  <a:pt x="506352" y="92736"/>
                  <a:pt x="501238" y="93927"/>
                  <a:pt x="495994" y="93927"/>
                </a:cubicBezTo>
                <a:cubicBezTo>
                  <a:pt x="490707" y="93927"/>
                  <a:pt x="486860" y="93028"/>
                  <a:pt x="484455" y="91231"/>
                </a:cubicBezTo>
                <a:cubicBezTo>
                  <a:pt x="482050" y="89434"/>
                  <a:pt x="480847" y="87453"/>
                  <a:pt x="480847" y="85288"/>
                </a:cubicBezTo>
                <a:cubicBezTo>
                  <a:pt x="480847" y="84075"/>
                  <a:pt x="481346" y="83003"/>
                  <a:pt x="482342" y="82072"/>
                </a:cubicBezTo>
                <a:cubicBezTo>
                  <a:pt x="483339" y="81141"/>
                  <a:pt x="484596" y="80676"/>
                  <a:pt x="486113" y="80676"/>
                </a:cubicBezTo>
                <a:cubicBezTo>
                  <a:pt x="487240" y="80676"/>
                  <a:pt x="488226" y="80849"/>
                  <a:pt x="489071" y="81195"/>
                </a:cubicBezTo>
                <a:cubicBezTo>
                  <a:pt x="489916" y="81542"/>
                  <a:pt x="491357" y="82430"/>
                  <a:pt x="493394" y="83859"/>
                </a:cubicBezTo>
                <a:cubicBezTo>
                  <a:pt x="496644" y="86110"/>
                  <a:pt x="499938" y="87236"/>
                  <a:pt x="503275" y="87236"/>
                </a:cubicBezTo>
                <a:cubicBezTo>
                  <a:pt x="508345" y="87236"/>
                  <a:pt x="512798" y="85320"/>
                  <a:pt x="516634" y="81488"/>
                </a:cubicBezTo>
                <a:cubicBezTo>
                  <a:pt x="520469" y="77655"/>
                  <a:pt x="522387" y="72989"/>
                  <a:pt x="522387" y="67490"/>
                </a:cubicBezTo>
                <a:cubicBezTo>
                  <a:pt x="522387" y="62163"/>
                  <a:pt x="520675" y="57194"/>
                  <a:pt x="517251" y="52582"/>
                </a:cubicBezTo>
                <a:cubicBezTo>
                  <a:pt x="513828" y="47970"/>
                  <a:pt x="509104" y="44408"/>
                  <a:pt x="503080" y="41897"/>
                </a:cubicBezTo>
                <a:cubicBezTo>
                  <a:pt x="498356" y="39948"/>
                  <a:pt x="491920" y="38822"/>
                  <a:pt x="483773" y="38519"/>
                </a:cubicBezTo>
                <a:lnTo>
                  <a:pt x="500674" y="4287"/>
                </a:lnTo>
                <a:lnTo>
                  <a:pt x="532268" y="42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42513-AB31-47D9-B8E3-92706446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472" y="2951660"/>
            <a:ext cx="878655" cy="207828"/>
          </a:xfrm>
          <a:custGeom xmlns:a="http://schemas.openxmlformats.org/drawingml/2006/main">
            <a:pathLst>
              <a:path w="878655" h="207828">
                <a:moveTo>
                  <a:pt x="0" y="103914"/>
                </a:moveTo>
                <a:cubicBezTo>
                  <a:pt x="0" y="46522"/>
                  <a:pt x="196702" y="0"/>
                  <a:pt x="439327" y="0"/>
                </a:cubicBezTo>
                <a:cubicBezTo>
                  <a:pt x="681970" y="0"/>
                  <a:pt x="878655" y="46522"/>
                  <a:pt x="878655" y="103914"/>
                </a:cubicBezTo>
                <a:cubicBezTo>
                  <a:pt x="878655" y="161305"/>
                  <a:pt x="681970" y="207828"/>
                  <a:pt x="439327" y="207828"/>
                </a:cubicBezTo>
                <a:cubicBezTo>
                  <a:pt x="196702" y="207828"/>
                  <a:pt x="0" y="161305"/>
                  <a:pt x="0" y="103914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49BB1-048C-420C-9537-8D2AABFC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472" y="2951664"/>
            <a:ext cx="878670" cy="207816"/>
          </a:xfrm>
          <a:custGeom xmlns:a="http://schemas.openxmlformats.org/drawingml/2006/main">
            <a:pathLst>
              <a:path w="878670" h="207816" fill="none">
                <a:moveTo>
                  <a:pt x="0" y="103908"/>
                </a:moveTo>
                <a:cubicBezTo>
                  <a:pt x="0" y="46521"/>
                  <a:pt x="196697" y="0"/>
                  <a:pt x="439335" y="0"/>
                </a:cubicBezTo>
                <a:cubicBezTo>
                  <a:pt x="681973" y="0"/>
                  <a:pt x="878670" y="46521"/>
                  <a:pt x="878670" y="103908"/>
                </a:cubicBezTo>
                <a:cubicBezTo>
                  <a:pt x="878670" y="161295"/>
                  <a:pt x="681973" y="207816"/>
                  <a:pt x="439335" y="207816"/>
                </a:cubicBezTo>
                <a:cubicBezTo>
                  <a:pt x="196697" y="207816"/>
                  <a:pt x="0" y="161295"/>
                  <a:pt x="0" y="10390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79" cap="flat">
            <a:solidFill>
              <a:srgbClr val="FFC000"/>
            </a:solidFill>
            <a:miter/>
          </a:ln>
        </p:spPr>
      </p:sp>
      <p:sp>
        <p:nvSpPr>
          <p:cNvPr id="160" name="Text Module1">
            <a:extLst xmlns:a="http://schemas.openxmlformats.org/drawingml/2006/main">
              <a:ext uri="{FF2B5EF4-FFF2-40B4-BE49-F238E27FC236}">
                <a16:creationId xmlns:a16="http://schemas.microsoft.com/office/drawing/2014/main" id="{F5283C46-4860-4E7A-94EF-28B2EA9F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895" y="3003703"/>
            <a:ext cx="497410" cy="94187"/>
          </a:xfrm>
          <a:custGeom xmlns:a="http://schemas.openxmlformats.org/drawingml/2006/main">
            <a:pathLst>
              <a:path w="497410" h="94187">
                <a:moveTo>
                  <a:pt x="52266" y="92368"/>
                </a:moveTo>
                <a:lnTo>
                  <a:pt x="18202" y="18253"/>
                </a:lnTo>
                <a:lnTo>
                  <a:pt x="18202" y="77103"/>
                </a:lnTo>
                <a:cubicBezTo>
                  <a:pt x="18202" y="82516"/>
                  <a:pt x="18787" y="85894"/>
                  <a:pt x="19957" y="87236"/>
                </a:cubicBezTo>
                <a:cubicBezTo>
                  <a:pt x="21561" y="89055"/>
                  <a:pt x="24096" y="89965"/>
                  <a:pt x="27563" y="89965"/>
                </a:cubicBezTo>
                <a:lnTo>
                  <a:pt x="30683" y="89965"/>
                </a:lnTo>
                <a:lnTo>
                  <a:pt x="30683" y="92368"/>
                </a:lnTo>
                <a:lnTo>
                  <a:pt x="0" y="92368"/>
                </a:lnTo>
                <a:lnTo>
                  <a:pt x="0" y="89965"/>
                </a:lnTo>
                <a:lnTo>
                  <a:pt x="3120" y="89965"/>
                </a:lnTo>
                <a:cubicBezTo>
                  <a:pt x="6847" y="89965"/>
                  <a:pt x="9491" y="88839"/>
                  <a:pt x="11051" y="86587"/>
                </a:cubicBezTo>
                <a:cubicBezTo>
                  <a:pt x="12005" y="85201"/>
                  <a:pt x="12481" y="82040"/>
                  <a:pt x="12481" y="77103"/>
                </a:cubicBezTo>
                <a:lnTo>
                  <a:pt x="12481" y="19552"/>
                </a:lnTo>
                <a:cubicBezTo>
                  <a:pt x="12481" y="15654"/>
                  <a:pt x="12048" y="12840"/>
                  <a:pt x="11181" y="11108"/>
                </a:cubicBezTo>
                <a:cubicBezTo>
                  <a:pt x="10575" y="9852"/>
                  <a:pt x="9459" y="8802"/>
                  <a:pt x="7833" y="7957"/>
                </a:cubicBezTo>
                <a:cubicBezTo>
                  <a:pt x="6208" y="7113"/>
                  <a:pt x="3597" y="6691"/>
                  <a:pt x="0" y="6691"/>
                </a:cubicBezTo>
                <a:lnTo>
                  <a:pt x="0" y="4287"/>
                </a:lnTo>
                <a:lnTo>
                  <a:pt x="24963" y="4287"/>
                </a:lnTo>
                <a:lnTo>
                  <a:pt x="56946" y="73206"/>
                </a:lnTo>
                <a:lnTo>
                  <a:pt x="88410" y="4287"/>
                </a:lnTo>
                <a:lnTo>
                  <a:pt x="113373" y="4287"/>
                </a:lnTo>
                <a:lnTo>
                  <a:pt x="113373" y="6691"/>
                </a:lnTo>
                <a:lnTo>
                  <a:pt x="110317" y="6691"/>
                </a:lnTo>
                <a:cubicBezTo>
                  <a:pt x="106547" y="6691"/>
                  <a:pt x="103882" y="7816"/>
                  <a:pt x="102322" y="10068"/>
                </a:cubicBezTo>
                <a:cubicBezTo>
                  <a:pt x="101368" y="11454"/>
                  <a:pt x="100891" y="14615"/>
                  <a:pt x="100891" y="19552"/>
                </a:cubicBezTo>
                <a:lnTo>
                  <a:pt x="100891" y="77103"/>
                </a:lnTo>
                <a:cubicBezTo>
                  <a:pt x="100891" y="82516"/>
                  <a:pt x="101498" y="85894"/>
                  <a:pt x="102712" y="87236"/>
                </a:cubicBezTo>
                <a:cubicBezTo>
                  <a:pt x="104315" y="89055"/>
                  <a:pt x="106850" y="89965"/>
                  <a:pt x="110317" y="89965"/>
                </a:cubicBezTo>
                <a:lnTo>
                  <a:pt x="113373" y="89965"/>
                </a:lnTo>
                <a:lnTo>
                  <a:pt x="113373" y="92368"/>
                </a:lnTo>
                <a:lnTo>
                  <a:pt x="75929" y="92368"/>
                </a:lnTo>
                <a:lnTo>
                  <a:pt x="75929" y="89965"/>
                </a:lnTo>
                <a:lnTo>
                  <a:pt x="79049" y="89965"/>
                </a:lnTo>
                <a:cubicBezTo>
                  <a:pt x="82819" y="89965"/>
                  <a:pt x="85463" y="88839"/>
                  <a:pt x="86980" y="86587"/>
                </a:cubicBezTo>
                <a:cubicBezTo>
                  <a:pt x="87933" y="85201"/>
                  <a:pt x="88410" y="82040"/>
                  <a:pt x="88410" y="77103"/>
                </a:cubicBezTo>
                <a:lnTo>
                  <a:pt x="88410" y="18253"/>
                </a:lnTo>
                <a:lnTo>
                  <a:pt x="54411" y="92368"/>
                </a:lnTo>
                <a:lnTo>
                  <a:pt x="52266" y="92368"/>
                </a:lnTo>
                <a:close/>
                <a:moveTo>
                  <a:pt x="149923" y="31179"/>
                </a:moveTo>
                <a:cubicBezTo>
                  <a:pt x="158938" y="31179"/>
                  <a:pt x="166175" y="34597"/>
                  <a:pt x="171636" y="41432"/>
                </a:cubicBezTo>
                <a:cubicBezTo>
                  <a:pt x="176273" y="47271"/>
                  <a:pt x="178591" y="53977"/>
                  <a:pt x="178591" y="61548"/>
                </a:cubicBezTo>
                <a:cubicBezTo>
                  <a:pt x="178591" y="66869"/>
                  <a:pt x="177313" y="72255"/>
                  <a:pt x="174756" y="77706"/>
                </a:cubicBezTo>
                <a:cubicBezTo>
                  <a:pt x="172199" y="83156"/>
                  <a:pt x="168678" y="87265"/>
                  <a:pt x="164192" y="90034"/>
                </a:cubicBezTo>
                <a:cubicBezTo>
                  <a:pt x="159707" y="92802"/>
                  <a:pt x="154712" y="94187"/>
                  <a:pt x="149208" y="94187"/>
                </a:cubicBezTo>
                <a:cubicBezTo>
                  <a:pt x="140237" y="94187"/>
                  <a:pt x="133108" y="90617"/>
                  <a:pt x="127821" y="83479"/>
                </a:cubicBezTo>
                <a:cubicBezTo>
                  <a:pt x="123357" y="77467"/>
                  <a:pt x="121125" y="70718"/>
                  <a:pt x="121125" y="63235"/>
                </a:cubicBezTo>
                <a:cubicBezTo>
                  <a:pt x="121125" y="57784"/>
                  <a:pt x="122479" y="52366"/>
                  <a:pt x="125188" y="46980"/>
                </a:cubicBezTo>
                <a:cubicBezTo>
                  <a:pt x="127897" y="41594"/>
                  <a:pt x="131461" y="37614"/>
                  <a:pt x="135882" y="35040"/>
                </a:cubicBezTo>
                <a:cubicBezTo>
                  <a:pt x="140302" y="32466"/>
                  <a:pt x="144983" y="31179"/>
                  <a:pt x="149923" y="31179"/>
                </a:cubicBezTo>
                <a:moveTo>
                  <a:pt x="147908" y="35466"/>
                </a:moveTo>
                <a:cubicBezTo>
                  <a:pt x="145611" y="35466"/>
                  <a:pt x="143303" y="36148"/>
                  <a:pt x="140985" y="37510"/>
                </a:cubicBezTo>
                <a:cubicBezTo>
                  <a:pt x="138666" y="38873"/>
                  <a:pt x="136792" y="41263"/>
                  <a:pt x="135362" y="44680"/>
                </a:cubicBezTo>
                <a:cubicBezTo>
                  <a:pt x="133931" y="48097"/>
                  <a:pt x="133216" y="52487"/>
                  <a:pt x="133216" y="57850"/>
                </a:cubicBezTo>
                <a:cubicBezTo>
                  <a:pt x="133216" y="66500"/>
                  <a:pt x="134939" y="73961"/>
                  <a:pt x="138384" y="80233"/>
                </a:cubicBezTo>
                <a:cubicBezTo>
                  <a:pt x="141830" y="86504"/>
                  <a:pt x="146369" y="89640"/>
                  <a:pt x="152003" y="89640"/>
                </a:cubicBezTo>
                <a:cubicBezTo>
                  <a:pt x="156207" y="89640"/>
                  <a:pt x="159674" y="87910"/>
                  <a:pt x="162405" y="84449"/>
                </a:cubicBezTo>
                <a:cubicBezTo>
                  <a:pt x="165135" y="80989"/>
                  <a:pt x="166500" y="75042"/>
                  <a:pt x="166500" y="66609"/>
                </a:cubicBezTo>
                <a:cubicBezTo>
                  <a:pt x="166500" y="56055"/>
                  <a:pt x="164225" y="47750"/>
                  <a:pt x="159674" y="41694"/>
                </a:cubicBezTo>
                <a:cubicBezTo>
                  <a:pt x="156597" y="37542"/>
                  <a:pt x="152675" y="35466"/>
                  <a:pt x="147908" y="35466"/>
                </a:cubicBezTo>
                <a:close/>
                <a:moveTo>
                  <a:pt x="229694" y="85677"/>
                </a:moveTo>
                <a:cubicBezTo>
                  <a:pt x="226790" y="88709"/>
                  <a:pt x="223951" y="90885"/>
                  <a:pt x="221178" y="92206"/>
                </a:cubicBezTo>
                <a:cubicBezTo>
                  <a:pt x="218404" y="93526"/>
                  <a:pt x="215414" y="94187"/>
                  <a:pt x="212207" y="94187"/>
                </a:cubicBezTo>
                <a:cubicBezTo>
                  <a:pt x="205706" y="94187"/>
                  <a:pt x="200029" y="91475"/>
                  <a:pt x="195175" y="86053"/>
                </a:cubicBezTo>
                <a:cubicBezTo>
                  <a:pt x="190321" y="80629"/>
                  <a:pt x="187894" y="73660"/>
                  <a:pt x="187894" y="65145"/>
                </a:cubicBezTo>
                <a:cubicBezTo>
                  <a:pt x="187894" y="56632"/>
                  <a:pt x="190581" y="48842"/>
                  <a:pt x="195955" y="41777"/>
                </a:cubicBezTo>
                <a:cubicBezTo>
                  <a:pt x="201329" y="34712"/>
                  <a:pt x="208241" y="31179"/>
                  <a:pt x="216692" y="31179"/>
                </a:cubicBezTo>
                <a:cubicBezTo>
                  <a:pt x="221936" y="31179"/>
                  <a:pt x="226270" y="32846"/>
                  <a:pt x="229694" y="36181"/>
                </a:cubicBezTo>
                <a:lnTo>
                  <a:pt x="229694" y="25179"/>
                </a:lnTo>
                <a:cubicBezTo>
                  <a:pt x="229694" y="18352"/>
                  <a:pt x="229531" y="14155"/>
                  <a:pt x="229206" y="12589"/>
                </a:cubicBezTo>
                <a:cubicBezTo>
                  <a:pt x="228881" y="11024"/>
                  <a:pt x="228372" y="9959"/>
                  <a:pt x="227679" y="9394"/>
                </a:cubicBezTo>
                <a:cubicBezTo>
                  <a:pt x="226985" y="8829"/>
                  <a:pt x="226118" y="8546"/>
                  <a:pt x="225078" y="8546"/>
                </a:cubicBezTo>
                <a:cubicBezTo>
                  <a:pt x="223951" y="8546"/>
                  <a:pt x="222456" y="8894"/>
                  <a:pt x="220593" y="9589"/>
                </a:cubicBezTo>
                <a:lnTo>
                  <a:pt x="219748" y="7306"/>
                </a:lnTo>
                <a:lnTo>
                  <a:pt x="237495" y="0"/>
                </a:lnTo>
                <a:lnTo>
                  <a:pt x="240420" y="0"/>
                </a:lnTo>
                <a:lnTo>
                  <a:pt x="240420" y="68789"/>
                </a:lnTo>
                <a:cubicBezTo>
                  <a:pt x="240420" y="75761"/>
                  <a:pt x="240582" y="80015"/>
                  <a:pt x="240907" y="81553"/>
                </a:cubicBezTo>
                <a:cubicBezTo>
                  <a:pt x="241233" y="83090"/>
                  <a:pt x="241753" y="84162"/>
                  <a:pt x="242468" y="84768"/>
                </a:cubicBezTo>
                <a:cubicBezTo>
                  <a:pt x="243183" y="85374"/>
                  <a:pt x="244017" y="85677"/>
                  <a:pt x="244970" y="85677"/>
                </a:cubicBezTo>
                <a:cubicBezTo>
                  <a:pt x="246141" y="85677"/>
                  <a:pt x="247701" y="85309"/>
                  <a:pt x="249651" y="84573"/>
                </a:cubicBezTo>
                <a:lnTo>
                  <a:pt x="250366" y="86847"/>
                </a:lnTo>
                <a:lnTo>
                  <a:pt x="232684" y="94187"/>
                </a:lnTo>
                <a:lnTo>
                  <a:pt x="229694" y="94187"/>
                </a:lnTo>
                <a:lnTo>
                  <a:pt x="229694" y="85677"/>
                </a:lnTo>
                <a:moveTo>
                  <a:pt x="229694" y="81145"/>
                </a:moveTo>
                <a:lnTo>
                  <a:pt x="229694" y="50562"/>
                </a:lnTo>
                <a:cubicBezTo>
                  <a:pt x="229434" y="47624"/>
                  <a:pt x="228654" y="44946"/>
                  <a:pt x="227353" y="42528"/>
                </a:cubicBezTo>
                <a:cubicBezTo>
                  <a:pt x="226053" y="40109"/>
                  <a:pt x="224331" y="38284"/>
                  <a:pt x="222185" y="37054"/>
                </a:cubicBezTo>
                <a:cubicBezTo>
                  <a:pt x="220040" y="35822"/>
                  <a:pt x="217949" y="35206"/>
                  <a:pt x="215912" y="35206"/>
                </a:cubicBezTo>
                <a:cubicBezTo>
                  <a:pt x="212098" y="35206"/>
                  <a:pt x="208696" y="36913"/>
                  <a:pt x="205706" y="40326"/>
                </a:cubicBezTo>
                <a:cubicBezTo>
                  <a:pt x="201762" y="44817"/>
                  <a:pt x="199790" y="51382"/>
                  <a:pt x="199790" y="60022"/>
                </a:cubicBezTo>
                <a:cubicBezTo>
                  <a:pt x="199790" y="68747"/>
                  <a:pt x="201697" y="75433"/>
                  <a:pt x="205511" y="80077"/>
                </a:cubicBezTo>
                <a:cubicBezTo>
                  <a:pt x="209325" y="84720"/>
                  <a:pt x="213572" y="87041"/>
                  <a:pt x="218252" y="87041"/>
                </a:cubicBezTo>
                <a:cubicBezTo>
                  <a:pt x="222196" y="87041"/>
                  <a:pt x="226010" y="85076"/>
                  <a:pt x="229694" y="81145"/>
                </a:cubicBezTo>
                <a:close/>
                <a:moveTo>
                  <a:pt x="306669" y="32868"/>
                </a:moveTo>
                <a:lnTo>
                  <a:pt x="306669" y="68919"/>
                </a:lnTo>
                <a:cubicBezTo>
                  <a:pt x="306669" y="75804"/>
                  <a:pt x="306831" y="80015"/>
                  <a:pt x="307156" y="81553"/>
                </a:cubicBezTo>
                <a:cubicBezTo>
                  <a:pt x="307481" y="83090"/>
                  <a:pt x="308001" y="84162"/>
                  <a:pt x="308716" y="84768"/>
                </a:cubicBezTo>
                <a:cubicBezTo>
                  <a:pt x="309431" y="85374"/>
                  <a:pt x="310266" y="85677"/>
                  <a:pt x="311219" y="85677"/>
                </a:cubicBezTo>
                <a:cubicBezTo>
                  <a:pt x="312563" y="85677"/>
                  <a:pt x="314079" y="85309"/>
                  <a:pt x="315770" y="84573"/>
                </a:cubicBezTo>
                <a:lnTo>
                  <a:pt x="316680" y="86847"/>
                </a:lnTo>
                <a:lnTo>
                  <a:pt x="298868" y="94187"/>
                </a:lnTo>
                <a:lnTo>
                  <a:pt x="295942" y="94187"/>
                </a:lnTo>
                <a:lnTo>
                  <a:pt x="295942" y="81585"/>
                </a:lnTo>
                <a:cubicBezTo>
                  <a:pt x="290829" y="87128"/>
                  <a:pt x="286928" y="90614"/>
                  <a:pt x="284241" y="92043"/>
                </a:cubicBezTo>
                <a:cubicBezTo>
                  <a:pt x="281554" y="93472"/>
                  <a:pt x="278716" y="94187"/>
                  <a:pt x="275725" y="94187"/>
                </a:cubicBezTo>
                <a:cubicBezTo>
                  <a:pt x="272388" y="94187"/>
                  <a:pt x="269495" y="93223"/>
                  <a:pt x="267047" y="91296"/>
                </a:cubicBezTo>
                <a:cubicBezTo>
                  <a:pt x="264598" y="89369"/>
                  <a:pt x="262897" y="86890"/>
                  <a:pt x="261944" y="83859"/>
                </a:cubicBezTo>
                <a:cubicBezTo>
                  <a:pt x="260990" y="80827"/>
                  <a:pt x="260513" y="76540"/>
                  <a:pt x="260513" y="70997"/>
                </a:cubicBezTo>
                <a:lnTo>
                  <a:pt x="260513" y="44430"/>
                </a:lnTo>
                <a:cubicBezTo>
                  <a:pt x="260513" y="41615"/>
                  <a:pt x="260210" y="39667"/>
                  <a:pt x="259603" y="38584"/>
                </a:cubicBezTo>
                <a:cubicBezTo>
                  <a:pt x="258997" y="37501"/>
                  <a:pt x="258097" y="36668"/>
                  <a:pt x="256906" y="36083"/>
                </a:cubicBezTo>
                <a:cubicBezTo>
                  <a:pt x="255714" y="35499"/>
                  <a:pt x="253558" y="35228"/>
                  <a:pt x="250437" y="35271"/>
                </a:cubicBezTo>
                <a:lnTo>
                  <a:pt x="250437" y="32868"/>
                </a:lnTo>
                <a:lnTo>
                  <a:pt x="271305" y="32868"/>
                </a:lnTo>
                <a:lnTo>
                  <a:pt x="271305" y="72589"/>
                </a:lnTo>
                <a:cubicBezTo>
                  <a:pt x="271305" y="78118"/>
                  <a:pt x="272269" y="81747"/>
                  <a:pt x="274197" y="83475"/>
                </a:cubicBezTo>
                <a:cubicBezTo>
                  <a:pt x="276126" y="85203"/>
                  <a:pt x="278455" y="86067"/>
                  <a:pt x="281186" y="86067"/>
                </a:cubicBezTo>
                <a:cubicBezTo>
                  <a:pt x="283049" y="86067"/>
                  <a:pt x="285162" y="85484"/>
                  <a:pt x="287524" y="84317"/>
                </a:cubicBezTo>
                <a:cubicBezTo>
                  <a:pt x="289886" y="83151"/>
                  <a:pt x="292692" y="80927"/>
                  <a:pt x="295942" y="77645"/>
                </a:cubicBezTo>
                <a:lnTo>
                  <a:pt x="295942" y="44018"/>
                </a:lnTo>
                <a:cubicBezTo>
                  <a:pt x="295942" y="40648"/>
                  <a:pt x="295325" y="38370"/>
                  <a:pt x="294090" y="37183"/>
                </a:cubicBezTo>
                <a:cubicBezTo>
                  <a:pt x="292855" y="35995"/>
                  <a:pt x="290287" y="35358"/>
                  <a:pt x="286386" y="35271"/>
                </a:cubicBezTo>
                <a:lnTo>
                  <a:pt x="286386" y="32868"/>
                </a:lnTo>
                <a:lnTo>
                  <a:pt x="306669" y="32868"/>
                </a:lnTo>
                <a:close/>
                <a:moveTo>
                  <a:pt x="341779" y="0"/>
                </a:moveTo>
                <a:lnTo>
                  <a:pt x="341779" y="78865"/>
                </a:lnTo>
                <a:cubicBezTo>
                  <a:pt x="341779" y="82587"/>
                  <a:pt x="342050" y="85054"/>
                  <a:pt x="342592" y="86266"/>
                </a:cubicBezTo>
                <a:cubicBezTo>
                  <a:pt x="343133" y="87477"/>
                  <a:pt x="343968" y="88397"/>
                  <a:pt x="345095" y="89025"/>
                </a:cubicBezTo>
                <a:cubicBezTo>
                  <a:pt x="346221" y="89651"/>
                  <a:pt x="348323" y="89965"/>
                  <a:pt x="351400" y="89965"/>
                </a:cubicBezTo>
                <a:lnTo>
                  <a:pt x="351400" y="92368"/>
                </a:lnTo>
                <a:lnTo>
                  <a:pt x="322212" y="92368"/>
                </a:lnTo>
                <a:lnTo>
                  <a:pt x="322212" y="89965"/>
                </a:lnTo>
                <a:cubicBezTo>
                  <a:pt x="324942" y="89965"/>
                  <a:pt x="326806" y="89684"/>
                  <a:pt x="327803" y="89122"/>
                </a:cubicBezTo>
                <a:cubicBezTo>
                  <a:pt x="328799" y="88559"/>
                  <a:pt x="329579" y="87629"/>
                  <a:pt x="330143" y="86331"/>
                </a:cubicBezTo>
                <a:cubicBezTo>
                  <a:pt x="330706" y="85032"/>
                  <a:pt x="330988" y="82543"/>
                  <a:pt x="330988" y="78865"/>
                </a:cubicBezTo>
                <a:lnTo>
                  <a:pt x="330988" y="24860"/>
                </a:lnTo>
                <a:cubicBezTo>
                  <a:pt x="330988" y="18153"/>
                  <a:pt x="330836" y="14032"/>
                  <a:pt x="330533" y="12496"/>
                </a:cubicBezTo>
                <a:cubicBezTo>
                  <a:pt x="330230" y="10959"/>
                  <a:pt x="329742" y="9909"/>
                  <a:pt x="329070" y="9348"/>
                </a:cubicBezTo>
                <a:cubicBezTo>
                  <a:pt x="328398" y="8785"/>
                  <a:pt x="327543" y="8503"/>
                  <a:pt x="326502" y="8503"/>
                </a:cubicBezTo>
                <a:cubicBezTo>
                  <a:pt x="325376" y="8503"/>
                  <a:pt x="323945" y="8850"/>
                  <a:pt x="322212" y="9542"/>
                </a:cubicBezTo>
                <a:lnTo>
                  <a:pt x="321107" y="7269"/>
                </a:lnTo>
                <a:lnTo>
                  <a:pt x="338854" y="0"/>
                </a:lnTo>
                <a:lnTo>
                  <a:pt x="341779" y="0"/>
                </a:lnTo>
                <a:close/>
                <a:moveTo>
                  <a:pt x="368417" y="55343"/>
                </a:moveTo>
                <a:cubicBezTo>
                  <a:pt x="368374" y="64157"/>
                  <a:pt x="370519" y="71070"/>
                  <a:pt x="374853" y="76082"/>
                </a:cubicBezTo>
                <a:cubicBezTo>
                  <a:pt x="379187" y="81093"/>
                  <a:pt x="384279" y="83599"/>
                  <a:pt x="390130" y="83599"/>
                </a:cubicBezTo>
                <a:cubicBezTo>
                  <a:pt x="394030" y="83599"/>
                  <a:pt x="397421" y="82527"/>
                  <a:pt x="400303" y="80383"/>
                </a:cubicBezTo>
                <a:cubicBezTo>
                  <a:pt x="403185" y="78240"/>
                  <a:pt x="405602" y="74570"/>
                  <a:pt x="407552" y="69373"/>
                </a:cubicBezTo>
                <a:lnTo>
                  <a:pt x="409567" y="70672"/>
                </a:lnTo>
                <a:cubicBezTo>
                  <a:pt x="408657" y="76605"/>
                  <a:pt x="406013" y="82007"/>
                  <a:pt x="401636" y="86879"/>
                </a:cubicBezTo>
                <a:cubicBezTo>
                  <a:pt x="397259" y="91751"/>
                  <a:pt x="391777" y="94187"/>
                  <a:pt x="385189" y="94187"/>
                </a:cubicBezTo>
                <a:cubicBezTo>
                  <a:pt x="378038" y="94187"/>
                  <a:pt x="371917" y="91410"/>
                  <a:pt x="366825" y="85858"/>
                </a:cubicBezTo>
                <a:cubicBezTo>
                  <a:pt x="361732" y="80304"/>
                  <a:pt x="359186" y="72838"/>
                  <a:pt x="359186" y="63460"/>
                </a:cubicBezTo>
                <a:cubicBezTo>
                  <a:pt x="359186" y="53305"/>
                  <a:pt x="361797" y="45387"/>
                  <a:pt x="367020" y="39705"/>
                </a:cubicBezTo>
                <a:cubicBezTo>
                  <a:pt x="372242" y="34021"/>
                  <a:pt x="378797" y="31179"/>
                  <a:pt x="386684" y="31179"/>
                </a:cubicBezTo>
                <a:cubicBezTo>
                  <a:pt x="393358" y="31179"/>
                  <a:pt x="398841" y="33371"/>
                  <a:pt x="403131" y="37756"/>
                </a:cubicBezTo>
                <a:cubicBezTo>
                  <a:pt x="407422" y="42139"/>
                  <a:pt x="409567" y="48001"/>
                  <a:pt x="409567" y="55343"/>
                </a:cubicBezTo>
                <a:lnTo>
                  <a:pt x="368417" y="55343"/>
                </a:lnTo>
                <a:moveTo>
                  <a:pt x="368417" y="51575"/>
                </a:moveTo>
                <a:lnTo>
                  <a:pt x="395980" y="51575"/>
                </a:lnTo>
                <a:cubicBezTo>
                  <a:pt x="395764" y="47765"/>
                  <a:pt x="395309" y="45080"/>
                  <a:pt x="394615" y="43521"/>
                </a:cubicBezTo>
                <a:cubicBezTo>
                  <a:pt x="393532" y="41096"/>
                  <a:pt x="391917" y="39190"/>
                  <a:pt x="389772" y="37805"/>
                </a:cubicBezTo>
                <a:cubicBezTo>
                  <a:pt x="387627" y="36419"/>
                  <a:pt x="385384" y="35726"/>
                  <a:pt x="383044" y="35726"/>
                </a:cubicBezTo>
                <a:cubicBezTo>
                  <a:pt x="379447" y="35726"/>
                  <a:pt x="376229" y="37123"/>
                  <a:pt x="373390" y="39916"/>
                </a:cubicBezTo>
                <a:cubicBezTo>
                  <a:pt x="370552" y="42709"/>
                  <a:pt x="368894" y="46595"/>
                  <a:pt x="368417" y="51575"/>
                </a:cubicBezTo>
                <a:close/>
                <a:moveTo>
                  <a:pt x="462696" y="12926"/>
                </a:moveTo>
                <a:lnTo>
                  <a:pt x="484149" y="2468"/>
                </a:lnTo>
                <a:lnTo>
                  <a:pt x="486294" y="2468"/>
                </a:lnTo>
                <a:lnTo>
                  <a:pt x="486294" y="76843"/>
                </a:lnTo>
                <a:cubicBezTo>
                  <a:pt x="486294" y="81780"/>
                  <a:pt x="486500" y="84855"/>
                  <a:pt x="486911" y="86067"/>
                </a:cubicBezTo>
                <a:cubicBezTo>
                  <a:pt x="487323" y="87280"/>
                  <a:pt x="488179" y="88211"/>
                  <a:pt x="489479" y="88860"/>
                </a:cubicBezTo>
                <a:cubicBezTo>
                  <a:pt x="490779" y="89510"/>
                  <a:pt x="493423" y="89878"/>
                  <a:pt x="497410" y="89965"/>
                </a:cubicBezTo>
                <a:lnTo>
                  <a:pt x="497410" y="92368"/>
                </a:lnTo>
                <a:lnTo>
                  <a:pt x="464256" y="92368"/>
                </a:lnTo>
                <a:lnTo>
                  <a:pt x="464256" y="89965"/>
                </a:lnTo>
                <a:cubicBezTo>
                  <a:pt x="468417" y="89878"/>
                  <a:pt x="471104" y="89521"/>
                  <a:pt x="472317" y="88893"/>
                </a:cubicBezTo>
                <a:cubicBezTo>
                  <a:pt x="473531" y="88265"/>
                  <a:pt x="474376" y="87420"/>
                  <a:pt x="474853" y="86359"/>
                </a:cubicBezTo>
                <a:cubicBezTo>
                  <a:pt x="475329" y="85298"/>
                  <a:pt x="475568" y="82126"/>
                  <a:pt x="475568" y="76843"/>
                </a:cubicBezTo>
                <a:lnTo>
                  <a:pt x="475568" y="29295"/>
                </a:lnTo>
                <a:cubicBezTo>
                  <a:pt x="475568" y="22886"/>
                  <a:pt x="475351" y="18772"/>
                  <a:pt x="474918" y="16954"/>
                </a:cubicBezTo>
                <a:cubicBezTo>
                  <a:pt x="474614" y="15568"/>
                  <a:pt x="474062" y="14550"/>
                  <a:pt x="473260" y="13901"/>
                </a:cubicBezTo>
                <a:cubicBezTo>
                  <a:pt x="472458" y="13251"/>
                  <a:pt x="471494" y="12926"/>
                  <a:pt x="470367" y="12926"/>
                </a:cubicBezTo>
                <a:cubicBezTo>
                  <a:pt x="468764" y="12926"/>
                  <a:pt x="466532" y="13598"/>
                  <a:pt x="463671" y="14940"/>
                </a:cubicBezTo>
                <a:lnTo>
                  <a:pt x="462696" y="129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471FF5-4FEC-4FEF-AC43-DE5947CA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271" y="3630848"/>
            <a:ext cx="878655" cy="207828"/>
          </a:xfrm>
          <a:custGeom xmlns:a="http://schemas.openxmlformats.org/drawingml/2006/main">
            <a:pathLst>
              <a:path w="878655" h="207828">
                <a:moveTo>
                  <a:pt x="0" y="103914"/>
                </a:moveTo>
                <a:cubicBezTo>
                  <a:pt x="0" y="46522"/>
                  <a:pt x="196702" y="0"/>
                  <a:pt x="439327" y="0"/>
                </a:cubicBezTo>
                <a:cubicBezTo>
                  <a:pt x="681970" y="0"/>
                  <a:pt x="878655" y="46522"/>
                  <a:pt x="878655" y="103914"/>
                </a:cubicBezTo>
                <a:cubicBezTo>
                  <a:pt x="878655" y="161305"/>
                  <a:pt x="681970" y="207828"/>
                  <a:pt x="439327" y="207828"/>
                </a:cubicBezTo>
                <a:cubicBezTo>
                  <a:pt x="196702" y="207828"/>
                  <a:pt x="0" y="161305"/>
                  <a:pt x="0" y="103914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7B0817-856C-4F69-B527-C26284DB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271" y="3630852"/>
            <a:ext cx="878670" cy="207816"/>
          </a:xfrm>
          <a:custGeom xmlns:a="http://schemas.openxmlformats.org/drawingml/2006/main">
            <a:pathLst>
              <a:path w="878670" h="207816" fill="none">
                <a:moveTo>
                  <a:pt x="0" y="103908"/>
                </a:moveTo>
                <a:cubicBezTo>
                  <a:pt x="0" y="46521"/>
                  <a:pt x="196697" y="0"/>
                  <a:pt x="439335" y="0"/>
                </a:cubicBezTo>
                <a:cubicBezTo>
                  <a:pt x="681973" y="0"/>
                  <a:pt x="878670" y="46521"/>
                  <a:pt x="878670" y="103908"/>
                </a:cubicBezTo>
                <a:cubicBezTo>
                  <a:pt x="878670" y="161295"/>
                  <a:pt x="681973" y="207816"/>
                  <a:pt x="439335" y="207816"/>
                </a:cubicBezTo>
                <a:cubicBezTo>
                  <a:pt x="196697" y="207816"/>
                  <a:pt x="0" y="161295"/>
                  <a:pt x="0" y="10390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79" cap="flat">
            <a:solidFill>
              <a:srgbClr val="FFC000"/>
            </a:solidFill>
            <a:miter/>
          </a:ln>
        </p:spPr>
      </p:sp>
      <p:sp>
        <p:nvSpPr>
          <p:cNvPr id="163" name="Text Module2">
            <a:extLst xmlns:a="http://schemas.openxmlformats.org/drawingml/2006/main">
              <a:ext uri="{FF2B5EF4-FFF2-40B4-BE49-F238E27FC236}">
                <a16:creationId xmlns:a16="http://schemas.microsoft.com/office/drawing/2014/main" id="{25E47AAE-28A4-471F-8D36-FDD7D4EB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694" y="3695241"/>
            <a:ext cx="508136" cy="94187"/>
          </a:xfrm>
          <a:custGeom xmlns:a="http://schemas.openxmlformats.org/drawingml/2006/main">
            <a:pathLst>
              <a:path w="508136" h="94187">
                <a:moveTo>
                  <a:pt x="52266" y="92368"/>
                </a:moveTo>
                <a:lnTo>
                  <a:pt x="18202" y="18253"/>
                </a:lnTo>
                <a:lnTo>
                  <a:pt x="18202" y="77103"/>
                </a:lnTo>
                <a:cubicBezTo>
                  <a:pt x="18202" y="82516"/>
                  <a:pt x="18787" y="85894"/>
                  <a:pt x="19957" y="87236"/>
                </a:cubicBezTo>
                <a:cubicBezTo>
                  <a:pt x="21561" y="89055"/>
                  <a:pt x="24096" y="89965"/>
                  <a:pt x="27563" y="89965"/>
                </a:cubicBezTo>
                <a:lnTo>
                  <a:pt x="30683" y="89965"/>
                </a:lnTo>
                <a:lnTo>
                  <a:pt x="30683" y="92368"/>
                </a:lnTo>
                <a:lnTo>
                  <a:pt x="0" y="92368"/>
                </a:lnTo>
                <a:lnTo>
                  <a:pt x="0" y="89965"/>
                </a:lnTo>
                <a:lnTo>
                  <a:pt x="3120" y="89965"/>
                </a:lnTo>
                <a:cubicBezTo>
                  <a:pt x="6847" y="89965"/>
                  <a:pt x="9491" y="88839"/>
                  <a:pt x="11051" y="86587"/>
                </a:cubicBezTo>
                <a:cubicBezTo>
                  <a:pt x="12005" y="85201"/>
                  <a:pt x="12481" y="82040"/>
                  <a:pt x="12481" y="77103"/>
                </a:cubicBezTo>
                <a:lnTo>
                  <a:pt x="12481" y="19552"/>
                </a:lnTo>
                <a:cubicBezTo>
                  <a:pt x="12481" y="15654"/>
                  <a:pt x="12048" y="12840"/>
                  <a:pt x="11181" y="11108"/>
                </a:cubicBezTo>
                <a:cubicBezTo>
                  <a:pt x="10575" y="9852"/>
                  <a:pt x="9459" y="8802"/>
                  <a:pt x="7833" y="7957"/>
                </a:cubicBezTo>
                <a:cubicBezTo>
                  <a:pt x="6208" y="7113"/>
                  <a:pt x="3597" y="6691"/>
                  <a:pt x="0" y="6691"/>
                </a:cubicBezTo>
                <a:lnTo>
                  <a:pt x="0" y="4287"/>
                </a:lnTo>
                <a:lnTo>
                  <a:pt x="24963" y="4287"/>
                </a:lnTo>
                <a:lnTo>
                  <a:pt x="56946" y="73206"/>
                </a:lnTo>
                <a:lnTo>
                  <a:pt x="88410" y="4287"/>
                </a:lnTo>
                <a:lnTo>
                  <a:pt x="113373" y="4287"/>
                </a:lnTo>
                <a:lnTo>
                  <a:pt x="113373" y="6691"/>
                </a:lnTo>
                <a:lnTo>
                  <a:pt x="110317" y="6691"/>
                </a:lnTo>
                <a:cubicBezTo>
                  <a:pt x="106547" y="6691"/>
                  <a:pt x="103882" y="7816"/>
                  <a:pt x="102322" y="10068"/>
                </a:cubicBezTo>
                <a:cubicBezTo>
                  <a:pt x="101368" y="11454"/>
                  <a:pt x="100891" y="14615"/>
                  <a:pt x="100891" y="19552"/>
                </a:cubicBezTo>
                <a:lnTo>
                  <a:pt x="100891" y="77103"/>
                </a:lnTo>
                <a:cubicBezTo>
                  <a:pt x="100891" y="82516"/>
                  <a:pt x="101498" y="85894"/>
                  <a:pt x="102712" y="87236"/>
                </a:cubicBezTo>
                <a:cubicBezTo>
                  <a:pt x="104315" y="89055"/>
                  <a:pt x="106850" y="89965"/>
                  <a:pt x="110317" y="89965"/>
                </a:cubicBezTo>
                <a:lnTo>
                  <a:pt x="113373" y="89965"/>
                </a:lnTo>
                <a:lnTo>
                  <a:pt x="113373" y="92368"/>
                </a:lnTo>
                <a:lnTo>
                  <a:pt x="75929" y="92368"/>
                </a:lnTo>
                <a:lnTo>
                  <a:pt x="75929" y="89965"/>
                </a:lnTo>
                <a:lnTo>
                  <a:pt x="79049" y="89965"/>
                </a:lnTo>
                <a:cubicBezTo>
                  <a:pt x="82819" y="89965"/>
                  <a:pt x="85463" y="88839"/>
                  <a:pt x="86980" y="86587"/>
                </a:cubicBezTo>
                <a:cubicBezTo>
                  <a:pt x="87933" y="85201"/>
                  <a:pt x="88410" y="82040"/>
                  <a:pt x="88410" y="77103"/>
                </a:cubicBezTo>
                <a:lnTo>
                  <a:pt x="88410" y="18253"/>
                </a:lnTo>
                <a:lnTo>
                  <a:pt x="54411" y="92368"/>
                </a:lnTo>
                <a:lnTo>
                  <a:pt x="52266" y="92368"/>
                </a:lnTo>
                <a:close/>
                <a:moveTo>
                  <a:pt x="149924" y="31179"/>
                </a:moveTo>
                <a:cubicBezTo>
                  <a:pt x="158938" y="31179"/>
                  <a:pt x="166176" y="34597"/>
                  <a:pt x="171636" y="41432"/>
                </a:cubicBezTo>
                <a:cubicBezTo>
                  <a:pt x="176273" y="47271"/>
                  <a:pt x="178592" y="53977"/>
                  <a:pt x="178592" y="61548"/>
                </a:cubicBezTo>
                <a:cubicBezTo>
                  <a:pt x="178592" y="66869"/>
                  <a:pt x="177314" y="72255"/>
                  <a:pt x="174757" y="77706"/>
                </a:cubicBezTo>
                <a:cubicBezTo>
                  <a:pt x="172200" y="83156"/>
                  <a:pt x="168678" y="87265"/>
                  <a:pt x="164193" y="90034"/>
                </a:cubicBezTo>
                <a:cubicBezTo>
                  <a:pt x="159707" y="92802"/>
                  <a:pt x="154713" y="94187"/>
                  <a:pt x="149209" y="94187"/>
                </a:cubicBezTo>
                <a:cubicBezTo>
                  <a:pt x="140238" y="94187"/>
                  <a:pt x="133109" y="90617"/>
                  <a:pt x="127821" y="83479"/>
                </a:cubicBezTo>
                <a:cubicBezTo>
                  <a:pt x="123357" y="77467"/>
                  <a:pt x="121126" y="70718"/>
                  <a:pt x="121126" y="63235"/>
                </a:cubicBezTo>
                <a:cubicBezTo>
                  <a:pt x="121126" y="57784"/>
                  <a:pt x="122480" y="52366"/>
                  <a:pt x="125188" y="46980"/>
                </a:cubicBezTo>
                <a:cubicBezTo>
                  <a:pt x="127897" y="41594"/>
                  <a:pt x="131462" y="37614"/>
                  <a:pt x="135882" y="35040"/>
                </a:cubicBezTo>
                <a:cubicBezTo>
                  <a:pt x="140303" y="32466"/>
                  <a:pt x="144983" y="31179"/>
                  <a:pt x="149924" y="31179"/>
                </a:cubicBezTo>
                <a:moveTo>
                  <a:pt x="147909" y="35466"/>
                </a:moveTo>
                <a:cubicBezTo>
                  <a:pt x="145612" y="35466"/>
                  <a:pt x="143304" y="36148"/>
                  <a:pt x="140985" y="37510"/>
                </a:cubicBezTo>
                <a:cubicBezTo>
                  <a:pt x="138667" y="38873"/>
                  <a:pt x="136792" y="41263"/>
                  <a:pt x="135362" y="44680"/>
                </a:cubicBezTo>
                <a:cubicBezTo>
                  <a:pt x="133932" y="48097"/>
                  <a:pt x="133217" y="52487"/>
                  <a:pt x="133217" y="57850"/>
                </a:cubicBezTo>
                <a:cubicBezTo>
                  <a:pt x="133217" y="66500"/>
                  <a:pt x="134940" y="73961"/>
                  <a:pt x="138385" y="80233"/>
                </a:cubicBezTo>
                <a:cubicBezTo>
                  <a:pt x="141830" y="86504"/>
                  <a:pt x="146370" y="89640"/>
                  <a:pt x="152004" y="89640"/>
                </a:cubicBezTo>
                <a:cubicBezTo>
                  <a:pt x="156208" y="89640"/>
                  <a:pt x="159675" y="87910"/>
                  <a:pt x="162405" y="84449"/>
                </a:cubicBezTo>
                <a:cubicBezTo>
                  <a:pt x="165135" y="80989"/>
                  <a:pt x="166501" y="75042"/>
                  <a:pt x="166501" y="66609"/>
                </a:cubicBezTo>
                <a:cubicBezTo>
                  <a:pt x="166501" y="56055"/>
                  <a:pt x="164225" y="47750"/>
                  <a:pt x="159675" y="41694"/>
                </a:cubicBezTo>
                <a:cubicBezTo>
                  <a:pt x="156598" y="37542"/>
                  <a:pt x="152676" y="35466"/>
                  <a:pt x="147909" y="35466"/>
                </a:cubicBezTo>
                <a:close/>
                <a:moveTo>
                  <a:pt x="229694" y="85677"/>
                </a:moveTo>
                <a:cubicBezTo>
                  <a:pt x="226791" y="88709"/>
                  <a:pt x="223952" y="90885"/>
                  <a:pt x="221178" y="92206"/>
                </a:cubicBezTo>
                <a:cubicBezTo>
                  <a:pt x="218405" y="93526"/>
                  <a:pt x="215414" y="94187"/>
                  <a:pt x="212207" y="94187"/>
                </a:cubicBezTo>
                <a:cubicBezTo>
                  <a:pt x="205707" y="94187"/>
                  <a:pt x="200029" y="91475"/>
                  <a:pt x="195175" y="86053"/>
                </a:cubicBezTo>
                <a:cubicBezTo>
                  <a:pt x="190322" y="80629"/>
                  <a:pt x="187895" y="73660"/>
                  <a:pt x="187895" y="65145"/>
                </a:cubicBezTo>
                <a:cubicBezTo>
                  <a:pt x="187895" y="56632"/>
                  <a:pt x="190582" y="48842"/>
                  <a:pt x="195956" y="41777"/>
                </a:cubicBezTo>
                <a:cubicBezTo>
                  <a:pt x="201329" y="34712"/>
                  <a:pt x="208242" y="31179"/>
                  <a:pt x="216693" y="31179"/>
                </a:cubicBezTo>
                <a:cubicBezTo>
                  <a:pt x="221937" y="31179"/>
                  <a:pt x="226271" y="32846"/>
                  <a:pt x="229694" y="36181"/>
                </a:cubicBezTo>
                <a:lnTo>
                  <a:pt x="229694" y="25179"/>
                </a:lnTo>
                <a:cubicBezTo>
                  <a:pt x="229694" y="18352"/>
                  <a:pt x="229532" y="14155"/>
                  <a:pt x="229207" y="12589"/>
                </a:cubicBezTo>
                <a:cubicBezTo>
                  <a:pt x="228882" y="11024"/>
                  <a:pt x="228372" y="9959"/>
                  <a:pt x="227679" y="9394"/>
                </a:cubicBezTo>
                <a:cubicBezTo>
                  <a:pt x="226986" y="8829"/>
                  <a:pt x="226119" y="8546"/>
                  <a:pt x="225079" y="8546"/>
                </a:cubicBezTo>
                <a:cubicBezTo>
                  <a:pt x="223952" y="8546"/>
                  <a:pt x="222457" y="8894"/>
                  <a:pt x="220593" y="9589"/>
                </a:cubicBezTo>
                <a:lnTo>
                  <a:pt x="219748" y="7306"/>
                </a:lnTo>
                <a:lnTo>
                  <a:pt x="237495" y="0"/>
                </a:lnTo>
                <a:lnTo>
                  <a:pt x="240421" y="0"/>
                </a:lnTo>
                <a:lnTo>
                  <a:pt x="240421" y="68789"/>
                </a:lnTo>
                <a:cubicBezTo>
                  <a:pt x="240421" y="75761"/>
                  <a:pt x="240583" y="80015"/>
                  <a:pt x="240908" y="81553"/>
                </a:cubicBezTo>
                <a:cubicBezTo>
                  <a:pt x="241233" y="83090"/>
                  <a:pt x="241753" y="84162"/>
                  <a:pt x="242468" y="84768"/>
                </a:cubicBezTo>
                <a:cubicBezTo>
                  <a:pt x="243183" y="85374"/>
                  <a:pt x="244018" y="85677"/>
                  <a:pt x="244971" y="85677"/>
                </a:cubicBezTo>
                <a:cubicBezTo>
                  <a:pt x="246141" y="85677"/>
                  <a:pt x="247701" y="85309"/>
                  <a:pt x="249652" y="84573"/>
                </a:cubicBezTo>
                <a:lnTo>
                  <a:pt x="250367" y="86847"/>
                </a:lnTo>
                <a:lnTo>
                  <a:pt x="232685" y="94187"/>
                </a:lnTo>
                <a:lnTo>
                  <a:pt x="229694" y="94187"/>
                </a:lnTo>
                <a:lnTo>
                  <a:pt x="229694" y="85677"/>
                </a:lnTo>
                <a:moveTo>
                  <a:pt x="229694" y="81145"/>
                </a:moveTo>
                <a:lnTo>
                  <a:pt x="229694" y="50562"/>
                </a:lnTo>
                <a:cubicBezTo>
                  <a:pt x="229434" y="47624"/>
                  <a:pt x="228654" y="44946"/>
                  <a:pt x="227354" y="42528"/>
                </a:cubicBezTo>
                <a:cubicBezTo>
                  <a:pt x="226054" y="40109"/>
                  <a:pt x="224331" y="38284"/>
                  <a:pt x="222186" y="37054"/>
                </a:cubicBezTo>
                <a:cubicBezTo>
                  <a:pt x="220041" y="35822"/>
                  <a:pt x="217950" y="35206"/>
                  <a:pt x="215913" y="35206"/>
                </a:cubicBezTo>
                <a:cubicBezTo>
                  <a:pt x="212099" y="35206"/>
                  <a:pt x="208697" y="36913"/>
                  <a:pt x="205707" y="40326"/>
                </a:cubicBezTo>
                <a:cubicBezTo>
                  <a:pt x="201763" y="44817"/>
                  <a:pt x="199791" y="51382"/>
                  <a:pt x="199791" y="60022"/>
                </a:cubicBezTo>
                <a:cubicBezTo>
                  <a:pt x="199791" y="68747"/>
                  <a:pt x="201698" y="75433"/>
                  <a:pt x="205512" y="80077"/>
                </a:cubicBezTo>
                <a:cubicBezTo>
                  <a:pt x="209325" y="84720"/>
                  <a:pt x="213572" y="87041"/>
                  <a:pt x="218253" y="87041"/>
                </a:cubicBezTo>
                <a:cubicBezTo>
                  <a:pt x="222197" y="87041"/>
                  <a:pt x="226011" y="85076"/>
                  <a:pt x="229694" y="81145"/>
                </a:cubicBezTo>
                <a:close/>
                <a:moveTo>
                  <a:pt x="306668" y="32868"/>
                </a:moveTo>
                <a:lnTo>
                  <a:pt x="306668" y="68919"/>
                </a:lnTo>
                <a:cubicBezTo>
                  <a:pt x="306668" y="75804"/>
                  <a:pt x="306831" y="80015"/>
                  <a:pt x="307156" y="81553"/>
                </a:cubicBezTo>
                <a:cubicBezTo>
                  <a:pt x="307481" y="83090"/>
                  <a:pt x="308001" y="84162"/>
                  <a:pt x="308716" y="84768"/>
                </a:cubicBezTo>
                <a:cubicBezTo>
                  <a:pt x="309431" y="85374"/>
                  <a:pt x="310265" y="85677"/>
                  <a:pt x="311219" y="85677"/>
                </a:cubicBezTo>
                <a:cubicBezTo>
                  <a:pt x="312562" y="85677"/>
                  <a:pt x="314079" y="85309"/>
                  <a:pt x="315769" y="84573"/>
                </a:cubicBezTo>
                <a:lnTo>
                  <a:pt x="316679" y="86847"/>
                </a:lnTo>
                <a:lnTo>
                  <a:pt x="298867" y="94187"/>
                </a:lnTo>
                <a:lnTo>
                  <a:pt x="295942" y="94187"/>
                </a:lnTo>
                <a:lnTo>
                  <a:pt x="295942" y="81585"/>
                </a:lnTo>
                <a:cubicBezTo>
                  <a:pt x="290828" y="87128"/>
                  <a:pt x="286928" y="90614"/>
                  <a:pt x="284241" y="92043"/>
                </a:cubicBezTo>
                <a:cubicBezTo>
                  <a:pt x="281554" y="93472"/>
                  <a:pt x="278715" y="94187"/>
                  <a:pt x="275725" y="94187"/>
                </a:cubicBezTo>
                <a:cubicBezTo>
                  <a:pt x="272388" y="94187"/>
                  <a:pt x="269495" y="93223"/>
                  <a:pt x="267046" y="91296"/>
                </a:cubicBezTo>
                <a:cubicBezTo>
                  <a:pt x="264598" y="89369"/>
                  <a:pt x="262897" y="86890"/>
                  <a:pt x="261943" y="83859"/>
                </a:cubicBezTo>
                <a:cubicBezTo>
                  <a:pt x="260990" y="80827"/>
                  <a:pt x="260513" y="76540"/>
                  <a:pt x="260513" y="70997"/>
                </a:cubicBezTo>
                <a:lnTo>
                  <a:pt x="260513" y="44430"/>
                </a:lnTo>
                <a:cubicBezTo>
                  <a:pt x="260513" y="41615"/>
                  <a:pt x="260210" y="39667"/>
                  <a:pt x="259603" y="38584"/>
                </a:cubicBezTo>
                <a:cubicBezTo>
                  <a:pt x="258996" y="37501"/>
                  <a:pt x="258097" y="36668"/>
                  <a:pt x="256905" y="36083"/>
                </a:cubicBezTo>
                <a:cubicBezTo>
                  <a:pt x="255713" y="35499"/>
                  <a:pt x="253557" y="35228"/>
                  <a:pt x="250437" y="35271"/>
                </a:cubicBezTo>
                <a:lnTo>
                  <a:pt x="250437" y="32868"/>
                </a:lnTo>
                <a:lnTo>
                  <a:pt x="271304" y="32868"/>
                </a:lnTo>
                <a:lnTo>
                  <a:pt x="271304" y="72589"/>
                </a:lnTo>
                <a:cubicBezTo>
                  <a:pt x="271304" y="78118"/>
                  <a:pt x="272269" y="81747"/>
                  <a:pt x="274197" y="83475"/>
                </a:cubicBezTo>
                <a:cubicBezTo>
                  <a:pt x="276126" y="85203"/>
                  <a:pt x="278455" y="86067"/>
                  <a:pt x="281186" y="86067"/>
                </a:cubicBezTo>
                <a:cubicBezTo>
                  <a:pt x="283049" y="86067"/>
                  <a:pt x="285162" y="85484"/>
                  <a:pt x="287524" y="84317"/>
                </a:cubicBezTo>
                <a:cubicBezTo>
                  <a:pt x="289886" y="83151"/>
                  <a:pt x="292692" y="80927"/>
                  <a:pt x="295942" y="77645"/>
                </a:cubicBezTo>
                <a:lnTo>
                  <a:pt x="295942" y="44018"/>
                </a:lnTo>
                <a:cubicBezTo>
                  <a:pt x="295942" y="40648"/>
                  <a:pt x="295325" y="38370"/>
                  <a:pt x="294089" y="37183"/>
                </a:cubicBezTo>
                <a:cubicBezTo>
                  <a:pt x="292854" y="35995"/>
                  <a:pt x="290287" y="35358"/>
                  <a:pt x="286386" y="35271"/>
                </a:cubicBezTo>
                <a:lnTo>
                  <a:pt x="286386" y="32868"/>
                </a:lnTo>
                <a:lnTo>
                  <a:pt x="306668" y="32868"/>
                </a:lnTo>
                <a:close/>
                <a:moveTo>
                  <a:pt x="341779" y="0"/>
                </a:moveTo>
                <a:lnTo>
                  <a:pt x="341779" y="78865"/>
                </a:lnTo>
                <a:cubicBezTo>
                  <a:pt x="341779" y="82587"/>
                  <a:pt x="342050" y="85054"/>
                  <a:pt x="342591" y="86266"/>
                </a:cubicBezTo>
                <a:cubicBezTo>
                  <a:pt x="343133" y="87477"/>
                  <a:pt x="343967" y="88397"/>
                  <a:pt x="345094" y="89025"/>
                </a:cubicBezTo>
                <a:cubicBezTo>
                  <a:pt x="346221" y="89651"/>
                  <a:pt x="348323" y="89965"/>
                  <a:pt x="351400" y="89965"/>
                </a:cubicBezTo>
                <a:lnTo>
                  <a:pt x="351400" y="92368"/>
                </a:lnTo>
                <a:lnTo>
                  <a:pt x="322212" y="92368"/>
                </a:lnTo>
                <a:lnTo>
                  <a:pt x="322212" y="89965"/>
                </a:lnTo>
                <a:cubicBezTo>
                  <a:pt x="324942" y="89965"/>
                  <a:pt x="326806" y="89684"/>
                  <a:pt x="327802" y="89122"/>
                </a:cubicBezTo>
                <a:cubicBezTo>
                  <a:pt x="328799" y="88559"/>
                  <a:pt x="329579" y="87629"/>
                  <a:pt x="330143" y="86331"/>
                </a:cubicBezTo>
                <a:cubicBezTo>
                  <a:pt x="330706" y="85032"/>
                  <a:pt x="330988" y="82543"/>
                  <a:pt x="330988" y="78865"/>
                </a:cubicBezTo>
                <a:lnTo>
                  <a:pt x="330988" y="24860"/>
                </a:lnTo>
                <a:cubicBezTo>
                  <a:pt x="330988" y="18153"/>
                  <a:pt x="330836" y="14032"/>
                  <a:pt x="330533" y="12496"/>
                </a:cubicBezTo>
                <a:cubicBezTo>
                  <a:pt x="330229" y="10959"/>
                  <a:pt x="329742" y="9909"/>
                  <a:pt x="329070" y="9348"/>
                </a:cubicBezTo>
                <a:cubicBezTo>
                  <a:pt x="328398" y="8785"/>
                  <a:pt x="327542" y="8503"/>
                  <a:pt x="326502" y="8503"/>
                </a:cubicBezTo>
                <a:cubicBezTo>
                  <a:pt x="325375" y="8503"/>
                  <a:pt x="323945" y="8850"/>
                  <a:pt x="322212" y="9542"/>
                </a:cubicBezTo>
                <a:lnTo>
                  <a:pt x="321107" y="7269"/>
                </a:lnTo>
                <a:lnTo>
                  <a:pt x="338854" y="0"/>
                </a:lnTo>
                <a:lnTo>
                  <a:pt x="341779" y="0"/>
                </a:lnTo>
                <a:close/>
                <a:moveTo>
                  <a:pt x="368418" y="55343"/>
                </a:moveTo>
                <a:cubicBezTo>
                  <a:pt x="368375" y="64157"/>
                  <a:pt x="370520" y="71070"/>
                  <a:pt x="374854" y="76082"/>
                </a:cubicBezTo>
                <a:cubicBezTo>
                  <a:pt x="379188" y="81093"/>
                  <a:pt x="384280" y="83599"/>
                  <a:pt x="390131" y="83599"/>
                </a:cubicBezTo>
                <a:cubicBezTo>
                  <a:pt x="394031" y="83599"/>
                  <a:pt x="397422" y="82527"/>
                  <a:pt x="400304" y="80383"/>
                </a:cubicBezTo>
                <a:cubicBezTo>
                  <a:pt x="403186" y="78240"/>
                  <a:pt x="405602" y="74570"/>
                  <a:pt x="407553" y="69373"/>
                </a:cubicBezTo>
                <a:lnTo>
                  <a:pt x="409568" y="70672"/>
                </a:lnTo>
                <a:cubicBezTo>
                  <a:pt x="408658" y="76605"/>
                  <a:pt x="406014" y="82007"/>
                  <a:pt x="401637" y="86879"/>
                </a:cubicBezTo>
                <a:cubicBezTo>
                  <a:pt x="397260" y="91751"/>
                  <a:pt x="391777" y="94187"/>
                  <a:pt x="385190" y="94187"/>
                </a:cubicBezTo>
                <a:cubicBezTo>
                  <a:pt x="378039" y="94187"/>
                  <a:pt x="371918" y="91410"/>
                  <a:pt x="366826" y="85858"/>
                </a:cubicBezTo>
                <a:cubicBezTo>
                  <a:pt x="361733" y="80304"/>
                  <a:pt x="359187" y="72838"/>
                  <a:pt x="359187" y="63460"/>
                </a:cubicBezTo>
                <a:cubicBezTo>
                  <a:pt x="359187" y="53305"/>
                  <a:pt x="361798" y="45387"/>
                  <a:pt x="367021" y="39705"/>
                </a:cubicBezTo>
                <a:cubicBezTo>
                  <a:pt x="372243" y="34021"/>
                  <a:pt x="378798" y="31179"/>
                  <a:pt x="386685" y="31179"/>
                </a:cubicBezTo>
                <a:cubicBezTo>
                  <a:pt x="393359" y="31179"/>
                  <a:pt x="398842" y="33371"/>
                  <a:pt x="403132" y="37756"/>
                </a:cubicBezTo>
                <a:cubicBezTo>
                  <a:pt x="407423" y="42139"/>
                  <a:pt x="409568" y="48001"/>
                  <a:pt x="409568" y="55343"/>
                </a:cubicBezTo>
                <a:lnTo>
                  <a:pt x="368418" y="55343"/>
                </a:lnTo>
                <a:moveTo>
                  <a:pt x="368418" y="51575"/>
                </a:moveTo>
                <a:lnTo>
                  <a:pt x="395981" y="51575"/>
                </a:lnTo>
                <a:cubicBezTo>
                  <a:pt x="395765" y="47765"/>
                  <a:pt x="395310" y="45080"/>
                  <a:pt x="394616" y="43521"/>
                </a:cubicBezTo>
                <a:cubicBezTo>
                  <a:pt x="393533" y="41096"/>
                  <a:pt x="391918" y="39190"/>
                  <a:pt x="389773" y="37805"/>
                </a:cubicBezTo>
                <a:cubicBezTo>
                  <a:pt x="387628" y="36419"/>
                  <a:pt x="385385" y="35726"/>
                  <a:pt x="383045" y="35726"/>
                </a:cubicBezTo>
                <a:cubicBezTo>
                  <a:pt x="379448" y="35726"/>
                  <a:pt x="376230" y="37123"/>
                  <a:pt x="373391" y="39916"/>
                </a:cubicBezTo>
                <a:cubicBezTo>
                  <a:pt x="370553" y="42709"/>
                  <a:pt x="368895" y="46595"/>
                  <a:pt x="368418" y="51575"/>
                </a:cubicBezTo>
                <a:close/>
                <a:moveTo>
                  <a:pt x="508136" y="75349"/>
                </a:moveTo>
                <a:lnTo>
                  <a:pt x="501961" y="92368"/>
                </a:lnTo>
                <a:lnTo>
                  <a:pt x="449955" y="92368"/>
                </a:lnTo>
                <a:lnTo>
                  <a:pt x="449955" y="89960"/>
                </a:lnTo>
                <a:cubicBezTo>
                  <a:pt x="465253" y="75993"/>
                  <a:pt x="476023" y="64586"/>
                  <a:pt x="482263" y="55739"/>
                </a:cubicBezTo>
                <a:cubicBezTo>
                  <a:pt x="488504" y="46890"/>
                  <a:pt x="491624" y="38800"/>
                  <a:pt x="491624" y="31469"/>
                </a:cubicBezTo>
                <a:cubicBezTo>
                  <a:pt x="491624" y="25875"/>
                  <a:pt x="489913" y="21278"/>
                  <a:pt x="486489" y="17678"/>
                </a:cubicBezTo>
                <a:cubicBezTo>
                  <a:pt x="483065" y="14077"/>
                  <a:pt x="478970" y="12277"/>
                  <a:pt x="474203" y="12277"/>
                </a:cubicBezTo>
                <a:cubicBezTo>
                  <a:pt x="469869" y="12277"/>
                  <a:pt x="465979" y="13549"/>
                  <a:pt x="462534" y="16093"/>
                </a:cubicBezTo>
                <a:cubicBezTo>
                  <a:pt x="459088" y="18637"/>
                  <a:pt x="456542" y="22367"/>
                  <a:pt x="454895" y="27282"/>
                </a:cubicBezTo>
                <a:lnTo>
                  <a:pt x="452490" y="27282"/>
                </a:lnTo>
                <a:cubicBezTo>
                  <a:pt x="453574" y="19291"/>
                  <a:pt x="456358" y="13158"/>
                  <a:pt x="460844" y="8883"/>
                </a:cubicBezTo>
                <a:cubicBezTo>
                  <a:pt x="465329" y="4606"/>
                  <a:pt x="470930" y="2468"/>
                  <a:pt x="477648" y="2468"/>
                </a:cubicBezTo>
                <a:cubicBezTo>
                  <a:pt x="484799" y="2468"/>
                  <a:pt x="490769" y="4763"/>
                  <a:pt x="495557" y="9354"/>
                </a:cubicBezTo>
                <a:cubicBezTo>
                  <a:pt x="500346" y="13944"/>
                  <a:pt x="502741" y="19357"/>
                  <a:pt x="502741" y="25593"/>
                </a:cubicBezTo>
                <a:cubicBezTo>
                  <a:pt x="502741" y="30053"/>
                  <a:pt x="501701" y="34513"/>
                  <a:pt x="499620" y="38974"/>
                </a:cubicBezTo>
                <a:cubicBezTo>
                  <a:pt x="496413" y="45989"/>
                  <a:pt x="491213" y="53416"/>
                  <a:pt x="484019" y="61254"/>
                </a:cubicBezTo>
                <a:cubicBezTo>
                  <a:pt x="473227" y="73033"/>
                  <a:pt x="466488" y="80134"/>
                  <a:pt x="463801" y="82559"/>
                </a:cubicBezTo>
                <a:lnTo>
                  <a:pt x="486814" y="82559"/>
                </a:lnTo>
                <a:cubicBezTo>
                  <a:pt x="491494" y="82559"/>
                  <a:pt x="494777" y="82385"/>
                  <a:pt x="496663" y="82036"/>
                </a:cubicBezTo>
                <a:cubicBezTo>
                  <a:pt x="498548" y="81685"/>
                  <a:pt x="500249" y="80975"/>
                  <a:pt x="501766" y="79904"/>
                </a:cubicBezTo>
                <a:cubicBezTo>
                  <a:pt x="503282" y="78834"/>
                  <a:pt x="504604" y="77316"/>
                  <a:pt x="505731" y="75349"/>
                </a:cubicBezTo>
                <a:lnTo>
                  <a:pt x="508136" y="753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75A34D-4556-4E04-A62F-158C2718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616" y="4418863"/>
            <a:ext cx="878672" cy="207828"/>
          </a:xfrm>
          <a:custGeom xmlns:a="http://schemas.openxmlformats.org/drawingml/2006/main">
            <a:pathLst>
              <a:path w="878672" h="207828">
                <a:moveTo>
                  <a:pt x="0" y="103914"/>
                </a:moveTo>
                <a:cubicBezTo>
                  <a:pt x="0" y="46522"/>
                  <a:pt x="196702" y="0"/>
                  <a:pt x="439327" y="0"/>
                </a:cubicBezTo>
                <a:cubicBezTo>
                  <a:pt x="681970" y="0"/>
                  <a:pt x="878672" y="46522"/>
                  <a:pt x="878672" y="103914"/>
                </a:cubicBezTo>
                <a:cubicBezTo>
                  <a:pt x="878672" y="161305"/>
                  <a:pt x="681970" y="207828"/>
                  <a:pt x="439327" y="207828"/>
                </a:cubicBezTo>
                <a:cubicBezTo>
                  <a:pt x="196702" y="207828"/>
                  <a:pt x="0" y="161305"/>
                  <a:pt x="0" y="103914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CCA84-1277-4DDE-B72A-B60BA112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617" y="4418867"/>
            <a:ext cx="878670" cy="207816"/>
          </a:xfrm>
          <a:custGeom xmlns:a="http://schemas.openxmlformats.org/drawingml/2006/main">
            <a:pathLst>
              <a:path w="878670" h="207816" fill="none">
                <a:moveTo>
                  <a:pt x="0" y="103908"/>
                </a:moveTo>
                <a:cubicBezTo>
                  <a:pt x="0" y="46521"/>
                  <a:pt x="196697" y="0"/>
                  <a:pt x="439335" y="0"/>
                </a:cubicBezTo>
                <a:cubicBezTo>
                  <a:pt x="681973" y="0"/>
                  <a:pt x="878670" y="46521"/>
                  <a:pt x="878670" y="103908"/>
                </a:cubicBezTo>
                <a:cubicBezTo>
                  <a:pt x="878670" y="161295"/>
                  <a:pt x="681973" y="207816"/>
                  <a:pt x="439335" y="207816"/>
                </a:cubicBezTo>
                <a:cubicBezTo>
                  <a:pt x="196697" y="207816"/>
                  <a:pt x="0" y="161295"/>
                  <a:pt x="0" y="10390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9579" cap="flat">
            <a:solidFill>
              <a:srgbClr val="FFC000"/>
            </a:solidFill>
            <a:miter/>
          </a:ln>
        </p:spPr>
      </p:sp>
      <p:sp>
        <p:nvSpPr>
          <p:cNvPr id="166" name="Text Module3">
            <a:extLst xmlns:a="http://schemas.openxmlformats.org/drawingml/2006/main">
              <a:ext uri="{FF2B5EF4-FFF2-40B4-BE49-F238E27FC236}">
                <a16:creationId xmlns:a16="http://schemas.microsoft.com/office/drawing/2014/main" id="{3EBDA52D-7D75-49C2-9CAF-A378CC66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4040" y="4482634"/>
            <a:ext cx="502784" cy="94187"/>
          </a:xfrm>
          <a:custGeom xmlns:a="http://schemas.openxmlformats.org/drawingml/2006/main">
            <a:pathLst>
              <a:path w="502784" h="94187">
                <a:moveTo>
                  <a:pt x="52266" y="92368"/>
                </a:moveTo>
                <a:lnTo>
                  <a:pt x="18202" y="18253"/>
                </a:lnTo>
                <a:lnTo>
                  <a:pt x="18202" y="77103"/>
                </a:lnTo>
                <a:cubicBezTo>
                  <a:pt x="18202" y="82516"/>
                  <a:pt x="18787" y="85894"/>
                  <a:pt x="19957" y="87236"/>
                </a:cubicBezTo>
                <a:cubicBezTo>
                  <a:pt x="21561" y="89055"/>
                  <a:pt x="24096" y="89965"/>
                  <a:pt x="27563" y="89965"/>
                </a:cubicBezTo>
                <a:lnTo>
                  <a:pt x="30683" y="89965"/>
                </a:lnTo>
                <a:lnTo>
                  <a:pt x="30683" y="92368"/>
                </a:lnTo>
                <a:lnTo>
                  <a:pt x="0" y="92368"/>
                </a:lnTo>
                <a:lnTo>
                  <a:pt x="0" y="89965"/>
                </a:lnTo>
                <a:lnTo>
                  <a:pt x="3120" y="89965"/>
                </a:lnTo>
                <a:cubicBezTo>
                  <a:pt x="6847" y="89965"/>
                  <a:pt x="9491" y="88839"/>
                  <a:pt x="11051" y="86587"/>
                </a:cubicBezTo>
                <a:cubicBezTo>
                  <a:pt x="12005" y="85201"/>
                  <a:pt x="12481" y="82040"/>
                  <a:pt x="12481" y="77103"/>
                </a:cubicBezTo>
                <a:lnTo>
                  <a:pt x="12481" y="19552"/>
                </a:lnTo>
                <a:cubicBezTo>
                  <a:pt x="12481" y="15654"/>
                  <a:pt x="12048" y="12840"/>
                  <a:pt x="11181" y="11108"/>
                </a:cubicBezTo>
                <a:cubicBezTo>
                  <a:pt x="10575" y="9852"/>
                  <a:pt x="9459" y="8802"/>
                  <a:pt x="7833" y="7957"/>
                </a:cubicBezTo>
                <a:cubicBezTo>
                  <a:pt x="6208" y="7113"/>
                  <a:pt x="3597" y="6691"/>
                  <a:pt x="0" y="6691"/>
                </a:cubicBezTo>
                <a:lnTo>
                  <a:pt x="0" y="4287"/>
                </a:lnTo>
                <a:lnTo>
                  <a:pt x="24963" y="4287"/>
                </a:lnTo>
                <a:lnTo>
                  <a:pt x="56946" y="73206"/>
                </a:lnTo>
                <a:lnTo>
                  <a:pt x="88410" y="4287"/>
                </a:lnTo>
                <a:lnTo>
                  <a:pt x="113373" y="4287"/>
                </a:lnTo>
                <a:lnTo>
                  <a:pt x="113373" y="6691"/>
                </a:lnTo>
                <a:lnTo>
                  <a:pt x="110317" y="6691"/>
                </a:lnTo>
                <a:cubicBezTo>
                  <a:pt x="106547" y="6691"/>
                  <a:pt x="103882" y="7816"/>
                  <a:pt x="102322" y="10068"/>
                </a:cubicBezTo>
                <a:cubicBezTo>
                  <a:pt x="101368" y="11454"/>
                  <a:pt x="100891" y="14615"/>
                  <a:pt x="100891" y="19552"/>
                </a:cubicBezTo>
                <a:lnTo>
                  <a:pt x="100891" y="77103"/>
                </a:lnTo>
                <a:cubicBezTo>
                  <a:pt x="100891" y="82516"/>
                  <a:pt x="101498" y="85894"/>
                  <a:pt x="102712" y="87236"/>
                </a:cubicBezTo>
                <a:cubicBezTo>
                  <a:pt x="104315" y="89055"/>
                  <a:pt x="106850" y="89965"/>
                  <a:pt x="110317" y="89965"/>
                </a:cubicBezTo>
                <a:lnTo>
                  <a:pt x="113373" y="89965"/>
                </a:lnTo>
                <a:lnTo>
                  <a:pt x="113373" y="92368"/>
                </a:lnTo>
                <a:lnTo>
                  <a:pt x="75929" y="92368"/>
                </a:lnTo>
                <a:lnTo>
                  <a:pt x="75929" y="89965"/>
                </a:lnTo>
                <a:lnTo>
                  <a:pt x="79049" y="89965"/>
                </a:lnTo>
                <a:cubicBezTo>
                  <a:pt x="82819" y="89965"/>
                  <a:pt x="85463" y="88839"/>
                  <a:pt x="86980" y="86587"/>
                </a:cubicBezTo>
                <a:cubicBezTo>
                  <a:pt x="87933" y="85201"/>
                  <a:pt x="88410" y="82040"/>
                  <a:pt x="88410" y="77103"/>
                </a:cubicBezTo>
                <a:lnTo>
                  <a:pt x="88410" y="18253"/>
                </a:lnTo>
                <a:lnTo>
                  <a:pt x="54411" y="92368"/>
                </a:lnTo>
                <a:lnTo>
                  <a:pt x="52266" y="92368"/>
                </a:lnTo>
                <a:close/>
                <a:moveTo>
                  <a:pt x="149924" y="31179"/>
                </a:moveTo>
                <a:cubicBezTo>
                  <a:pt x="158938" y="31179"/>
                  <a:pt x="166176" y="34597"/>
                  <a:pt x="171636" y="41432"/>
                </a:cubicBezTo>
                <a:cubicBezTo>
                  <a:pt x="176273" y="47271"/>
                  <a:pt x="178592" y="53977"/>
                  <a:pt x="178592" y="61548"/>
                </a:cubicBezTo>
                <a:cubicBezTo>
                  <a:pt x="178592" y="66869"/>
                  <a:pt x="177314" y="72255"/>
                  <a:pt x="174757" y="77706"/>
                </a:cubicBezTo>
                <a:cubicBezTo>
                  <a:pt x="172200" y="83156"/>
                  <a:pt x="168678" y="87265"/>
                  <a:pt x="164193" y="90034"/>
                </a:cubicBezTo>
                <a:cubicBezTo>
                  <a:pt x="159707" y="92802"/>
                  <a:pt x="154713" y="94187"/>
                  <a:pt x="149209" y="94187"/>
                </a:cubicBezTo>
                <a:cubicBezTo>
                  <a:pt x="140238" y="94187"/>
                  <a:pt x="133109" y="90617"/>
                  <a:pt x="127821" y="83479"/>
                </a:cubicBezTo>
                <a:cubicBezTo>
                  <a:pt x="123357" y="77467"/>
                  <a:pt x="121126" y="70718"/>
                  <a:pt x="121126" y="63235"/>
                </a:cubicBezTo>
                <a:cubicBezTo>
                  <a:pt x="121126" y="57784"/>
                  <a:pt x="122480" y="52366"/>
                  <a:pt x="125188" y="46980"/>
                </a:cubicBezTo>
                <a:cubicBezTo>
                  <a:pt x="127897" y="41594"/>
                  <a:pt x="131462" y="37614"/>
                  <a:pt x="135882" y="35040"/>
                </a:cubicBezTo>
                <a:cubicBezTo>
                  <a:pt x="140303" y="32466"/>
                  <a:pt x="144983" y="31179"/>
                  <a:pt x="149924" y="31179"/>
                </a:cubicBezTo>
                <a:moveTo>
                  <a:pt x="147909" y="35466"/>
                </a:moveTo>
                <a:cubicBezTo>
                  <a:pt x="145612" y="35466"/>
                  <a:pt x="143304" y="36148"/>
                  <a:pt x="140985" y="37510"/>
                </a:cubicBezTo>
                <a:cubicBezTo>
                  <a:pt x="138667" y="38873"/>
                  <a:pt x="136792" y="41263"/>
                  <a:pt x="135362" y="44680"/>
                </a:cubicBezTo>
                <a:cubicBezTo>
                  <a:pt x="133932" y="48097"/>
                  <a:pt x="133217" y="52487"/>
                  <a:pt x="133217" y="57850"/>
                </a:cubicBezTo>
                <a:cubicBezTo>
                  <a:pt x="133217" y="66500"/>
                  <a:pt x="134940" y="73961"/>
                  <a:pt x="138385" y="80233"/>
                </a:cubicBezTo>
                <a:cubicBezTo>
                  <a:pt x="141830" y="86504"/>
                  <a:pt x="146370" y="89640"/>
                  <a:pt x="152004" y="89640"/>
                </a:cubicBezTo>
                <a:cubicBezTo>
                  <a:pt x="156208" y="89640"/>
                  <a:pt x="159675" y="87910"/>
                  <a:pt x="162405" y="84449"/>
                </a:cubicBezTo>
                <a:cubicBezTo>
                  <a:pt x="165135" y="80989"/>
                  <a:pt x="166501" y="75042"/>
                  <a:pt x="166501" y="66609"/>
                </a:cubicBezTo>
                <a:cubicBezTo>
                  <a:pt x="166501" y="56055"/>
                  <a:pt x="164225" y="47750"/>
                  <a:pt x="159675" y="41694"/>
                </a:cubicBezTo>
                <a:cubicBezTo>
                  <a:pt x="156598" y="37542"/>
                  <a:pt x="152676" y="35466"/>
                  <a:pt x="147909" y="35466"/>
                </a:cubicBezTo>
                <a:close/>
                <a:moveTo>
                  <a:pt x="229693" y="85677"/>
                </a:moveTo>
                <a:cubicBezTo>
                  <a:pt x="226790" y="88709"/>
                  <a:pt x="223951" y="90885"/>
                  <a:pt x="221177" y="92206"/>
                </a:cubicBezTo>
                <a:cubicBezTo>
                  <a:pt x="218404" y="93526"/>
                  <a:pt x="215414" y="94187"/>
                  <a:pt x="212206" y="94187"/>
                </a:cubicBezTo>
                <a:cubicBezTo>
                  <a:pt x="205706" y="94187"/>
                  <a:pt x="200028" y="91475"/>
                  <a:pt x="195175" y="86053"/>
                </a:cubicBezTo>
                <a:cubicBezTo>
                  <a:pt x="190321" y="80629"/>
                  <a:pt x="187894" y="73660"/>
                  <a:pt x="187894" y="65145"/>
                </a:cubicBezTo>
                <a:cubicBezTo>
                  <a:pt x="187894" y="56632"/>
                  <a:pt x="190581" y="48842"/>
                  <a:pt x="195955" y="41777"/>
                </a:cubicBezTo>
                <a:cubicBezTo>
                  <a:pt x="201329" y="34712"/>
                  <a:pt x="208241" y="31179"/>
                  <a:pt x="216692" y="31179"/>
                </a:cubicBezTo>
                <a:cubicBezTo>
                  <a:pt x="221936" y="31179"/>
                  <a:pt x="226270" y="32846"/>
                  <a:pt x="229693" y="36181"/>
                </a:cubicBezTo>
                <a:lnTo>
                  <a:pt x="229693" y="25179"/>
                </a:lnTo>
                <a:cubicBezTo>
                  <a:pt x="229693" y="18352"/>
                  <a:pt x="229531" y="14155"/>
                  <a:pt x="229206" y="12589"/>
                </a:cubicBezTo>
                <a:cubicBezTo>
                  <a:pt x="228881" y="11024"/>
                  <a:pt x="228372" y="9959"/>
                  <a:pt x="227678" y="9394"/>
                </a:cubicBezTo>
                <a:cubicBezTo>
                  <a:pt x="226985" y="8829"/>
                  <a:pt x="226118" y="8546"/>
                  <a:pt x="225078" y="8546"/>
                </a:cubicBezTo>
                <a:cubicBezTo>
                  <a:pt x="223951" y="8546"/>
                  <a:pt x="222456" y="8894"/>
                  <a:pt x="220592" y="9589"/>
                </a:cubicBezTo>
                <a:lnTo>
                  <a:pt x="219747" y="7306"/>
                </a:lnTo>
                <a:lnTo>
                  <a:pt x="237494" y="0"/>
                </a:lnTo>
                <a:lnTo>
                  <a:pt x="240420" y="0"/>
                </a:lnTo>
                <a:lnTo>
                  <a:pt x="240420" y="68789"/>
                </a:lnTo>
                <a:cubicBezTo>
                  <a:pt x="240420" y="75761"/>
                  <a:pt x="240582" y="80015"/>
                  <a:pt x="240907" y="81553"/>
                </a:cubicBezTo>
                <a:cubicBezTo>
                  <a:pt x="241232" y="83090"/>
                  <a:pt x="241752" y="84162"/>
                  <a:pt x="242467" y="84768"/>
                </a:cubicBezTo>
                <a:cubicBezTo>
                  <a:pt x="243182" y="85374"/>
                  <a:pt x="244017" y="85677"/>
                  <a:pt x="244970" y="85677"/>
                </a:cubicBezTo>
                <a:cubicBezTo>
                  <a:pt x="246140" y="85677"/>
                  <a:pt x="247700" y="85309"/>
                  <a:pt x="249651" y="84573"/>
                </a:cubicBezTo>
                <a:lnTo>
                  <a:pt x="250366" y="86847"/>
                </a:lnTo>
                <a:lnTo>
                  <a:pt x="232684" y="94187"/>
                </a:lnTo>
                <a:lnTo>
                  <a:pt x="229693" y="94187"/>
                </a:lnTo>
                <a:lnTo>
                  <a:pt x="229693" y="85677"/>
                </a:lnTo>
                <a:moveTo>
                  <a:pt x="229693" y="81145"/>
                </a:moveTo>
                <a:lnTo>
                  <a:pt x="229693" y="50562"/>
                </a:lnTo>
                <a:cubicBezTo>
                  <a:pt x="229433" y="47624"/>
                  <a:pt x="228653" y="44946"/>
                  <a:pt x="227353" y="42528"/>
                </a:cubicBezTo>
                <a:cubicBezTo>
                  <a:pt x="226053" y="40109"/>
                  <a:pt x="224330" y="38284"/>
                  <a:pt x="222185" y="37054"/>
                </a:cubicBezTo>
                <a:cubicBezTo>
                  <a:pt x="220040" y="35822"/>
                  <a:pt x="217949" y="35206"/>
                  <a:pt x="215912" y="35206"/>
                </a:cubicBezTo>
                <a:cubicBezTo>
                  <a:pt x="212098" y="35206"/>
                  <a:pt x="208696" y="36913"/>
                  <a:pt x="205706" y="40326"/>
                </a:cubicBezTo>
                <a:cubicBezTo>
                  <a:pt x="201762" y="44817"/>
                  <a:pt x="199790" y="51382"/>
                  <a:pt x="199790" y="60022"/>
                </a:cubicBezTo>
                <a:cubicBezTo>
                  <a:pt x="199790" y="68747"/>
                  <a:pt x="201697" y="75433"/>
                  <a:pt x="205511" y="80077"/>
                </a:cubicBezTo>
                <a:cubicBezTo>
                  <a:pt x="209324" y="84720"/>
                  <a:pt x="213572" y="87041"/>
                  <a:pt x="218252" y="87041"/>
                </a:cubicBezTo>
                <a:cubicBezTo>
                  <a:pt x="222196" y="87041"/>
                  <a:pt x="226010" y="85076"/>
                  <a:pt x="229693" y="81145"/>
                </a:cubicBezTo>
                <a:close/>
                <a:moveTo>
                  <a:pt x="306669" y="32868"/>
                </a:moveTo>
                <a:lnTo>
                  <a:pt x="306669" y="68919"/>
                </a:lnTo>
                <a:cubicBezTo>
                  <a:pt x="306669" y="75804"/>
                  <a:pt x="306831" y="80015"/>
                  <a:pt x="307156" y="81553"/>
                </a:cubicBezTo>
                <a:cubicBezTo>
                  <a:pt x="307481" y="83090"/>
                  <a:pt x="308001" y="84162"/>
                  <a:pt x="308716" y="84768"/>
                </a:cubicBezTo>
                <a:cubicBezTo>
                  <a:pt x="309431" y="85374"/>
                  <a:pt x="310266" y="85677"/>
                  <a:pt x="311219" y="85677"/>
                </a:cubicBezTo>
                <a:cubicBezTo>
                  <a:pt x="312563" y="85677"/>
                  <a:pt x="314079" y="85309"/>
                  <a:pt x="315770" y="84573"/>
                </a:cubicBezTo>
                <a:lnTo>
                  <a:pt x="316680" y="86847"/>
                </a:lnTo>
                <a:lnTo>
                  <a:pt x="298868" y="94187"/>
                </a:lnTo>
                <a:lnTo>
                  <a:pt x="295942" y="94187"/>
                </a:lnTo>
                <a:lnTo>
                  <a:pt x="295942" y="81585"/>
                </a:lnTo>
                <a:cubicBezTo>
                  <a:pt x="290829" y="87128"/>
                  <a:pt x="286928" y="90614"/>
                  <a:pt x="284241" y="92043"/>
                </a:cubicBezTo>
                <a:cubicBezTo>
                  <a:pt x="281554" y="93472"/>
                  <a:pt x="278716" y="94187"/>
                  <a:pt x="275725" y="94187"/>
                </a:cubicBezTo>
                <a:cubicBezTo>
                  <a:pt x="272388" y="94187"/>
                  <a:pt x="269495" y="93223"/>
                  <a:pt x="267047" y="91296"/>
                </a:cubicBezTo>
                <a:cubicBezTo>
                  <a:pt x="264598" y="89369"/>
                  <a:pt x="262897" y="86890"/>
                  <a:pt x="261944" y="83859"/>
                </a:cubicBezTo>
                <a:cubicBezTo>
                  <a:pt x="260990" y="80827"/>
                  <a:pt x="260513" y="76540"/>
                  <a:pt x="260513" y="70997"/>
                </a:cubicBezTo>
                <a:lnTo>
                  <a:pt x="260513" y="44430"/>
                </a:lnTo>
                <a:cubicBezTo>
                  <a:pt x="260513" y="41615"/>
                  <a:pt x="260210" y="39667"/>
                  <a:pt x="259603" y="38584"/>
                </a:cubicBezTo>
                <a:cubicBezTo>
                  <a:pt x="258997" y="37501"/>
                  <a:pt x="258097" y="36668"/>
                  <a:pt x="256906" y="36083"/>
                </a:cubicBezTo>
                <a:cubicBezTo>
                  <a:pt x="255714" y="35499"/>
                  <a:pt x="253558" y="35228"/>
                  <a:pt x="250437" y="35271"/>
                </a:cubicBezTo>
                <a:lnTo>
                  <a:pt x="250437" y="32868"/>
                </a:lnTo>
                <a:lnTo>
                  <a:pt x="271305" y="32868"/>
                </a:lnTo>
                <a:lnTo>
                  <a:pt x="271305" y="72589"/>
                </a:lnTo>
                <a:cubicBezTo>
                  <a:pt x="271305" y="78118"/>
                  <a:pt x="272269" y="81747"/>
                  <a:pt x="274197" y="83475"/>
                </a:cubicBezTo>
                <a:cubicBezTo>
                  <a:pt x="276126" y="85203"/>
                  <a:pt x="278455" y="86067"/>
                  <a:pt x="281186" y="86067"/>
                </a:cubicBezTo>
                <a:cubicBezTo>
                  <a:pt x="283049" y="86067"/>
                  <a:pt x="285162" y="85484"/>
                  <a:pt x="287524" y="84317"/>
                </a:cubicBezTo>
                <a:cubicBezTo>
                  <a:pt x="289886" y="83151"/>
                  <a:pt x="292692" y="80927"/>
                  <a:pt x="295942" y="77645"/>
                </a:cubicBezTo>
                <a:lnTo>
                  <a:pt x="295942" y="44018"/>
                </a:lnTo>
                <a:cubicBezTo>
                  <a:pt x="295942" y="40648"/>
                  <a:pt x="295325" y="38370"/>
                  <a:pt x="294090" y="37183"/>
                </a:cubicBezTo>
                <a:cubicBezTo>
                  <a:pt x="292855" y="35995"/>
                  <a:pt x="290287" y="35358"/>
                  <a:pt x="286386" y="35271"/>
                </a:cubicBezTo>
                <a:lnTo>
                  <a:pt x="286386" y="32868"/>
                </a:lnTo>
                <a:lnTo>
                  <a:pt x="306669" y="32868"/>
                </a:lnTo>
                <a:close/>
                <a:moveTo>
                  <a:pt x="341779" y="0"/>
                </a:moveTo>
                <a:lnTo>
                  <a:pt x="341779" y="78865"/>
                </a:lnTo>
                <a:cubicBezTo>
                  <a:pt x="341779" y="82587"/>
                  <a:pt x="342050" y="85054"/>
                  <a:pt x="342591" y="86266"/>
                </a:cubicBezTo>
                <a:cubicBezTo>
                  <a:pt x="343133" y="87477"/>
                  <a:pt x="343967" y="88397"/>
                  <a:pt x="345094" y="89025"/>
                </a:cubicBezTo>
                <a:cubicBezTo>
                  <a:pt x="346221" y="89651"/>
                  <a:pt x="348323" y="89965"/>
                  <a:pt x="351400" y="89965"/>
                </a:cubicBezTo>
                <a:lnTo>
                  <a:pt x="351400" y="92368"/>
                </a:lnTo>
                <a:lnTo>
                  <a:pt x="322212" y="92368"/>
                </a:lnTo>
                <a:lnTo>
                  <a:pt x="322212" y="89965"/>
                </a:lnTo>
                <a:cubicBezTo>
                  <a:pt x="324942" y="89965"/>
                  <a:pt x="326806" y="89684"/>
                  <a:pt x="327802" y="89122"/>
                </a:cubicBezTo>
                <a:cubicBezTo>
                  <a:pt x="328799" y="88559"/>
                  <a:pt x="329579" y="87629"/>
                  <a:pt x="330143" y="86331"/>
                </a:cubicBezTo>
                <a:cubicBezTo>
                  <a:pt x="330706" y="85032"/>
                  <a:pt x="330988" y="82543"/>
                  <a:pt x="330988" y="78865"/>
                </a:cubicBezTo>
                <a:lnTo>
                  <a:pt x="330988" y="24860"/>
                </a:lnTo>
                <a:cubicBezTo>
                  <a:pt x="330988" y="18153"/>
                  <a:pt x="330836" y="14032"/>
                  <a:pt x="330533" y="12496"/>
                </a:cubicBezTo>
                <a:cubicBezTo>
                  <a:pt x="330229" y="10959"/>
                  <a:pt x="329742" y="9909"/>
                  <a:pt x="329070" y="9348"/>
                </a:cubicBezTo>
                <a:cubicBezTo>
                  <a:pt x="328398" y="8785"/>
                  <a:pt x="327542" y="8503"/>
                  <a:pt x="326502" y="8503"/>
                </a:cubicBezTo>
                <a:cubicBezTo>
                  <a:pt x="325375" y="8503"/>
                  <a:pt x="323945" y="8850"/>
                  <a:pt x="322212" y="9542"/>
                </a:cubicBezTo>
                <a:lnTo>
                  <a:pt x="321107" y="7269"/>
                </a:lnTo>
                <a:lnTo>
                  <a:pt x="338854" y="0"/>
                </a:lnTo>
                <a:lnTo>
                  <a:pt x="341779" y="0"/>
                </a:lnTo>
                <a:close/>
                <a:moveTo>
                  <a:pt x="368418" y="55343"/>
                </a:moveTo>
                <a:cubicBezTo>
                  <a:pt x="368375" y="64157"/>
                  <a:pt x="370520" y="71070"/>
                  <a:pt x="374854" y="76082"/>
                </a:cubicBezTo>
                <a:cubicBezTo>
                  <a:pt x="379188" y="81093"/>
                  <a:pt x="384280" y="83599"/>
                  <a:pt x="390131" y="83599"/>
                </a:cubicBezTo>
                <a:cubicBezTo>
                  <a:pt x="394031" y="83599"/>
                  <a:pt x="397422" y="82527"/>
                  <a:pt x="400304" y="80383"/>
                </a:cubicBezTo>
                <a:cubicBezTo>
                  <a:pt x="403186" y="78240"/>
                  <a:pt x="405602" y="74570"/>
                  <a:pt x="407553" y="69373"/>
                </a:cubicBezTo>
                <a:lnTo>
                  <a:pt x="409568" y="70672"/>
                </a:lnTo>
                <a:cubicBezTo>
                  <a:pt x="408658" y="76605"/>
                  <a:pt x="406014" y="82007"/>
                  <a:pt x="401637" y="86879"/>
                </a:cubicBezTo>
                <a:cubicBezTo>
                  <a:pt x="397260" y="91751"/>
                  <a:pt x="391777" y="94187"/>
                  <a:pt x="385190" y="94187"/>
                </a:cubicBezTo>
                <a:cubicBezTo>
                  <a:pt x="378039" y="94187"/>
                  <a:pt x="371918" y="91410"/>
                  <a:pt x="366826" y="85858"/>
                </a:cubicBezTo>
                <a:cubicBezTo>
                  <a:pt x="361733" y="80304"/>
                  <a:pt x="359187" y="72838"/>
                  <a:pt x="359187" y="63460"/>
                </a:cubicBezTo>
                <a:cubicBezTo>
                  <a:pt x="359187" y="53305"/>
                  <a:pt x="361798" y="45387"/>
                  <a:pt x="367021" y="39705"/>
                </a:cubicBezTo>
                <a:cubicBezTo>
                  <a:pt x="372243" y="34021"/>
                  <a:pt x="378798" y="31179"/>
                  <a:pt x="386685" y="31179"/>
                </a:cubicBezTo>
                <a:cubicBezTo>
                  <a:pt x="393359" y="31179"/>
                  <a:pt x="398842" y="33371"/>
                  <a:pt x="403132" y="37756"/>
                </a:cubicBezTo>
                <a:cubicBezTo>
                  <a:pt x="407423" y="42139"/>
                  <a:pt x="409568" y="48001"/>
                  <a:pt x="409568" y="55343"/>
                </a:cubicBezTo>
                <a:lnTo>
                  <a:pt x="368418" y="55343"/>
                </a:lnTo>
                <a:moveTo>
                  <a:pt x="368418" y="51575"/>
                </a:moveTo>
                <a:lnTo>
                  <a:pt x="395981" y="51575"/>
                </a:lnTo>
                <a:cubicBezTo>
                  <a:pt x="395765" y="47765"/>
                  <a:pt x="395310" y="45080"/>
                  <a:pt x="394616" y="43521"/>
                </a:cubicBezTo>
                <a:cubicBezTo>
                  <a:pt x="393533" y="41096"/>
                  <a:pt x="391918" y="39190"/>
                  <a:pt x="389773" y="37805"/>
                </a:cubicBezTo>
                <a:cubicBezTo>
                  <a:pt x="387628" y="36419"/>
                  <a:pt x="385385" y="35726"/>
                  <a:pt x="383045" y="35726"/>
                </a:cubicBezTo>
                <a:cubicBezTo>
                  <a:pt x="379448" y="35726"/>
                  <a:pt x="376230" y="37123"/>
                  <a:pt x="373391" y="39916"/>
                </a:cubicBezTo>
                <a:cubicBezTo>
                  <a:pt x="370553" y="42709"/>
                  <a:pt x="368895" y="46595"/>
                  <a:pt x="368418" y="51575"/>
                </a:cubicBezTo>
                <a:close/>
                <a:moveTo>
                  <a:pt x="454029" y="20981"/>
                </a:moveTo>
                <a:cubicBezTo>
                  <a:pt x="456542" y="15048"/>
                  <a:pt x="459717" y="10480"/>
                  <a:pt x="463552" y="7275"/>
                </a:cubicBezTo>
                <a:cubicBezTo>
                  <a:pt x="467388" y="4071"/>
                  <a:pt x="472166" y="2468"/>
                  <a:pt x="477886" y="2468"/>
                </a:cubicBezTo>
                <a:cubicBezTo>
                  <a:pt x="484951" y="2468"/>
                  <a:pt x="490368" y="4760"/>
                  <a:pt x="494138" y="9344"/>
                </a:cubicBezTo>
                <a:cubicBezTo>
                  <a:pt x="496999" y="12761"/>
                  <a:pt x="498429" y="16415"/>
                  <a:pt x="498429" y="20307"/>
                </a:cubicBezTo>
                <a:cubicBezTo>
                  <a:pt x="498429" y="26707"/>
                  <a:pt x="494398" y="33323"/>
                  <a:pt x="486337" y="40155"/>
                </a:cubicBezTo>
                <a:cubicBezTo>
                  <a:pt x="491755" y="42280"/>
                  <a:pt x="495850" y="45314"/>
                  <a:pt x="498624" y="49259"/>
                </a:cubicBezTo>
                <a:cubicBezTo>
                  <a:pt x="501397" y="53203"/>
                  <a:pt x="502784" y="57840"/>
                  <a:pt x="502784" y="63172"/>
                </a:cubicBezTo>
                <a:cubicBezTo>
                  <a:pt x="502784" y="70802"/>
                  <a:pt x="500357" y="77412"/>
                  <a:pt x="495503" y="83004"/>
                </a:cubicBezTo>
                <a:cubicBezTo>
                  <a:pt x="489176" y="90286"/>
                  <a:pt x="480010" y="93927"/>
                  <a:pt x="468005" y="93927"/>
                </a:cubicBezTo>
                <a:cubicBezTo>
                  <a:pt x="462068" y="93927"/>
                  <a:pt x="458027" y="93191"/>
                  <a:pt x="455881" y="91718"/>
                </a:cubicBezTo>
                <a:cubicBezTo>
                  <a:pt x="453736" y="90246"/>
                  <a:pt x="452664" y="88665"/>
                  <a:pt x="452664" y="86977"/>
                </a:cubicBezTo>
                <a:cubicBezTo>
                  <a:pt x="452664" y="85721"/>
                  <a:pt x="453173" y="84616"/>
                  <a:pt x="454191" y="83664"/>
                </a:cubicBezTo>
                <a:cubicBezTo>
                  <a:pt x="455210" y="82711"/>
                  <a:pt x="456434" y="82235"/>
                  <a:pt x="457864" y="82235"/>
                </a:cubicBezTo>
                <a:cubicBezTo>
                  <a:pt x="458948" y="82235"/>
                  <a:pt x="460053" y="82408"/>
                  <a:pt x="461179" y="82754"/>
                </a:cubicBezTo>
                <a:cubicBezTo>
                  <a:pt x="461916" y="82971"/>
                  <a:pt x="463585" y="83761"/>
                  <a:pt x="466185" y="85125"/>
                </a:cubicBezTo>
                <a:cubicBezTo>
                  <a:pt x="468785" y="86489"/>
                  <a:pt x="470584" y="87301"/>
                  <a:pt x="471581" y="87561"/>
                </a:cubicBezTo>
                <a:cubicBezTo>
                  <a:pt x="473184" y="88037"/>
                  <a:pt x="474896" y="88276"/>
                  <a:pt x="476716" y="88276"/>
                </a:cubicBezTo>
                <a:cubicBezTo>
                  <a:pt x="481137" y="88276"/>
                  <a:pt x="484983" y="86562"/>
                  <a:pt x="488255" y="83136"/>
                </a:cubicBezTo>
                <a:cubicBezTo>
                  <a:pt x="491527" y="79710"/>
                  <a:pt x="493163" y="75654"/>
                  <a:pt x="493163" y="70969"/>
                </a:cubicBezTo>
                <a:cubicBezTo>
                  <a:pt x="493163" y="67542"/>
                  <a:pt x="492405" y="64203"/>
                  <a:pt x="490888" y="60949"/>
                </a:cubicBezTo>
                <a:cubicBezTo>
                  <a:pt x="489761" y="58520"/>
                  <a:pt x="488526" y="56677"/>
                  <a:pt x="487182" y="55420"/>
                </a:cubicBezTo>
                <a:cubicBezTo>
                  <a:pt x="485319" y="53684"/>
                  <a:pt x="482762" y="52111"/>
                  <a:pt x="479512" y="50702"/>
                </a:cubicBezTo>
                <a:cubicBezTo>
                  <a:pt x="476261" y="49292"/>
                  <a:pt x="472946" y="48587"/>
                  <a:pt x="469565" y="48587"/>
                </a:cubicBezTo>
                <a:lnTo>
                  <a:pt x="467485" y="48587"/>
                </a:lnTo>
                <a:lnTo>
                  <a:pt x="467485" y="46639"/>
                </a:lnTo>
                <a:cubicBezTo>
                  <a:pt x="470909" y="46206"/>
                  <a:pt x="474343" y="44971"/>
                  <a:pt x="477789" y="42936"/>
                </a:cubicBezTo>
                <a:cubicBezTo>
                  <a:pt x="481234" y="40901"/>
                  <a:pt x="483737" y="38454"/>
                  <a:pt x="485297" y="35596"/>
                </a:cubicBezTo>
                <a:cubicBezTo>
                  <a:pt x="486857" y="32738"/>
                  <a:pt x="487637" y="29598"/>
                  <a:pt x="487637" y="26177"/>
                </a:cubicBezTo>
                <a:cubicBezTo>
                  <a:pt x="487637" y="21717"/>
                  <a:pt x="486240" y="18112"/>
                  <a:pt x="483444" y="15362"/>
                </a:cubicBezTo>
                <a:cubicBezTo>
                  <a:pt x="480649" y="12612"/>
                  <a:pt x="477171" y="11237"/>
                  <a:pt x="473011" y="11237"/>
                </a:cubicBezTo>
                <a:cubicBezTo>
                  <a:pt x="466293" y="11237"/>
                  <a:pt x="460681" y="14832"/>
                  <a:pt x="456174" y="22020"/>
                </a:cubicBezTo>
                <a:lnTo>
                  <a:pt x="454029" y="2098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C224C3-75AE-4513-AF57-9BEB52F1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515" y="3124323"/>
            <a:ext cx="218714" cy="139071"/>
          </a:xfrm>
          <a:custGeom xmlns:a="http://schemas.openxmlformats.org/drawingml/2006/main">
            <a:pathLst>
              <a:path w="218714" h="139071">
                <a:moveTo>
                  <a:pt x="5888" y="0"/>
                </a:moveTo>
                <a:lnTo>
                  <a:pt x="0" y="9448"/>
                </a:lnTo>
                <a:lnTo>
                  <a:pt x="168486" y="114352"/>
                </a:lnTo>
                <a:lnTo>
                  <a:pt x="156701" y="133251"/>
                </a:lnTo>
                <a:lnTo>
                  <a:pt x="218714" y="139071"/>
                </a:lnTo>
                <a:lnTo>
                  <a:pt x="186158" y="86010"/>
                </a:lnTo>
                <a:lnTo>
                  <a:pt x="174376" y="104905"/>
                </a:lnTo>
                <a:lnTo>
                  <a:pt x="58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A5306-900D-42D3-A9E2-B3FC95BE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607" y="3467461"/>
            <a:ext cx="149734" cy="163393"/>
          </a:xfrm>
          <a:custGeom xmlns:a="http://schemas.openxmlformats.org/drawingml/2006/main">
            <a:pathLst>
              <a:path w="149734" h="163393">
                <a:moveTo>
                  <a:pt x="33406" y="118499"/>
                </a:moveTo>
                <a:lnTo>
                  <a:pt x="16945" y="103503"/>
                </a:lnTo>
                <a:lnTo>
                  <a:pt x="0" y="163393"/>
                </a:lnTo>
                <a:lnTo>
                  <a:pt x="58110" y="141005"/>
                </a:lnTo>
                <a:lnTo>
                  <a:pt x="41647" y="126006"/>
                </a:lnTo>
                <a:lnTo>
                  <a:pt x="149734" y="7497"/>
                </a:lnTo>
                <a:lnTo>
                  <a:pt x="141501" y="0"/>
                </a:lnTo>
                <a:lnTo>
                  <a:pt x="33406" y="1184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C95F4-40BF-4D09-A09C-3549225A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572" y="3806767"/>
            <a:ext cx="72745" cy="202949"/>
          </a:xfrm>
          <a:custGeom xmlns:a="http://schemas.openxmlformats.org/drawingml/2006/main">
            <a:pathLst>
              <a:path w="72745" h="202949">
                <a:moveTo>
                  <a:pt x="10749" y="0"/>
                </a:moveTo>
                <a:lnTo>
                  <a:pt x="0" y="2944"/>
                </a:lnTo>
                <a:lnTo>
                  <a:pt x="40499" y="150719"/>
                </a:lnTo>
                <a:lnTo>
                  <a:pt x="19016" y="156598"/>
                </a:lnTo>
                <a:lnTo>
                  <a:pt x="60592" y="202949"/>
                </a:lnTo>
                <a:lnTo>
                  <a:pt x="72745" y="141895"/>
                </a:lnTo>
                <a:lnTo>
                  <a:pt x="51245" y="147779"/>
                </a:lnTo>
                <a:lnTo>
                  <a:pt x="1074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937D15-3B0E-4D94-B02D-A8A2F2E2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1754" y="3125843"/>
            <a:ext cx="271946" cy="382723"/>
          </a:xfrm>
          <a:custGeom xmlns:a="http://schemas.openxmlformats.org/drawingml/2006/main">
            <a:pathLst>
              <a:path w="271946" h="382723">
                <a:moveTo>
                  <a:pt x="27515" y="334008"/>
                </a:moveTo>
                <a:lnTo>
                  <a:pt x="9294" y="321190"/>
                </a:lnTo>
                <a:lnTo>
                  <a:pt x="0" y="382723"/>
                </a:lnTo>
                <a:lnTo>
                  <a:pt x="54841" y="353232"/>
                </a:lnTo>
                <a:lnTo>
                  <a:pt x="36619" y="340412"/>
                </a:lnTo>
                <a:lnTo>
                  <a:pt x="271946" y="6402"/>
                </a:lnTo>
                <a:lnTo>
                  <a:pt x="262840" y="0"/>
                </a:lnTo>
                <a:lnTo>
                  <a:pt x="27515" y="3340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5C302F-D72D-4F08-A1A8-168BDFFC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692" y="3714064"/>
            <a:ext cx="344622" cy="735236"/>
          </a:xfrm>
          <a:custGeom xmlns:a="http://schemas.openxmlformats.org/drawingml/2006/main">
            <a:pathLst>
              <a:path w="344622" h="735236">
                <a:moveTo>
                  <a:pt x="10116" y="0"/>
                </a:moveTo>
                <a:lnTo>
                  <a:pt x="0" y="4656"/>
                </a:lnTo>
                <a:lnTo>
                  <a:pt x="314255" y="686991"/>
                </a:lnTo>
                <a:lnTo>
                  <a:pt x="294009" y="696296"/>
                </a:lnTo>
                <a:lnTo>
                  <a:pt x="342602" y="735236"/>
                </a:lnTo>
                <a:lnTo>
                  <a:pt x="344622" y="673035"/>
                </a:lnTo>
                <a:lnTo>
                  <a:pt x="324373" y="682341"/>
                </a:lnTo>
                <a:lnTo>
                  <a:pt x="1011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C9AA1-89DD-4CF9-904F-BC4C1ABA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100" y="4626674"/>
            <a:ext cx="55697" cy="134261"/>
          </a:xfrm>
          <a:custGeom xmlns:a="http://schemas.openxmlformats.org/drawingml/2006/main">
            <a:pathLst>
              <a:path w="55697" h="134261">
                <a:moveTo>
                  <a:pt x="33411" y="0"/>
                </a:moveTo>
                <a:lnTo>
                  <a:pt x="22268" y="0"/>
                </a:lnTo>
                <a:lnTo>
                  <a:pt x="22268" y="78599"/>
                </a:lnTo>
                <a:lnTo>
                  <a:pt x="0" y="78599"/>
                </a:lnTo>
                <a:lnTo>
                  <a:pt x="27848" y="134261"/>
                </a:lnTo>
                <a:lnTo>
                  <a:pt x="55697" y="78599"/>
                </a:lnTo>
                <a:lnTo>
                  <a:pt x="33411" y="78599"/>
                </a:lnTo>
                <a:lnTo>
                  <a:pt x="3341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AB78A5-BDC2-4F39-8EA7-2B9EF5895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813" y="4216057"/>
            <a:ext cx="72728" cy="202813"/>
          </a:xfrm>
          <a:custGeom xmlns:a="http://schemas.openxmlformats.org/drawingml/2006/main">
            <a:pathLst>
              <a:path w="72728" h="202813">
                <a:moveTo>
                  <a:pt x="21484" y="147644"/>
                </a:moveTo>
                <a:lnTo>
                  <a:pt x="0" y="141758"/>
                </a:lnTo>
                <a:lnTo>
                  <a:pt x="12136" y="202813"/>
                </a:lnTo>
                <a:lnTo>
                  <a:pt x="53728" y="156478"/>
                </a:lnTo>
                <a:lnTo>
                  <a:pt x="32233" y="150589"/>
                </a:lnTo>
                <a:lnTo>
                  <a:pt x="72728" y="2944"/>
                </a:lnTo>
                <a:lnTo>
                  <a:pt x="61979" y="0"/>
                </a:lnTo>
                <a:lnTo>
                  <a:pt x="21484" y="147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48B47-F9BF-4AA8-8406-5D38D8FE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15" y="4003222"/>
            <a:ext cx="735493" cy="207828"/>
          </a:xfrm>
          <a:custGeom xmlns:a="http://schemas.openxmlformats.org/drawingml/2006/main">
            <a:pathLst>
              <a:path w="735493" h="207828">
                <a:moveTo>
                  <a:pt x="0" y="34644"/>
                </a:moveTo>
                <a:cubicBezTo>
                  <a:pt x="0" y="15507"/>
                  <a:pt x="15525" y="0"/>
                  <a:pt x="34661" y="0"/>
                </a:cubicBezTo>
                <a:lnTo>
                  <a:pt x="700832" y="0"/>
                </a:lnTo>
                <a:cubicBezTo>
                  <a:pt x="719985" y="0"/>
                  <a:pt x="735493" y="15507"/>
                  <a:pt x="735493" y="34644"/>
                </a:cubicBezTo>
                <a:lnTo>
                  <a:pt x="735493" y="173184"/>
                </a:lnTo>
                <a:cubicBezTo>
                  <a:pt x="735493" y="192320"/>
                  <a:pt x="719985" y="207828"/>
                  <a:pt x="700832" y="207828"/>
                </a:cubicBezTo>
                <a:lnTo>
                  <a:pt x="34661" y="207828"/>
                </a:lnTo>
                <a:cubicBezTo>
                  <a:pt x="15525" y="207828"/>
                  <a:pt x="0" y="192320"/>
                  <a:pt x="0" y="173184"/>
                </a:cubicBezTo>
                <a:lnTo>
                  <a:pt x="0" y="34644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7BBBBC-5769-412E-85A0-F6B01BC3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815" y="4003228"/>
            <a:ext cx="735493" cy="207812"/>
          </a:xfrm>
          <a:custGeom xmlns:a="http://schemas.openxmlformats.org/drawingml/2006/main">
            <a:pathLst>
              <a:path w="735493" h="207812" fill="none">
                <a:moveTo>
                  <a:pt x="0" y="34636"/>
                </a:moveTo>
                <a:cubicBezTo>
                  <a:pt x="0" y="15507"/>
                  <a:pt x="15520" y="0"/>
                  <a:pt x="34664" y="0"/>
                </a:cubicBezTo>
                <a:lnTo>
                  <a:pt x="700829" y="0"/>
                </a:lnTo>
                <a:cubicBezTo>
                  <a:pt x="719974" y="0"/>
                  <a:pt x="735493" y="15507"/>
                  <a:pt x="735493" y="34636"/>
                </a:cubicBezTo>
                <a:lnTo>
                  <a:pt x="735493" y="173176"/>
                </a:lnTo>
                <a:cubicBezTo>
                  <a:pt x="735493" y="192305"/>
                  <a:pt x="719974" y="207812"/>
                  <a:pt x="700829" y="207812"/>
                </a:cubicBezTo>
                <a:lnTo>
                  <a:pt x="34664" y="207812"/>
                </a:lnTo>
                <a:cubicBezTo>
                  <a:pt x="15520" y="207812"/>
                  <a:pt x="0" y="192305"/>
                  <a:pt x="0" y="173176"/>
                </a:cubicBezTo>
                <a:lnTo>
                  <a:pt x="0" y="3463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9578" cap="flat">
            <a:solidFill>
              <a:srgbClr val="2E75B6"/>
            </a:solidFill>
            <a:miter/>
          </a:ln>
        </p:spPr>
      </p:sp>
      <p:sp>
        <p:nvSpPr>
          <p:cNvPr id="176" name="Text Channel4">
            <a:extLst xmlns:a="http://schemas.openxmlformats.org/drawingml/2006/main">
              <a:ext uri="{FF2B5EF4-FFF2-40B4-BE49-F238E27FC236}">
                <a16:creationId xmlns:a16="http://schemas.microsoft.com/office/drawing/2014/main" id="{C1B42F1B-8DA5-4BF9-8810-4677062F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400" y="4067256"/>
            <a:ext cx="536430" cy="94317"/>
          </a:xfrm>
          <a:custGeom xmlns:a="http://schemas.openxmlformats.org/drawingml/2006/main">
            <a:pathLst>
              <a:path w="536430" h="94317">
                <a:moveTo>
                  <a:pt x="75343" y="2338"/>
                </a:moveTo>
                <a:lnTo>
                  <a:pt x="77359" y="32218"/>
                </a:lnTo>
                <a:lnTo>
                  <a:pt x="75343" y="32218"/>
                </a:lnTo>
                <a:cubicBezTo>
                  <a:pt x="72657" y="23231"/>
                  <a:pt x="68821" y="16763"/>
                  <a:pt x="63837" y="12813"/>
                </a:cubicBezTo>
                <a:cubicBezTo>
                  <a:pt x="58853" y="8861"/>
                  <a:pt x="52873" y="6885"/>
                  <a:pt x="45895" y="6885"/>
                </a:cubicBezTo>
                <a:cubicBezTo>
                  <a:pt x="40045" y="6885"/>
                  <a:pt x="34757" y="8370"/>
                  <a:pt x="30033" y="11339"/>
                </a:cubicBezTo>
                <a:cubicBezTo>
                  <a:pt x="25310" y="14307"/>
                  <a:pt x="21593" y="19041"/>
                  <a:pt x="18885" y="25542"/>
                </a:cubicBezTo>
                <a:cubicBezTo>
                  <a:pt x="16176" y="32043"/>
                  <a:pt x="14822" y="40126"/>
                  <a:pt x="14822" y="49791"/>
                </a:cubicBezTo>
                <a:cubicBezTo>
                  <a:pt x="14822" y="57764"/>
                  <a:pt x="16100" y="64677"/>
                  <a:pt x="18657" y="70528"/>
                </a:cubicBezTo>
                <a:cubicBezTo>
                  <a:pt x="21214" y="76378"/>
                  <a:pt x="25060" y="80864"/>
                  <a:pt x="30196" y="83984"/>
                </a:cubicBezTo>
                <a:cubicBezTo>
                  <a:pt x="35331" y="87105"/>
                  <a:pt x="41193" y="88665"/>
                  <a:pt x="47780" y="88665"/>
                </a:cubicBezTo>
                <a:cubicBezTo>
                  <a:pt x="53501" y="88665"/>
                  <a:pt x="58550" y="87442"/>
                  <a:pt x="62927" y="84995"/>
                </a:cubicBezTo>
                <a:cubicBezTo>
                  <a:pt x="67304" y="82549"/>
                  <a:pt x="72115" y="77688"/>
                  <a:pt x="77359" y="70413"/>
                </a:cubicBezTo>
                <a:lnTo>
                  <a:pt x="79374" y="71708"/>
                </a:lnTo>
                <a:cubicBezTo>
                  <a:pt x="74953" y="79525"/>
                  <a:pt x="69796" y="85248"/>
                  <a:pt x="63902" y="88876"/>
                </a:cubicBezTo>
                <a:cubicBezTo>
                  <a:pt x="58008" y="92503"/>
                  <a:pt x="51009" y="94317"/>
                  <a:pt x="42905" y="94317"/>
                </a:cubicBezTo>
                <a:cubicBezTo>
                  <a:pt x="28300" y="94317"/>
                  <a:pt x="16989" y="88911"/>
                  <a:pt x="8971" y="78100"/>
                </a:cubicBezTo>
                <a:cubicBezTo>
                  <a:pt x="2990" y="70057"/>
                  <a:pt x="0" y="60587"/>
                  <a:pt x="0" y="49690"/>
                </a:cubicBezTo>
                <a:cubicBezTo>
                  <a:pt x="0" y="40911"/>
                  <a:pt x="1972" y="32846"/>
                  <a:pt x="5916" y="25495"/>
                </a:cubicBezTo>
                <a:cubicBezTo>
                  <a:pt x="9859" y="18144"/>
                  <a:pt x="15288" y="12447"/>
                  <a:pt x="22200" y="8404"/>
                </a:cubicBezTo>
                <a:cubicBezTo>
                  <a:pt x="29112" y="4360"/>
                  <a:pt x="36664" y="2338"/>
                  <a:pt x="44855" y="2338"/>
                </a:cubicBezTo>
                <a:cubicBezTo>
                  <a:pt x="51226" y="2338"/>
                  <a:pt x="57510" y="3897"/>
                  <a:pt x="63707" y="7015"/>
                </a:cubicBezTo>
                <a:cubicBezTo>
                  <a:pt x="65527" y="7968"/>
                  <a:pt x="66828" y="8444"/>
                  <a:pt x="67608" y="8444"/>
                </a:cubicBezTo>
                <a:cubicBezTo>
                  <a:pt x="68778" y="8444"/>
                  <a:pt x="69796" y="8033"/>
                  <a:pt x="70663" y="7210"/>
                </a:cubicBezTo>
                <a:cubicBezTo>
                  <a:pt x="71790" y="6041"/>
                  <a:pt x="72591" y="4417"/>
                  <a:pt x="73068" y="2338"/>
                </a:cubicBezTo>
                <a:lnTo>
                  <a:pt x="75343" y="2338"/>
                </a:lnTo>
                <a:close/>
                <a:moveTo>
                  <a:pt x="105971" y="0"/>
                </a:moveTo>
                <a:lnTo>
                  <a:pt x="105971" y="43586"/>
                </a:lnTo>
                <a:cubicBezTo>
                  <a:pt x="110782" y="38303"/>
                  <a:pt x="114596" y="34914"/>
                  <a:pt x="117413" y="33420"/>
                </a:cubicBezTo>
                <a:cubicBezTo>
                  <a:pt x="120230" y="31926"/>
                  <a:pt x="123047" y="31179"/>
                  <a:pt x="125864" y="31179"/>
                </a:cubicBezTo>
                <a:cubicBezTo>
                  <a:pt x="129244" y="31179"/>
                  <a:pt x="132148" y="32108"/>
                  <a:pt x="134575" y="33966"/>
                </a:cubicBezTo>
                <a:cubicBezTo>
                  <a:pt x="137002" y="35824"/>
                  <a:pt x="138800" y="38740"/>
                  <a:pt x="139970" y="42715"/>
                </a:cubicBezTo>
                <a:cubicBezTo>
                  <a:pt x="140794" y="45481"/>
                  <a:pt x="141205" y="50537"/>
                  <a:pt x="141205" y="57882"/>
                </a:cubicBezTo>
                <a:lnTo>
                  <a:pt x="141205" y="78881"/>
                </a:lnTo>
                <a:cubicBezTo>
                  <a:pt x="141205" y="82641"/>
                  <a:pt x="141509" y="85212"/>
                  <a:pt x="142116" y="86595"/>
                </a:cubicBezTo>
                <a:cubicBezTo>
                  <a:pt x="142549" y="87632"/>
                  <a:pt x="143286" y="88452"/>
                  <a:pt x="144326" y="89057"/>
                </a:cubicBezTo>
                <a:cubicBezTo>
                  <a:pt x="145366" y="89662"/>
                  <a:pt x="147273" y="89965"/>
                  <a:pt x="150046" y="89965"/>
                </a:cubicBezTo>
                <a:lnTo>
                  <a:pt x="150046" y="92368"/>
                </a:lnTo>
                <a:lnTo>
                  <a:pt x="120793" y="92368"/>
                </a:lnTo>
                <a:lnTo>
                  <a:pt x="120793" y="89965"/>
                </a:lnTo>
                <a:lnTo>
                  <a:pt x="122158" y="89965"/>
                </a:lnTo>
                <a:cubicBezTo>
                  <a:pt x="124932" y="89965"/>
                  <a:pt x="126860" y="89542"/>
                  <a:pt x="127944" y="88698"/>
                </a:cubicBezTo>
                <a:cubicBezTo>
                  <a:pt x="129027" y="87853"/>
                  <a:pt x="129786" y="86608"/>
                  <a:pt x="130219" y="84963"/>
                </a:cubicBezTo>
                <a:cubicBezTo>
                  <a:pt x="130349" y="84270"/>
                  <a:pt x="130414" y="82235"/>
                  <a:pt x="130414" y="78857"/>
                </a:cubicBezTo>
                <a:lnTo>
                  <a:pt x="130414" y="57811"/>
                </a:lnTo>
                <a:cubicBezTo>
                  <a:pt x="130414" y="51316"/>
                  <a:pt x="130078" y="47050"/>
                  <a:pt x="129407" y="45015"/>
                </a:cubicBezTo>
                <a:cubicBezTo>
                  <a:pt x="128735" y="42979"/>
                  <a:pt x="127662" y="41453"/>
                  <a:pt x="126189" y="40435"/>
                </a:cubicBezTo>
                <a:cubicBezTo>
                  <a:pt x="124715" y="39418"/>
                  <a:pt x="122938" y="38909"/>
                  <a:pt x="120858" y="38909"/>
                </a:cubicBezTo>
                <a:cubicBezTo>
                  <a:pt x="118735" y="38909"/>
                  <a:pt x="116524" y="39472"/>
                  <a:pt x="114227" y="40598"/>
                </a:cubicBezTo>
                <a:cubicBezTo>
                  <a:pt x="111930" y="41724"/>
                  <a:pt x="109178" y="43997"/>
                  <a:pt x="105971" y="47418"/>
                </a:cubicBezTo>
                <a:lnTo>
                  <a:pt x="105971" y="78857"/>
                </a:lnTo>
                <a:cubicBezTo>
                  <a:pt x="105971" y="82928"/>
                  <a:pt x="106199" y="85461"/>
                  <a:pt x="106654" y="86457"/>
                </a:cubicBezTo>
                <a:cubicBezTo>
                  <a:pt x="107109" y="87453"/>
                  <a:pt x="107954" y="88286"/>
                  <a:pt x="109189" y="88958"/>
                </a:cubicBezTo>
                <a:cubicBezTo>
                  <a:pt x="110424" y="89629"/>
                  <a:pt x="112559" y="89965"/>
                  <a:pt x="115593" y="89965"/>
                </a:cubicBezTo>
                <a:lnTo>
                  <a:pt x="115593" y="92368"/>
                </a:lnTo>
                <a:lnTo>
                  <a:pt x="86079" y="92368"/>
                </a:lnTo>
                <a:lnTo>
                  <a:pt x="86079" y="89965"/>
                </a:lnTo>
                <a:cubicBezTo>
                  <a:pt x="88723" y="89965"/>
                  <a:pt x="90803" y="89553"/>
                  <a:pt x="92320" y="88730"/>
                </a:cubicBezTo>
                <a:cubicBezTo>
                  <a:pt x="93187" y="88299"/>
                  <a:pt x="93880" y="87477"/>
                  <a:pt x="94400" y="86266"/>
                </a:cubicBezTo>
                <a:cubicBezTo>
                  <a:pt x="94920" y="85054"/>
                  <a:pt x="95180" y="82587"/>
                  <a:pt x="95180" y="78865"/>
                </a:cubicBezTo>
                <a:lnTo>
                  <a:pt x="95180" y="25055"/>
                </a:lnTo>
                <a:cubicBezTo>
                  <a:pt x="95180" y="18262"/>
                  <a:pt x="95018" y="14086"/>
                  <a:pt x="94693" y="12528"/>
                </a:cubicBezTo>
                <a:cubicBezTo>
                  <a:pt x="94368" y="10969"/>
                  <a:pt x="93869" y="9909"/>
                  <a:pt x="93198" y="9348"/>
                </a:cubicBezTo>
                <a:cubicBezTo>
                  <a:pt x="92526" y="8785"/>
                  <a:pt x="91627" y="8503"/>
                  <a:pt x="90500" y="8503"/>
                </a:cubicBezTo>
                <a:cubicBezTo>
                  <a:pt x="89590" y="8503"/>
                  <a:pt x="88116" y="8850"/>
                  <a:pt x="86079" y="9542"/>
                </a:cubicBezTo>
                <a:lnTo>
                  <a:pt x="85169" y="7269"/>
                </a:lnTo>
                <a:lnTo>
                  <a:pt x="102981" y="0"/>
                </a:lnTo>
                <a:lnTo>
                  <a:pt x="105971" y="0"/>
                </a:lnTo>
                <a:close/>
                <a:moveTo>
                  <a:pt x="189124" y="83794"/>
                </a:moveTo>
                <a:cubicBezTo>
                  <a:pt x="183013" y="88514"/>
                  <a:pt x="179178" y="91242"/>
                  <a:pt x="177617" y="91978"/>
                </a:cubicBezTo>
                <a:cubicBezTo>
                  <a:pt x="175277" y="93104"/>
                  <a:pt x="172785" y="93667"/>
                  <a:pt x="170142" y="93667"/>
                </a:cubicBezTo>
                <a:cubicBezTo>
                  <a:pt x="166024" y="93667"/>
                  <a:pt x="162633" y="92260"/>
                  <a:pt x="159968" y="89445"/>
                </a:cubicBezTo>
                <a:cubicBezTo>
                  <a:pt x="157303" y="86630"/>
                  <a:pt x="155970" y="82928"/>
                  <a:pt x="155970" y="78337"/>
                </a:cubicBezTo>
                <a:cubicBezTo>
                  <a:pt x="155970" y="75436"/>
                  <a:pt x="156620" y="72924"/>
                  <a:pt x="157920" y="70802"/>
                </a:cubicBezTo>
                <a:cubicBezTo>
                  <a:pt x="159697" y="67858"/>
                  <a:pt x="162785" y="65086"/>
                  <a:pt x="167184" y="62488"/>
                </a:cubicBezTo>
                <a:cubicBezTo>
                  <a:pt x="171583" y="59890"/>
                  <a:pt x="178896" y="56729"/>
                  <a:pt x="189124" y="53004"/>
                </a:cubicBezTo>
                <a:lnTo>
                  <a:pt x="189124" y="50666"/>
                </a:lnTo>
                <a:cubicBezTo>
                  <a:pt x="189124" y="44733"/>
                  <a:pt x="188181" y="40663"/>
                  <a:pt x="186296" y="38454"/>
                </a:cubicBezTo>
                <a:cubicBezTo>
                  <a:pt x="184411" y="36246"/>
                  <a:pt x="181669" y="35141"/>
                  <a:pt x="178072" y="35141"/>
                </a:cubicBezTo>
                <a:cubicBezTo>
                  <a:pt x="175342" y="35141"/>
                  <a:pt x="173175" y="35875"/>
                  <a:pt x="171572" y="37342"/>
                </a:cubicBezTo>
                <a:cubicBezTo>
                  <a:pt x="169925" y="38809"/>
                  <a:pt x="169101" y="40491"/>
                  <a:pt x="169101" y="42390"/>
                </a:cubicBezTo>
                <a:lnTo>
                  <a:pt x="169231" y="46143"/>
                </a:lnTo>
                <a:cubicBezTo>
                  <a:pt x="169231" y="48127"/>
                  <a:pt x="168722" y="49658"/>
                  <a:pt x="167704" y="50737"/>
                </a:cubicBezTo>
                <a:cubicBezTo>
                  <a:pt x="166685" y="51816"/>
                  <a:pt x="165353" y="52355"/>
                  <a:pt x="163706" y="52355"/>
                </a:cubicBezTo>
                <a:cubicBezTo>
                  <a:pt x="162102" y="52355"/>
                  <a:pt x="160791" y="51794"/>
                  <a:pt x="159773" y="50672"/>
                </a:cubicBezTo>
                <a:cubicBezTo>
                  <a:pt x="158754" y="49549"/>
                  <a:pt x="158245" y="48016"/>
                  <a:pt x="158245" y="46072"/>
                </a:cubicBezTo>
                <a:cubicBezTo>
                  <a:pt x="158245" y="42360"/>
                  <a:pt x="160152" y="38950"/>
                  <a:pt x="163966" y="35842"/>
                </a:cubicBezTo>
                <a:cubicBezTo>
                  <a:pt x="167780" y="32733"/>
                  <a:pt x="173132" y="31179"/>
                  <a:pt x="180023" y="31179"/>
                </a:cubicBezTo>
                <a:cubicBezTo>
                  <a:pt x="185310" y="31179"/>
                  <a:pt x="189644" y="32065"/>
                  <a:pt x="193024" y="33838"/>
                </a:cubicBezTo>
                <a:cubicBezTo>
                  <a:pt x="195581" y="35179"/>
                  <a:pt x="197466" y="37277"/>
                  <a:pt x="198680" y="40133"/>
                </a:cubicBezTo>
                <a:cubicBezTo>
                  <a:pt x="199460" y="41992"/>
                  <a:pt x="199850" y="45798"/>
                  <a:pt x="199850" y="51551"/>
                </a:cubicBezTo>
                <a:lnTo>
                  <a:pt x="199850" y="71728"/>
                </a:lnTo>
                <a:cubicBezTo>
                  <a:pt x="199850" y="77394"/>
                  <a:pt x="199958" y="80865"/>
                  <a:pt x="200175" y="82141"/>
                </a:cubicBezTo>
                <a:cubicBezTo>
                  <a:pt x="200392" y="83417"/>
                  <a:pt x="200749" y="84272"/>
                  <a:pt x="201248" y="84705"/>
                </a:cubicBezTo>
                <a:cubicBezTo>
                  <a:pt x="201746" y="85137"/>
                  <a:pt x="202320" y="85353"/>
                  <a:pt x="202970" y="85353"/>
                </a:cubicBezTo>
                <a:cubicBezTo>
                  <a:pt x="203664" y="85353"/>
                  <a:pt x="204270" y="85201"/>
                  <a:pt x="204790" y="84898"/>
                </a:cubicBezTo>
                <a:cubicBezTo>
                  <a:pt x="205701" y="84335"/>
                  <a:pt x="207456" y="82754"/>
                  <a:pt x="210056" y="80156"/>
                </a:cubicBezTo>
                <a:lnTo>
                  <a:pt x="210056" y="83794"/>
                </a:lnTo>
                <a:cubicBezTo>
                  <a:pt x="205202" y="90289"/>
                  <a:pt x="200565" y="93537"/>
                  <a:pt x="196144" y="93537"/>
                </a:cubicBezTo>
                <a:cubicBezTo>
                  <a:pt x="194021" y="93537"/>
                  <a:pt x="192331" y="92801"/>
                  <a:pt x="191074" y="91329"/>
                </a:cubicBezTo>
                <a:cubicBezTo>
                  <a:pt x="189817" y="89856"/>
                  <a:pt x="189167" y="87345"/>
                  <a:pt x="189124" y="83794"/>
                </a:cubicBezTo>
                <a:moveTo>
                  <a:pt x="189124" y="79535"/>
                </a:moveTo>
                <a:lnTo>
                  <a:pt x="189124" y="56967"/>
                </a:lnTo>
                <a:cubicBezTo>
                  <a:pt x="182580" y="59553"/>
                  <a:pt x="178354" y="61385"/>
                  <a:pt x="176447" y="62464"/>
                </a:cubicBezTo>
                <a:cubicBezTo>
                  <a:pt x="173024" y="64361"/>
                  <a:pt x="170575" y="66344"/>
                  <a:pt x="169101" y="68413"/>
                </a:cubicBezTo>
                <a:cubicBezTo>
                  <a:pt x="167628" y="70482"/>
                  <a:pt x="166891" y="72746"/>
                  <a:pt x="166891" y="75203"/>
                </a:cubicBezTo>
                <a:cubicBezTo>
                  <a:pt x="166891" y="78308"/>
                  <a:pt x="167823" y="80883"/>
                  <a:pt x="169686" y="82931"/>
                </a:cubicBezTo>
                <a:cubicBezTo>
                  <a:pt x="171550" y="84978"/>
                  <a:pt x="173695" y="86002"/>
                  <a:pt x="176122" y="86002"/>
                </a:cubicBezTo>
                <a:cubicBezTo>
                  <a:pt x="179416" y="86002"/>
                  <a:pt x="183750" y="83846"/>
                  <a:pt x="189124" y="79535"/>
                </a:cubicBezTo>
                <a:close/>
                <a:moveTo>
                  <a:pt x="232187" y="43781"/>
                </a:moveTo>
                <a:cubicBezTo>
                  <a:pt x="239164" y="35380"/>
                  <a:pt x="245817" y="31179"/>
                  <a:pt x="252144" y="31179"/>
                </a:cubicBezTo>
                <a:cubicBezTo>
                  <a:pt x="255395" y="31179"/>
                  <a:pt x="258190" y="31990"/>
                  <a:pt x="260530" y="33611"/>
                </a:cubicBezTo>
                <a:cubicBezTo>
                  <a:pt x="262870" y="35231"/>
                  <a:pt x="264734" y="37899"/>
                  <a:pt x="266121" y="41615"/>
                </a:cubicBezTo>
                <a:cubicBezTo>
                  <a:pt x="267074" y="44206"/>
                  <a:pt x="267551" y="48181"/>
                  <a:pt x="267551" y="53540"/>
                </a:cubicBezTo>
                <a:lnTo>
                  <a:pt x="267551" y="78881"/>
                </a:lnTo>
                <a:cubicBezTo>
                  <a:pt x="267551" y="82641"/>
                  <a:pt x="267854" y="85190"/>
                  <a:pt x="268461" y="86530"/>
                </a:cubicBezTo>
                <a:cubicBezTo>
                  <a:pt x="268938" y="87610"/>
                  <a:pt x="269707" y="88452"/>
                  <a:pt x="270769" y="89057"/>
                </a:cubicBezTo>
                <a:cubicBezTo>
                  <a:pt x="271831" y="89662"/>
                  <a:pt x="273792" y="89965"/>
                  <a:pt x="276652" y="89965"/>
                </a:cubicBezTo>
                <a:lnTo>
                  <a:pt x="276652" y="92368"/>
                </a:lnTo>
                <a:lnTo>
                  <a:pt x="247204" y="92368"/>
                </a:lnTo>
                <a:lnTo>
                  <a:pt x="247204" y="89965"/>
                </a:lnTo>
                <a:lnTo>
                  <a:pt x="248439" y="89965"/>
                </a:lnTo>
                <a:cubicBezTo>
                  <a:pt x="251212" y="89965"/>
                  <a:pt x="253152" y="89544"/>
                  <a:pt x="254257" y="88704"/>
                </a:cubicBezTo>
                <a:cubicBezTo>
                  <a:pt x="255362" y="87864"/>
                  <a:pt x="256131" y="86625"/>
                  <a:pt x="256565" y="84989"/>
                </a:cubicBezTo>
                <a:cubicBezTo>
                  <a:pt x="256738" y="84342"/>
                  <a:pt x="256825" y="82317"/>
                  <a:pt x="256825" y="78914"/>
                </a:cubicBezTo>
                <a:lnTo>
                  <a:pt x="256825" y="54679"/>
                </a:lnTo>
                <a:cubicBezTo>
                  <a:pt x="256825" y="49294"/>
                  <a:pt x="256120" y="45385"/>
                  <a:pt x="254712" y="42950"/>
                </a:cubicBezTo>
                <a:cubicBezTo>
                  <a:pt x="253303" y="40516"/>
                  <a:pt x="250931" y="39299"/>
                  <a:pt x="247594" y="39299"/>
                </a:cubicBezTo>
                <a:cubicBezTo>
                  <a:pt x="242436" y="39299"/>
                  <a:pt x="237301" y="42099"/>
                  <a:pt x="232187" y="47700"/>
                </a:cubicBezTo>
                <a:lnTo>
                  <a:pt x="232187" y="78914"/>
                </a:lnTo>
                <a:cubicBezTo>
                  <a:pt x="232187" y="82921"/>
                  <a:pt x="232425" y="85398"/>
                  <a:pt x="232902" y="86345"/>
                </a:cubicBezTo>
                <a:cubicBezTo>
                  <a:pt x="233509" y="87594"/>
                  <a:pt x="234343" y="88510"/>
                  <a:pt x="235405" y="89092"/>
                </a:cubicBezTo>
                <a:cubicBezTo>
                  <a:pt x="236467" y="89674"/>
                  <a:pt x="238623" y="89965"/>
                  <a:pt x="241873" y="89965"/>
                </a:cubicBezTo>
                <a:lnTo>
                  <a:pt x="241873" y="92368"/>
                </a:lnTo>
                <a:lnTo>
                  <a:pt x="212425" y="92368"/>
                </a:lnTo>
                <a:lnTo>
                  <a:pt x="212425" y="89965"/>
                </a:lnTo>
                <a:lnTo>
                  <a:pt x="213725" y="89965"/>
                </a:lnTo>
                <a:cubicBezTo>
                  <a:pt x="216759" y="89965"/>
                  <a:pt x="218806" y="89198"/>
                  <a:pt x="219868" y="87665"/>
                </a:cubicBezTo>
                <a:cubicBezTo>
                  <a:pt x="220930" y="86130"/>
                  <a:pt x="221461" y="83202"/>
                  <a:pt x="221461" y="78881"/>
                </a:cubicBezTo>
                <a:lnTo>
                  <a:pt x="221461" y="56845"/>
                </a:lnTo>
                <a:cubicBezTo>
                  <a:pt x="221461" y="49716"/>
                  <a:pt x="221298" y="45374"/>
                  <a:pt x="220973" y="43819"/>
                </a:cubicBezTo>
                <a:cubicBezTo>
                  <a:pt x="220648" y="42263"/>
                  <a:pt x="220150" y="41204"/>
                  <a:pt x="219478" y="40642"/>
                </a:cubicBezTo>
                <a:cubicBezTo>
                  <a:pt x="218806" y="40081"/>
                  <a:pt x="217907" y="39800"/>
                  <a:pt x="216780" y="39800"/>
                </a:cubicBezTo>
                <a:cubicBezTo>
                  <a:pt x="215567" y="39800"/>
                  <a:pt x="214115" y="40124"/>
                  <a:pt x="212425" y="40772"/>
                </a:cubicBezTo>
                <a:lnTo>
                  <a:pt x="211450" y="38438"/>
                </a:lnTo>
                <a:lnTo>
                  <a:pt x="229392" y="31179"/>
                </a:lnTo>
                <a:lnTo>
                  <a:pt x="232187" y="31179"/>
                </a:lnTo>
                <a:lnTo>
                  <a:pt x="232187" y="43781"/>
                </a:lnTo>
                <a:close/>
                <a:moveTo>
                  <a:pt x="299088" y="43781"/>
                </a:moveTo>
                <a:cubicBezTo>
                  <a:pt x="306066" y="35380"/>
                  <a:pt x="312718" y="31179"/>
                  <a:pt x="319045" y="31179"/>
                </a:cubicBezTo>
                <a:cubicBezTo>
                  <a:pt x="322296" y="31179"/>
                  <a:pt x="325091" y="31990"/>
                  <a:pt x="327431" y="33611"/>
                </a:cubicBezTo>
                <a:cubicBezTo>
                  <a:pt x="329772" y="35231"/>
                  <a:pt x="331635" y="37899"/>
                  <a:pt x="333022" y="41615"/>
                </a:cubicBezTo>
                <a:cubicBezTo>
                  <a:pt x="333975" y="44206"/>
                  <a:pt x="334452" y="48181"/>
                  <a:pt x="334452" y="53540"/>
                </a:cubicBezTo>
                <a:lnTo>
                  <a:pt x="334452" y="78881"/>
                </a:lnTo>
                <a:cubicBezTo>
                  <a:pt x="334452" y="82641"/>
                  <a:pt x="334756" y="85190"/>
                  <a:pt x="335362" y="86530"/>
                </a:cubicBezTo>
                <a:cubicBezTo>
                  <a:pt x="335839" y="87610"/>
                  <a:pt x="336608" y="88452"/>
                  <a:pt x="337670" y="89057"/>
                </a:cubicBezTo>
                <a:cubicBezTo>
                  <a:pt x="338732" y="89662"/>
                  <a:pt x="340693" y="89965"/>
                  <a:pt x="343553" y="89965"/>
                </a:cubicBezTo>
                <a:lnTo>
                  <a:pt x="343553" y="92368"/>
                </a:lnTo>
                <a:lnTo>
                  <a:pt x="314105" y="92368"/>
                </a:lnTo>
                <a:lnTo>
                  <a:pt x="314105" y="89965"/>
                </a:lnTo>
                <a:lnTo>
                  <a:pt x="315340" y="89965"/>
                </a:lnTo>
                <a:cubicBezTo>
                  <a:pt x="318114" y="89965"/>
                  <a:pt x="320053" y="89544"/>
                  <a:pt x="321158" y="88704"/>
                </a:cubicBezTo>
                <a:cubicBezTo>
                  <a:pt x="322263" y="87864"/>
                  <a:pt x="323033" y="86625"/>
                  <a:pt x="323466" y="84989"/>
                </a:cubicBezTo>
                <a:cubicBezTo>
                  <a:pt x="323639" y="84342"/>
                  <a:pt x="323726" y="82317"/>
                  <a:pt x="323726" y="78914"/>
                </a:cubicBezTo>
                <a:lnTo>
                  <a:pt x="323726" y="54679"/>
                </a:lnTo>
                <a:cubicBezTo>
                  <a:pt x="323726" y="49294"/>
                  <a:pt x="323022" y="45385"/>
                  <a:pt x="321613" y="42950"/>
                </a:cubicBezTo>
                <a:cubicBezTo>
                  <a:pt x="320205" y="40516"/>
                  <a:pt x="317832" y="39299"/>
                  <a:pt x="314495" y="39299"/>
                </a:cubicBezTo>
                <a:cubicBezTo>
                  <a:pt x="309338" y="39299"/>
                  <a:pt x="304202" y="42099"/>
                  <a:pt x="299088" y="47700"/>
                </a:cubicBezTo>
                <a:lnTo>
                  <a:pt x="299088" y="78914"/>
                </a:lnTo>
                <a:cubicBezTo>
                  <a:pt x="299088" y="82921"/>
                  <a:pt x="299327" y="85398"/>
                  <a:pt x="299803" y="86345"/>
                </a:cubicBezTo>
                <a:cubicBezTo>
                  <a:pt x="300410" y="87594"/>
                  <a:pt x="301244" y="88510"/>
                  <a:pt x="302306" y="89092"/>
                </a:cubicBezTo>
                <a:cubicBezTo>
                  <a:pt x="303368" y="89674"/>
                  <a:pt x="305524" y="89965"/>
                  <a:pt x="308774" y="89965"/>
                </a:cubicBezTo>
                <a:lnTo>
                  <a:pt x="308774" y="92368"/>
                </a:lnTo>
                <a:lnTo>
                  <a:pt x="279326" y="92368"/>
                </a:lnTo>
                <a:lnTo>
                  <a:pt x="279326" y="89965"/>
                </a:lnTo>
                <a:lnTo>
                  <a:pt x="280626" y="89965"/>
                </a:lnTo>
                <a:cubicBezTo>
                  <a:pt x="283660" y="89965"/>
                  <a:pt x="285708" y="89198"/>
                  <a:pt x="286769" y="87665"/>
                </a:cubicBezTo>
                <a:cubicBezTo>
                  <a:pt x="287831" y="86130"/>
                  <a:pt x="288362" y="83202"/>
                  <a:pt x="288362" y="78881"/>
                </a:cubicBezTo>
                <a:lnTo>
                  <a:pt x="288362" y="56845"/>
                </a:lnTo>
                <a:cubicBezTo>
                  <a:pt x="288362" y="49716"/>
                  <a:pt x="288199" y="45374"/>
                  <a:pt x="287874" y="43819"/>
                </a:cubicBezTo>
                <a:cubicBezTo>
                  <a:pt x="287549" y="42263"/>
                  <a:pt x="287051" y="41204"/>
                  <a:pt x="286379" y="40642"/>
                </a:cubicBezTo>
                <a:cubicBezTo>
                  <a:pt x="285708" y="40081"/>
                  <a:pt x="284808" y="39800"/>
                  <a:pt x="283681" y="39800"/>
                </a:cubicBezTo>
                <a:cubicBezTo>
                  <a:pt x="282468" y="39800"/>
                  <a:pt x="281016" y="40124"/>
                  <a:pt x="279326" y="40772"/>
                </a:cubicBezTo>
                <a:lnTo>
                  <a:pt x="278351" y="38438"/>
                </a:lnTo>
                <a:lnTo>
                  <a:pt x="296293" y="31179"/>
                </a:lnTo>
                <a:lnTo>
                  <a:pt x="299088" y="31179"/>
                </a:lnTo>
                <a:lnTo>
                  <a:pt x="299088" y="43781"/>
                </a:lnTo>
                <a:close/>
                <a:moveTo>
                  <a:pt x="358643" y="55343"/>
                </a:moveTo>
                <a:cubicBezTo>
                  <a:pt x="358599" y="64157"/>
                  <a:pt x="360745" y="71070"/>
                  <a:pt x="365078" y="76082"/>
                </a:cubicBezTo>
                <a:cubicBezTo>
                  <a:pt x="369412" y="81093"/>
                  <a:pt x="374504" y="83599"/>
                  <a:pt x="380355" y="83599"/>
                </a:cubicBezTo>
                <a:cubicBezTo>
                  <a:pt x="384256" y="83599"/>
                  <a:pt x="387647" y="82527"/>
                  <a:pt x="390529" y="80383"/>
                </a:cubicBezTo>
                <a:cubicBezTo>
                  <a:pt x="393411" y="78240"/>
                  <a:pt x="395827" y="74570"/>
                  <a:pt x="397777" y="69373"/>
                </a:cubicBezTo>
                <a:lnTo>
                  <a:pt x="399792" y="70672"/>
                </a:lnTo>
                <a:cubicBezTo>
                  <a:pt x="398882" y="76605"/>
                  <a:pt x="396239" y="82007"/>
                  <a:pt x="391861" y="86879"/>
                </a:cubicBezTo>
                <a:cubicBezTo>
                  <a:pt x="387484" y="91751"/>
                  <a:pt x="382002" y="94187"/>
                  <a:pt x="375415" y="94187"/>
                </a:cubicBezTo>
                <a:cubicBezTo>
                  <a:pt x="368264" y="94187"/>
                  <a:pt x="362142" y="91410"/>
                  <a:pt x="357050" y="85858"/>
                </a:cubicBezTo>
                <a:cubicBezTo>
                  <a:pt x="351958" y="80304"/>
                  <a:pt x="349412" y="72838"/>
                  <a:pt x="349412" y="63460"/>
                </a:cubicBezTo>
                <a:cubicBezTo>
                  <a:pt x="349412" y="53305"/>
                  <a:pt x="352023" y="45387"/>
                  <a:pt x="357245" y="39705"/>
                </a:cubicBezTo>
                <a:cubicBezTo>
                  <a:pt x="362467" y="34021"/>
                  <a:pt x="369022" y="31179"/>
                  <a:pt x="376910" y="31179"/>
                </a:cubicBezTo>
                <a:cubicBezTo>
                  <a:pt x="383584" y="31179"/>
                  <a:pt x="389066" y="33371"/>
                  <a:pt x="393357" y="37756"/>
                </a:cubicBezTo>
                <a:cubicBezTo>
                  <a:pt x="397647" y="42139"/>
                  <a:pt x="399792" y="48001"/>
                  <a:pt x="399792" y="55343"/>
                </a:cubicBezTo>
                <a:lnTo>
                  <a:pt x="358643" y="55343"/>
                </a:lnTo>
                <a:moveTo>
                  <a:pt x="358643" y="51575"/>
                </a:moveTo>
                <a:lnTo>
                  <a:pt x="386206" y="51575"/>
                </a:lnTo>
                <a:cubicBezTo>
                  <a:pt x="385989" y="47765"/>
                  <a:pt x="385534" y="45080"/>
                  <a:pt x="384841" y="43521"/>
                </a:cubicBezTo>
                <a:cubicBezTo>
                  <a:pt x="383757" y="41096"/>
                  <a:pt x="382143" y="39190"/>
                  <a:pt x="379998" y="37805"/>
                </a:cubicBezTo>
                <a:cubicBezTo>
                  <a:pt x="377852" y="36419"/>
                  <a:pt x="375610" y="35726"/>
                  <a:pt x="373269" y="35726"/>
                </a:cubicBezTo>
                <a:cubicBezTo>
                  <a:pt x="369672" y="35726"/>
                  <a:pt x="366454" y="37123"/>
                  <a:pt x="363616" y="39916"/>
                </a:cubicBezTo>
                <a:cubicBezTo>
                  <a:pt x="360777" y="42709"/>
                  <a:pt x="359119" y="46595"/>
                  <a:pt x="358643" y="51575"/>
                </a:cubicBezTo>
                <a:close/>
                <a:moveTo>
                  <a:pt x="428554" y="0"/>
                </a:moveTo>
                <a:lnTo>
                  <a:pt x="428554" y="78865"/>
                </a:lnTo>
                <a:cubicBezTo>
                  <a:pt x="428554" y="82587"/>
                  <a:pt x="428825" y="85054"/>
                  <a:pt x="429366" y="86266"/>
                </a:cubicBezTo>
                <a:cubicBezTo>
                  <a:pt x="429908" y="87477"/>
                  <a:pt x="430742" y="88397"/>
                  <a:pt x="431869" y="89025"/>
                </a:cubicBezTo>
                <a:cubicBezTo>
                  <a:pt x="432996" y="89651"/>
                  <a:pt x="435098" y="89965"/>
                  <a:pt x="438175" y="89965"/>
                </a:cubicBezTo>
                <a:lnTo>
                  <a:pt x="438175" y="92368"/>
                </a:lnTo>
                <a:lnTo>
                  <a:pt x="408987" y="92368"/>
                </a:lnTo>
                <a:lnTo>
                  <a:pt x="408987" y="89965"/>
                </a:lnTo>
                <a:cubicBezTo>
                  <a:pt x="411717" y="89965"/>
                  <a:pt x="413580" y="89684"/>
                  <a:pt x="414577" y="89122"/>
                </a:cubicBezTo>
                <a:cubicBezTo>
                  <a:pt x="415574" y="88559"/>
                  <a:pt x="416354" y="87629"/>
                  <a:pt x="416917" y="86331"/>
                </a:cubicBezTo>
                <a:cubicBezTo>
                  <a:pt x="417481" y="85032"/>
                  <a:pt x="417763" y="82543"/>
                  <a:pt x="417763" y="78865"/>
                </a:cubicBezTo>
                <a:lnTo>
                  <a:pt x="417763" y="24860"/>
                </a:lnTo>
                <a:cubicBezTo>
                  <a:pt x="417763" y="18153"/>
                  <a:pt x="417611" y="14032"/>
                  <a:pt x="417307" y="12496"/>
                </a:cubicBezTo>
                <a:cubicBezTo>
                  <a:pt x="417004" y="10959"/>
                  <a:pt x="416517" y="9909"/>
                  <a:pt x="415845" y="9348"/>
                </a:cubicBezTo>
                <a:cubicBezTo>
                  <a:pt x="415173" y="8785"/>
                  <a:pt x="414317" y="8503"/>
                  <a:pt x="413277" y="8503"/>
                </a:cubicBezTo>
                <a:cubicBezTo>
                  <a:pt x="412150" y="8503"/>
                  <a:pt x="410720" y="8850"/>
                  <a:pt x="408987" y="9542"/>
                </a:cubicBezTo>
                <a:lnTo>
                  <a:pt x="407881" y="7269"/>
                </a:lnTo>
                <a:lnTo>
                  <a:pt x="425628" y="0"/>
                </a:lnTo>
                <a:lnTo>
                  <a:pt x="428554" y="0"/>
                </a:lnTo>
                <a:close/>
                <a:moveTo>
                  <a:pt x="536430" y="59890"/>
                </a:moveTo>
                <a:lnTo>
                  <a:pt x="536430" y="69114"/>
                </a:lnTo>
                <a:lnTo>
                  <a:pt x="524599" y="69114"/>
                </a:lnTo>
                <a:lnTo>
                  <a:pt x="524599" y="92368"/>
                </a:lnTo>
                <a:lnTo>
                  <a:pt x="513873" y="92368"/>
                </a:lnTo>
                <a:lnTo>
                  <a:pt x="513873" y="69114"/>
                </a:lnTo>
                <a:lnTo>
                  <a:pt x="476558" y="69114"/>
                </a:lnTo>
                <a:lnTo>
                  <a:pt x="476558" y="60799"/>
                </a:lnTo>
                <a:lnTo>
                  <a:pt x="517448" y="2468"/>
                </a:lnTo>
                <a:lnTo>
                  <a:pt x="524599" y="2468"/>
                </a:lnTo>
                <a:lnTo>
                  <a:pt x="524599" y="59890"/>
                </a:lnTo>
                <a:lnTo>
                  <a:pt x="536430" y="59890"/>
                </a:lnTo>
                <a:moveTo>
                  <a:pt x="513873" y="59890"/>
                </a:moveTo>
                <a:lnTo>
                  <a:pt x="513873" y="16174"/>
                </a:lnTo>
                <a:lnTo>
                  <a:pt x="482929" y="59890"/>
                </a:lnTo>
                <a:lnTo>
                  <a:pt x="513873" y="598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4C1998-D5BD-4BF5-96D4-6DEFFCCC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942" y="3803758"/>
            <a:ext cx="267615" cy="199475"/>
          </a:xfrm>
          <a:custGeom xmlns:a="http://schemas.openxmlformats.org/drawingml/2006/main">
            <a:pathLst>
              <a:path w="267615" h="199475">
                <a:moveTo>
                  <a:pt x="6624" y="0"/>
                </a:moveTo>
                <a:lnTo>
                  <a:pt x="0" y="8952"/>
                </a:lnTo>
                <a:lnTo>
                  <a:pt x="219496" y="170882"/>
                </a:lnTo>
                <a:lnTo>
                  <a:pt x="206253" y="188794"/>
                </a:lnTo>
                <a:lnTo>
                  <a:pt x="267615" y="199475"/>
                </a:lnTo>
                <a:lnTo>
                  <a:pt x="239356" y="144018"/>
                </a:lnTo>
                <a:lnTo>
                  <a:pt x="226110" y="161935"/>
                </a:lnTo>
                <a:lnTo>
                  <a:pt x="662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A7FD3D-35F2-4D05-A46F-EC702793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0594" y="4205907"/>
            <a:ext cx="577097" cy="247777"/>
          </a:xfrm>
          <a:custGeom xmlns:a="http://schemas.openxmlformats.org/drawingml/2006/main">
            <a:pathLst>
              <a:path w="577097" h="247777">
                <a:moveTo>
                  <a:pt x="49336" y="216926"/>
                </a:moveTo>
                <a:lnTo>
                  <a:pt x="40806" y="196360"/>
                </a:lnTo>
                <a:lnTo>
                  <a:pt x="0" y="243396"/>
                </a:lnTo>
                <a:lnTo>
                  <a:pt x="62133" y="247777"/>
                </a:lnTo>
                <a:lnTo>
                  <a:pt x="53602" y="227211"/>
                </a:lnTo>
                <a:lnTo>
                  <a:pt x="577097" y="10287"/>
                </a:lnTo>
                <a:lnTo>
                  <a:pt x="572835" y="0"/>
                </a:lnTo>
                <a:lnTo>
                  <a:pt x="49336" y="21692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CF9BE-B882-42B4-BE9A-FC668326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0417" y="2833801"/>
            <a:ext cx="2564040" cy="2256424"/>
          </a:xfrm>
          <a:custGeom xmlns:a="http://schemas.openxmlformats.org/drawingml/2006/main">
            <a:pathLst>
              <a:path w="2564040" h="2256424" fill="none">
                <a:moveTo>
                  <a:pt x="136931" y="0"/>
                </a:moveTo>
                <a:cubicBezTo>
                  <a:pt x="61311" y="0"/>
                  <a:pt x="0" y="61311"/>
                  <a:pt x="0" y="136931"/>
                </a:cubicBezTo>
                <a:lnTo>
                  <a:pt x="0" y="2119493"/>
                </a:lnTo>
                <a:cubicBezTo>
                  <a:pt x="0" y="2195113"/>
                  <a:pt x="61311" y="2256424"/>
                  <a:pt x="136931" y="2256424"/>
                </a:cubicBezTo>
                <a:lnTo>
                  <a:pt x="2427109" y="2256424"/>
                </a:lnTo>
                <a:cubicBezTo>
                  <a:pt x="2502729" y="2256424"/>
                  <a:pt x="2564040" y="2195113"/>
                  <a:pt x="2564040" y="2119493"/>
                </a:cubicBezTo>
                <a:lnTo>
                  <a:pt x="2564040" y="136931"/>
                </a:lnTo>
                <a:cubicBezTo>
                  <a:pt x="2564040" y="61311"/>
                  <a:pt x="2502729" y="0"/>
                  <a:pt x="2427109" y="0"/>
                </a:cubicBezTo>
                <a:lnTo>
                  <a:pt x="1369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47" cap="flat">
            <a:solidFill>
              <a:srgbClr val="231F20"/>
            </a:solidFill>
            <a:miter/>
          </a:ln>
        </p:spPr>
      </p:sp>
      <p:sp>
        <p:nvSpPr>
          <p:cNvPr id="180" name="Text Dif">
            <a:extLst xmlns:a="http://schemas.openxmlformats.org/drawingml/2006/main">
              <a:ext uri="{FF2B5EF4-FFF2-40B4-BE49-F238E27FC236}">
                <a16:creationId xmlns:a16="http://schemas.microsoft.com/office/drawing/2014/main" id="{163FDAC4-5879-4B37-A7CF-85B591E3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707" y="4232906"/>
            <a:ext cx="291147" cy="142615"/>
          </a:xfrm>
          <a:custGeom xmlns:a="http://schemas.openxmlformats.org/drawingml/2006/main">
            <a:pathLst>
              <a:path w="291147" h="142615">
                <a:moveTo>
                  <a:pt x="0" y="142615"/>
                </a:moveTo>
                <a:lnTo>
                  <a:pt x="0" y="138804"/>
                </a:lnTo>
                <a:lnTo>
                  <a:pt x="5115" y="138804"/>
                </a:lnTo>
                <a:cubicBezTo>
                  <a:pt x="10865" y="138804"/>
                  <a:pt x="14943" y="136974"/>
                  <a:pt x="17350" y="133316"/>
                </a:cubicBezTo>
                <a:cubicBezTo>
                  <a:pt x="18821" y="131120"/>
                  <a:pt x="19557" y="126196"/>
                  <a:pt x="19557" y="118545"/>
                </a:cubicBezTo>
                <a:lnTo>
                  <a:pt x="19557" y="30689"/>
                </a:lnTo>
                <a:cubicBezTo>
                  <a:pt x="19557" y="22240"/>
                  <a:pt x="18621" y="16950"/>
                  <a:pt x="16749" y="14821"/>
                </a:cubicBezTo>
                <a:cubicBezTo>
                  <a:pt x="14141" y="11894"/>
                  <a:pt x="10263" y="10430"/>
                  <a:pt x="5115" y="10430"/>
                </a:cubicBezTo>
                <a:lnTo>
                  <a:pt x="0" y="10430"/>
                </a:lnTo>
                <a:lnTo>
                  <a:pt x="0" y="6619"/>
                </a:lnTo>
                <a:lnTo>
                  <a:pt x="55361" y="6619"/>
                </a:lnTo>
                <a:cubicBezTo>
                  <a:pt x="75687" y="6619"/>
                  <a:pt x="91148" y="8926"/>
                  <a:pt x="101746" y="13539"/>
                </a:cubicBezTo>
                <a:cubicBezTo>
                  <a:pt x="112343" y="18153"/>
                  <a:pt x="120868" y="25842"/>
                  <a:pt x="127320" y="36606"/>
                </a:cubicBezTo>
                <a:cubicBezTo>
                  <a:pt x="133772" y="47371"/>
                  <a:pt x="136998" y="59807"/>
                  <a:pt x="136998" y="73915"/>
                </a:cubicBezTo>
                <a:cubicBezTo>
                  <a:pt x="136998" y="92837"/>
                  <a:pt x="131248" y="108649"/>
                  <a:pt x="119748" y="121353"/>
                </a:cubicBezTo>
                <a:cubicBezTo>
                  <a:pt x="106844" y="135527"/>
                  <a:pt x="87187" y="142615"/>
                  <a:pt x="60777" y="142615"/>
                </a:cubicBezTo>
                <a:lnTo>
                  <a:pt x="0" y="142615"/>
                </a:lnTo>
                <a:moveTo>
                  <a:pt x="38813" y="132589"/>
                </a:moveTo>
                <a:cubicBezTo>
                  <a:pt x="47304" y="134459"/>
                  <a:pt x="54425" y="135394"/>
                  <a:pt x="60175" y="135394"/>
                </a:cubicBezTo>
                <a:cubicBezTo>
                  <a:pt x="75687" y="135394"/>
                  <a:pt x="88557" y="129954"/>
                  <a:pt x="98787" y="119074"/>
                </a:cubicBezTo>
                <a:cubicBezTo>
                  <a:pt x="109017" y="108193"/>
                  <a:pt x="114132" y="93440"/>
                  <a:pt x="114132" y="74818"/>
                </a:cubicBezTo>
                <a:cubicBezTo>
                  <a:pt x="114132" y="56061"/>
                  <a:pt x="109017" y="41276"/>
                  <a:pt x="98787" y="30464"/>
                </a:cubicBezTo>
                <a:cubicBezTo>
                  <a:pt x="88557" y="19649"/>
                  <a:pt x="75419" y="14241"/>
                  <a:pt x="59373" y="14241"/>
                </a:cubicBezTo>
                <a:cubicBezTo>
                  <a:pt x="53355" y="14241"/>
                  <a:pt x="46502" y="15209"/>
                  <a:pt x="38813" y="17144"/>
                </a:cubicBezTo>
                <a:lnTo>
                  <a:pt x="38813" y="132589"/>
                </a:lnTo>
                <a:close/>
                <a:moveTo>
                  <a:pt x="174573" y="0"/>
                </a:moveTo>
                <a:cubicBezTo>
                  <a:pt x="177381" y="0"/>
                  <a:pt x="179771" y="991"/>
                  <a:pt x="181744" y="2974"/>
                </a:cubicBezTo>
                <a:cubicBezTo>
                  <a:pt x="183716" y="4955"/>
                  <a:pt x="184702" y="7357"/>
                  <a:pt x="184702" y="10180"/>
                </a:cubicBezTo>
                <a:cubicBezTo>
                  <a:pt x="184702" y="13002"/>
                  <a:pt x="183716" y="15422"/>
                  <a:pt x="181744" y="17438"/>
                </a:cubicBezTo>
                <a:cubicBezTo>
                  <a:pt x="179771" y="19452"/>
                  <a:pt x="177381" y="20459"/>
                  <a:pt x="174573" y="20459"/>
                </a:cubicBezTo>
                <a:cubicBezTo>
                  <a:pt x="171765" y="20459"/>
                  <a:pt x="169358" y="19452"/>
                  <a:pt x="167352" y="17438"/>
                </a:cubicBezTo>
                <a:cubicBezTo>
                  <a:pt x="165346" y="15422"/>
                  <a:pt x="164343" y="13002"/>
                  <a:pt x="164343" y="10180"/>
                </a:cubicBezTo>
                <a:cubicBezTo>
                  <a:pt x="164343" y="7357"/>
                  <a:pt x="165329" y="4955"/>
                  <a:pt x="167302" y="2974"/>
                </a:cubicBezTo>
                <a:cubicBezTo>
                  <a:pt x="169274" y="991"/>
                  <a:pt x="171698" y="0"/>
                  <a:pt x="174573" y="0"/>
                </a:cubicBezTo>
                <a:moveTo>
                  <a:pt x="182897" y="48140"/>
                </a:moveTo>
                <a:lnTo>
                  <a:pt x="182897" y="121754"/>
                </a:lnTo>
                <a:cubicBezTo>
                  <a:pt x="182897" y="127537"/>
                  <a:pt x="183315" y="131388"/>
                  <a:pt x="184151" y="133306"/>
                </a:cubicBezTo>
                <a:cubicBezTo>
                  <a:pt x="184987" y="135222"/>
                  <a:pt x="186223" y="136651"/>
                  <a:pt x="187862" y="137594"/>
                </a:cubicBezTo>
                <a:cubicBezTo>
                  <a:pt x="189500" y="138534"/>
                  <a:pt x="192492" y="139004"/>
                  <a:pt x="196838" y="139004"/>
                </a:cubicBezTo>
                <a:lnTo>
                  <a:pt x="196838" y="142615"/>
                </a:lnTo>
                <a:lnTo>
                  <a:pt x="152208" y="142615"/>
                </a:lnTo>
                <a:lnTo>
                  <a:pt x="152208" y="139004"/>
                </a:lnTo>
                <a:cubicBezTo>
                  <a:pt x="156688" y="139004"/>
                  <a:pt x="159696" y="138567"/>
                  <a:pt x="161234" y="137694"/>
                </a:cubicBezTo>
                <a:cubicBezTo>
                  <a:pt x="162772" y="136819"/>
                  <a:pt x="163992" y="135373"/>
                  <a:pt x="164895" y="133356"/>
                </a:cubicBezTo>
                <a:cubicBezTo>
                  <a:pt x="165797" y="131338"/>
                  <a:pt x="166249" y="127471"/>
                  <a:pt x="166249" y="121754"/>
                </a:cubicBezTo>
                <a:lnTo>
                  <a:pt x="166249" y="86652"/>
                </a:lnTo>
                <a:cubicBezTo>
                  <a:pt x="166249" y="76648"/>
                  <a:pt x="165948" y="70169"/>
                  <a:pt x="165346" y="67214"/>
                </a:cubicBezTo>
                <a:cubicBezTo>
                  <a:pt x="164878" y="65064"/>
                  <a:pt x="164143" y="63571"/>
                  <a:pt x="163140" y="62736"/>
                </a:cubicBezTo>
                <a:cubicBezTo>
                  <a:pt x="162137" y="61898"/>
                  <a:pt x="160766" y="61479"/>
                  <a:pt x="159028" y="61479"/>
                </a:cubicBezTo>
                <a:cubicBezTo>
                  <a:pt x="157156" y="61479"/>
                  <a:pt x="154882" y="61980"/>
                  <a:pt x="152208" y="62983"/>
                </a:cubicBezTo>
                <a:lnTo>
                  <a:pt x="150804" y="59373"/>
                </a:lnTo>
                <a:lnTo>
                  <a:pt x="178484" y="48140"/>
                </a:lnTo>
                <a:lnTo>
                  <a:pt x="182897" y="48140"/>
                </a:lnTo>
                <a:close/>
                <a:moveTo>
                  <a:pt x="244210" y="57969"/>
                </a:moveTo>
                <a:lnTo>
                  <a:pt x="244210" y="118344"/>
                </a:lnTo>
                <a:cubicBezTo>
                  <a:pt x="244210" y="126902"/>
                  <a:pt x="245146" y="132318"/>
                  <a:pt x="247018" y="134591"/>
                </a:cubicBezTo>
                <a:cubicBezTo>
                  <a:pt x="249492" y="137533"/>
                  <a:pt x="252802" y="139004"/>
                  <a:pt x="256947" y="139004"/>
                </a:cubicBezTo>
                <a:lnTo>
                  <a:pt x="265271" y="139004"/>
                </a:lnTo>
                <a:lnTo>
                  <a:pt x="265271" y="142615"/>
                </a:lnTo>
                <a:lnTo>
                  <a:pt x="210412" y="142615"/>
                </a:lnTo>
                <a:lnTo>
                  <a:pt x="210412" y="139004"/>
                </a:lnTo>
                <a:lnTo>
                  <a:pt x="214524" y="139004"/>
                </a:lnTo>
                <a:cubicBezTo>
                  <a:pt x="217198" y="139004"/>
                  <a:pt x="219639" y="138335"/>
                  <a:pt x="221845" y="136998"/>
                </a:cubicBezTo>
                <a:cubicBezTo>
                  <a:pt x="224052" y="135661"/>
                  <a:pt x="225573" y="133856"/>
                  <a:pt x="226408" y="131583"/>
                </a:cubicBezTo>
                <a:cubicBezTo>
                  <a:pt x="227244" y="129309"/>
                  <a:pt x="227662" y="124896"/>
                  <a:pt x="227662" y="118344"/>
                </a:cubicBezTo>
                <a:lnTo>
                  <a:pt x="227662" y="57969"/>
                </a:lnTo>
                <a:lnTo>
                  <a:pt x="209810" y="57969"/>
                </a:lnTo>
                <a:lnTo>
                  <a:pt x="209810" y="50748"/>
                </a:lnTo>
                <a:lnTo>
                  <a:pt x="227662" y="50748"/>
                </a:lnTo>
                <a:lnTo>
                  <a:pt x="227662" y="44705"/>
                </a:lnTo>
                <a:cubicBezTo>
                  <a:pt x="227662" y="35509"/>
                  <a:pt x="229133" y="27723"/>
                  <a:pt x="232075" y="21346"/>
                </a:cubicBezTo>
                <a:cubicBezTo>
                  <a:pt x="235017" y="14970"/>
                  <a:pt x="239513" y="9818"/>
                  <a:pt x="245564" y="5892"/>
                </a:cubicBezTo>
                <a:cubicBezTo>
                  <a:pt x="251615" y="1964"/>
                  <a:pt x="258418" y="0"/>
                  <a:pt x="265973" y="0"/>
                </a:cubicBezTo>
                <a:cubicBezTo>
                  <a:pt x="272994" y="0"/>
                  <a:pt x="279446" y="2273"/>
                  <a:pt x="285330" y="6820"/>
                </a:cubicBezTo>
                <a:cubicBezTo>
                  <a:pt x="289208" y="9829"/>
                  <a:pt x="291147" y="13205"/>
                  <a:pt x="291147" y="16949"/>
                </a:cubicBezTo>
                <a:cubicBezTo>
                  <a:pt x="291147" y="18955"/>
                  <a:pt x="290277" y="20844"/>
                  <a:pt x="288539" y="22616"/>
                </a:cubicBezTo>
                <a:cubicBezTo>
                  <a:pt x="286801" y="24388"/>
                  <a:pt x="284929" y="25273"/>
                  <a:pt x="282923" y="25273"/>
                </a:cubicBezTo>
                <a:cubicBezTo>
                  <a:pt x="281385" y="25273"/>
                  <a:pt x="279764" y="24722"/>
                  <a:pt x="278059" y="23619"/>
                </a:cubicBezTo>
                <a:cubicBezTo>
                  <a:pt x="276354" y="22515"/>
                  <a:pt x="274264" y="20142"/>
                  <a:pt x="271790" y="16498"/>
                </a:cubicBezTo>
                <a:cubicBezTo>
                  <a:pt x="269317" y="12854"/>
                  <a:pt x="267043" y="10397"/>
                  <a:pt x="264971" y="9127"/>
                </a:cubicBezTo>
                <a:cubicBezTo>
                  <a:pt x="262898" y="7856"/>
                  <a:pt x="260591" y="7221"/>
                  <a:pt x="258050" y="7221"/>
                </a:cubicBezTo>
                <a:cubicBezTo>
                  <a:pt x="254975" y="7221"/>
                  <a:pt x="252367" y="8044"/>
                  <a:pt x="250228" y="9691"/>
                </a:cubicBezTo>
                <a:cubicBezTo>
                  <a:pt x="248088" y="11335"/>
                  <a:pt x="246550" y="13887"/>
                  <a:pt x="245614" y="17347"/>
                </a:cubicBezTo>
                <a:cubicBezTo>
                  <a:pt x="244678" y="20807"/>
                  <a:pt x="244210" y="29724"/>
                  <a:pt x="244210" y="44097"/>
                </a:cubicBezTo>
                <a:lnTo>
                  <a:pt x="244210" y="50748"/>
                </a:lnTo>
                <a:lnTo>
                  <a:pt x="267879" y="50748"/>
                </a:lnTo>
                <a:lnTo>
                  <a:pt x="267879" y="57969"/>
                </a:lnTo>
                <a:lnTo>
                  <a:pt x="244210" y="5796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f">
            <a:extLst xmlns:a="http://schemas.openxmlformats.org/drawingml/2006/main">
              <a:ext uri="{FF2B5EF4-FFF2-40B4-BE49-F238E27FC236}">
                <a16:creationId xmlns:a16="http://schemas.microsoft.com/office/drawing/2014/main" id="{F59CC260-14F8-4E90-84BE-283EDC49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9197" y="4232906"/>
            <a:ext cx="81336" cy="142615"/>
          </a:xfrm>
          <a:custGeom xmlns:a="http://schemas.openxmlformats.org/drawingml/2006/main">
            <a:pathLst>
              <a:path w="81336" h="142615">
                <a:moveTo>
                  <a:pt x="34400" y="57969"/>
                </a:moveTo>
                <a:lnTo>
                  <a:pt x="34400" y="118344"/>
                </a:lnTo>
                <a:cubicBezTo>
                  <a:pt x="34400" y="126902"/>
                  <a:pt x="35336" y="132318"/>
                  <a:pt x="37208" y="134591"/>
                </a:cubicBezTo>
                <a:cubicBezTo>
                  <a:pt x="39682" y="137533"/>
                  <a:pt x="42992" y="139004"/>
                  <a:pt x="47137" y="139004"/>
                </a:cubicBezTo>
                <a:lnTo>
                  <a:pt x="55461" y="139004"/>
                </a:lnTo>
                <a:lnTo>
                  <a:pt x="55461" y="142615"/>
                </a:lnTo>
                <a:lnTo>
                  <a:pt x="602" y="142615"/>
                </a:lnTo>
                <a:lnTo>
                  <a:pt x="602" y="139004"/>
                </a:lnTo>
                <a:lnTo>
                  <a:pt x="4714" y="139004"/>
                </a:lnTo>
                <a:cubicBezTo>
                  <a:pt x="7388" y="139004"/>
                  <a:pt x="9829" y="138335"/>
                  <a:pt x="12035" y="136998"/>
                </a:cubicBezTo>
                <a:cubicBezTo>
                  <a:pt x="14241" y="135661"/>
                  <a:pt x="15762" y="133856"/>
                  <a:pt x="16598" y="131583"/>
                </a:cubicBezTo>
                <a:cubicBezTo>
                  <a:pt x="17434" y="129309"/>
                  <a:pt x="17852" y="124896"/>
                  <a:pt x="17852" y="118344"/>
                </a:cubicBezTo>
                <a:lnTo>
                  <a:pt x="17852" y="57969"/>
                </a:lnTo>
                <a:lnTo>
                  <a:pt x="0" y="57969"/>
                </a:lnTo>
                <a:lnTo>
                  <a:pt x="0" y="50748"/>
                </a:lnTo>
                <a:lnTo>
                  <a:pt x="17852" y="50748"/>
                </a:lnTo>
                <a:lnTo>
                  <a:pt x="17852" y="44705"/>
                </a:lnTo>
                <a:cubicBezTo>
                  <a:pt x="17852" y="35509"/>
                  <a:pt x="19323" y="27723"/>
                  <a:pt x="22265" y="21346"/>
                </a:cubicBezTo>
                <a:cubicBezTo>
                  <a:pt x="25207" y="14970"/>
                  <a:pt x="29703" y="9818"/>
                  <a:pt x="35754" y="5892"/>
                </a:cubicBezTo>
                <a:cubicBezTo>
                  <a:pt x="41805" y="1964"/>
                  <a:pt x="48608" y="0"/>
                  <a:pt x="56163" y="0"/>
                </a:cubicBezTo>
                <a:cubicBezTo>
                  <a:pt x="63184" y="0"/>
                  <a:pt x="69636" y="2273"/>
                  <a:pt x="75520" y="6820"/>
                </a:cubicBezTo>
                <a:cubicBezTo>
                  <a:pt x="79397" y="9829"/>
                  <a:pt x="81336" y="13205"/>
                  <a:pt x="81336" y="16949"/>
                </a:cubicBezTo>
                <a:cubicBezTo>
                  <a:pt x="81336" y="18955"/>
                  <a:pt x="80467" y="20844"/>
                  <a:pt x="78729" y="22616"/>
                </a:cubicBezTo>
                <a:cubicBezTo>
                  <a:pt x="76990" y="24388"/>
                  <a:pt x="75118" y="25273"/>
                  <a:pt x="73113" y="25273"/>
                </a:cubicBezTo>
                <a:cubicBezTo>
                  <a:pt x="71575" y="25273"/>
                  <a:pt x="69953" y="24722"/>
                  <a:pt x="68248" y="23619"/>
                </a:cubicBezTo>
                <a:cubicBezTo>
                  <a:pt x="66543" y="22515"/>
                  <a:pt x="64454" y="20142"/>
                  <a:pt x="61980" y="16498"/>
                </a:cubicBezTo>
                <a:cubicBezTo>
                  <a:pt x="59506" y="12854"/>
                  <a:pt x="57233" y="10397"/>
                  <a:pt x="55160" y="9127"/>
                </a:cubicBezTo>
                <a:cubicBezTo>
                  <a:pt x="53088" y="7856"/>
                  <a:pt x="50781" y="7221"/>
                  <a:pt x="48240" y="7221"/>
                </a:cubicBezTo>
                <a:cubicBezTo>
                  <a:pt x="45165" y="7221"/>
                  <a:pt x="42557" y="8044"/>
                  <a:pt x="40417" y="9691"/>
                </a:cubicBezTo>
                <a:cubicBezTo>
                  <a:pt x="38278" y="11335"/>
                  <a:pt x="36740" y="13887"/>
                  <a:pt x="35804" y="17347"/>
                </a:cubicBezTo>
                <a:cubicBezTo>
                  <a:pt x="34868" y="20807"/>
                  <a:pt x="34400" y="29724"/>
                  <a:pt x="34400" y="44097"/>
                </a:cubicBezTo>
                <a:lnTo>
                  <a:pt x="34400" y="50748"/>
                </a:lnTo>
                <a:lnTo>
                  <a:pt x="58069" y="50748"/>
                </a:lnTo>
                <a:lnTo>
                  <a:pt x="58069" y="57969"/>
                </a:lnTo>
                <a:lnTo>
                  <a:pt x="34400" y="5796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erential">
            <a:extLst xmlns:a="http://schemas.openxmlformats.org/drawingml/2006/main">
              <a:ext uri="{FF2B5EF4-FFF2-40B4-BE49-F238E27FC236}">
                <a16:creationId xmlns:a16="http://schemas.microsoft.com/office/drawing/2014/main" id="{95D823E4-153A-4302-B5D3-0637D998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7293" y="4232906"/>
            <a:ext cx="604116" cy="145423"/>
          </a:xfrm>
          <a:custGeom xmlns:a="http://schemas.openxmlformats.org/drawingml/2006/main">
            <a:pathLst>
              <a:path w="604116" h="145423">
                <a:moveTo>
                  <a:pt x="14241" y="85448"/>
                </a:moveTo>
                <a:cubicBezTo>
                  <a:pt x="14175" y="99025"/>
                  <a:pt x="17484" y="109674"/>
                  <a:pt x="24170" y="117394"/>
                </a:cubicBezTo>
                <a:cubicBezTo>
                  <a:pt x="30856" y="125115"/>
                  <a:pt x="38713" y="128975"/>
                  <a:pt x="47739" y="128975"/>
                </a:cubicBezTo>
                <a:cubicBezTo>
                  <a:pt x="53756" y="128975"/>
                  <a:pt x="58988" y="127313"/>
                  <a:pt x="63434" y="123989"/>
                </a:cubicBezTo>
                <a:cubicBezTo>
                  <a:pt x="67881" y="120664"/>
                  <a:pt x="71608" y="114972"/>
                  <a:pt x="74617" y="106911"/>
                </a:cubicBezTo>
                <a:lnTo>
                  <a:pt x="77726" y="108926"/>
                </a:lnTo>
                <a:cubicBezTo>
                  <a:pt x="76322" y="118134"/>
                  <a:pt x="72243" y="126519"/>
                  <a:pt x="65490" y="134080"/>
                </a:cubicBezTo>
                <a:cubicBezTo>
                  <a:pt x="58737" y="141642"/>
                  <a:pt x="50279" y="145423"/>
                  <a:pt x="40117" y="145423"/>
                </a:cubicBezTo>
                <a:cubicBezTo>
                  <a:pt x="29085" y="145423"/>
                  <a:pt x="19640" y="141136"/>
                  <a:pt x="11784" y="132563"/>
                </a:cubicBezTo>
                <a:cubicBezTo>
                  <a:pt x="3928" y="123989"/>
                  <a:pt x="0" y="112461"/>
                  <a:pt x="0" y="97982"/>
                </a:cubicBezTo>
                <a:cubicBezTo>
                  <a:pt x="0" y="82303"/>
                  <a:pt x="4028" y="70077"/>
                  <a:pt x="12085" y="61303"/>
                </a:cubicBezTo>
                <a:cubicBezTo>
                  <a:pt x="20142" y="52528"/>
                  <a:pt x="30255" y="48140"/>
                  <a:pt x="42423" y="48140"/>
                </a:cubicBezTo>
                <a:cubicBezTo>
                  <a:pt x="52720" y="48140"/>
                  <a:pt x="61178" y="51525"/>
                  <a:pt x="67797" y="58294"/>
                </a:cubicBezTo>
                <a:cubicBezTo>
                  <a:pt x="74416" y="65062"/>
                  <a:pt x="77726" y="74113"/>
                  <a:pt x="77726" y="85448"/>
                </a:cubicBezTo>
                <a:lnTo>
                  <a:pt x="14241" y="85448"/>
                </a:lnTo>
                <a:moveTo>
                  <a:pt x="14241" y="79631"/>
                </a:moveTo>
                <a:lnTo>
                  <a:pt x="56765" y="79631"/>
                </a:lnTo>
                <a:cubicBezTo>
                  <a:pt x="56431" y="73796"/>
                  <a:pt x="55729" y="69685"/>
                  <a:pt x="54659" y="67299"/>
                </a:cubicBezTo>
                <a:cubicBezTo>
                  <a:pt x="52987" y="63584"/>
                  <a:pt x="50497" y="60666"/>
                  <a:pt x="47187" y="58545"/>
                </a:cubicBezTo>
                <a:cubicBezTo>
                  <a:pt x="43878" y="56422"/>
                  <a:pt x="40417" y="55361"/>
                  <a:pt x="36807" y="55361"/>
                </a:cubicBezTo>
                <a:cubicBezTo>
                  <a:pt x="31258" y="55361"/>
                  <a:pt x="26293" y="57499"/>
                  <a:pt x="21914" y="61776"/>
                </a:cubicBezTo>
                <a:cubicBezTo>
                  <a:pt x="17534" y="66053"/>
                  <a:pt x="14977" y="72005"/>
                  <a:pt x="14241" y="79631"/>
                </a:cubicBezTo>
                <a:close/>
                <a:moveTo>
                  <a:pt x="116871" y="48140"/>
                </a:moveTo>
                <a:lnTo>
                  <a:pt x="116871" y="68800"/>
                </a:lnTo>
                <a:cubicBezTo>
                  <a:pt x="124560" y="55027"/>
                  <a:pt x="132450" y="48140"/>
                  <a:pt x="140540" y="48140"/>
                </a:cubicBezTo>
                <a:cubicBezTo>
                  <a:pt x="144217" y="48140"/>
                  <a:pt x="147259" y="49260"/>
                  <a:pt x="149666" y="51500"/>
                </a:cubicBezTo>
                <a:cubicBezTo>
                  <a:pt x="152073" y="53740"/>
                  <a:pt x="153277" y="56330"/>
                  <a:pt x="153277" y="59272"/>
                </a:cubicBezTo>
                <a:cubicBezTo>
                  <a:pt x="153277" y="61880"/>
                  <a:pt x="152408" y="64086"/>
                  <a:pt x="150669" y="65892"/>
                </a:cubicBezTo>
                <a:cubicBezTo>
                  <a:pt x="148931" y="67697"/>
                  <a:pt x="146858" y="68599"/>
                  <a:pt x="144451" y="68599"/>
                </a:cubicBezTo>
                <a:cubicBezTo>
                  <a:pt x="142111" y="68599"/>
                  <a:pt x="139487" y="67463"/>
                  <a:pt x="136578" y="65190"/>
                </a:cubicBezTo>
                <a:cubicBezTo>
                  <a:pt x="133670" y="62916"/>
                  <a:pt x="131513" y="61780"/>
                  <a:pt x="130109" y="61780"/>
                </a:cubicBezTo>
                <a:cubicBezTo>
                  <a:pt x="128906" y="61780"/>
                  <a:pt x="127602" y="62443"/>
                  <a:pt x="126198" y="63770"/>
                </a:cubicBezTo>
                <a:cubicBezTo>
                  <a:pt x="123189" y="66492"/>
                  <a:pt x="120080" y="70973"/>
                  <a:pt x="116871" y="77212"/>
                </a:cubicBezTo>
                <a:lnTo>
                  <a:pt x="116871" y="121152"/>
                </a:lnTo>
                <a:cubicBezTo>
                  <a:pt x="116871" y="126238"/>
                  <a:pt x="117506" y="130084"/>
                  <a:pt x="118776" y="132692"/>
                </a:cubicBezTo>
                <a:cubicBezTo>
                  <a:pt x="119646" y="134499"/>
                  <a:pt x="121183" y="136004"/>
                  <a:pt x="123390" y="137205"/>
                </a:cubicBezTo>
                <a:cubicBezTo>
                  <a:pt x="125596" y="138404"/>
                  <a:pt x="128772" y="139004"/>
                  <a:pt x="132918" y="139004"/>
                </a:cubicBezTo>
                <a:lnTo>
                  <a:pt x="132918" y="142615"/>
                </a:lnTo>
                <a:lnTo>
                  <a:pt x="85881" y="142615"/>
                </a:lnTo>
                <a:lnTo>
                  <a:pt x="85881" y="139004"/>
                </a:lnTo>
                <a:cubicBezTo>
                  <a:pt x="90561" y="139004"/>
                  <a:pt x="94038" y="138260"/>
                  <a:pt x="96311" y="136773"/>
                </a:cubicBezTo>
                <a:cubicBezTo>
                  <a:pt x="97983" y="135690"/>
                  <a:pt x="99153" y="133965"/>
                  <a:pt x="99821" y="131598"/>
                </a:cubicBezTo>
                <a:cubicBezTo>
                  <a:pt x="100156" y="130447"/>
                  <a:pt x="100323" y="127166"/>
                  <a:pt x="100323" y="121754"/>
                </a:cubicBezTo>
                <a:lnTo>
                  <a:pt x="100323" y="86451"/>
                </a:lnTo>
                <a:cubicBezTo>
                  <a:pt x="100323" y="75754"/>
                  <a:pt x="100105" y="69385"/>
                  <a:pt x="99671" y="67346"/>
                </a:cubicBezTo>
                <a:cubicBezTo>
                  <a:pt x="99236" y="65307"/>
                  <a:pt x="98434" y="63819"/>
                  <a:pt x="97264" y="62883"/>
                </a:cubicBezTo>
                <a:cubicBezTo>
                  <a:pt x="96094" y="61947"/>
                  <a:pt x="94640" y="61479"/>
                  <a:pt x="92901" y="61479"/>
                </a:cubicBezTo>
                <a:cubicBezTo>
                  <a:pt x="90829" y="61479"/>
                  <a:pt x="88488" y="61980"/>
                  <a:pt x="85881" y="62983"/>
                </a:cubicBezTo>
                <a:lnTo>
                  <a:pt x="84878" y="59373"/>
                </a:lnTo>
                <a:lnTo>
                  <a:pt x="112659" y="48140"/>
                </a:lnTo>
                <a:lnTo>
                  <a:pt x="116871" y="48140"/>
                </a:lnTo>
                <a:close/>
                <a:moveTo>
                  <a:pt x="173835" y="85448"/>
                </a:moveTo>
                <a:cubicBezTo>
                  <a:pt x="173768" y="99025"/>
                  <a:pt x="177078" y="109674"/>
                  <a:pt x="183764" y="117394"/>
                </a:cubicBezTo>
                <a:cubicBezTo>
                  <a:pt x="190450" y="125115"/>
                  <a:pt x="198306" y="128975"/>
                  <a:pt x="207332" y="128975"/>
                </a:cubicBezTo>
                <a:cubicBezTo>
                  <a:pt x="213350" y="128975"/>
                  <a:pt x="218582" y="127313"/>
                  <a:pt x="223028" y="123989"/>
                </a:cubicBezTo>
                <a:cubicBezTo>
                  <a:pt x="227474" y="120664"/>
                  <a:pt x="231202" y="114972"/>
                  <a:pt x="234211" y="106911"/>
                </a:cubicBezTo>
                <a:lnTo>
                  <a:pt x="237320" y="108926"/>
                </a:lnTo>
                <a:cubicBezTo>
                  <a:pt x="235916" y="118134"/>
                  <a:pt x="231837" y="126519"/>
                  <a:pt x="225084" y="134080"/>
                </a:cubicBezTo>
                <a:cubicBezTo>
                  <a:pt x="218331" y="141642"/>
                  <a:pt x="209873" y="145423"/>
                  <a:pt x="199710" y="145423"/>
                </a:cubicBezTo>
                <a:cubicBezTo>
                  <a:pt x="188678" y="145423"/>
                  <a:pt x="179234" y="141136"/>
                  <a:pt x="171378" y="132563"/>
                </a:cubicBezTo>
                <a:cubicBezTo>
                  <a:pt x="163522" y="123989"/>
                  <a:pt x="159594" y="112461"/>
                  <a:pt x="159594" y="97982"/>
                </a:cubicBezTo>
                <a:cubicBezTo>
                  <a:pt x="159594" y="82303"/>
                  <a:pt x="163622" y="70077"/>
                  <a:pt x="171679" y="61303"/>
                </a:cubicBezTo>
                <a:cubicBezTo>
                  <a:pt x="179736" y="52528"/>
                  <a:pt x="189848" y="48140"/>
                  <a:pt x="202017" y="48140"/>
                </a:cubicBezTo>
                <a:cubicBezTo>
                  <a:pt x="212314" y="48140"/>
                  <a:pt x="220772" y="51525"/>
                  <a:pt x="227391" y="58294"/>
                </a:cubicBezTo>
                <a:cubicBezTo>
                  <a:pt x="234010" y="65062"/>
                  <a:pt x="237320" y="74113"/>
                  <a:pt x="237320" y="85448"/>
                </a:cubicBezTo>
                <a:lnTo>
                  <a:pt x="173835" y="85448"/>
                </a:lnTo>
                <a:moveTo>
                  <a:pt x="173835" y="79631"/>
                </a:moveTo>
                <a:lnTo>
                  <a:pt x="216359" y="79631"/>
                </a:lnTo>
                <a:cubicBezTo>
                  <a:pt x="216024" y="73796"/>
                  <a:pt x="215322" y="69685"/>
                  <a:pt x="214253" y="67299"/>
                </a:cubicBezTo>
                <a:cubicBezTo>
                  <a:pt x="212581" y="63584"/>
                  <a:pt x="210090" y="60666"/>
                  <a:pt x="206781" y="58545"/>
                </a:cubicBezTo>
                <a:cubicBezTo>
                  <a:pt x="203471" y="56422"/>
                  <a:pt x="200011" y="55361"/>
                  <a:pt x="196401" y="55361"/>
                </a:cubicBezTo>
                <a:cubicBezTo>
                  <a:pt x="190851" y="55361"/>
                  <a:pt x="185887" y="57499"/>
                  <a:pt x="181507" y="61776"/>
                </a:cubicBezTo>
                <a:cubicBezTo>
                  <a:pt x="177128" y="66053"/>
                  <a:pt x="174571" y="72005"/>
                  <a:pt x="173835" y="79631"/>
                </a:cubicBezTo>
                <a:close/>
                <a:moveTo>
                  <a:pt x="276364" y="67496"/>
                </a:moveTo>
                <a:cubicBezTo>
                  <a:pt x="287129" y="54592"/>
                  <a:pt x="297392" y="48140"/>
                  <a:pt x="307154" y="48140"/>
                </a:cubicBezTo>
                <a:cubicBezTo>
                  <a:pt x="312168" y="48140"/>
                  <a:pt x="316481" y="49390"/>
                  <a:pt x="320091" y="51891"/>
                </a:cubicBezTo>
                <a:cubicBezTo>
                  <a:pt x="323702" y="54390"/>
                  <a:pt x="326577" y="58508"/>
                  <a:pt x="328716" y="64243"/>
                </a:cubicBezTo>
                <a:cubicBezTo>
                  <a:pt x="330187" y="68244"/>
                  <a:pt x="330923" y="74379"/>
                  <a:pt x="330923" y="82647"/>
                </a:cubicBezTo>
                <a:lnTo>
                  <a:pt x="330923" y="121754"/>
                </a:lnTo>
                <a:cubicBezTo>
                  <a:pt x="330923" y="127604"/>
                  <a:pt x="331391" y="131572"/>
                  <a:pt x="332327" y="133657"/>
                </a:cubicBezTo>
                <a:cubicBezTo>
                  <a:pt x="333062" y="135339"/>
                  <a:pt x="334249" y="136651"/>
                  <a:pt x="335887" y="137594"/>
                </a:cubicBezTo>
                <a:cubicBezTo>
                  <a:pt x="337525" y="138534"/>
                  <a:pt x="340551" y="139004"/>
                  <a:pt x="344964" y="139004"/>
                </a:cubicBezTo>
                <a:lnTo>
                  <a:pt x="344964" y="142615"/>
                </a:lnTo>
                <a:lnTo>
                  <a:pt x="299532" y="142615"/>
                </a:lnTo>
                <a:lnTo>
                  <a:pt x="299532" y="139004"/>
                </a:lnTo>
                <a:lnTo>
                  <a:pt x="301437" y="139004"/>
                </a:lnTo>
                <a:cubicBezTo>
                  <a:pt x="305716" y="139004"/>
                  <a:pt x="308708" y="138349"/>
                  <a:pt x="310413" y="137039"/>
                </a:cubicBezTo>
                <a:cubicBezTo>
                  <a:pt x="312118" y="135727"/>
                  <a:pt x="313305" y="133793"/>
                  <a:pt x="313974" y="131238"/>
                </a:cubicBezTo>
                <a:cubicBezTo>
                  <a:pt x="314241" y="130229"/>
                  <a:pt x="314375" y="127067"/>
                  <a:pt x="314375" y="121754"/>
                </a:cubicBezTo>
                <a:lnTo>
                  <a:pt x="314375" y="84207"/>
                </a:lnTo>
                <a:cubicBezTo>
                  <a:pt x="314375" y="75862"/>
                  <a:pt x="313288" y="69804"/>
                  <a:pt x="311115" y="66033"/>
                </a:cubicBezTo>
                <a:cubicBezTo>
                  <a:pt x="308942" y="62261"/>
                  <a:pt x="305282" y="60376"/>
                  <a:pt x="300133" y="60376"/>
                </a:cubicBezTo>
                <a:cubicBezTo>
                  <a:pt x="292177" y="60376"/>
                  <a:pt x="284254" y="64721"/>
                  <a:pt x="276364" y="73413"/>
                </a:cubicBezTo>
                <a:lnTo>
                  <a:pt x="276364" y="121754"/>
                </a:lnTo>
                <a:cubicBezTo>
                  <a:pt x="276364" y="128008"/>
                  <a:pt x="276732" y="131875"/>
                  <a:pt x="277467" y="133356"/>
                </a:cubicBezTo>
                <a:cubicBezTo>
                  <a:pt x="278404" y="135306"/>
                  <a:pt x="279691" y="136735"/>
                  <a:pt x="281329" y="137644"/>
                </a:cubicBezTo>
                <a:cubicBezTo>
                  <a:pt x="282967" y="138551"/>
                  <a:pt x="286293" y="139004"/>
                  <a:pt x="291308" y="139004"/>
                </a:cubicBezTo>
                <a:lnTo>
                  <a:pt x="291308" y="142615"/>
                </a:lnTo>
                <a:lnTo>
                  <a:pt x="245876" y="142615"/>
                </a:lnTo>
                <a:lnTo>
                  <a:pt x="245876" y="139004"/>
                </a:lnTo>
                <a:lnTo>
                  <a:pt x="247881" y="139004"/>
                </a:lnTo>
                <a:cubicBezTo>
                  <a:pt x="252562" y="139004"/>
                  <a:pt x="255721" y="137811"/>
                  <a:pt x="257359" y="135425"/>
                </a:cubicBezTo>
                <a:cubicBezTo>
                  <a:pt x="258997" y="133037"/>
                  <a:pt x="259816" y="128480"/>
                  <a:pt x="259816" y="121754"/>
                </a:cubicBezTo>
                <a:lnTo>
                  <a:pt x="259816" y="87855"/>
                </a:lnTo>
                <a:cubicBezTo>
                  <a:pt x="259816" y="76823"/>
                  <a:pt x="259565" y="70104"/>
                  <a:pt x="259064" y="67697"/>
                </a:cubicBezTo>
                <a:cubicBezTo>
                  <a:pt x="258563" y="65290"/>
                  <a:pt x="257794" y="63652"/>
                  <a:pt x="256757" y="62783"/>
                </a:cubicBezTo>
                <a:cubicBezTo>
                  <a:pt x="255721" y="61913"/>
                  <a:pt x="254334" y="61479"/>
                  <a:pt x="252595" y="61479"/>
                </a:cubicBezTo>
                <a:cubicBezTo>
                  <a:pt x="250723" y="61479"/>
                  <a:pt x="248483" y="61980"/>
                  <a:pt x="245876" y="62983"/>
                </a:cubicBezTo>
                <a:lnTo>
                  <a:pt x="244371" y="59373"/>
                </a:lnTo>
                <a:lnTo>
                  <a:pt x="272052" y="48140"/>
                </a:lnTo>
                <a:lnTo>
                  <a:pt x="276364" y="48140"/>
                </a:lnTo>
                <a:lnTo>
                  <a:pt x="276364" y="67496"/>
                </a:lnTo>
                <a:close/>
                <a:moveTo>
                  <a:pt x="378963" y="20459"/>
                </a:moveTo>
                <a:lnTo>
                  <a:pt x="378963" y="50748"/>
                </a:lnTo>
                <a:lnTo>
                  <a:pt x="400425" y="50748"/>
                </a:lnTo>
                <a:lnTo>
                  <a:pt x="400425" y="57567"/>
                </a:lnTo>
                <a:lnTo>
                  <a:pt x="378963" y="57768"/>
                </a:lnTo>
                <a:lnTo>
                  <a:pt x="378963" y="117423"/>
                </a:lnTo>
                <a:cubicBezTo>
                  <a:pt x="378963" y="123380"/>
                  <a:pt x="379815" y="127396"/>
                  <a:pt x="381520" y="129473"/>
                </a:cubicBezTo>
                <a:cubicBezTo>
                  <a:pt x="383225" y="131548"/>
                  <a:pt x="385415" y="132585"/>
                  <a:pt x="388089" y="132585"/>
                </a:cubicBezTo>
                <a:cubicBezTo>
                  <a:pt x="390295" y="132585"/>
                  <a:pt x="392435" y="131892"/>
                  <a:pt x="394508" y="130504"/>
                </a:cubicBezTo>
                <a:cubicBezTo>
                  <a:pt x="396580" y="129117"/>
                  <a:pt x="398185" y="127069"/>
                  <a:pt x="399322" y="124362"/>
                </a:cubicBezTo>
                <a:lnTo>
                  <a:pt x="403233" y="124362"/>
                </a:lnTo>
                <a:cubicBezTo>
                  <a:pt x="400893" y="130947"/>
                  <a:pt x="397583" y="135903"/>
                  <a:pt x="393304" y="139230"/>
                </a:cubicBezTo>
                <a:cubicBezTo>
                  <a:pt x="389025" y="142556"/>
                  <a:pt x="384612" y="144219"/>
                  <a:pt x="380066" y="144219"/>
                </a:cubicBezTo>
                <a:cubicBezTo>
                  <a:pt x="376990" y="144219"/>
                  <a:pt x="373981" y="143364"/>
                  <a:pt x="371039" y="141652"/>
                </a:cubicBezTo>
                <a:cubicBezTo>
                  <a:pt x="368098" y="139941"/>
                  <a:pt x="365925" y="137492"/>
                  <a:pt x="364521" y="134306"/>
                </a:cubicBezTo>
                <a:cubicBezTo>
                  <a:pt x="363116" y="131120"/>
                  <a:pt x="362414" y="126205"/>
                  <a:pt x="362414" y="119563"/>
                </a:cubicBezTo>
                <a:lnTo>
                  <a:pt x="362414" y="57567"/>
                </a:lnTo>
                <a:lnTo>
                  <a:pt x="347872" y="57567"/>
                </a:lnTo>
                <a:lnTo>
                  <a:pt x="347872" y="54352"/>
                </a:lnTo>
                <a:cubicBezTo>
                  <a:pt x="351549" y="52889"/>
                  <a:pt x="355310" y="50413"/>
                  <a:pt x="359155" y="46924"/>
                </a:cubicBezTo>
                <a:cubicBezTo>
                  <a:pt x="362999" y="43435"/>
                  <a:pt x="366426" y="39276"/>
                  <a:pt x="369435" y="34447"/>
                </a:cubicBezTo>
                <a:cubicBezTo>
                  <a:pt x="370973" y="31898"/>
                  <a:pt x="373112" y="27235"/>
                  <a:pt x="375853" y="20459"/>
                </a:cubicBezTo>
                <a:lnTo>
                  <a:pt x="378963" y="20459"/>
                </a:lnTo>
                <a:close/>
                <a:moveTo>
                  <a:pt x="432753" y="0"/>
                </a:moveTo>
                <a:cubicBezTo>
                  <a:pt x="435561" y="0"/>
                  <a:pt x="437952" y="991"/>
                  <a:pt x="439924" y="2974"/>
                </a:cubicBezTo>
                <a:cubicBezTo>
                  <a:pt x="441896" y="4955"/>
                  <a:pt x="442883" y="7357"/>
                  <a:pt x="442883" y="10180"/>
                </a:cubicBezTo>
                <a:cubicBezTo>
                  <a:pt x="442883" y="13002"/>
                  <a:pt x="441896" y="15422"/>
                  <a:pt x="439924" y="17438"/>
                </a:cubicBezTo>
                <a:cubicBezTo>
                  <a:pt x="437952" y="19452"/>
                  <a:pt x="435561" y="20459"/>
                  <a:pt x="432753" y="20459"/>
                </a:cubicBezTo>
                <a:cubicBezTo>
                  <a:pt x="429945" y="20459"/>
                  <a:pt x="427538" y="19452"/>
                  <a:pt x="425532" y="17438"/>
                </a:cubicBezTo>
                <a:cubicBezTo>
                  <a:pt x="423526" y="15422"/>
                  <a:pt x="422523" y="13002"/>
                  <a:pt x="422523" y="10180"/>
                </a:cubicBezTo>
                <a:cubicBezTo>
                  <a:pt x="422523" y="7357"/>
                  <a:pt x="423510" y="4955"/>
                  <a:pt x="425482" y="2974"/>
                </a:cubicBezTo>
                <a:cubicBezTo>
                  <a:pt x="427454" y="991"/>
                  <a:pt x="429878" y="0"/>
                  <a:pt x="432753" y="0"/>
                </a:cubicBezTo>
                <a:moveTo>
                  <a:pt x="441077" y="48140"/>
                </a:moveTo>
                <a:lnTo>
                  <a:pt x="441077" y="121754"/>
                </a:lnTo>
                <a:cubicBezTo>
                  <a:pt x="441077" y="127537"/>
                  <a:pt x="441495" y="131388"/>
                  <a:pt x="442331" y="133306"/>
                </a:cubicBezTo>
                <a:cubicBezTo>
                  <a:pt x="443167" y="135222"/>
                  <a:pt x="444404" y="136651"/>
                  <a:pt x="446042" y="137594"/>
                </a:cubicBezTo>
                <a:cubicBezTo>
                  <a:pt x="447680" y="138534"/>
                  <a:pt x="450672" y="139004"/>
                  <a:pt x="455018" y="139004"/>
                </a:cubicBezTo>
                <a:lnTo>
                  <a:pt x="455018" y="142615"/>
                </a:lnTo>
                <a:lnTo>
                  <a:pt x="410388" y="142615"/>
                </a:lnTo>
                <a:lnTo>
                  <a:pt x="410388" y="139004"/>
                </a:lnTo>
                <a:cubicBezTo>
                  <a:pt x="414868" y="139004"/>
                  <a:pt x="417877" y="138567"/>
                  <a:pt x="419414" y="137694"/>
                </a:cubicBezTo>
                <a:cubicBezTo>
                  <a:pt x="420952" y="136819"/>
                  <a:pt x="422172" y="135373"/>
                  <a:pt x="423075" y="133356"/>
                </a:cubicBezTo>
                <a:cubicBezTo>
                  <a:pt x="423978" y="131338"/>
                  <a:pt x="424429" y="127471"/>
                  <a:pt x="424429" y="121754"/>
                </a:cubicBezTo>
                <a:lnTo>
                  <a:pt x="424429" y="86652"/>
                </a:lnTo>
                <a:cubicBezTo>
                  <a:pt x="424429" y="76648"/>
                  <a:pt x="424128" y="70169"/>
                  <a:pt x="423526" y="67214"/>
                </a:cubicBezTo>
                <a:cubicBezTo>
                  <a:pt x="423058" y="65064"/>
                  <a:pt x="422323" y="63571"/>
                  <a:pt x="421320" y="62736"/>
                </a:cubicBezTo>
                <a:cubicBezTo>
                  <a:pt x="420317" y="61898"/>
                  <a:pt x="418946" y="61479"/>
                  <a:pt x="417208" y="61479"/>
                </a:cubicBezTo>
                <a:cubicBezTo>
                  <a:pt x="415336" y="61479"/>
                  <a:pt x="413063" y="61980"/>
                  <a:pt x="410388" y="62983"/>
                </a:cubicBezTo>
                <a:lnTo>
                  <a:pt x="408984" y="59373"/>
                </a:lnTo>
                <a:lnTo>
                  <a:pt x="436665" y="48140"/>
                </a:lnTo>
                <a:lnTo>
                  <a:pt x="441077" y="48140"/>
                </a:lnTo>
                <a:close/>
                <a:moveTo>
                  <a:pt x="518537" y="129483"/>
                </a:moveTo>
                <a:cubicBezTo>
                  <a:pt x="509109" y="136768"/>
                  <a:pt x="503192" y="140979"/>
                  <a:pt x="500785" y="142113"/>
                </a:cubicBezTo>
                <a:cubicBezTo>
                  <a:pt x="497175" y="143785"/>
                  <a:pt x="493330" y="144620"/>
                  <a:pt x="489252" y="144620"/>
                </a:cubicBezTo>
                <a:cubicBezTo>
                  <a:pt x="482900" y="144620"/>
                  <a:pt x="477668" y="142447"/>
                  <a:pt x="473556" y="138101"/>
                </a:cubicBezTo>
                <a:cubicBezTo>
                  <a:pt x="469444" y="133756"/>
                  <a:pt x="467388" y="128039"/>
                  <a:pt x="467388" y="120952"/>
                </a:cubicBezTo>
                <a:cubicBezTo>
                  <a:pt x="467388" y="116472"/>
                  <a:pt x="468391" y="112594"/>
                  <a:pt x="470397" y="109318"/>
                </a:cubicBezTo>
                <a:cubicBezTo>
                  <a:pt x="473138" y="104771"/>
                  <a:pt x="477902" y="100492"/>
                  <a:pt x="484688" y="96480"/>
                </a:cubicBezTo>
                <a:cubicBezTo>
                  <a:pt x="491475" y="92469"/>
                  <a:pt x="502758" y="87588"/>
                  <a:pt x="518537" y="81838"/>
                </a:cubicBezTo>
                <a:lnTo>
                  <a:pt x="518537" y="78240"/>
                </a:lnTo>
                <a:cubicBezTo>
                  <a:pt x="518537" y="69113"/>
                  <a:pt x="517083" y="62851"/>
                  <a:pt x="514174" y="59454"/>
                </a:cubicBezTo>
                <a:cubicBezTo>
                  <a:pt x="511266" y="56057"/>
                  <a:pt x="507037" y="54358"/>
                  <a:pt x="501487" y="54358"/>
                </a:cubicBezTo>
                <a:cubicBezTo>
                  <a:pt x="497275" y="54358"/>
                  <a:pt x="493932" y="55495"/>
                  <a:pt x="491458" y="57768"/>
                </a:cubicBezTo>
                <a:cubicBezTo>
                  <a:pt x="488917" y="60041"/>
                  <a:pt x="487647" y="62649"/>
                  <a:pt x="487647" y="65591"/>
                </a:cubicBezTo>
                <a:lnTo>
                  <a:pt x="487848" y="71408"/>
                </a:lnTo>
                <a:cubicBezTo>
                  <a:pt x="487848" y="74483"/>
                  <a:pt x="487062" y="76857"/>
                  <a:pt x="485491" y="78528"/>
                </a:cubicBezTo>
                <a:cubicBezTo>
                  <a:pt x="483920" y="80200"/>
                  <a:pt x="481864" y="81036"/>
                  <a:pt x="479323" y="81036"/>
                </a:cubicBezTo>
                <a:cubicBezTo>
                  <a:pt x="476849" y="81036"/>
                  <a:pt x="474826" y="80164"/>
                  <a:pt x="473255" y="78422"/>
                </a:cubicBezTo>
                <a:cubicBezTo>
                  <a:pt x="471684" y="76677"/>
                  <a:pt x="470898" y="74296"/>
                  <a:pt x="470898" y="71279"/>
                </a:cubicBezTo>
                <a:cubicBezTo>
                  <a:pt x="470898" y="65510"/>
                  <a:pt x="473840" y="60211"/>
                  <a:pt x="479724" y="55383"/>
                </a:cubicBezTo>
                <a:cubicBezTo>
                  <a:pt x="485608" y="50554"/>
                  <a:pt x="493865" y="48140"/>
                  <a:pt x="504496" y="48140"/>
                </a:cubicBezTo>
                <a:cubicBezTo>
                  <a:pt x="512653" y="48140"/>
                  <a:pt x="519339" y="49509"/>
                  <a:pt x="524554" y="52246"/>
                </a:cubicBezTo>
                <a:cubicBezTo>
                  <a:pt x="528499" y="54316"/>
                  <a:pt x="531408" y="57556"/>
                  <a:pt x="533280" y="61965"/>
                </a:cubicBezTo>
                <a:cubicBezTo>
                  <a:pt x="534483" y="64835"/>
                  <a:pt x="535085" y="70712"/>
                  <a:pt x="535085" y="79594"/>
                </a:cubicBezTo>
                <a:lnTo>
                  <a:pt x="535085" y="110747"/>
                </a:lnTo>
                <a:cubicBezTo>
                  <a:pt x="535085" y="119495"/>
                  <a:pt x="535252" y="124855"/>
                  <a:pt x="535586" y="126825"/>
                </a:cubicBezTo>
                <a:cubicBezTo>
                  <a:pt x="535921" y="128795"/>
                  <a:pt x="536472" y="130115"/>
                  <a:pt x="537241" y="130783"/>
                </a:cubicBezTo>
                <a:cubicBezTo>
                  <a:pt x="538010" y="131450"/>
                  <a:pt x="538896" y="131783"/>
                  <a:pt x="539899" y="131783"/>
                </a:cubicBezTo>
                <a:cubicBezTo>
                  <a:pt x="540969" y="131783"/>
                  <a:pt x="541905" y="131549"/>
                  <a:pt x="542707" y="131081"/>
                </a:cubicBezTo>
                <a:cubicBezTo>
                  <a:pt x="544111" y="130212"/>
                  <a:pt x="546819" y="127771"/>
                  <a:pt x="550831" y="123760"/>
                </a:cubicBezTo>
                <a:lnTo>
                  <a:pt x="550831" y="129376"/>
                </a:lnTo>
                <a:cubicBezTo>
                  <a:pt x="543342" y="139405"/>
                  <a:pt x="536188" y="144420"/>
                  <a:pt x="529368" y="144420"/>
                </a:cubicBezTo>
                <a:cubicBezTo>
                  <a:pt x="526092" y="144420"/>
                  <a:pt x="523485" y="143292"/>
                  <a:pt x="521546" y="141035"/>
                </a:cubicBezTo>
                <a:cubicBezTo>
                  <a:pt x="519607" y="138776"/>
                  <a:pt x="518604" y="134926"/>
                  <a:pt x="518537" y="129483"/>
                </a:cubicBezTo>
                <a:moveTo>
                  <a:pt x="518537" y="122979"/>
                </a:moveTo>
                <a:lnTo>
                  <a:pt x="518537" y="88056"/>
                </a:lnTo>
                <a:cubicBezTo>
                  <a:pt x="508441" y="92059"/>
                  <a:pt x="501922" y="94895"/>
                  <a:pt x="498980" y="96562"/>
                </a:cubicBezTo>
                <a:cubicBezTo>
                  <a:pt x="493698" y="99498"/>
                  <a:pt x="489920" y="102567"/>
                  <a:pt x="487647" y="105770"/>
                </a:cubicBezTo>
                <a:cubicBezTo>
                  <a:pt x="485374" y="108971"/>
                  <a:pt x="484237" y="112473"/>
                  <a:pt x="484237" y="116276"/>
                </a:cubicBezTo>
                <a:cubicBezTo>
                  <a:pt x="484237" y="121079"/>
                  <a:pt x="485675" y="125066"/>
                  <a:pt x="488550" y="128235"/>
                </a:cubicBezTo>
                <a:cubicBezTo>
                  <a:pt x="491425" y="131403"/>
                  <a:pt x="494734" y="132987"/>
                  <a:pt x="498479" y="132987"/>
                </a:cubicBezTo>
                <a:cubicBezTo>
                  <a:pt x="503560" y="132987"/>
                  <a:pt x="510246" y="129651"/>
                  <a:pt x="518537" y="122979"/>
                </a:cubicBezTo>
                <a:close/>
                <a:moveTo>
                  <a:pt x="589273" y="0"/>
                </a:moveTo>
                <a:lnTo>
                  <a:pt x="589273" y="121754"/>
                </a:lnTo>
                <a:cubicBezTo>
                  <a:pt x="589273" y="127537"/>
                  <a:pt x="589691" y="131371"/>
                  <a:pt x="590527" y="133256"/>
                </a:cubicBezTo>
                <a:cubicBezTo>
                  <a:pt x="591363" y="135139"/>
                  <a:pt x="592650" y="136568"/>
                  <a:pt x="594388" y="137544"/>
                </a:cubicBezTo>
                <a:cubicBezTo>
                  <a:pt x="596127" y="138517"/>
                  <a:pt x="599369" y="139004"/>
                  <a:pt x="604116" y="139004"/>
                </a:cubicBezTo>
                <a:lnTo>
                  <a:pt x="604116" y="142615"/>
                </a:lnTo>
                <a:lnTo>
                  <a:pt x="559086" y="142615"/>
                </a:lnTo>
                <a:lnTo>
                  <a:pt x="559086" y="139004"/>
                </a:lnTo>
                <a:cubicBezTo>
                  <a:pt x="563298" y="139004"/>
                  <a:pt x="566173" y="138567"/>
                  <a:pt x="567711" y="137694"/>
                </a:cubicBezTo>
                <a:cubicBezTo>
                  <a:pt x="569248" y="136819"/>
                  <a:pt x="570452" y="135373"/>
                  <a:pt x="571321" y="133356"/>
                </a:cubicBezTo>
                <a:cubicBezTo>
                  <a:pt x="572190" y="131338"/>
                  <a:pt x="572625" y="127471"/>
                  <a:pt x="572625" y="121754"/>
                </a:cubicBezTo>
                <a:lnTo>
                  <a:pt x="572625" y="38512"/>
                </a:lnTo>
                <a:cubicBezTo>
                  <a:pt x="572625" y="28148"/>
                  <a:pt x="572391" y="21780"/>
                  <a:pt x="571923" y="19406"/>
                </a:cubicBezTo>
                <a:cubicBezTo>
                  <a:pt x="571455" y="17033"/>
                  <a:pt x="570703" y="15411"/>
                  <a:pt x="569666" y="14542"/>
                </a:cubicBezTo>
                <a:cubicBezTo>
                  <a:pt x="568630" y="13673"/>
                  <a:pt x="567309" y="13238"/>
                  <a:pt x="565705" y="13238"/>
                </a:cubicBezTo>
                <a:cubicBezTo>
                  <a:pt x="563966" y="13238"/>
                  <a:pt x="561760" y="13773"/>
                  <a:pt x="559086" y="14843"/>
                </a:cubicBezTo>
                <a:lnTo>
                  <a:pt x="557381" y="11233"/>
                </a:lnTo>
                <a:lnTo>
                  <a:pt x="584760" y="0"/>
                </a:lnTo>
                <a:lnTo>
                  <a:pt x="589273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Analysis">
            <a:extLst xmlns:a="http://schemas.openxmlformats.org/drawingml/2006/main">
              <a:ext uri="{FF2B5EF4-FFF2-40B4-BE49-F238E27FC236}">
                <a16:creationId xmlns:a16="http://schemas.microsoft.com/office/drawing/2014/main" id="{B7B9D08B-ECFC-43F2-B5A7-B8DC70F5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495" y="4479382"/>
            <a:ext cx="710097" cy="186943"/>
          </a:xfrm>
          <a:custGeom xmlns:a="http://schemas.openxmlformats.org/drawingml/2006/main">
            <a:pathLst>
              <a:path w="710097" h="186943">
                <a:moveTo>
                  <a:pt x="92369" y="97082"/>
                </a:moveTo>
                <a:lnTo>
                  <a:pt x="39715" y="97082"/>
                </a:lnTo>
                <a:lnTo>
                  <a:pt x="30489" y="118545"/>
                </a:lnTo>
                <a:cubicBezTo>
                  <a:pt x="28215" y="123802"/>
                  <a:pt x="27079" y="127727"/>
                  <a:pt x="27079" y="130319"/>
                </a:cubicBezTo>
                <a:cubicBezTo>
                  <a:pt x="27079" y="132384"/>
                  <a:pt x="28065" y="134197"/>
                  <a:pt x="30037" y="135760"/>
                </a:cubicBezTo>
                <a:cubicBezTo>
                  <a:pt x="32010" y="137323"/>
                  <a:pt x="36272" y="138338"/>
                  <a:pt x="42824" y="138804"/>
                </a:cubicBezTo>
                <a:lnTo>
                  <a:pt x="42824" y="142615"/>
                </a:lnTo>
                <a:lnTo>
                  <a:pt x="0" y="142615"/>
                </a:lnTo>
                <a:lnTo>
                  <a:pt x="0" y="138804"/>
                </a:lnTo>
                <a:cubicBezTo>
                  <a:pt x="5683" y="137803"/>
                  <a:pt x="9361" y="136502"/>
                  <a:pt x="11032" y="134902"/>
                </a:cubicBezTo>
                <a:cubicBezTo>
                  <a:pt x="14442" y="131698"/>
                  <a:pt x="18220" y="125194"/>
                  <a:pt x="22365" y="115389"/>
                </a:cubicBezTo>
                <a:lnTo>
                  <a:pt x="70204" y="3611"/>
                </a:lnTo>
                <a:lnTo>
                  <a:pt x="73714" y="3611"/>
                </a:lnTo>
                <a:lnTo>
                  <a:pt x="121052" y="116639"/>
                </a:lnTo>
                <a:cubicBezTo>
                  <a:pt x="124863" y="125690"/>
                  <a:pt x="128323" y="131565"/>
                  <a:pt x="131432" y="134262"/>
                </a:cubicBezTo>
                <a:cubicBezTo>
                  <a:pt x="134541" y="136958"/>
                  <a:pt x="138870" y="138471"/>
                  <a:pt x="144420" y="138804"/>
                </a:cubicBezTo>
                <a:lnTo>
                  <a:pt x="144420" y="142615"/>
                </a:lnTo>
                <a:lnTo>
                  <a:pt x="90764" y="142615"/>
                </a:lnTo>
                <a:lnTo>
                  <a:pt x="90764" y="138804"/>
                </a:lnTo>
                <a:cubicBezTo>
                  <a:pt x="96180" y="138538"/>
                  <a:pt x="99840" y="137640"/>
                  <a:pt x="101746" y="136108"/>
                </a:cubicBezTo>
                <a:cubicBezTo>
                  <a:pt x="103651" y="134577"/>
                  <a:pt x="104604" y="132713"/>
                  <a:pt x="104604" y="130517"/>
                </a:cubicBezTo>
                <a:cubicBezTo>
                  <a:pt x="104604" y="127588"/>
                  <a:pt x="103267" y="122962"/>
                  <a:pt x="100592" y="116639"/>
                </a:cubicBezTo>
                <a:lnTo>
                  <a:pt x="92369" y="97082"/>
                </a:lnTo>
                <a:moveTo>
                  <a:pt x="89560" y="89661"/>
                </a:moveTo>
                <a:lnTo>
                  <a:pt x="66493" y="34701"/>
                </a:lnTo>
                <a:lnTo>
                  <a:pt x="42824" y="89661"/>
                </a:lnTo>
                <a:lnTo>
                  <a:pt x="89560" y="89661"/>
                </a:lnTo>
                <a:close/>
                <a:moveTo>
                  <a:pt x="179888" y="67496"/>
                </a:moveTo>
                <a:cubicBezTo>
                  <a:pt x="190653" y="54592"/>
                  <a:pt x="200916" y="48140"/>
                  <a:pt x="210678" y="48140"/>
                </a:cubicBezTo>
                <a:cubicBezTo>
                  <a:pt x="215692" y="48140"/>
                  <a:pt x="220005" y="49390"/>
                  <a:pt x="223615" y="51891"/>
                </a:cubicBezTo>
                <a:cubicBezTo>
                  <a:pt x="227226" y="54390"/>
                  <a:pt x="230101" y="58508"/>
                  <a:pt x="232241" y="64243"/>
                </a:cubicBezTo>
                <a:cubicBezTo>
                  <a:pt x="233712" y="68244"/>
                  <a:pt x="234447" y="74379"/>
                  <a:pt x="234447" y="82647"/>
                </a:cubicBezTo>
                <a:lnTo>
                  <a:pt x="234447" y="121754"/>
                </a:lnTo>
                <a:cubicBezTo>
                  <a:pt x="234447" y="127604"/>
                  <a:pt x="234915" y="131572"/>
                  <a:pt x="235851" y="133657"/>
                </a:cubicBezTo>
                <a:cubicBezTo>
                  <a:pt x="236587" y="135339"/>
                  <a:pt x="237773" y="136651"/>
                  <a:pt x="239411" y="137594"/>
                </a:cubicBezTo>
                <a:cubicBezTo>
                  <a:pt x="241050" y="138534"/>
                  <a:pt x="244075" y="139004"/>
                  <a:pt x="248488" y="139004"/>
                </a:cubicBezTo>
                <a:lnTo>
                  <a:pt x="248488" y="142615"/>
                </a:lnTo>
                <a:lnTo>
                  <a:pt x="203056" y="142615"/>
                </a:lnTo>
                <a:lnTo>
                  <a:pt x="203056" y="139004"/>
                </a:lnTo>
                <a:lnTo>
                  <a:pt x="204961" y="139004"/>
                </a:lnTo>
                <a:cubicBezTo>
                  <a:pt x="209240" y="139004"/>
                  <a:pt x="212232" y="138349"/>
                  <a:pt x="213937" y="137039"/>
                </a:cubicBezTo>
                <a:cubicBezTo>
                  <a:pt x="215642" y="135727"/>
                  <a:pt x="216829" y="133793"/>
                  <a:pt x="217498" y="131238"/>
                </a:cubicBezTo>
                <a:cubicBezTo>
                  <a:pt x="217765" y="130229"/>
                  <a:pt x="217899" y="127067"/>
                  <a:pt x="217899" y="121754"/>
                </a:cubicBezTo>
                <a:lnTo>
                  <a:pt x="217899" y="84207"/>
                </a:lnTo>
                <a:cubicBezTo>
                  <a:pt x="217899" y="75862"/>
                  <a:pt x="216812" y="69804"/>
                  <a:pt x="214639" y="66033"/>
                </a:cubicBezTo>
                <a:cubicBezTo>
                  <a:pt x="212466" y="62261"/>
                  <a:pt x="208806" y="60376"/>
                  <a:pt x="203657" y="60376"/>
                </a:cubicBezTo>
                <a:cubicBezTo>
                  <a:pt x="195701" y="60376"/>
                  <a:pt x="187778" y="64721"/>
                  <a:pt x="179888" y="73413"/>
                </a:cubicBezTo>
                <a:lnTo>
                  <a:pt x="179888" y="121754"/>
                </a:lnTo>
                <a:cubicBezTo>
                  <a:pt x="179888" y="128008"/>
                  <a:pt x="180256" y="131875"/>
                  <a:pt x="180992" y="133356"/>
                </a:cubicBezTo>
                <a:cubicBezTo>
                  <a:pt x="181928" y="135306"/>
                  <a:pt x="183215" y="136735"/>
                  <a:pt x="184853" y="137644"/>
                </a:cubicBezTo>
                <a:cubicBezTo>
                  <a:pt x="186491" y="138551"/>
                  <a:pt x="189817" y="139004"/>
                  <a:pt x="194832" y="139004"/>
                </a:cubicBezTo>
                <a:lnTo>
                  <a:pt x="194832" y="142615"/>
                </a:lnTo>
                <a:lnTo>
                  <a:pt x="149400" y="142615"/>
                </a:lnTo>
                <a:lnTo>
                  <a:pt x="149400" y="139004"/>
                </a:lnTo>
                <a:lnTo>
                  <a:pt x="151406" y="139004"/>
                </a:lnTo>
                <a:cubicBezTo>
                  <a:pt x="156086" y="139004"/>
                  <a:pt x="159245" y="137811"/>
                  <a:pt x="160883" y="135425"/>
                </a:cubicBezTo>
                <a:cubicBezTo>
                  <a:pt x="162521" y="133037"/>
                  <a:pt x="163340" y="128480"/>
                  <a:pt x="163340" y="121754"/>
                </a:cubicBezTo>
                <a:lnTo>
                  <a:pt x="163340" y="87855"/>
                </a:lnTo>
                <a:cubicBezTo>
                  <a:pt x="163340" y="76823"/>
                  <a:pt x="163090" y="70104"/>
                  <a:pt x="162588" y="67697"/>
                </a:cubicBezTo>
                <a:cubicBezTo>
                  <a:pt x="162087" y="65290"/>
                  <a:pt x="161318" y="63652"/>
                  <a:pt x="160281" y="62783"/>
                </a:cubicBezTo>
                <a:cubicBezTo>
                  <a:pt x="159245" y="61913"/>
                  <a:pt x="157858" y="61479"/>
                  <a:pt x="156119" y="61479"/>
                </a:cubicBezTo>
                <a:cubicBezTo>
                  <a:pt x="154247" y="61479"/>
                  <a:pt x="152007" y="61980"/>
                  <a:pt x="149400" y="62983"/>
                </a:cubicBezTo>
                <a:lnTo>
                  <a:pt x="147895" y="59373"/>
                </a:lnTo>
                <a:lnTo>
                  <a:pt x="175576" y="48140"/>
                </a:lnTo>
                <a:lnTo>
                  <a:pt x="179888" y="48140"/>
                </a:lnTo>
                <a:lnTo>
                  <a:pt x="179888" y="67496"/>
                </a:lnTo>
                <a:close/>
                <a:moveTo>
                  <a:pt x="307860" y="129483"/>
                </a:moveTo>
                <a:cubicBezTo>
                  <a:pt x="298433" y="136768"/>
                  <a:pt x="292516" y="140979"/>
                  <a:pt x="290109" y="142113"/>
                </a:cubicBezTo>
                <a:cubicBezTo>
                  <a:pt x="286498" y="143785"/>
                  <a:pt x="282653" y="144620"/>
                  <a:pt x="278575" y="144620"/>
                </a:cubicBezTo>
                <a:cubicBezTo>
                  <a:pt x="272223" y="144620"/>
                  <a:pt x="266991" y="142447"/>
                  <a:pt x="262879" y="138101"/>
                </a:cubicBezTo>
                <a:cubicBezTo>
                  <a:pt x="258767" y="133756"/>
                  <a:pt x="256711" y="128039"/>
                  <a:pt x="256711" y="120952"/>
                </a:cubicBezTo>
                <a:cubicBezTo>
                  <a:pt x="256711" y="116472"/>
                  <a:pt x="257714" y="112594"/>
                  <a:pt x="259720" y="109318"/>
                </a:cubicBezTo>
                <a:cubicBezTo>
                  <a:pt x="262461" y="104771"/>
                  <a:pt x="267225" y="100492"/>
                  <a:pt x="274012" y="96480"/>
                </a:cubicBezTo>
                <a:cubicBezTo>
                  <a:pt x="280798" y="92469"/>
                  <a:pt x="292081" y="87588"/>
                  <a:pt x="307860" y="81838"/>
                </a:cubicBezTo>
                <a:lnTo>
                  <a:pt x="307860" y="78240"/>
                </a:lnTo>
                <a:cubicBezTo>
                  <a:pt x="307860" y="69113"/>
                  <a:pt x="306406" y="62851"/>
                  <a:pt x="303497" y="59454"/>
                </a:cubicBezTo>
                <a:cubicBezTo>
                  <a:pt x="300589" y="56057"/>
                  <a:pt x="296360" y="54358"/>
                  <a:pt x="290811" y="54358"/>
                </a:cubicBezTo>
                <a:cubicBezTo>
                  <a:pt x="286598" y="54358"/>
                  <a:pt x="283255" y="55495"/>
                  <a:pt x="280781" y="57768"/>
                </a:cubicBezTo>
                <a:cubicBezTo>
                  <a:pt x="278241" y="60041"/>
                  <a:pt x="276970" y="62649"/>
                  <a:pt x="276970" y="65591"/>
                </a:cubicBezTo>
                <a:lnTo>
                  <a:pt x="277171" y="71408"/>
                </a:lnTo>
                <a:cubicBezTo>
                  <a:pt x="277171" y="74483"/>
                  <a:pt x="276385" y="76857"/>
                  <a:pt x="274814" y="78528"/>
                </a:cubicBezTo>
                <a:cubicBezTo>
                  <a:pt x="273243" y="80200"/>
                  <a:pt x="271187" y="81036"/>
                  <a:pt x="268646" y="81036"/>
                </a:cubicBezTo>
                <a:cubicBezTo>
                  <a:pt x="266172" y="81036"/>
                  <a:pt x="264150" y="80164"/>
                  <a:pt x="262578" y="78422"/>
                </a:cubicBezTo>
                <a:cubicBezTo>
                  <a:pt x="261007" y="76677"/>
                  <a:pt x="260222" y="74296"/>
                  <a:pt x="260222" y="71279"/>
                </a:cubicBezTo>
                <a:cubicBezTo>
                  <a:pt x="260222" y="65510"/>
                  <a:pt x="263164" y="60211"/>
                  <a:pt x="269047" y="55383"/>
                </a:cubicBezTo>
                <a:cubicBezTo>
                  <a:pt x="274931" y="50554"/>
                  <a:pt x="283188" y="48140"/>
                  <a:pt x="293819" y="48140"/>
                </a:cubicBezTo>
                <a:cubicBezTo>
                  <a:pt x="301976" y="48140"/>
                  <a:pt x="308662" y="49509"/>
                  <a:pt x="313878" y="52246"/>
                </a:cubicBezTo>
                <a:cubicBezTo>
                  <a:pt x="317822" y="54316"/>
                  <a:pt x="320731" y="57556"/>
                  <a:pt x="322603" y="61965"/>
                </a:cubicBezTo>
                <a:cubicBezTo>
                  <a:pt x="323806" y="64835"/>
                  <a:pt x="324408" y="70712"/>
                  <a:pt x="324408" y="79594"/>
                </a:cubicBezTo>
                <a:lnTo>
                  <a:pt x="324408" y="110747"/>
                </a:lnTo>
                <a:cubicBezTo>
                  <a:pt x="324408" y="119495"/>
                  <a:pt x="324575" y="124855"/>
                  <a:pt x="324910" y="126825"/>
                </a:cubicBezTo>
                <a:cubicBezTo>
                  <a:pt x="325244" y="128795"/>
                  <a:pt x="325796" y="130115"/>
                  <a:pt x="326564" y="130783"/>
                </a:cubicBezTo>
                <a:cubicBezTo>
                  <a:pt x="327333" y="131450"/>
                  <a:pt x="328219" y="131783"/>
                  <a:pt x="329222" y="131783"/>
                </a:cubicBezTo>
                <a:cubicBezTo>
                  <a:pt x="330292" y="131783"/>
                  <a:pt x="331228" y="131549"/>
                  <a:pt x="332030" y="131081"/>
                </a:cubicBezTo>
                <a:cubicBezTo>
                  <a:pt x="333434" y="130212"/>
                  <a:pt x="336142" y="127771"/>
                  <a:pt x="340154" y="123760"/>
                </a:cubicBezTo>
                <a:lnTo>
                  <a:pt x="340154" y="129376"/>
                </a:lnTo>
                <a:cubicBezTo>
                  <a:pt x="332666" y="139405"/>
                  <a:pt x="325511" y="144420"/>
                  <a:pt x="318692" y="144420"/>
                </a:cubicBezTo>
                <a:cubicBezTo>
                  <a:pt x="315415" y="144420"/>
                  <a:pt x="312808" y="143292"/>
                  <a:pt x="310869" y="141035"/>
                </a:cubicBezTo>
                <a:cubicBezTo>
                  <a:pt x="308930" y="138776"/>
                  <a:pt x="307927" y="134926"/>
                  <a:pt x="307860" y="129483"/>
                </a:cubicBezTo>
                <a:moveTo>
                  <a:pt x="307860" y="122979"/>
                </a:moveTo>
                <a:lnTo>
                  <a:pt x="307860" y="88056"/>
                </a:lnTo>
                <a:cubicBezTo>
                  <a:pt x="297764" y="92059"/>
                  <a:pt x="291245" y="94895"/>
                  <a:pt x="288303" y="96562"/>
                </a:cubicBezTo>
                <a:cubicBezTo>
                  <a:pt x="283021" y="99498"/>
                  <a:pt x="279244" y="102567"/>
                  <a:pt x="276970" y="105770"/>
                </a:cubicBezTo>
                <a:cubicBezTo>
                  <a:pt x="274697" y="108971"/>
                  <a:pt x="273560" y="112473"/>
                  <a:pt x="273560" y="116276"/>
                </a:cubicBezTo>
                <a:cubicBezTo>
                  <a:pt x="273560" y="121079"/>
                  <a:pt x="274998" y="125066"/>
                  <a:pt x="277873" y="128235"/>
                </a:cubicBezTo>
                <a:cubicBezTo>
                  <a:pt x="280748" y="131403"/>
                  <a:pt x="284058" y="132987"/>
                  <a:pt x="287802" y="132987"/>
                </a:cubicBezTo>
                <a:cubicBezTo>
                  <a:pt x="292883" y="132987"/>
                  <a:pt x="299569" y="129651"/>
                  <a:pt x="307860" y="122979"/>
                </a:cubicBezTo>
                <a:close/>
                <a:moveTo>
                  <a:pt x="378597" y="0"/>
                </a:moveTo>
                <a:lnTo>
                  <a:pt x="378597" y="121754"/>
                </a:lnTo>
                <a:cubicBezTo>
                  <a:pt x="378597" y="127537"/>
                  <a:pt x="379015" y="131371"/>
                  <a:pt x="379851" y="133256"/>
                </a:cubicBezTo>
                <a:cubicBezTo>
                  <a:pt x="380686" y="135139"/>
                  <a:pt x="381973" y="136568"/>
                  <a:pt x="383712" y="137544"/>
                </a:cubicBezTo>
                <a:cubicBezTo>
                  <a:pt x="385450" y="138517"/>
                  <a:pt x="388693" y="139004"/>
                  <a:pt x="393440" y="139004"/>
                </a:cubicBezTo>
                <a:lnTo>
                  <a:pt x="393440" y="142615"/>
                </a:lnTo>
                <a:lnTo>
                  <a:pt x="348409" y="142615"/>
                </a:lnTo>
                <a:lnTo>
                  <a:pt x="348409" y="139004"/>
                </a:lnTo>
                <a:cubicBezTo>
                  <a:pt x="352621" y="139004"/>
                  <a:pt x="355496" y="138567"/>
                  <a:pt x="357034" y="137694"/>
                </a:cubicBezTo>
                <a:cubicBezTo>
                  <a:pt x="358572" y="136819"/>
                  <a:pt x="359776" y="135373"/>
                  <a:pt x="360645" y="133356"/>
                </a:cubicBezTo>
                <a:cubicBezTo>
                  <a:pt x="361514" y="131338"/>
                  <a:pt x="361948" y="127471"/>
                  <a:pt x="361948" y="121754"/>
                </a:cubicBezTo>
                <a:lnTo>
                  <a:pt x="361948" y="38512"/>
                </a:lnTo>
                <a:cubicBezTo>
                  <a:pt x="361948" y="28148"/>
                  <a:pt x="361714" y="21780"/>
                  <a:pt x="361246" y="19406"/>
                </a:cubicBezTo>
                <a:cubicBezTo>
                  <a:pt x="360778" y="17033"/>
                  <a:pt x="360026" y="15411"/>
                  <a:pt x="358990" y="14542"/>
                </a:cubicBezTo>
                <a:cubicBezTo>
                  <a:pt x="357954" y="13673"/>
                  <a:pt x="356633" y="13238"/>
                  <a:pt x="355028" y="13238"/>
                </a:cubicBezTo>
                <a:cubicBezTo>
                  <a:pt x="353290" y="13238"/>
                  <a:pt x="351084" y="13773"/>
                  <a:pt x="348409" y="14843"/>
                </a:cubicBezTo>
                <a:lnTo>
                  <a:pt x="346704" y="11233"/>
                </a:lnTo>
                <a:lnTo>
                  <a:pt x="374084" y="0"/>
                </a:lnTo>
                <a:lnTo>
                  <a:pt x="378597" y="0"/>
                </a:lnTo>
                <a:close/>
                <a:moveTo>
                  <a:pt x="398890" y="50748"/>
                </a:moveTo>
                <a:lnTo>
                  <a:pt x="441715" y="50748"/>
                </a:lnTo>
                <a:lnTo>
                  <a:pt x="441715" y="54358"/>
                </a:lnTo>
                <a:lnTo>
                  <a:pt x="439609" y="54358"/>
                </a:lnTo>
                <a:cubicBezTo>
                  <a:pt x="436600" y="54358"/>
                  <a:pt x="434343" y="55013"/>
                  <a:pt x="432839" y="56323"/>
                </a:cubicBezTo>
                <a:cubicBezTo>
                  <a:pt x="431334" y="57633"/>
                  <a:pt x="430582" y="59262"/>
                  <a:pt x="430582" y="61209"/>
                </a:cubicBezTo>
                <a:cubicBezTo>
                  <a:pt x="430582" y="63829"/>
                  <a:pt x="431686" y="67457"/>
                  <a:pt x="433892" y="72091"/>
                </a:cubicBezTo>
                <a:lnTo>
                  <a:pt x="456257" y="118545"/>
                </a:lnTo>
                <a:lnTo>
                  <a:pt x="476817" y="67681"/>
                </a:lnTo>
                <a:cubicBezTo>
                  <a:pt x="477953" y="64923"/>
                  <a:pt x="478522" y="62197"/>
                  <a:pt x="478522" y="59504"/>
                </a:cubicBezTo>
                <a:cubicBezTo>
                  <a:pt x="478522" y="58294"/>
                  <a:pt x="478288" y="57387"/>
                  <a:pt x="477820" y="56781"/>
                </a:cubicBezTo>
                <a:cubicBezTo>
                  <a:pt x="477285" y="56041"/>
                  <a:pt x="476449" y="55453"/>
                  <a:pt x="475312" y="55016"/>
                </a:cubicBezTo>
                <a:cubicBezTo>
                  <a:pt x="474176" y="54577"/>
                  <a:pt x="472170" y="54358"/>
                  <a:pt x="469295" y="54358"/>
                </a:cubicBezTo>
                <a:lnTo>
                  <a:pt x="469295" y="50748"/>
                </a:lnTo>
                <a:lnTo>
                  <a:pt x="499182" y="50748"/>
                </a:lnTo>
                <a:lnTo>
                  <a:pt x="499182" y="54358"/>
                </a:lnTo>
                <a:cubicBezTo>
                  <a:pt x="496708" y="54625"/>
                  <a:pt x="494802" y="55162"/>
                  <a:pt x="493465" y="55969"/>
                </a:cubicBezTo>
                <a:cubicBezTo>
                  <a:pt x="492128" y="56773"/>
                  <a:pt x="490657" y="58283"/>
                  <a:pt x="489052" y="60498"/>
                </a:cubicBezTo>
                <a:cubicBezTo>
                  <a:pt x="488451" y="61438"/>
                  <a:pt x="487314" y="64022"/>
                  <a:pt x="485642" y="68248"/>
                </a:cubicBezTo>
                <a:lnTo>
                  <a:pt x="448234" y="159871"/>
                </a:lnTo>
                <a:cubicBezTo>
                  <a:pt x="444623" y="168795"/>
                  <a:pt x="439893" y="175537"/>
                  <a:pt x="434042" y="180099"/>
                </a:cubicBezTo>
                <a:cubicBezTo>
                  <a:pt x="428192" y="184662"/>
                  <a:pt x="422559" y="186943"/>
                  <a:pt x="417143" y="186943"/>
                </a:cubicBezTo>
                <a:cubicBezTo>
                  <a:pt x="413198" y="186943"/>
                  <a:pt x="409956" y="185801"/>
                  <a:pt x="407415" y="183515"/>
                </a:cubicBezTo>
                <a:cubicBezTo>
                  <a:pt x="404874" y="181231"/>
                  <a:pt x="403604" y="178612"/>
                  <a:pt x="403604" y="175658"/>
                </a:cubicBezTo>
                <a:cubicBezTo>
                  <a:pt x="403604" y="172835"/>
                  <a:pt x="404523" y="170567"/>
                  <a:pt x="406362" y="168853"/>
                </a:cubicBezTo>
                <a:cubicBezTo>
                  <a:pt x="408201" y="167140"/>
                  <a:pt x="410725" y="166283"/>
                  <a:pt x="413934" y="166283"/>
                </a:cubicBezTo>
                <a:cubicBezTo>
                  <a:pt x="416140" y="166283"/>
                  <a:pt x="419149" y="166999"/>
                  <a:pt x="422960" y="168430"/>
                </a:cubicBezTo>
                <a:cubicBezTo>
                  <a:pt x="425635" y="169406"/>
                  <a:pt x="427306" y="169894"/>
                  <a:pt x="427975" y="169894"/>
                </a:cubicBezTo>
                <a:cubicBezTo>
                  <a:pt x="429981" y="169894"/>
                  <a:pt x="432170" y="168865"/>
                  <a:pt x="434544" y="166807"/>
                </a:cubicBezTo>
                <a:cubicBezTo>
                  <a:pt x="436917" y="164749"/>
                  <a:pt x="439308" y="160766"/>
                  <a:pt x="441715" y="154860"/>
                </a:cubicBezTo>
                <a:lnTo>
                  <a:pt x="448234" y="138813"/>
                </a:lnTo>
                <a:lnTo>
                  <a:pt x="415238" y="69693"/>
                </a:lnTo>
                <a:cubicBezTo>
                  <a:pt x="414235" y="67608"/>
                  <a:pt x="412630" y="65018"/>
                  <a:pt x="410424" y="61924"/>
                </a:cubicBezTo>
                <a:cubicBezTo>
                  <a:pt x="408752" y="59571"/>
                  <a:pt x="407382" y="57990"/>
                  <a:pt x="406312" y="57182"/>
                </a:cubicBezTo>
                <a:cubicBezTo>
                  <a:pt x="404774" y="56106"/>
                  <a:pt x="402300" y="55165"/>
                  <a:pt x="398890" y="54358"/>
                </a:cubicBezTo>
                <a:lnTo>
                  <a:pt x="398890" y="50748"/>
                </a:lnTo>
                <a:close/>
                <a:moveTo>
                  <a:pt x="566177" y="48140"/>
                </a:moveTo>
                <a:lnTo>
                  <a:pt x="566177" y="79431"/>
                </a:lnTo>
                <a:lnTo>
                  <a:pt x="562867" y="79431"/>
                </a:lnTo>
                <a:cubicBezTo>
                  <a:pt x="560327" y="69642"/>
                  <a:pt x="557067" y="62983"/>
                  <a:pt x="553089" y="59454"/>
                </a:cubicBezTo>
                <a:cubicBezTo>
                  <a:pt x="549111" y="55923"/>
                  <a:pt x="544046" y="54157"/>
                  <a:pt x="537895" y="54157"/>
                </a:cubicBezTo>
                <a:cubicBezTo>
                  <a:pt x="533215" y="54157"/>
                  <a:pt x="529437" y="55390"/>
                  <a:pt x="526562" y="57856"/>
                </a:cubicBezTo>
                <a:cubicBezTo>
                  <a:pt x="523687" y="60321"/>
                  <a:pt x="522249" y="63053"/>
                  <a:pt x="522249" y="66051"/>
                </a:cubicBezTo>
                <a:cubicBezTo>
                  <a:pt x="522249" y="69781"/>
                  <a:pt x="523319" y="72979"/>
                  <a:pt x="525459" y="75645"/>
                </a:cubicBezTo>
                <a:cubicBezTo>
                  <a:pt x="527531" y="78376"/>
                  <a:pt x="531744" y="81274"/>
                  <a:pt x="538095" y="84339"/>
                </a:cubicBezTo>
                <a:lnTo>
                  <a:pt x="552738" y="91435"/>
                </a:lnTo>
                <a:cubicBezTo>
                  <a:pt x="566311" y="98045"/>
                  <a:pt x="573097" y="106759"/>
                  <a:pt x="573097" y="117576"/>
                </a:cubicBezTo>
                <a:cubicBezTo>
                  <a:pt x="573097" y="125923"/>
                  <a:pt x="569938" y="132651"/>
                  <a:pt x="563620" y="137760"/>
                </a:cubicBezTo>
                <a:cubicBezTo>
                  <a:pt x="557301" y="142868"/>
                  <a:pt x="550231" y="145423"/>
                  <a:pt x="542408" y="145423"/>
                </a:cubicBezTo>
                <a:cubicBezTo>
                  <a:pt x="536792" y="145423"/>
                  <a:pt x="530373" y="144470"/>
                  <a:pt x="523152" y="142564"/>
                </a:cubicBezTo>
                <a:cubicBezTo>
                  <a:pt x="520946" y="141929"/>
                  <a:pt x="519140" y="141612"/>
                  <a:pt x="517736" y="141612"/>
                </a:cubicBezTo>
                <a:cubicBezTo>
                  <a:pt x="516198" y="141612"/>
                  <a:pt x="514995" y="142414"/>
                  <a:pt x="514126" y="144019"/>
                </a:cubicBezTo>
                <a:lnTo>
                  <a:pt x="510816" y="144019"/>
                </a:lnTo>
                <a:lnTo>
                  <a:pt x="510816" y="111123"/>
                </a:lnTo>
                <a:lnTo>
                  <a:pt x="514126" y="111123"/>
                </a:lnTo>
                <a:cubicBezTo>
                  <a:pt x="515998" y="120484"/>
                  <a:pt x="519575" y="127537"/>
                  <a:pt x="524857" y="132285"/>
                </a:cubicBezTo>
                <a:cubicBezTo>
                  <a:pt x="530139" y="137032"/>
                  <a:pt x="536056" y="139405"/>
                  <a:pt x="542609" y="139405"/>
                </a:cubicBezTo>
                <a:cubicBezTo>
                  <a:pt x="547222" y="139405"/>
                  <a:pt x="550983" y="138059"/>
                  <a:pt x="553891" y="135365"/>
                </a:cubicBezTo>
                <a:cubicBezTo>
                  <a:pt x="556800" y="132670"/>
                  <a:pt x="558254" y="129426"/>
                  <a:pt x="558254" y="125634"/>
                </a:cubicBezTo>
                <a:cubicBezTo>
                  <a:pt x="558254" y="121044"/>
                  <a:pt x="556633" y="117185"/>
                  <a:pt x="553390" y="114060"/>
                </a:cubicBezTo>
                <a:cubicBezTo>
                  <a:pt x="550147" y="110932"/>
                  <a:pt x="543678" y="106982"/>
                  <a:pt x="533983" y="102210"/>
                </a:cubicBezTo>
                <a:cubicBezTo>
                  <a:pt x="524289" y="97435"/>
                  <a:pt x="517937" y="93106"/>
                  <a:pt x="514928" y="89222"/>
                </a:cubicBezTo>
                <a:cubicBezTo>
                  <a:pt x="511919" y="85405"/>
                  <a:pt x="510415" y="80583"/>
                  <a:pt x="510415" y="74758"/>
                </a:cubicBezTo>
                <a:cubicBezTo>
                  <a:pt x="510415" y="67190"/>
                  <a:pt x="513006" y="60862"/>
                  <a:pt x="518188" y="55775"/>
                </a:cubicBezTo>
                <a:cubicBezTo>
                  <a:pt x="523369" y="50685"/>
                  <a:pt x="530072" y="48140"/>
                  <a:pt x="538296" y="48140"/>
                </a:cubicBezTo>
                <a:cubicBezTo>
                  <a:pt x="541906" y="48140"/>
                  <a:pt x="546286" y="48909"/>
                  <a:pt x="551434" y="50447"/>
                </a:cubicBezTo>
                <a:cubicBezTo>
                  <a:pt x="554844" y="51450"/>
                  <a:pt x="557117" y="51951"/>
                  <a:pt x="558254" y="51951"/>
                </a:cubicBezTo>
                <a:cubicBezTo>
                  <a:pt x="559324" y="51951"/>
                  <a:pt x="560160" y="51717"/>
                  <a:pt x="560761" y="51249"/>
                </a:cubicBezTo>
                <a:cubicBezTo>
                  <a:pt x="561363" y="50781"/>
                  <a:pt x="562065" y="49745"/>
                  <a:pt x="562867" y="48140"/>
                </a:cubicBezTo>
                <a:lnTo>
                  <a:pt x="566177" y="48140"/>
                </a:lnTo>
                <a:close/>
                <a:moveTo>
                  <a:pt x="610072" y="0"/>
                </a:moveTo>
                <a:cubicBezTo>
                  <a:pt x="612880" y="0"/>
                  <a:pt x="615270" y="991"/>
                  <a:pt x="617242" y="2974"/>
                </a:cubicBezTo>
                <a:cubicBezTo>
                  <a:pt x="619215" y="4955"/>
                  <a:pt x="620201" y="7357"/>
                  <a:pt x="620201" y="10180"/>
                </a:cubicBezTo>
                <a:cubicBezTo>
                  <a:pt x="620201" y="13002"/>
                  <a:pt x="619215" y="15422"/>
                  <a:pt x="617242" y="17438"/>
                </a:cubicBezTo>
                <a:cubicBezTo>
                  <a:pt x="615270" y="19452"/>
                  <a:pt x="612880" y="20459"/>
                  <a:pt x="610072" y="20459"/>
                </a:cubicBezTo>
                <a:cubicBezTo>
                  <a:pt x="607263" y="20459"/>
                  <a:pt x="604856" y="19452"/>
                  <a:pt x="602851" y="17438"/>
                </a:cubicBezTo>
                <a:cubicBezTo>
                  <a:pt x="600845" y="15422"/>
                  <a:pt x="599842" y="13002"/>
                  <a:pt x="599842" y="10180"/>
                </a:cubicBezTo>
                <a:cubicBezTo>
                  <a:pt x="599842" y="7357"/>
                  <a:pt x="600828" y="4955"/>
                  <a:pt x="602800" y="2974"/>
                </a:cubicBezTo>
                <a:cubicBezTo>
                  <a:pt x="604773" y="991"/>
                  <a:pt x="607196" y="0"/>
                  <a:pt x="610072" y="0"/>
                </a:cubicBezTo>
                <a:moveTo>
                  <a:pt x="618396" y="48140"/>
                </a:moveTo>
                <a:lnTo>
                  <a:pt x="618396" y="121754"/>
                </a:lnTo>
                <a:cubicBezTo>
                  <a:pt x="618396" y="127537"/>
                  <a:pt x="618814" y="131388"/>
                  <a:pt x="619649" y="133306"/>
                </a:cubicBezTo>
                <a:cubicBezTo>
                  <a:pt x="620485" y="135222"/>
                  <a:pt x="621722" y="136651"/>
                  <a:pt x="623360" y="137594"/>
                </a:cubicBezTo>
                <a:cubicBezTo>
                  <a:pt x="624998" y="138534"/>
                  <a:pt x="627990" y="139004"/>
                  <a:pt x="632336" y="139004"/>
                </a:cubicBezTo>
                <a:lnTo>
                  <a:pt x="632336" y="142615"/>
                </a:lnTo>
                <a:lnTo>
                  <a:pt x="587706" y="142615"/>
                </a:lnTo>
                <a:lnTo>
                  <a:pt x="587706" y="139004"/>
                </a:lnTo>
                <a:cubicBezTo>
                  <a:pt x="592186" y="139004"/>
                  <a:pt x="595195" y="138567"/>
                  <a:pt x="596733" y="137694"/>
                </a:cubicBezTo>
                <a:cubicBezTo>
                  <a:pt x="598271" y="136819"/>
                  <a:pt x="599491" y="135373"/>
                  <a:pt x="600393" y="133356"/>
                </a:cubicBezTo>
                <a:cubicBezTo>
                  <a:pt x="601296" y="131338"/>
                  <a:pt x="601747" y="127471"/>
                  <a:pt x="601747" y="121754"/>
                </a:cubicBezTo>
                <a:lnTo>
                  <a:pt x="601747" y="86652"/>
                </a:lnTo>
                <a:cubicBezTo>
                  <a:pt x="601747" y="76648"/>
                  <a:pt x="601446" y="70169"/>
                  <a:pt x="600845" y="67214"/>
                </a:cubicBezTo>
                <a:cubicBezTo>
                  <a:pt x="600377" y="65064"/>
                  <a:pt x="599641" y="63571"/>
                  <a:pt x="598638" y="62736"/>
                </a:cubicBezTo>
                <a:cubicBezTo>
                  <a:pt x="597635" y="61898"/>
                  <a:pt x="596265" y="61479"/>
                  <a:pt x="594526" y="61479"/>
                </a:cubicBezTo>
                <a:cubicBezTo>
                  <a:pt x="592654" y="61479"/>
                  <a:pt x="590381" y="61980"/>
                  <a:pt x="587706" y="62983"/>
                </a:cubicBezTo>
                <a:lnTo>
                  <a:pt x="586302" y="59373"/>
                </a:lnTo>
                <a:lnTo>
                  <a:pt x="613983" y="48140"/>
                </a:lnTo>
                <a:lnTo>
                  <a:pt x="618396" y="48140"/>
                </a:lnTo>
                <a:close/>
                <a:moveTo>
                  <a:pt x="703176" y="48140"/>
                </a:moveTo>
                <a:lnTo>
                  <a:pt x="703176" y="79431"/>
                </a:lnTo>
                <a:lnTo>
                  <a:pt x="699867" y="79431"/>
                </a:lnTo>
                <a:cubicBezTo>
                  <a:pt x="697326" y="69642"/>
                  <a:pt x="694067" y="62983"/>
                  <a:pt x="690088" y="59454"/>
                </a:cubicBezTo>
                <a:cubicBezTo>
                  <a:pt x="686110" y="55923"/>
                  <a:pt x="681045" y="54157"/>
                  <a:pt x="674894" y="54157"/>
                </a:cubicBezTo>
                <a:cubicBezTo>
                  <a:pt x="670214" y="54157"/>
                  <a:pt x="666436" y="55390"/>
                  <a:pt x="663561" y="57856"/>
                </a:cubicBezTo>
                <a:cubicBezTo>
                  <a:pt x="660686" y="60321"/>
                  <a:pt x="659249" y="63053"/>
                  <a:pt x="659249" y="66051"/>
                </a:cubicBezTo>
                <a:cubicBezTo>
                  <a:pt x="659249" y="69781"/>
                  <a:pt x="660319" y="72979"/>
                  <a:pt x="662458" y="75645"/>
                </a:cubicBezTo>
                <a:cubicBezTo>
                  <a:pt x="664531" y="78376"/>
                  <a:pt x="668743" y="81274"/>
                  <a:pt x="675095" y="84339"/>
                </a:cubicBezTo>
                <a:lnTo>
                  <a:pt x="689737" y="91435"/>
                </a:lnTo>
                <a:cubicBezTo>
                  <a:pt x="703310" y="98045"/>
                  <a:pt x="710097" y="106759"/>
                  <a:pt x="710097" y="117576"/>
                </a:cubicBezTo>
                <a:cubicBezTo>
                  <a:pt x="710097" y="125923"/>
                  <a:pt x="706937" y="132651"/>
                  <a:pt x="700619" y="137760"/>
                </a:cubicBezTo>
                <a:cubicBezTo>
                  <a:pt x="694301" y="142868"/>
                  <a:pt x="687230" y="145423"/>
                  <a:pt x="679407" y="145423"/>
                </a:cubicBezTo>
                <a:cubicBezTo>
                  <a:pt x="673791" y="145423"/>
                  <a:pt x="667372" y="144470"/>
                  <a:pt x="660151" y="142564"/>
                </a:cubicBezTo>
                <a:cubicBezTo>
                  <a:pt x="657945" y="141929"/>
                  <a:pt x="656140" y="141612"/>
                  <a:pt x="654736" y="141612"/>
                </a:cubicBezTo>
                <a:cubicBezTo>
                  <a:pt x="653198" y="141612"/>
                  <a:pt x="651994" y="142414"/>
                  <a:pt x="651125" y="144019"/>
                </a:cubicBezTo>
                <a:lnTo>
                  <a:pt x="647816" y="144019"/>
                </a:lnTo>
                <a:lnTo>
                  <a:pt x="647816" y="111123"/>
                </a:lnTo>
                <a:lnTo>
                  <a:pt x="651125" y="111123"/>
                </a:lnTo>
                <a:cubicBezTo>
                  <a:pt x="652997" y="120484"/>
                  <a:pt x="656574" y="127537"/>
                  <a:pt x="661856" y="132285"/>
                </a:cubicBezTo>
                <a:cubicBezTo>
                  <a:pt x="667138" y="137032"/>
                  <a:pt x="673056" y="139405"/>
                  <a:pt x="679608" y="139405"/>
                </a:cubicBezTo>
                <a:cubicBezTo>
                  <a:pt x="684221" y="139405"/>
                  <a:pt x="687982" y="138059"/>
                  <a:pt x="690891" y="135365"/>
                </a:cubicBezTo>
                <a:cubicBezTo>
                  <a:pt x="693799" y="132670"/>
                  <a:pt x="695253" y="129426"/>
                  <a:pt x="695253" y="125634"/>
                </a:cubicBezTo>
                <a:cubicBezTo>
                  <a:pt x="695253" y="121044"/>
                  <a:pt x="693632" y="117185"/>
                  <a:pt x="690389" y="114060"/>
                </a:cubicBezTo>
                <a:cubicBezTo>
                  <a:pt x="687147" y="110932"/>
                  <a:pt x="680678" y="106982"/>
                  <a:pt x="670983" y="102210"/>
                </a:cubicBezTo>
                <a:cubicBezTo>
                  <a:pt x="661288" y="97435"/>
                  <a:pt x="654936" y="93106"/>
                  <a:pt x="651927" y="89222"/>
                </a:cubicBezTo>
                <a:cubicBezTo>
                  <a:pt x="648919" y="85405"/>
                  <a:pt x="647414" y="80583"/>
                  <a:pt x="647414" y="74758"/>
                </a:cubicBezTo>
                <a:cubicBezTo>
                  <a:pt x="647414" y="67190"/>
                  <a:pt x="650005" y="60862"/>
                  <a:pt x="655187" y="55775"/>
                </a:cubicBezTo>
                <a:cubicBezTo>
                  <a:pt x="660369" y="50685"/>
                  <a:pt x="667071" y="48140"/>
                  <a:pt x="675295" y="48140"/>
                </a:cubicBezTo>
                <a:cubicBezTo>
                  <a:pt x="678906" y="48140"/>
                  <a:pt x="683285" y="48909"/>
                  <a:pt x="688434" y="50447"/>
                </a:cubicBezTo>
                <a:cubicBezTo>
                  <a:pt x="691844" y="51450"/>
                  <a:pt x="694117" y="51951"/>
                  <a:pt x="695253" y="51951"/>
                </a:cubicBezTo>
                <a:cubicBezTo>
                  <a:pt x="696323" y="51951"/>
                  <a:pt x="697159" y="51717"/>
                  <a:pt x="697761" y="51249"/>
                </a:cubicBezTo>
                <a:cubicBezTo>
                  <a:pt x="698362" y="50781"/>
                  <a:pt x="699065" y="49745"/>
                  <a:pt x="699867" y="48140"/>
                </a:cubicBezTo>
                <a:lnTo>
                  <a:pt x="703176" y="4814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625b0414e04039"/>
          <a:stretch xmlns:a="http://schemas.openxmlformats.org/drawingml/2006/main"/>
        </p:blipFill>
        <p:spPr>
          <a:xfrm xmlns:a="http://schemas.openxmlformats.org/drawingml/2006/main">
            <a:off x="6433315" y="3494543"/>
            <a:ext cx="742005" cy="742005"/>
          </a:xfrm>
          <a:prstGeom xmlns:a="http://schemas.openxmlformats.org/drawingml/2006/main" prst="rect">
            <a:avLst/>
          </a:prstGeom>
        </p:spPr>
      </p:pic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6585C-9612-4183-A3E2-DC050367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0184" y="2639766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FDEE51-0B4C-49A6-8405-66FD21FA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278" y="4106014"/>
            <a:ext cx="514537" cy="10"/>
          </a:xfrm>
          <a:custGeom xmlns:a="http://schemas.openxmlformats.org/drawingml/2006/main">
            <a:pathLst>
              <a:path w="514537" h="1" fill="none">
                <a:moveTo>
                  <a:pt x="0" y="0"/>
                </a:moveTo>
                <a:lnTo>
                  <a:pt x="5145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5EE9B8-E9FD-4F8A-8FDF-0510C75F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295" y="4062333"/>
            <a:ext cx="120020" cy="87362"/>
          </a:xfrm>
          <a:custGeom xmlns:a="http://schemas.openxmlformats.org/drawingml/2006/main">
            <a:pathLst>
              <a:path w="120020" h="87362">
                <a:moveTo>
                  <a:pt x="120020" y="43681"/>
                </a:moveTo>
                <a:lnTo>
                  <a:pt x="0" y="0"/>
                </a:lnTo>
                <a:lnTo>
                  <a:pt x="0" y="87362"/>
                </a:lnTo>
                <a:lnTo>
                  <a:pt x="120020" y="4368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BFB6AA-D678-4E2D-9298-9BA9FCEA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3788" y="2850554"/>
            <a:ext cx="2499666" cy="2256407"/>
          </a:xfrm>
          <a:custGeom xmlns:a="http://schemas.openxmlformats.org/drawingml/2006/main">
            <a:pathLst>
              <a:path w="2499666" h="2256407">
                <a:moveTo>
                  <a:pt x="84147" y="1540"/>
                </a:moveTo>
                <a:lnTo>
                  <a:pt x="79137" y="2392"/>
                </a:lnTo>
                <a:lnTo>
                  <a:pt x="74191" y="3424"/>
                </a:lnTo>
                <a:lnTo>
                  <a:pt x="69311" y="4631"/>
                </a:lnTo>
                <a:lnTo>
                  <a:pt x="64502" y="6012"/>
                </a:lnTo>
                <a:lnTo>
                  <a:pt x="59767" y="7561"/>
                </a:lnTo>
                <a:lnTo>
                  <a:pt x="55110" y="9277"/>
                </a:lnTo>
                <a:lnTo>
                  <a:pt x="50533" y="11154"/>
                </a:lnTo>
                <a:lnTo>
                  <a:pt x="46041" y="13190"/>
                </a:lnTo>
                <a:lnTo>
                  <a:pt x="41637" y="15382"/>
                </a:lnTo>
                <a:lnTo>
                  <a:pt x="37324" y="17725"/>
                </a:lnTo>
                <a:lnTo>
                  <a:pt x="33107" y="20216"/>
                </a:lnTo>
                <a:lnTo>
                  <a:pt x="28988" y="22852"/>
                </a:lnTo>
                <a:lnTo>
                  <a:pt x="24970" y="25630"/>
                </a:lnTo>
                <a:lnTo>
                  <a:pt x="21059" y="28545"/>
                </a:lnTo>
                <a:lnTo>
                  <a:pt x="17256" y="31594"/>
                </a:lnTo>
                <a:lnTo>
                  <a:pt x="13566" y="34774"/>
                </a:lnTo>
                <a:lnTo>
                  <a:pt x="9992" y="38081"/>
                </a:lnTo>
                <a:lnTo>
                  <a:pt x="6537" y="41512"/>
                </a:lnTo>
                <a:lnTo>
                  <a:pt x="3205" y="45063"/>
                </a:lnTo>
                <a:lnTo>
                  <a:pt x="0" y="48730"/>
                </a:lnTo>
                <a:lnTo>
                  <a:pt x="0" y="2207676"/>
                </a:lnTo>
                <a:lnTo>
                  <a:pt x="3205" y="2211344"/>
                </a:lnTo>
                <a:lnTo>
                  <a:pt x="6537" y="2214895"/>
                </a:lnTo>
                <a:lnTo>
                  <a:pt x="9992" y="2218326"/>
                </a:lnTo>
                <a:lnTo>
                  <a:pt x="13566" y="2221633"/>
                </a:lnTo>
                <a:lnTo>
                  <a:pt x="17256" y="2224813"/>
                </a:lnTo>
                <a:lnTo>
                  <a:pt x="21059" y="2227862"/>
                </a:lnTo>
                <a:lnTo>
                  <a:pt x="24970" y="2230777"/>
                </a:lnTo>
                <a:lnTo>
                  <a:pt x="28988" y="2233555"/>
                </a:lnTo>
                <a:lnTo>
                  <a:pt x="33107" y="2236191"/>
                </a:lnTo>
                <a:lnTo>
                  <a:pt x="37324" y="2238682"/>
                </a:lnTo>
                <a:lnTo>
                  <a:pt x="41637" y="2241025"/>
                </a:lnTo>
                <a:lnTo>
                  <a:pt x="46041" y="2243217"/>
                </a:lnTo>
                <a:lnTo>
                  <a:pt x="50533" y="2245253"/>
                </a:lnTo>
                <a:lnTo>
                  <a:pt x="55110" y="2247130"/>
                </a:lnTo>
                <a:lnTo>
                  <a:pt x="59767" y="2248846"/>
                </a:lnTo>
                <a:lnTo>
                  <a:pt x="64502" y="2250395"/>
                </a:lnTo>
                <a:lnTo>
                  <a:pt x="69311" y="2251776"/>
                </a:lnTo>
                <a:lnTo>
                  <a:pt x="74191" y="2252983"/>
                </a:lnTo>
                <a:lnTo>
                  <a:pt x="79137" y="2254015"/>
                </a:lnTo>
                <a:lnTo>
                  <a:pt x="84147" y="2254867"/>
                </a:lnTo>
                <a:lnTo>
                  <a:pt x="89217" y="2255535"/>
                </a:lnTo>
                <a:lnTo>
                  <a:pt x="94344" y="2256017"/>
                </a:lnTo>
                <a:lnTo>
                  <a:pt x="99524" y="2256309"/>
                </a:lnTo>
                <a:lnTo>
                  <a:pt x="104753" y="2256407"/>
                </a:lnTo>
                <a:lnTo>
                  <a:pt x="2394930" y="2256407"/>
                </a:lnTo>
                <a:lnTo>
                  <a:pt x="2400159" y="2256309"/>
                </a:lnTo>
                <a:lnTo>
                  <a:pt x="2405339" y="2256017"/>
                </a:lnTo>
                <a:lnTo>
                  <a:pt x="2410465" y="2255535"/>
                </a:lnTo>
                <a:lnTo>
                  <a:pt x="2415535" y="2254867"/>
                </a:lnTo>
                <a:lnTo>
                  <a:pt x="2420545" y="2254015"/>
                </a:lnTo>
                <a:lnTo>
                  <a:pt x="2425492" y="2252984"/>
                </a:lnTo>
                <a:lnTo>
                  <a:pt x="2430371" y="2251776"/>
                </a:lnTo>
                <a:lnTo>
                  <a:pt x="2435180" y="2250396"/>
                </a:lnTo>
                <a:lnTo>
                  <a:pt x="2439915" y="2248847"/>
                </a:lnTo>
                <a:lnTo>
                  <a:pt x="2444572" y="2247132"/>
                </a:lnTo>
                <a:lnTo>
                  <a:pt x="2449148" y="2245254"/>
                </a:lnTo>
                <a:lnTo>
                  <a:pt x="2453640" y="2243219"/>
                </a:lnTo>
                <a:lnTo>
                  <a:pt x="2458043" y="2241028"/>
                </a:lnTo>
                <a:lnTo>
                  <a:pt x="2462355" y="2238685"/>
                </a:lnTo>
                <a:lnTo>
                  <a:pt x="2466572" y="2236195"/>
                </a:lnTo>
                <a:lnTo>
                  <a:pt x="2470690" y="2233560"/>
                </a:lnTo>
                <a:lnTo>
                  <a:pt x="2474706" y="2230783"/>
                </a:lnTo>
                <a:lnTo>
                  <a:pt x="2478617" y="2227870"/>
                </a:lnTo>
                <a:lnTo>
                  <a:pt x="2482418" y="2224822"/>
                </a:lnTo>
                <a:lnTo>
                  <a:pt x="2486107" y="2221643"/>
                </a:lnTo>
                <a:lnTo>
                  <a:pt x="2489679" y="2218338"/>
                </a:lnTo>
                <a:lnTo>
                  <a:pt x="2493133" y="2214909"/>
                </a:lnTo>
                <a:lnTo>
                  <a:pt x="2496462" y="2211359"/>
                </a:lnTo>
                <a:lnTo>
                  <a:pt x="2499666" y="2207694"/>
                </a:lnTo>
                <a:lnTo>
                  <a:pt x="2499666" y="48730"/>
                </a:lnTo>
                <a:lnTo>
                  <a:pt x="2496462" y="45063"/>
                </a:lnTo>
                <a:lnTo>
                  <a:pt x="2493133" y="41512"/>
                </a:lnTo>
                <a:lnTo>
                  <a:pt x="2489679" y="38081"/>
                </a:lnTo>
                <a:lnTo>
                  <a:pt x="2486107" y="34774"/>
                </a:lnTo>
                <a:lnTo>
                  <a:pt x="2482418" y="31594"/>
                </a:lnTo>
                <a:lnTo>
                  <a:pt x="2478617" y="28545"/>
                </a:lnTo>
                <a:lnTo>
                  <a:pt x="2474706" y="25630"/>
                </a:lnTo>
                <a:lnTo>
                  <a:pt x="2470690" y="22852"/>
                </a:lnTo>
                <a:lnTo>
                  <a:pt x="2466572" y="20216"/>
                </a:lnTo>
                <a:lnTo>
                  <a:pt x="2462355" y="17725"/>
                </a:lnTo>
                <a:lnTo>
                  <a:pt x="2458043" y="15382"/>
                </a:lnTo>
                <a:lnTo>
                  <a:pt x="2453640" y="13190"/>
                </a:lnTo>
                <a:lnTo>
                  <a:pt x="2449148" y="11154"/>
                </a:lnTo>
                <a:lnTo>
                  <a:pt x="2444572" y="9277"/>
                </a:lnTo>
                <a:lnTo>
                  <a:pt x="2439915" y="7561"/>
                </a:lnTo>
                <a:lnTo>
                  <a:pt x="2435180" y="6012"/>
                </a:lnTo>
                <a:lnTo>
                  <a:pt x="2430371" y="4631"/>
                </a:lnTo>
                <a:lnTo>
                  <a:pt x="2425492" y="3424"/>
                </a:lnTo>
                <a:lnTo>
                  <a:pt x="2420545" y="2392"/>
                </a:lnTo>
                <a:lnTo>
                  <a:pt x="2415535" y="1540"/>
                </a:lnTo>
                <a:lnTo>
                  <a:pt x="2410465" y="872"/>
                </a:lnTo>
                <a:lnTo>
                  <a:pt x="2405339" y="390"/>
                </a:lnTo>
                <a:lnTo>
                  <a:pt x="2400159" y="98"/>
                </a:lnTo>
                <a:lnTo>
                  <a:pt x="2394930" y="0"/>
                </a:lnTo>
                <a:lnTo>
                  <a:pt x="104753" y="0"/>
                </a:lnTo>
                <a:lnTo>
                  <a:pt x="99524" y="98"/>
                </a:lnTo>
                <a:lnTo>
                  <a:pt x="94344" y="390"/>
                </a:lnTo>
                <a:lnTo>
                  <a:pt x="89217" y="872"/>
                </a:lnTo>
                <a:lnTo>
                  <a:pt x="84147" y="15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C7A78-348C-4EB8-9763-432F9BE9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3788" y="2850554"/>
            <a:ext cx="2499666" cy="2256407"/>
          </a:xfrm>
          <a:custGeom xmlns:a="http://schemas.openxmlformats.org/drawingml/2006/main">
            <a:pathLst>
              <a:path w="2499666" h="2256407">
                <a:moveTo>
                  <a:pt x="84147" y="1540"/>
                </a:moveTo>
                <a:lnTo>
                  <a:pt x="79137" y="2392"/>
                </a:lnTo>
                <a:lnTo>
                  <a:pt x="74191" y="3424"/>
                </a:lnTo>
                <a:lnTo>
                  <a:pt x="69311" y="4631"/>
                </a:lnTo>
                <a:lnTo>
                  <a:pt x="64502" y="6012"/>
                </a:lnTo>
                <a:lnTo>
                  <a:pt x="59767" y="7561"/>
                </a:lnTo>
                <a:lnTo>
                  <a:pt x="55110" y="9277"/>
                </a:lnTo>
                <a:lnTo>
                  <a:pt x="50533" y="11154"/>
                </a:lnTo>
                <a:lnTo>
                  <a:pt x="46041" y="13190"/>
                </a:lnTo>
                <a:lnTo>
                  <a:pt x="41637" y="15382"/>
                </a:lnTo>
                <a:lnTo>
                  <a:pt x="37324" y="17725"/>
                </a:lnTo>
                <a:lnTo>
                  <a:pt x="33107" y="20216"/>
                </a:lnTo>
                <a:lnTo>
                  <a:pt x="28988" y="22852"/>
                </a:lnTo>
                <a:lnTo>
                  <a:pt x="24970" y="25630"/>
                </a:lnTo>
                <a:lnTo>
                  <a:pt x="21059" y="28545"/>
                </a:lnTo>
                <a:lnTo>
                  <a:pt x="17256" y="31594"/>
                </a:lnTo>
                <a:lnTo>
                  <a:pt x="13566" y="34774"/>
                </a:lnTo>
                <a:lnTo>
                  <a:pt x="9992" y="38081"/>
                </a:lnTo>
                <a:lnTo>
                  <a:pt x="6537" y="41512"/>
                </a:lnTo>
                <a:lnTo>
                  <a:pt x="3205" y="45063"/>
                </a:lnTo>
                <a:lnTo>
                  <a:pt x="0" y="48730"/>
                </a:lnTo>
                <a:lnTo>
                  <a:pt x="0" y="2207676"/>
                </a:lnTo>
                <a:lnTo>
                  <a:pt x="3205" y="2211344"/>
                </a:lnTo>
                <a:lnTo>
                  <a:pt x="6537" y="2214895"/>
                </a:lnTo>
                <a:lnTo>
                  <a:pt x="9992" y="2218326"/>
                </a:lnTo>
                <a:lnTo>
                  <a:pt x="13566" y="2221633"/>
                </a:lnTo>
                <a:lnTo>
                  <a:pt x="17256" y="2224813"/>
                </a:lnTo>
                <a:lnTo>
                  <a:pt x="21059" y="2227862"/>
                </a:lnTo>
                <a:lnTo>
                  <a:pt x="24970" y="2230777"/>
                </a:lnTo>
                <a:lnTo>
                  <a:pt x="28988" y="2233555"/>
                </a:lnTo>
                <a:lnTo>
                  <a:pt x="33107" y="2236191"/>
                </a:lnTo>
                <a:lnTo>
                  <a:pt x="37324" y="2238682"/>
                </a:lnTo>
                <a:lnTo>
                  <a:pt x="41637" y="2241025"/>
                </a:lnTo>
                <a:lnTo>
                  <a:pt x="46041" y="2243217"/>
                </a:lnTo>
                <a:lnTo>
                  <a:pt x="50533" y="2245253"/>
                </a:lnTo>
                <a:lnTo>
                  <a:pt x="55110" y="2247130"/>
                </a:lnTo>
                <a:lnTo>
                  <a:pt x="59767" y="2248846"/>
                </a:lnTo>
                <a:lnTo>
                  <a:pt x="64502" y="2250395"/>
                </a:lnTo>
                <a:lnTo>
                  <a:pt x="69311" y="2251776"/>
                </a:lnTo>
                <a:lnTo>
                  <a:pt x="74191" y="2252983"/>
                </a:lnTo>
                <a:lnTo>
                  <a:pt x="79137" y="2254015"/>
                </a:lnTo>
                <a:lnTo>
                  <a:pt x="84147" y="2254867"/>
                </a:lnTo>
                <a:lnTo>
                  <a:pt x="89217" y="2255535"/>
                </a:lnTo>
                <a:lnTo>
                  <a:pt x="94344" y="2256017"/>
                </a:lnTo>
                <a:lnTo>
                  <a:pt x="99524" y="2256309"/>
                </a:lnTo>
                <a:lnTo>
                  <a:pt x="104753" y="2256407"/>
                </a:lnTo>
                <a:lnTo>
                  <a:pt x="2394930" y="2256407"/>
                </a:lnTo>
                <a:lnTo>
                  <a:pt x="2400159" y="2256309"/>
                </a:lnTo>
                <a:lnTo>
                  <a:pt x="2405339" y="2256017"/>
                </a:lnTo>
                <a:lnTo>
                  <a:pt x="2410465" y="2255535"/>
                </a:lnTo>
                <a:lnTo>
                  <a:pt x="2415535" y="2254867"/>
                </a:lnTo>
                <a:lnTo>
                  <a:pt x="2420545" y="2254015"/>
                </a:lnTo>
                <a:lnTo>
                  <a:pt x="2425492" y="2252984"/>
                </a:lnTo>
                <a:lnTo>
                  <a:pt x="2430371" y="2251776"/>
                </a:lnTo>
                <a:lnTo>
                  <a:pt x="2435180" y="2250396"/>
                </a:lnTo>
                <a:lnTo>
                  <a:pt x="2439915" y="2248847"/>
                </a:lnTo>
                <a:lnTo>
                  <a:pt x="2444572" y="2247132"/>
                </a:lnTo>
                <a:lnTo>
                  <a:pt x="2449148" y="2245254"/>
                </a:lnTo>
                <a:lnTo>
                  <a:pt x="2453640" y="2243219"/>
                </a:lnTo>
                <a:lnTo>
                  <a:pt x="2458043" y="2241028"/>
                </a:lnTo>
                <a:lnTo>
                  <a:pt x="2462355" y="2238685"/>
                </a:lnTo>
                <a:lnTo>
                  <a:pt x="2466572" y="2236195"/>
                </a:lnTo>
                <a:lnTo>
                  <a:pt x="2470690" y="2233560"/>
                </a:lnTo>
                <a:lnTo>
                  <a:pt x="2474706" y="2230783"/>
                </a:lnTo>
                <a:lnTo>
                  <a:pt x="2478617" y="2227870"/>
                </a:lnTo>
                <a:lnTo>
                  <a:pt x="2482418" y="2224822"/>
                </a:lnTo>
                <a:lnTo>
                  <a:pt x="2486107" y="2221643"/>
                </a:lnTo>
                <a:lnTo>
                  <a:pt x="2489679" y="2218338"/>
                </a:lnTo>
                <a:lnTo>
                  <a:pt x="2493133" y="2214909"/>
                </a:lnTo>
                <a:lnTo>
                  <a:pt x="2496462" y="2211359"/>
                </a:lnTo>
                <a:lnTo>
                  <a:pt x="2499666" y="2207694"/>
                </a:lnTo>
                <a:lnTo>
                  <a:pt x="2499666" y="48730"/>
                </a:lnTo>
                <a:lnTo>
                  <a:pt x="2496462" y="45063"/>
                </a:lnTo>
                <a:lnTo>
                  <a:pt x="2493133" y="41512"/>
                </a:lnTo>
                <a:lnTo>
                  <a:pt x="2489679" y="38081"/>
                </a:lnTo>
                <a:lnTo>
                  <a:pt x="2486107" y="34774"/>
                </a:lnTo>
                <a:lnTo>
                  <a:pt x="2482418" y="31594"/>
                </a:lnTo>
                <a:lnTo>
                  <a:pt x="2478617" y="28545"/>
                </a:lnTo>
                <a:lnTo>
                  <a:pt x="2474706" y="25630"/>
                </a:lnTo>
                <a:lnTo>
                  <a:pt x="2470690" y="22852"/>
                </a:lnTo>
                <a:lnTo>
                  <a:pt x="2466572" y="20216"/>
                </a:lnTo>
                <a:lnTo>
                  <a:pt x="2462355" y="17725"/>
                </a:lnTo>
                <a:lnTo>
                  <a:pt x="2458043" y="15382"/>
                </a:lnTo>
                <a:lnTo>
                  <a:pt x="2453640" y="13190"/>
                </a:lnTo>
                <a:lnTo>
                  <a:pt x="2449148" y="11154"/>
                </a:lnTo>
                <a:lnTo>
                  <a:pt x="2444572" y="9277"/>
                </a:lnTo>
                <a:lnTo>
                  <a:pt x="2439915" y="7561"/>
                </a:lnTo>
                <a:lnTo>
                  <a:pt x="2435180" y="6012"/>
                </a:lnTo>
                <a:lnTo>
                  <a:pt x="2430371" y="4631"/>
                </a:lnTo>
                <a:lnTo>
                  <a:pt x="2425492" y="3424"/>
                </a:lnTo>
                <a:lnTo>
                  <a:pt x="2420545" y="2392"/>
                </a:lnTo>
                <a:lnTo>
                  <a:pt x="2415535" y="1540"/>
                </a:lnTo>
                <a:lnTo>
                  <a:pt x="2410465" y="872"/>
                </a:lnTo>
                <a:lnTo>
                  <a:pt x="2405339" y="390"/>
                </a:lnTo>
                <a:lnTo>
                  <a:pt x="2400159" y="98"/>
                </a:lnTo>
                <a:lnTo>
                  <a:pt x="2394930" y="0"/>
                </a:lnTo>
                <a:lnTo>
                  <a:pt x="104753" y="0"/>
                </a:lnTo>
                <a:lnTo>
                  <a:pt x="99524" y="98"/>
                </a:lnTo>
                <a:lnTo>
                  <a:pt x="94344" y="390"/>
                </a:lnTo>
                <a:lnTo>
                  <a:pt x="89217" y="872"/>
                </a:lnTo>
                <a:lnTo>
                  <a:pt x="84147" y="15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C9C358-C93B-4E26-9563-312ABE56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434" y="3229122"/>
            <a:ext cx="847366" cy="222531"/>
          </a:xfrm>
          <a:custGeom xmlns:a="http://schemas.openxmlformats.org/drawingml/2006/main">
            <a:pathLst>
              <a:path w="847366" h="222531">
                <a:moveTo>
                  <a:pt x="0" y="37091"/>
                </a:moveTo>
                <a:cubicBezTo>
                  <a:pt x="0" y="16603"/>
                  <a:pt x="16620" y="0"/>
                  <a:pt x="37108" y="0"/>
                </a:cubicBezTo>
                <a:lnTo>
                  <a:pt x="810257" y="0"/>
                </a:lnTo>
                <a:cubicBezTo>
                  <a:pt x="830746" y="0"/>
                  <a:pt x="847366" y="16603"/>
                  <a:pt x="847366" y="37091"/>
                </a:cubicBezTo>
                <a:lnTo>
                  <a:pt x="847366" y="185439"/>
                </a:lnTo>
                <a:cubicBezTo>
                  <a:pt x="847366" y="205928"/>
                  <a:pt x="830746" y="222531"/>
                  <a:pt x="810257" y="222531"/>
                </a:cubicBezTo>
                <a:lnTo>
                  <a:pt x="37108" y="222531"/>
                </a:lnTo>
                <a:cubicBezTo>
                  <a:pt x="16620" y="222531"/>
                  <a:pt x="0" y="205928"/>
                  <a:pt x="0" y="185439"/>
                </a:cubicBezTo>
                <a:lnTo>
                  <a:pt x="0" y="37091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0360A-2239-486F-806E-8C7619BE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7433" y="3229125"/>
            <a:ext cx="847402" cy="222529"/>
          </a:xfrm>
          <a:custGeom xmlns:a="http://schemas.openxmlformats.org/drawingml/2006/main">
            <a:pathLst>
              <a:path w="847402" h="222529" fill="none">
                <a:moveTo>
                  <a:pt x="0" y="37089"/>
                </a:moveTo>
                <a:cubicBezTo>
                  <a:pt x="0" y="16605"/>
                  <a:pt x="16619" y="0"/>
                  <a:pt x="37119" y="0"/>
                </a:cubicBezTo>
                <a:lnTo>
                  <a:pt x="810283" y="0"/>
                </a:lnTo>
                <a:cubicBezTo>
                  <a:pt x="830783" y="0"/>
                  <a:pt x="847402" y="16605"/>
                  <a:pt x="847402" y="37089"/>
                </a:cubicBezTo>
                <a:lnTo>
                  <a:pt x="847402" y="185440"/>
                </a:lnTo>
                <a:cubicBezTo>
                  <a:pt x="847402" y="205924"/>
                  <a:pt x="830783" y="222529"/>
                  <a:pt x="810283" y="222529"/>
                </a:cubicBezTo>
                <a:lnTo>
                  <a:pt x="37119" y="222529"/>
                </a:lnTo>
                <a:cubicBezTo>
                  <a:pt x="16619" y="222529"/>
                  <a:pt x="0" y="205924"/>
                  <a:pt x="0" y="185440"/>
                </a:cubicBezTo>
                <a:lnTo>
                  <a:pt x="0" y="370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7" cap="flat">
            <a:solidFill>
              <a:srgbClr val="2E75B6"/>
            </a:solidFill>
            <a:miter/>
          </a:ln>
        </p:spPr>
      </p:sp>
      <p:sp>
        <p:nvSpPr>
          <p:cNvPr id="192" name="Text Channel1">
            <a:extLst xmlns:a="http://schemas.openxmlformats.org/drawingml/2006/main">
              <a:ext uri="{FF2B5EF4-FFF2-40B4-BE49-F238E27FC236}">
                <a16:creationId xmlns:a16="http://schemas.microsoft.com/office/drawing/2014/main" id="{DE9B237E-7986-4194-9225-6C7BE7D3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3969" y="3298081"/>
            <a:ext cx="561941" cy="100993"/>
          </a:xfrm>
          <a:custGeom xmlns:a="http://schemas.openxmlformats.org/drawingml/2006/main">
            <a:pathLst>
              <a:path w="561941" h="100993">
                <a:moveTo>
                  <a:pt x="80677" y="2504"/>
                </a:moveTo>
                <a:lnTo>
                  <a:pt x="82835" y="34499"/>
                </a:lnTo>
                <a:lnTo>
                  <a:pt x="80677" y="34499"/>
                </a:lnTo>
                <a:cubicBezTo>
                  <a:pt x="77800" y="24876"/>
                  <a:pt x="73693" y="17949"/>
                  <a:pt x="68356" y="13720"/>
                </a:cubicBezTo>
                <a:cubicBezTo>
                  <a:pt x="63019" y="9488"/>
                  <a:pt x="56615" y="7373"/>
                  <a:pt x="49144" y="7373"/>
                </a:cubicBezTo>
                <a:cubicBezTo>
                  <a:pt x="42879" y="7373"/>
                  <a:pt x="37218" y="8962"/>
                  <a:pt x="32159" y="12142"/>
                </a:cubicBezTo>
                <a:cubicBezTo>
                  <a:pt x="27101" y="15319"/>
                  <a:pt x="23122" y="20389"/>
                  <a:pt x="20221" y="27350"/>
                </a:cubicBezTo>
                <a:cubicBezTo>
                  <a:pt x="17321" y="34311"/>
                  <a:pt x="15871" y="42967"/>
                  <a:pt x="15871" y="53316"/>
                </a:cubicBezTo>
                <a:cubicBezTo>
                  <a:pt x="15871" y="61854"/>
                  <a:pt x="17240" y="69255"/>
                  <a:pt x="19978" y="75521"/>
                </a:cubicBezTo>
                <a:cubicBezTo>
                  <a:pt x="22716" y="81785"/>
                  <a:pt x="26834" y="86588"/>
                  <a:pt x="32333" y="89930"/>
                </a:cubicBezTo>
                <a:cubicBezTo>
                  <a:pt x="37833" y="93271"/>
                  <a:pt x="44109" y="94942"/>
                  <a:pt x="51163" y="94942"/>
                </a:cubicBezTo>
                <a:cubicBezTo>
                  <a:pt x="57288" y="94942"/>
                  <a:pt x="62695" y="93632"/>
                  <a:pt x="67382" y="91012"/>
                </a:cubicBezTo>
                <a:cubicBezTo>
                  <a:pt x="72069" y="88392"/>
                  <a:pt x="77220" y="83187"/>
                  <a:pt x="82835" y="75397"/>
                </a:cubicBezTo>
                <a:lnTo>
                  <a:pt x="84993" y="76784"/>
                </a:lnTo>
                <a:cubicBezTo>
                  <a:pt x="80259" y="85155"/>
                  <a:pt x="74737" y="91283"/>
                  <a:pt x="68426" y="95168"/>
                </a:cubicBezTo>
                <a:cubicBezTo>
                  <a:pt x="62114" y="99052"/>
                  <a:pt x="54620" y="100993"/>
                  <a:pt x="45942" y="100993"/>
                </a:cubicBezTo>
                <a:cubicBezTo>
                  <a:pt x="30303" y="100993"/>
                  <a:pt x="18191" y="95205"/>
                  <a:pt x="9606" y="83629"/>
                </a:cubicBezTo>
                <a:cubicBezTo>
                  <a:pt x="3202" y="75017"/>
                  <a:pt x="0" y="64876"/>
                  <a:pt x="0" y="53207"/>
                </a:cubicBezTo>
                <a:cubicBezTo>
                  <a:pt x="0" y="43807"/>
                  <a:pt x="2111" y="35171"/>
                  <a:pt x="6334" y="27300"/>
                </a:cubicBezTo>
                <a:cubicBezTo>
                  <a:pt x="10557" y="19429"/>
                  <a:pt x="16370" y="13328"/>
                  <a:pt x="23771" y="8999"/>
                </a:cubicBezTo>
                <a:cubicBezTo>
                  <a:pt x="31173" y="4669"/>
                  <a:pt x="39259" y="2504"/>
                  <a:pt x="48030" y="2504"/>
                </a:cubicBezTo>
                <a:cubicBezTo>
                  <a:pt x="54852" y="2504"/>
                  <a:pt x="61581" y="4173"/>
                  <a:pt x="68217" y="7512"/>
                </a:cubicBezTo>
                <a:cubicBezTo>
                  <a:pt x="70166" y="8532"/>
                  <a:pt x="71558" y="9042"/>
                  <a:pt x="72393" y="9042"/>
                </a:cubicBezTo>
                <a:cubicBezTo>
                  <a:pt x="73646" y="9042"/>
                  <a:pt x="74737" y="8602"/>
                  <a:pt x="75665" y="7721"/>
                </a:cubicBezTo>
                <a:cubicBezTo>
                  <a:pt x="76872" y="6469"/>
                  <a:pt x="77730" y="4730"/>
                  <a:pt x="78241" y="2504"/>
                </a:cubicBezTo>
                <a:lnTo>
                  <a:pt x="80677" y="2504"/>
                </a:lnTo>
                <a:close/>
                <a:moveTo>
                  <a:pt x="113473" y="0"/>
                </a:moveTo>
                <a:lnTo>
                  <a:pt x="113473" y="46671"/>
                </a:lnTo>
                <a:cubicBezTo>
                  <a:pt x="118624" y="41014"/>
                  <a:pt x="122707" y="37386"/>
                  <a:pt x="125724" y="35786"/>
                </a:cubicBezTo>
                <a:cubicBezTo>
                  <a:pt x="128740" y="34186"/>
                  <a:pt x="131757" y="33386"/>
                  <a:pt x="134773" y="33386"/>
                </a:cubicBezTo>
                <a:cubicBezTo>
                  <a:pt x="138393" y="33386"/>
                  <a:pt x="141502" y="34381"/>
                  <a:pt x="144101" y="36371"/>
                </a:cubicBezTo>
                <a:cubicBezTo>
                  <a:pt x="146699" y="38360"/>
                  <a:pt x="148625" y="41483"/>
                  <a:pt x="149878" y="45739"/>
                </a:cubicBezTo>
                <a:cubicBezTo>
                  <a:pt x="150760" y="48701"/>
                  <a:pt x="151201" y="54114"/>
                  <a:pt x="151201" y="61980"/>
                </a:cubicBezTo>
                <a:lnTo>
                  <a:pt x="151201" y="84465"/>
                </a:lnTo>
                <a:cubicBezTo>
                  <a:pt x="151201" y="88491"/>
                  <a:pt x="151526" y="91244"/>
                  <a:pt x="152175" y="92725"/>
                </a:cubicBezTo>
                <a:cubicBezTo>
                  <a:pt x="152639" y="93835"/>
                  <a:pt x="153428" y="94714"/>
                  <a:pt x="154542" y="95362"/>
                </a:cubicBezTo>
                <a:cubicBezTo>
                  <a:pt x="155656" y="96009"/>
                  <a:pt x="157698" y="96333"/>
                  <a:pt x="160668" y="96333"/>
                </a:cubicBezTo>
                <a:lnTo>
                  <a:pt x="160668" y="98907"/>
                </a:lnTo>
                <a:lnTo>
                  <a:pt x="129344" y="98907"/>
                </a:lnTo>
                <a:lnTo>
                  <a:pt x="129344" y="96333"/>
                </a:lnTo>
                <a:lnTo>
                  <a:pt x="130805" y="96333"/>
                </a:lnTo>
                <a:cubicBezTo>
                  <a:pt x="133775" y="96333"/>
                  <a:pt x="135840" y="95881"/>
                  <a:pt x="137001" y="94977"/>
                </a:cubicBezTo>
                <a:cubicBezTo>
                  <a:pt x="138161" y="94073"/>
                  <a:pt x="138973" y="92740"/>
                  <a:pt x="139437" y="90978"/>
                </a:cubicBezTo>
                <a:cubicBezTo>
                  <a:pt x="139576" y="90236"/>
                  <a:pt x="139646" y="88056"/>
                  <a:pt x="139646" y="84439"/>
                </a:cubicBezTo>
                <a:lnTo>
                  <a:pt x="139646" y="61904"/>
                </a:lnTo>
                <a:cubicBezTo>
                  <a:pt x="139646" y="54948"/>
                  <a:pt x="139286" y="50381"/>
                  <a:pt x="138567" y="48201"/>
                </a:cubicBezTo>
                <a:cubicBezTo>
                  <a:pt x="137847" y="46022"/>
                  <a:pt x="136699" y="44387"/>
                  <a:pt x="135121" y="43298"/>
                </a:cubicBezTo>
                <a:cubicBezTo>
                  <a:pt x="133543" y="42208"/>
                  <a:pt x="131641" y="41663"/>
                  <a:pt x="129413" y="41663"/>
                </a:cubicBezTo>
                <a:cubicBezTo>
                  <a:pt x="127139" y="41663"/>
                  <a:pt x="124773" y="42266"/>
                  <a:pt x="122313" y="43472"/>
                </a:cubicBezTo>
                <a:cubicBezTo>
                  <a:pt x="119853" y="44677"/>
                  <a:pt x="116907" y="47112"/>
                  <a:pt x="113473" y="50775"/>
                </a:cubicBezTo>
                <a:lnTo>
                  <a:pt x="113473" y="84439"/>
                </a:lnTo>
                <a:cubicBezTo>
                  <a:pt x="113473" y="88798"/>
                  <a:pt x="113716" y="91511"/>
                  <a:pt x="114204" y="92577"/>
                </a:cubicBezTo>
                <a:cubicBezTo>
                  <a:pt x="114691" y="93644"/>
                  <a:pt x="115596" y="94536"/>
                  <a:pt x="116918" y="95255"/>
                </a:cubicBezTo>
                <a:cubicBezTo>
                  <a:pt x="118241" y="95974"/>
                  <a:pt x="120526" y="96333"/>
                  <a:pt x="123775" y="96333"/>
                </a:cubicBezTo>
                <a:lnTo>
                  <a:pt x="123775" y="98907"/>
                </a:lnTo>
                <a:lnTo>
                  <a:pt x="92172" y="98907"/>
                </a:lnTo>
                <a:lnTo>
                  <a:pt x="92172" y="96333"/>
                </a:lnTo>
                <a:cubicBezTo>
                  <a:pt x="95003" y="96333"/>
                  <a:pt x="97231" y="95893"/>
                  <a:pt x="98855" y="95012"/>
                </a:cubicBezTo>
                <a:cubicBezTo>
                  <a:pt x="99783" y="94549"/>
                  <a:pt x="100525" y="93670"/>
                  <a:pt x="101082" y="92373"/>
                </a:cubicBezTo>
                <a:cubicBezTo>
                  <a:pt x="101639" y="91075"/>
                  <a:pt x="101918" y="88433"/>
                  <a:pt x="101918" y="84448"/>
                </a:cubicBezTo>
                <a:lnTo>
                  <a:pt x="101918" y="26829"/>
                </a:lnTo>
                <a:cubicBezTo>
                  <a:pt x="101918" y="19554"/>
                  <a:pt x="101744" y="15083"/>
                  <a:pt x="101396" y="13415"/>
                </a:cubicBezTo>
                <a:cubicBezTo>
                  <a:pt x="101047" y="11746"/>
                  <a:pt x="100514" y="10611"/>
                  <a:pt x="99794" y="10009"/>
                </a:cubicBezTo>
                <a:cubicBezTo>
                  <a:pt x="99075" y="9407"/>
                  <a:pt x="98112" y="9105"/>
                  <a:pt x="96906" y="9105"/>
                </a:cubicBezTo>
                <a:cubicBezTo>
                  <a:pt x="95931" y="9105"/>
                  <a:pt x="94353" y="9476"/>
                  <a:pt x="92172" y="10218"/>
                </a:cubicBezTo>
                <a:lnTo>
                  <a:pt x="91198" y="7784"/>
                </a:lnTo>
                <a:lnTo>
                  <a:pt x="110271" y="0"/>
                </a:lnTo>
                <a:lnTo>
                  <a:pt x="113473" y="0"/>
                </a:lnTo>
                <a:close/>
                <a:moveTo>
                  <a:pt x="202511" y="89726"/>
                </a:moveTo>
                <a:cubicBezTo>
                  <a:pt x="195968" y="94780"/>
                  <a:pt x="191861" y="97701"/>
                  <a:pt x="190190" y="98489"/>
                </a:cubicBezTo>
                <a:cubicBezTo>
                  <a:pt x="187684" y="99695"/>
                  <a:pt x="185016" y="100298"/>
                  <a:pt x="182185" y="100298"/>
                </a:cubicBezTo>
                <a:cubicBezTo>
                  <a:pt x="177777" y="100298"/>
                  <a:pt x="174145" y="98791"/>
                  <a:pt x="171291" y="95777"/>
                </a:cubicBezTo>
                <a:cubicBezTo>
                  <a:pt x="168437" y="92763"/>
                  <a:pt x="167010" y="88798"/>
                  <a:pt x="167010" y="83883"/>
                </a:cubicBezTo>
                <a:cubicBezTo>
                  <a:pt x="167010" y="80776"/>
                  <a:pt x="167707" y="78087"/>
                  <a:pt x="169099" y="75815"/>
                </a:cubicBezTo>
                <a:cubicBezTo>
                  <a:pt x="171001" y="72661"/>
                  <a:pt x="174308" y="69694"/>
                  <a:pt x="179018" y="66912"/>
                </a:cubicBezTo>
                <a:cubicBezTo>
                  <a:pt x="183728" y="64129"/>
                  <a:pt x="191559" y="60744"/>
                  <a:pt x="202511" y="56757"/>
                </a:cubicBezTo>
                <a:lnTo>
                  <a:pt x="202511" y="54253"/>
                </a:lnTo>
                <a:cubicBezTo>
                  <a:pt x="202511" y="47900"/>
                  <a:pt x="201502" y="43541"/>
                  <a:pt x="199483" y="41176"/>
                </a:cubicBezTo>
                <a:cubicBezTo>
                  <a:pt x="197464" y="38812"/>
                  <a:pt x="194529" y="37629"/>
                  <a:pt x="190677" y="37629"/>
                </a:cubicBezTo>
                <a:cubicBezTo>
                  <a:pt x="187754" y="37629"/>
                  <a:pt x="185434" y="38414"/>
                  <a:pt x="183717" y="39985"/>
                </a:cubicBezTo>
                <a:cubicBezTo>
                  <a:pt x="181953" y="41556"/>
                  <a:pt x="181071" y="43358"/>
                  <a:pt x="181071" y="45391"/>
                </a:cubicBezTo>
                <a:lnTo>
                  <a:pt x="181211" y="49410"/>
                </a:lnTo>
                <a:cubicBezTo>
                  <a:pt x="181211" y="51534"/>
                  <a:pt x="180665" y="53174"/>
                  <a:pt x="179575" y="54329"/>
                </a:cubicBezTo>
                <a:cubicBezTo>
                  <a:pt x="178484" y="55484"/>
                  <a:pt x="177057" y="56061"/>
                  <a:pt x="175294" y="56061"/>
                </a:cubicBezTo>
                <a:cubicBezTo>
                  <a:pt x="173577" y="56061"/>
                  <a:pt x="172173" y="55460"/>
                  <a:pt x="171083" y="54259"/>
                </a:cubicBezTo>
                <a:cubicBezTo>
                  <a:pt x="169992" y="53056"/>
                  <a:pt x="169447" y="51415"/>
                  <a:pt x="169447" y="49334"/>
                </a:cubicBezTo>
                <a:cubicBezTo>
                  <a:pt x="169447" y="45359"/>
                  <a:pt x="171489" y="41707"/>
                  <a:pt x="175572" y="38379"/>
                </a:cubicBezTo>
                <a:cubicBezTo>
                  <a:pt x="179656" y="35050"/>
                  <a:pt x="185387" y="33386"/>
                  <a:pt x="192766" y="33386"/>
                </a:cubicBezTo>
                <a:cubicBezTo>
                  <a:pt x="198427" y="33386"/>
                  <a:pt x="203068" y="34335"/>
                  <a:pt x="206688" y="36234"/>
                </a:cubicBezTo>
                <a:cubicBezTo>
                  <a:pt x="209426" y="37670"/>
                  <a:pt x="211444" y="39916"/>
                  <a:pt x="212744" y="42974"/>
                </a:cubicBezTo>
                <a:cubicBezTo>
                  <a:pt x="213579" y="44965"/>
                  <a:pt x="213997" y="49040"/>
                  <a:pt x="213997" y="55200"/>
                </a:cubicBezTo>
                <a:lnTo>
                  <a:pt x="213997" y="76806"/>
                </a:lnTo>
                <a:cubicBezTo>
                  <a:pt x="213997" y="82873"/>
                  <a:pt x="214113" y="86590"/>
                  <a:pt x="214345" y="87956"/>
                </a:cubicBezTo>
                <a:cubicBezTo>
                  <a:pt x="214577" y="89323"/>
                  <a:pt x="214959" y="90238"/>
                  <a:pt x="215493" y="90702"/>
                </a:cubicBezTo>
                <a:cubicBezTo>
                  <a:pt x="216027" y="91164"/>
                  <a:pt x="216642" y="91395"/>
                  <a:pt x="217338" y="91395"/>
                </a:cubicBezTo>
                <a:cubicBezTo>
                  <a:pt x="218080" y="91395"/>
                  <a:pt x="218730" y="91233"/>
                  <a:pt x="219287" y="90908"/>
                </a:cubicBezTo>
                <a:cubicBezTo>
                  <a:pt x="220261" y="90305"/>
                  <a:pt x="222141" y="88613"/>
                  <a:pt x="224925" y="85830"/>
                </a:cubicBezTo>
                <a:lnTo>
                  <a:pt x="224925" y="89726"/>
                </a:lnTo>
                <a:cubicBezTo>
                  <a:pt x="219728" y="96681"/>
                  <a:pt x="214762" y="100159"/>
                  <a:pt x="210029" y="100159"/>
                </a:cubicBezTo>
                <a:cubicBezTo>
                  <a:pt x="207755" y="100159"/>
                  <a:pt x="205945" y="99370"/>
                  <a:pt x="204599" y="97794"/>
                </a:cubicBezTo>
                <a:cubicBezTo>
                  <a:pt x="203254" y="96217"/>
                  <a:pt x="202557" y="93528"/>
                  <a:pt x="202511" y="89726"/>
                </a:cubicBezTo>
                <a:moveTo>
                  <a:pt x="202511" y="85165"/>
                </a:moveTo>
                <a:lnTo>
                  <a:pt x="202511" y="60999"/>
                </a:lnTo>
                <a:cubicBezTo>
                  <a:pt x="195504" y="63769"/>
                  <a:pt x="190979" y="65731"/>
                  <a:pt x="188937" y="66886"/>
                </a:cubicBezTo>
                <a:cubicBezTo>
                  <a:pt x="185271" y="68917"/>
                  <a:pt x="182649" y="71041"/>
                  <a:pt x="181071" y="73256"/>
                </a:cubicBezTo>
                <a:cubicBezTo>
                  <a:pt x="179494" y="75472"/>
                  <a:pt x="178705" y="77895"/>
                  <a:pt x="178705" y="80527"/>
                </a:cubicBezTo>
                <a:cubicBezTo>
                  <a:pt x="178705" y="83851"/>
                  <a:pt x="179702" y="86609"/>
                  <a:pt x="181698" y="88802"/>
                </a:cubicBezTo>
                <a:cubicBezTo>
                  <a:pt x="183693" y="90994"/>
                  <a:pt x="185990" y="92090"/>
                  <a:pt x="188589" y="92090"/>
                </a:cubicBezTo>
                <a:cubicBezTo>
                  <a:pt x="192116" y="92090"/>
                  <a:pt x="196757" y="89782"/>
                  <a:pt x="202511" y="85165"/>
                </a:cubicBezTo>
                <a:close/>
                <a:moveTo>
                  <a:pt x="248623" y="46880"/>
                </a:moveTo>
                <a:cubicBezTo>
                  <a:pt x="256094" y="37884"/>
                  <a:pt x="263217" y="33386"/>
                  <a:pt x="269993" y="33386"/>
                </a:cubicBezTo>
                <a:cubicBezTo>
                  <a:pt x="273473" y="33386"/>
                  <a:pt x="276466" y="34254"/>
                  <a:pt x="278972" y="35990"/>
                </a:cubicBezTo>
                <a:cubicBezTo>
                  <a:pt x="281478" y="37725"/>
                  <a:pt x="283474" y="40582"/>
                  <a:pt x="284959" y="44561"/>
                </a:cubicBezTo>
                <a:cubicBezTo>
                  <a:pt x="285979" y="47336"/>
                  <a:pt x="286490" y="51592"/>
                  <a:pt x="286490" y="57330"/>
                </a:cubicBezTo>
                <a:lnTo>
                  <a:pt x="286490" y="84465"/>
                </a:lnTo>
                <a:cubicBezTo>
                  <a:pt x="286490" y="88491"/>
                  <a:pt x="286815" y="91221"/>
                  <a:pt x="287464" y="92656"/>
                </a:cubicBezTo>
                <a:cubicBezTo>
                  <a:pt x="287975" y="93812"/>
                  <a:pt x="288799" y="94714"/>
                  <a:pt x="289936" y="95362"/>
                </a:cubicBezTo>
                <a:cubicBezTo>
                  <a:pt x="291073" y="96009"/>
                  <a:pt x="293172" y="96333"/>
                  <a:pt x="296235" y="96333"/>
                </a:cubicBezTo>
                <a:lnTo>
                  <a:pt x="296235" y="98907"/>
                </a:lnTo>
                <a:lnTo>
                  <a:pt x="264702" y="98907"/>
                </a:lnTo>
                <a:lnTo>
                  <a:pt x="264702" y="96333"/>
                </a:lnTo>
                <a:lnTo>
                  <a:pt x="266025" y="96333"/>
                </a:lnTo>
                <a:cubicBezTo>
                  <a:pt x="268995" y="96333"/>
                  <a:pt x="271072" y="95883"/>
                  <a:pt x="272255" y="94983"/>
                </a:cubicBezTo>
                <a:cubicBezTo>
                  <a:pt x="273438" y="94084"/>
                  <a:pt x="274262" y="92758"/>
                  <a:pt x="274726" y="91006"/>
                </a:cubicBezTo>
                <a:cubicBezTo>
                  <a:pt x="274912" y="90313"/>
                  <a:pt x="275004" y="88145"/>
                  <a:pt x="275004" y="84500"/>
                </a:cubicBezTo>
                <a:lnTo>
                  <a:pt x="275004" y="58550"/>
                </a:lnTo>
                <a:cubicBezTo>
                  <a:pt x="275004" y="52784"/>
                  <a:pt x="274250" y="48598"/>
                  <a:pt x="272742" y="45991"/>
                </a:cubicBezTo>
                <a:cubicBezTo>
                  <a:pt x="271234" y="43384"/>
                  <a:pt x="268693" y="42081"/>
                  <a:pt x="265120" y="42081"/>
                </a:cubicBezTo>
                <a:cubicBezTo>
                  <a:pt x="259598" y="42081"/>
                  <a:pt x="254099" y="45079"/>
                  <a:pt x="248623" y="51077"/>
                </a:cubicBezTo>
                <a:lnTo>
                  <a:pt x="248623" y="84500"/>
                </a:lnTo>
                <a:cubicBezTo>
                  <a:pt x="248623" y="88791"/>
                  <a:pt x="248878" y="91443"/>
                  <a:pt x="249388" y="92458"/>
                </a:cubicBezTo>
                <a:cubicBezTo>
                  <a:pt x="250038" y="93795"/>
                  <a:pt x="250931" y="94776"/>
                  <a:pt x="252068" y="95399"/>
                </a:cubicBezTo>
                <a:cubicBezTo>
                  <a:pt x="253205" y="96022"/>
                  <a:pt x="255514" y="96333"/>
                  <a:pt x="258994" y="96333"/>
                </a:cubicBezTo>
                <a:lnTo>
                  <a:pt x="258994" y="98907"/>
                </a:lnTo>
                <a:lnTo>
                  <a:pt x="227461" y="98907"/>
                </a:lnTo>
                <a:lnTo>
                  <a:pt x="227461" y="96333"/>
                </a:lnTo>
                <a:lnTo>
                  <a:pt x="228854" y="96333"/>
                </a:lnTo>
                <a:cubicBezTo>
                  <a:pt x="232102" y="96333"/>
                  <a:pt x="234295" y="95512"/>
                  <a:pt x="235432" y="93871"/>
                </a:cubicBezTo>
                <a:cubicBezTo>
                  <a:pt x="236569" y="92227"/>
                  <a:pt x="237137" y="89092"/>
                  <a:pt x="237137" y="84465"/>
                </a:cubicBezTo>
                <a:lnTo>
                  <a:pt x="237137" y="60869"/>
                </a:lnTo>
                <a:cubicBezTo>
                  <a:pt x="237137" y="53235"/>
                  <a:pt x="236963" y="48586"/>
                  <a:pt x="236615" y="46921"/>
                </a:cubicBezTo>
                <a:cubicBezTo>
                  <a:pt x="236267" y="45255"/>
                  <a:pt x="235733" y="44121"/>
                  <a:pt x="235014" y="43520"/>
                </a:cubicBezTo>
                <a:cubicBezTo>
                  <a:pt x="234295" y="42918"/>
                  <a:pt x="233332" y="42617"/>
                  <a:pt x="232125" y="42617"/>
                </a:cubicBezTo>
                <a:cubicBezTo>
                  <a:pt x="230826" y="42617"/>
                  <a:pt x="229271" y="42965"/>
                  <a:pt x="227461" y="43659"/>
                </a:cubicBezTo>
                <a:lnTo>
                  <a:pt x="226417" y="41159"/>
                </a:lnTo>
                <a:lnTo>
                  <a:pt x="245629" y="33386"/>
                </a:lnTo>
                <a:lnTo>
                  <a:pt x="248623" y="33386"/>
                </a:lnTo>
                <a:lnTo>
                  <a:pt x="248623" y="46880"/>
                </a:lnTo>
                <a:close/>
                <a:moveTo>
                  <a:pt x="320259" y="46880"/>
                </a:moveTo>
                <a:cubicBezTo>
                  <a:pt x="327730" y="37884"/>
                  <a:pt x="334853" y="33386"/>
                  <a:pt x="341629" y="33386"/>
                </a:cubicBezTo>
                <a:cubicBezTo>
                  <a:pt x="345109" y="33386"/>
                  <a:pt x="348102" y="34254"/>
                  <a:pt x="350608" y="35990"/>
                </a:cubicBezTo>
                <a:cubicBezTo>
                  <a:pt x="353114" y="37725"/>
                  <a:pt x="355110" y="40582"/>
                  <a:pt x="356595" y="44561"/>
                </a:cubicBezTo>
                <a:cubicBezTo>
                  <a:pt x="357616" y="47336"/>
                  <a:pt x="358126" y="51592"/>
                  <a:pt x="358126" y="57330"/>
                </a:cubicBezTo>
                <a:lnTo>
                  <a:pt x="358126" y="84465"/>
                </a:lnTo>
                <a:cubicBezTo>
                  <a:pt x="358126" y="88491"/>
                  <a:pt x="358451" y="91221"/>
                  <a:pt x="359101" y="92656"/>
                </a:cubicBezTo>
                <a:cubicBezTo>
                  <a:pt x="359611" y="93812"/>
                  <a:pt x="360435" y="94714"/>
                  <a:pt x="361572" y="95362"/>
                </a:cubicBezTo>
                <a:cubicBezTo>
                  <a:pt x="362709" y="96009"/>
                  <a:pt x="364809" y="96333"/>
                  <a:pt x="367871" y="96333"/>
                </a:cubicBezTo>
                <a:lnTo>
                  <a:pt x="367871" y="98907"/>
                </a:lnTo>
                <a:lnTo>
                  <a:pt x="336338" y="98907"/>
                </a:lnTo>
                <a:lnTo>
                  <a:pt x="336338" y="96333"/>
                </a:lnTo>
                <a:lnTo>
                  <a:pt x="337661" y="96333"/>
                </a:lnTo>
                <a:cubicBezTo>
                  <a:pt x="340631" y="96333"/>
                  <a:pt x="342708" y="95883"/>
                  <a:pt x="343891" y="94983"/>
                </a:cubicBezTo>
                <a:cubicBezTo>
                  <a:pt x="345074" y="94084"/>
                  <a:pt x="345898" y="92758"/>
                  <a:pt x="346362" y="91006"/>
                </a:cubicBezTo>
                <a:cubicBezTo>
                  <a:pt x="346548" y="90313"/>
                  <a:pt x="346641" y="88145"/>
                  <a:pt x="346641" y="84500"/>
                </a:cubicBezTo>
                <a:lnTo>
                  <a:pt x="346641" y="58550"/>
                </a:lnTo>
                <a:cubicBezTo>
                  <a:pt x="346641" y="52784"/>
                  <a:pt x="345886" y="48598"/>
                  <a:pt x="344378" y="45991"/>
                </a:cubicBezTo>
                <a:cubicBezTo>
                  <a:pt x="342870" y="43384"/>
                  <a:pt x="340329" y="42081"/>
                  <a:pt x="336756" y="42081"/>
                </a:cubicBezTo>
                <a:cubicBezTo>
                  <a:pt x="331234" y="42081"/>
                  <a:pt x="325735" y="45079"/>
                  <a:pt x="320259" y="51077"/>
                </a:cubicBezTo>
                <a:lnTo>
                  <a:pt x="320259" y="84500"/>
                </a:lnTo>
                <a:cubicBezTo>
                  <a:pt x="320259" y="88791"/>
                  <a:pt x="320514" y="91443"/>
                  <a:pt x="321024" y="92458"/>
                </a:cubicBezTo>
                <a:cubicBezTo>
                  <a:pt x="321674" y="93795"/>
                  <a:pt x="322567" y="94776"/>
                  <a:pt x="323704" y="95399"/>
                </a:cubicBezTo>
                <a:cubicBezTo>
                  <a:pt x="324841" y="96022"/>
                  <a:pt x="327150" y="96333"/>
                  <a:pt x="330630" y="96333"/>
                </a:cubicBezTo>
                <a:lnTo>
                  <a:pt x="330630" y="98907"/>
                </a:lnTo>
                <a:lnTo>
                  <a:pt x="299098" y="98907"/>
                </a:lnTo>
                <a:lnTo>
                  <a:pt x="299098" y="96333"/>
                </a:lnTo>
                <a:lnTo>
                  <a:pt x="300490" y="96333"/>
                </a:lnTo>
                <a:cubicBezTo>
                  <a:pt x="303738" y="96333"/>
                  <a:pt x="305931" y="95512"/>
                  <a:pt x="307068" y="93871"/>
                </a:cubicBezTo>
                <a:cubicBezTo>
                  <a:pt x="308205" y="92227"/>
                  <a:pt x="308773" y="89092"/>
                  <a:pt x="308773" y="84465"/>
                </a:cubicBezTo>
                <a:lnTo>
                  <a:pt x="308773" y="60869"/>
                </a:lnTo>
                <a:cubicBezTo>
                  <a:pt x="308773" y="53235"/>
                  <a:pt x="308599" y="48586"/>
                  <a:pt x="308251" y="46921"/>
                </a:cubicBezTo>
                <a:cubicBezTo>
                  <a:pt x="307903" y="45255"/>
                  <a:pt x="307369" y="44121"/>
                  <a:pt x="306650" y="43520"/>
                </a:cubicBezTo>
                <a:cubicBezTo>
                  <a:pt x="305931" y="42918"/>
                  <a:pt x="304968" y="42617"/>
                  <a:pt x="303761" y="42617"/>
                </a:cubicBezTo>
                <a:cubicBezTo>
                  <a:pt x="302462" y="42617"/>
                  <a:pt x="300907" y="42965"/>
                  <a:pt x="299098" y="43659"/>
                </a:cubicBezTo>
                <a:lnTo>
                  <a:pt x="298053" y="41159"/>
                </a:lnTo>
                <a:lnTo>
                  <a:pt x="317266" y="33386"/>
                </a:lnTo>
                <a:lnTo>
                  <a:pt x="320259" y="33386"/>
                </a:lnTo>
                <a:lnTo>
                  <a:pt x="320259" y="46880"/>
                </a:lnTo>
                <a:close/>
                <a:moveTo>
                  <a:pt x="384029" y="59261"/>
                </a:moveTo>
                <a:cubicBezTo>
                  <a:pt x="383983" y="68698"/>
                  <a:pt x="386280" y="76101"/>
                  <a:pt x="390921" y="81468"/>
                </a:cubicBezTo>
                <a:cubicBezTo>
                  <a:pt x="395561" y="86834"/>
                  <a:pt x="401014" y="89517"/>
                  <a:pt x="407279" y="89517"/>
                </a:cubicBezTo>
                <a:cubicBezTo>
                  <a:pt x="411455" y="89517"/>
                  <a:pt x="415087" y="88369"/>
                  <a:pt x="418173" y="86074"/>
                </a:cubicBezTo>
                <a:cubicBezTo>
                  <a:pt x="421259" y="83779"/>
                  <a:pt x="423846" y="79849"/>
                  <a:pt x="425934" y="74284"/>
                </a:cubicBezTo>
                <a:lnTo>
                  <a:pt x="428092" y="75676"/>
                </a:lnTo>
                <a:cubicBezTo>
                  <a:pt x="427117" y="82028"/>
                  <a:pt x="424287" y="87813"/>
                  <a:pt x="419600" y="93029"/>
                </a:cubicBezTo>
                <a:cubicBezTo>
                  <a:pt x="414913" y="98246"/>
                  <a:pt x="409042" y="100854"/>
                  <a:pt x="401988" y="100854"/>
                </a:cubicBezTo>
                <a:cubicBezTo>
                  <a:pt x="394331" y="100854"/>
                  <a:pt x="387777" y="97882"/>
                  <a:pt x="382324" y="91936"/>
                </a:cubicBezTo>
                <a:cubicBezTo>
                  <a:pt x="376871" y="85989"/>
                  <a:pt x="374145" y="77995"/>
                  <a:pt x="374145" y="67953"/>
                </a:cubicBezTo>
                <a:cubicBezTo>
                  <a:pt x="374145" y="57079"/>
                  <a:pt x="376941" y="48600"/>
                  <a:pt x="382533" y="42515"/>
                </a:cubicBezTo>
                <a:cubicBezTo>
                  <a:pt x="388125" y="36429"/>
                  <a:pt x="395144" y="33386"/>
                  <a:pt x="403589" y="33386"/>
                </a:cubicBezTo>
                <a:cubicBezTo>
                  <a:pt x="410736" y="33386"/>
                  <a:pt x="416606" y="35734"/>
                  <a:pt x="421201" y="40429"/>
                </a:cubicBezTo>
                <a:cubicBezTo>
                  <a:pt x="425795" y="45122"/>
                  <a:pt x="428092" y="51399"/>
                  <a:pt x="428092" y="59261"/>
                </a:cubicBezTo>
                <a:lnTo>
                  <a:pt x="384029" y="59261"/>
                </a:lnTo>
                <a:moveTo>
                  <a:pt x="384029" y="55226"/>
                </a:moveTo>
                <a:lnTo>
                  <a:pt x="413544" y="55226"/>
                </a:lnTo>
                <a:cubicBezTo>
                  <a:pt x="413311" y="51146"/>
                  <a:pt x="412824" y="48271"/>
                  <a:pt x="412082" y="46602"/>
                </a:cubicBezTo>
                <a:cubicBezTo>
                  <a:pt x="410922" y="44005"/>
                  <a:pt x="409193" y="41965"/>
                  <a:pt x="406896" y="40481"/>
                </a:cubicBezTo>
                <a:cubicBezTo>
                  <a:pt x="404599" y="38997"/>
                  <a:pt x="402197" y="38255"/>
                  <a:pt x="399691" y="38255"/>
                </a:cubicBezTo>
                <a:cubicBezTo>
                  <a:pt x="395840" y="38255"/>
                  <a:pt x="392394" y="39751"/>
                  <a:pt x="389354" y="42741"/>
                </a:cubicBezTo>
                <a:cubicBezTo>
                  <a:pt x="386315" y="45732"/>
                  <a:pt x="384540" y="49894"/>
                  <a:pt x="384029" y="55226"/>
                </a:cubicBezTo>
                <a:close/>
                <a:moveTo>
                  <a:pt x="458889" y="0"/>
                </a:moveTo>
                <a:lnTo>
                  <a:pt x="458889" y="84448"/>
                </a:lnTo>
                <a:cubicBezTo>
                  <a:pt x="458889" y="88433"/>
                  <a:pt x="459179" y="91075"/>
                  <a:pt x="459759" y="92373"/>
                </a:cubicBezTo>
                <a:cubicBezTo>
                  <a:pt x="460339" y="93670"/>
                  <a:pt x="461233" y="94655"/>
                  <a:pt x="462439" y="95327"/>
                </a:cubicBezTo>
                <a:cubicBezTo>
                  <a:pt x="463646" y="95998"/>
                  <a:pt x="465896" y="96333"/>
                  <a:pt x="469191" y="96333"/>
                </a:cubicBezTo>
                <a:lnTo>
                  <a:pt x="469191" y="98907"/>
                </a:lnTo>
                <a:lnTo>
                  <a:pt x="437937" y="98907"/>
                </a:lnTo>
                <a:lnTo>
                  <a:pt x="437937" y="96333"/>
                </a:lnTo>
                <a:cubicBezTo>
                  <a:pt x="440860" y="96333"/>
                  <a:pt x="442856" y="96033"/>
                  <a:pt x="443923" y="95431"/>
                </a:cubicBezTo>
                <a:cubicBezTo>
                  <a:pt x="444991" y="94828"/>
                  <a:pt x="445826" y="93832"/>
                  <a:pt x="446429" y="92443"/>
                </a:cubicBezTo>
                <a:cubicBezTo>
                  <a:pt x="447032" y="91051"/>
                  <a:pt x="447334" y="88387"/>
                  <a:pt x="447334" y="84448"/>
                </a:cubicBezTo>
                <a:lnTo>
                  <a:pt x="447334" y="26620"/>
                </a:lnTo>
                <a:cubicBezTo>
                  <a:pt x="447334" y="19438"/>
                  <a:pt x="447172" y="15025"/>
                  <a:pt x="446847" y="13381"/>
                </a:cubicBezTo>
                <a:cubicBezTo>
                  <a:pt x="446522" y="11734"/>
                  <a:pt x="446000" y="10611"/>
                  <a:pt x="445281" y="10009"/>
                </a:cubicBezTo>
                <a:cubicBezTo>
                  <a:pt x="444561" y="9407"/>
                  <a:pt x="443645" y="9105"/>
                  <a:pt x="442531" y="9105"/>
                </a:cubicBezTo>
                <a:cubicBezTo>
                  <a:pt x="441324" y="9105"/>
                  <a:pt x="439793" y="9476"/>
                  <a:pt x="437937" y="10218"/>
                </a:cubicBezTo>
                <a:lnTo>
                  <a:pt x="436753" y="7784"/>
                </a:lnTo>
                <a:lnTo>
                  <a:pt x="455757" y="0"/>
                </a:lnTo>
                <a:lnTo>
                  <a:pt x="458889" y="0"/>
                </a:lnTo>
                <a:close/>
                <a:moveTo>
                  <a:pt x="524770" y="13841"/>
                </a:moveTo>
                <a:lnTo>
                  <a:pt x="547741" y="2643"/>
                </a:lnTo>
                <a:lnTo>
                  <a:pt x="550038" y="2643"/>
                </a:lnTo>
                <a:lnTo>
                  <a:pt x="550038" y="82283"/>
                </a:lnTo>
                <a:cubicBezTo>
                  <a:pt x="550038" y="87569"/>
                  <a:pt x="550258" y="90862"/>
                  <a:pt x="550699" y="92160"/>
                </a:cubicBezTo>
                <a:cubicBezTo>
                  <a:pt x="551140" y="93458"/>
                  <a:pt x="552057" y="94455"/>
                  <a:pt x="553449" y="95151"/>
                </a:cubicBezTo>
                <a:cubicBezTo>
                  <a:pt x="554841" y="95846"/>
                  <a:pt x="557672" y="96241"/>
                  <a:pt x="561941" y="96333"/>
                </a:cubicBezTo>
                <a:lnTo>
                  <a:pt x="561941" y="98907"/>
                </a:lnTo>
                <a:lnTo>
                  <a:pt x="526440" y="98907"/>
                </a:lnTo>
                <a:lnTo>
                  <a:pt x="526440" y="96333"/>
                </a:lnTo>
                <a:cubicBezTo>
                  <a:pt x="530895" y="96241"/>
                  <a:pt x="533773" y="95858"/>
                  <a:pt x="535072" y="95186"/>
                </a:cubicBezTo>
                <a:cubicBezTo>
                  <a:pt x="536371" y="94513"/>
                  <a:pt x="537276" y="93609"/>
                  <a:pt x="537787" y="92473"/>
                </a:cubicBezTo>
                <a:cubicBezTo>
                  <a:pt x="538297" y="91337"/>
                  <a:pt x="538552" y="87940"/>
                  <a:pt x="538552" y="82283"/>
                </a:cubicBezTo>
                <a:lnTo>
                  <a:pt x="538552" y="31369"/>
                </a:lnTo>
                <a:cubicBezTo>
                  <a:pt x="538552" y="24506"/>
                  <a:pt x="538320" y="20101"/>
                  <a:pt x="537856" y="18154"/>
                </a:cubicBezTo>
                <a:cubicBezTo>
                  <a:pt x="537531" y="16670"/>
                  <a:pt x="536940" y="15580"/>
                  <a:pt x="536081" y="14885"/>
                </a:cubicBezTo>
                <a:cubicBezTo>
                  <a:pt x="535223" y="14189"/>
                  <a:pt x="534190" y="13841"/>
                  <a:pt x="532984" y="13841"/>
                </a:cubicBezTo>
                <a:cubicBezTo>
                  <a:pt x="531267" y="13841"/>
                  <a:pt x="528877" y="14560"/>
                  <a:pt x="525814" y="15998"/>
                </a:cubicBezTo>
                <a:lnTo>
                  <a:pt x="524770" y="138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37D152-B35D-406A-8BDE-EADF6B2C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689" y="3491659"/>
            <a:ext cx="767518" cy="222531"/>
          </a:xfrm>
          <a:custGeom xmlns:a="http://schemas.openxmlformats.org/drawingml/2006/main">
            <a:pathLst>
              <a:path w="767518" h="222531">
                <a:moveTo>
                  <a:pt x="0" y="37091"/>
                </a:moveTo>
                <a:cubicBezTo>
                  <a:pt x="0" y="16603"/>
                  <a:pt x="16620" y="0"/>
                  <a:pt x="37108" y="0"/>
                </a:cubicBezTo>
                <a:lnTo>
                  <a:pt x="730392" y="0"/>
                </a:lnTo>
                <a:cubicBezTo>
                  <a:pt x="750898" y="0"/>
                  <a:pt x="767518" y="16603"/>
                  <a:pt x="767518" y="37091"/>
                </a:cubicBezTo>
                <a:lnTo>
                  <a:pt x="767518" y="185439"/>
                </a:lnTo>
                <a:cubicBezTo>
                  <a:pt x="767518" y="205928"/>
                  <a:pt x="750898" y="222531"/>
                  <a:pt x="730392" y="222531"/>
                </a:cubicBezTo>
                <a:lnTo>
                  <a:pt x="37108" y="222531"/>
                </a:lnTo>
                <a:cubicBezTo>
                  <a:pt x="16620" y="222531"/>
                  <a:pt x="0" y="205928"/>
                  <a:pt x="0" y="185439"/>
                </a:cubicBezTo>
                <a:lnTo>
                  <a:pt x="0" y="37091"/>
                </a:lnTo>
                <a:close/>
              </a:path>
            </a:pathLst>
          </a:custGeom>
          <a:solidFill xmlns:a="http://schemas.openxmlformats.org/drawingml/2006/main">
            <a:srgbClr val="DEEBF7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8FFD1D-2349-4DDA-8624-57FC62F7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4690" y="3491660"/>
            <a:ext cx="767533" cy="222535"/>
          </a:xfrm>
          <a:custGeom xmlns:a="http://schemas.openxmlformats.org/drawingml/2006/main">
            <a:pathLst>
              <a:path w="767533" h="222535" fill="none">
                <a:moveTo>
                  <a:pt x="0" y="37090"/>
                </a:moveTo>
                <a:cubicBezTo>
                  <a:pt x="0" y="16606"/>
                  <a:pt x="16618" y="0"/>
                  <a:pt x="37118" y="0"/>
                </a:cubicBezTo>
                <a:lnTo>
                  <a:pt x="730414" y="0"/>
                </a:lnTo>
                <a:cubicBezTo>
                  <a:pt x="750914" y="0"/>
                  <a:pt x="767533" y="16606"/>
                  <a:pt x="767533" y="37090"/>
                </a:cubicBezTo>
                <a:lnTo>
                  <a:pt x="767533" y="185446"/>
                </a:lnTo>
                <a:cubicBezTo>
                  <a:pt x="767533" y="205930"/>
                  <a:pt x="750914" y="222535"/>
                  <a:pt x="730414" y="222535"/>
                </a:cubicBezTo>
                <a:lnTo>
                  <a:pt x="37118" y="222535"/>
                </a:lnTo>
                <a:cubicBezTo>
                  <a:pt x="16618" y="222535"/>
                  <a:pt x="0" y="205930"/>
                  <a:pt x="0" y="185446"/>
                </a:cubicBezTo>
                <a:lnTo>
                  <a:pt x="0" y="370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7" cap="flat">
            <a:solidFill>
              <a:srgbClr val="2E75B6"/>
            </a:solidFill>
            <a:custDash>
              <a:ds d="465102" sp="348826"/>
            </a:custDash>
            <a:miter/>
          </a:ln>
        </p:spPr>
      </p:sp>
      <p:pic>
        <p:nvPicPr>
          <p:cNvPr id="5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b0bed25f904f11"/>
          <a:stretch xmlns:a="http://schemas.openxmlformats.org/drawingml/2006/main"/>
        </p:blipFill>
        <p:spPr>
          <a:xfrm xmlns:a="http://schemas.openxmlformats.org/drawingml/2006/main">
            <a:off x="7919325" y="3473075"/>
            <a:ext cx="760041" cy="304829"/>
          </a:xfrm>
          <a:prstGeom xmlns:a="http://schemas.openxmlformats.org/drawingml/2006/main" prst="rect">
            <a:avLst/>
          </a:prstGeom>
        </p:spPr>
      </p:pic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F66E15-2AD8-407D-810C-974BDD2D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7879" y="4028271"/>
            <a:ext cx="787561" cy="222531"/>
          </a:xfrm>
          <a:custGeom xmlns:a="http://schemas.openxmlformats.org/drawingml/2006/main">
            <a:pathLst>
              <a:path w="787561" h="222531">
                <a:moveTo>
                  <a:pt x="0" y="37091"/>
                </a:moveTo>
                <a:cubicBezTo>
                  <a:pt x="0" y="16603"/>
                  <a:pt x="16620" y="0"/>
                  <a:pt x="37108" y="0"/>
                </a:cubicBezTo>
                <a:lnTo>
                  <a:pt x="750453" y="0"/>
                </a:lnTo>
                <a:cubicBezTo>
                  <a:pt x="770941" y="0"/>
                  <a:pt x="787561" y="16603"/>
                  <a:pt x="787561" y="37091"/>
                </a:cubicBezTo>
                <a:lnTo>
                  <a:pt x="787561" y="185439"/>
                </a:lnTo>
                <a:cubicBezTo>
                  <a:pt x="787561" y="205928"/>
                  <a:pt x="770941" y="222531"/>
                  <a:pt x="750453" y="222531"/>
                </a:cubicBezTo>
                <a:lnTo>
                  <a:pt x="37108" y="222531"/>
                </a:lnTo>
                <a:cubicBezTo>
                  <a:pt x="16620" y="222531"/>
                  <a:pt x="0" y="205928"/>
                  <a:pt x="0" y="185439"/>
                </a:cubicBezTo>
                <a:lnTo>
                  <a:pt x="0" y="37091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736DF-E597-4C62-9843-A0B266E6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7879" y="4028274"/>
            <a:ext cx="787529" cy="222526"/>
          </a:xfrm>
          <a:custGeom xmlns:a="http://schemas.openxmlformats.org/drawingml/2006/main">
            <a:pathLst>
              <a:path w="787529" h="222526" fill="none">
                <a:moveTo>
                  <a:pt x="0" y="37089"/>
                </a:moveTo>
                <a:cubicBezTo>
                  <a:pt x="0" y="16605"/>
                  <a:pt x="16618" y="0"/>
                  <a:pt x="37117" y="0"/>
                </a:cubicBezTo>
                <a:lnTo>
                  <a:pt x="750413" y="0"/>
                </a:lnTo>
                <a:cubicBezTo>
                  <a:pt x="770911" y="0"/>
                  <a:pt x="787529" y="16605"/>
                  <a:pt x="787529" y="37089"/>
                </a:cubicBezTo>
                <a:lnTo>
                  <a:pt x="787529" y="185437"/>
                </a:lnTo>
                <a:cubicBezTo>
                  <a:pt x="787529" y="205921"/>
                  <a:pt x="770911" y="222526"/>
                  <a:pt x="750413" y="222526"/>
                </a:cubicBezTo>
                <a:lnTo>
                  <a:pt x="37117" y="222526"/>
                </a:lnTo>
                <a:cubicBezTo>
                  <a:pt x="16618" y="222526"/>
                  <a:pt x="0" y="205921"/>
                  <a:pt x="0" y="185437"/>
                </a:cubicBezTo>
                <a:lnTo>
                  <a:pt x="0" y="370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6" cap="flat">
            <a:solidFill>
              <a:srgbClr val="2E75B6"/>
            </a:solidFill>
            <a:miter/>
          </a:ln>
        </p:spPr>
      </p:sp>
      <p:sp>
        <p:nvSpPr>
          <p:cNvPr id="198" name="Text Channel3">
            <a:extLst xmlns:a="http://schemas.openxmlformats.org/drawingml/2006/main">
              <a:ext uri="{FF2B5EF4-FFF2-40B4-BE49-F238E27FC236}">
                <a16:creationId xmlns:a16="http://schemas.microsoft.com/office/drawing/2014/main" id="{226B4DBC-7FC1-49EA-82ED-F5884905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4514" y="4097225"/>
            <a:ext cx="567509" cy="100993"/>
          </a:xfrm>
          <a:custGeom xmlns:a="http://schemas.openxmlformats.org/drawingml/2006/main">
            <a:pathLst>
              <a:path w="567509" h="100993">
                <a:moveTo>
                  <a:pt x="80677" y="2504"/>
                </a:moveTo>
                <a:lnTo>
                  <a:pt x="82835" y="34499"/>
                </a:lnTo>
                <a:lnTo>
                  <a:pt x="80677" y="34499"/>
                </a:lnTo>
                <a:cubicBezTo>
                  <a:pt x="77800" y="24876"/>
                  <a:pt x="73693" y="17949"/>
                  <a:pt x="68356" y="13720"/>
                </a:cubicBezTo>
                <a:cubicBezTo>
                  <a:pt x="63019" y="9488"/>
                  <a:pt x="56615" y="7373"/>
                  <a:pt x="49144" y="7373"/>
                </a:cubicBezTo>
                <a:cubicBezTo>
                  <a:pt x="42879" y="7373"/>
                  <a:pt x="37218" y="8962"/>
                  <a:pt x="32159" y="12142"/>
                </a:cubicBezTo>
                <a:cubicBezTo>
                  <a:pt x="27101" y="15319"/>
                  <a:pt x="23122" y="20389"/>
                  <a:pt x="20221" y="27350"/>
                </a:cubicBezTo>
                <a:cubicBezTo>
                  <a:pt x="17321" y="34311"/>
                  <a:pt x="15871" y="42967"/>
                  <a:pt x="15871" y="53316"/>
                </a:cubicBezTo>
                <a:cubicBezTo>
                  <a:pt x="15871" y="61854"/>
                  <a:pt x="17240" y="69255"/>
                  <a:pt x="19978" y="75521"/>
                </a:cubicBezTo>
                <a:cubicBezTo>
                  <a:pt x="22716" y="81785"/>
                  <a:pt x="26834" y="86588"/>
                  <a:pt x="32333" y="89930"/>
                </a:cubicBezTo>
                <a:cubicBezTo>
                  <a:pt x="37833" y="93271"/>
                  <a:pt x="44109" y="94942"/>
                  <a:pt x="51163" y="94942"/>
                </a:cubicBezTo>
                <a:cubicBezTo>
                  <a:pt x="57288" y="94942"/>
                  <a:pt x="62695" y="93632"/>
                  <a:pt x="67382" y="91012"/>
                </a:cubicBezTo>
                <a:cubicBezTo>
                  <a:pt x="72069" y="88392"/>
                  <a:pt x="77220" y="83187"/>
                  <a:pt x="82835" y="75397"/>
                </a:cubicBezTo>
                <a:lnTo>
                  <a:pt x="84993" y="76784"/>
                </a:lnTo>
                <a:cubicBezTo>
                  <a:pt x="80259" y="85155"/>
                  <a:pt x="74737" y="91283"/>
                  <a:pt x="68426" y="95168"/>
                </a:cubicBezTo>
                <a:cubicBezTo>
                  <a:pt x="62114" y="99052"/>
                  <a:pt x="54620" y="100993"/>
                  <a:pt x="45942" y="100993"/>
                </a:cubicBezTo>
                <a:cubicBezTo>
                  <a:pt x="30303" y="100993"/>
                  <a:pt x="18191" y="95205"/>
                  <a:pt x="9606" y="83629"/>
                </a:cubicBezTo>
                <a:cubicBezTo>
                  <a:pt x="3202" y="75017"/>
                  <a:pt x="0" y="64876"/>
                  <a:pt x="0" y="53207"/>
                </a:cubicBezTo>
                <a:cubicBezTo>
                  <a:pt x="0" y="43807"/>
                  <a:pt x="2111" y="35171"/>
                  <a:pt x="6334" y="27300"/>
                </a:cubicBezTo>
                <a:cubicBezTo>
                  <a:pt x="10557" y="19429"/>
                  <a:pt x="16370" y="13328"/>
                  <a:pt x="23771" y="8999"/>
                </a:cubicBezTo>
                <a:cubicBezTo>
                  <a:pt x="31173" y="4669"/>
                  <a:pt x="39259" y="2504"/>
                  <a:pt x="48030" y="2504"/>
                </a:cubicBezTo>
                <a:cubicBezTo>
                  <a:pt x="54852" y="2504"/>
                  <a:pt x="61581" y="4173"/>
                  <a:pt x="68217" y="7512"/>
                </a:cubicBezTo>
                <a:cubicBezTo>
                  <a:pt x="70166" y="8532"/>
                  <a:pt x="71558" y="9042"/>
                  <a:pt x="72393" y="9042"/>
                </a:cubicBezTo>
                <a:cubicBezTo>
                  <a:pt x="73646" y="9042"/>
                  <a:pt x="74737" y="8602"/>
                  <a:pt x="75665" y="7721"/>
                </a:cubicBezTo>
                <a:cubicBezTo>
                  <a:pt x="76872" y="6469"/>
                  <a:pt x="77730" y="4730"/>
                  <a:pt x="78241" y="2504"/>
                </a:cubicBezTo>
                <a:lnTo>
                  <a:pt x="80677" y="2504"/>
                </a:lnTo>
                <a:close/>
                <a:moveTo>
                  <a:pt x="113473" y="0"/>
                </a:moveTo>
                <a:lnTo>
                  <a:pt x="113473" y="46671"/>
                </a:lnTo>
                <a:cubicBezTo>
                  <a:pt x="118624" y="41014"/>
                  <a:pt x="122707" y="37386"/>
                  <a:pt x="125724" y="35786"/>
                </a:cubicBezTo>
                <a:cubicBezTo>
                  <a:pt x="128740" y="34186"/>
                  <a:pt x="131757" y="33386"/>
                  <a:pt x="134773" y="33386"/>
                </a:cubicBezTo>
                <a:cubicBezTo>
                  <a:pt x="138393" y="33386"/>
                  <a:pt x="141502" y="34381"/>
                  <a:pt x="144101" y="36371"/>
                </a:cubicBezTo>
                <a:cubicBezTo>
                  <a:pt x="146699" y="38360"/>
                  <a:pt x="148625" y="41483"/>
                  <a:pt x="149878" y="45739"/>
                </a:cubicBezTo>
                <a:cubicBezTo>
                  <a:pt x="150760" y="48701"/>
                  <a:pt x="151201" y="54114"/>
                  <a:pt x="151201" y="61980"/>
                </a:cubicBezTo>
                <a:lnTo>
                  <a:pt x="151201" y="84465"/>
                </a:lnTo>
                <a:cubicBezTo>
                  <a:pt x="151201" y="88491"/>
                  <a:pt x="151526" y="91244"/>
                  <a:pt x="152175" y="92725"/>
                </a:cubicBezTo>
                <a:cubicBezTo>
                  <a:pt x="152639" y="93835"/>
                  <a:pt x="153428" y="94714"/>
                  <a:pt x="154542" y="95362"/>
                </a:cubicBezTo>
                <a:cubicBezTo>
                  <a:pt x="155656" y="96009"/>
                  <a:pt x="157698" y="96333"/>
                  <a:pt x="160668" y="96333"/>
                </a:cubicBezTo>
                <a:lnTo>
                  <a:pt x="160668" y="98907"/>
                </a:lnTo>
                <a:lnTo>
                  <a:pt x="129344" y="98907"/>
                </a:lnTo>
                <a:lnTo>
                  <a:pt x="129344" y="96333"/>
                </a:lnTo>
                <a:lnTo>
                  <a:pt x="130805" y="96333"/>
                </a:lnTo>
                <a:cubicBezTo>
                  <a:pt x="133775" y="96333"/>
                  <a:pt x="135840" y="95881"/>
                  <a:pt x="137001" y="94977"/>
                </a:cubicBezTo>
                <a:cubicBezTo>
                  <a:pt x="138161" y="94073"/>
                  <a:pt x="138973" y="92740"/>
                  <a:pt x="139437" y="90978"/>
                </a:cubicBezTo>
                <a:cubicBezTo>
                  <a:pt x="139576" y="90236"/>
                  <a:pt x="139646" y="88056"/>
                  <a:pt x="139646" y="84439"/>
                </a:cubicBezTo>
                <a:lnTo>
                  <a:pt x="139646" y="61904"/>
                </a:lnTo>
                <a:cubicBezTo>
                  <a:pt x="139646" y="54948"/>
                  <a:pt x="139286" y="50381"/>
                  <a:pt x="138567" y="48201"/>
                </a:cubicBezTo>
                <a:cubicBezTo>
                  <a:pt x="137847" y="46022"/>
                  <a:pt x="136699" y="44387"/>
                  <a:pt x="135121" y="43298"/>
                </a:cubicBezTo>
                <a:cubicBezTo>
                  <a:pt x="133543" y="42208"/>
                  <a:pt x="131641" y="41663"/>
                  <a:pt x="129413" y="41663"/>
                </a:cubicBezTo>
                <a:cubicBezTo>
                  <a:pt x="127139" y="41663"/>
                  <a:pt x="124773" y="42266"/>
                  <a:pt x="122313" y="43472"/>
                </a:cubicBezTo>
                <a:cubicBezTo>
                  <a:pt x="119853" y="44677"/>
                  <a:pt x="116907" y="47112"/>
                  <a:pt x="113473" y="50775"/>
                </a:cubicBezTo>
                <a:lnTo>
                  <a:pt x="113473" y="84439"/>
                </a:lnTo>
                <a:cubicBezTo>
                  <a:pt x="113473" y="88798"/>
                  <a:pt x="113716" y="91511"/>
                  <a:pt x="114204" y="92577"/>
                </a:cubicBezTo>
                <a:cubicBezTo>
                  <a:pt x="114691" y="93644"/>
                  <a:pt x="115596" y="94536"/>
                  <a:pt x="116918" y="95255"/>
                </a:cubicBezTo>
                <a:cubicBezTo>
                  <a:pt x="118241" y="95974"/>
                  <a:pt x="120526" y="96333"/>
                  <a:pt x="123775" y="96333"/>
                </a:cubicBezTo>
                <a:lnTo>
                  <a:pt x="123775" y="98907"/>
                </a:lnTo>
                <a:lnTo>
                  <a:pt x="92172" y="98907"/>
                </a:lnTo>
                <a:lnTo>
                  <a:pt x="92172" y="96333"/>
                </a:lnTo>
                <a:cubicBezTo>
                  <a:pt x="95003" y="96333"/>
                  <a:pt x="97231" y="95893"/>
                  <a:pt x="98855" y="95012"/>
                </a:cubicBezTo>
                <a:cubicBezTo>
                  <a:pt x="99783" y="94549"/>
                  <a:pt x="100525" y="93670"/>
                  <a:pt x="101082" y="92373"/>
                </a:cubicBezTo>
                <a:cubicBezTo>
                  <a:pt x="101639" y="91075"/>
                  <a:pt x="101918" y="88433"/>
                  <a:pt x="101918" y="84448"/>
                </a:cubicBezTo>
                <a:lnTo>
                  <a:pt x="101918" y="26829"/>
                </a:lnTo>
                <a:cubicBezTo>
                  <a:pt x="101918" y="19554"/>
                  <a:pt x="101744" y="15083"/>
                  <a:pt x="101396" y="13415"/>
                </a:cubicBezTo>
                <a:cubicBezTo>
                  <a:pt x="101047" y="11746"/>
                  <a:pt x="100514" y="10611"/>
                  <a:pt x="99794" y="10009"/>
                </a:cubicBezTo>
                <a:cubicBezTo>
                  <a:pt x="99075" y="9407"/>
                  <a:pt x="98112" y="9105"/>
                  <a:pt x="96906" y="9105"/>
                </a:cubicBezTo>
                <a:cubicBezTo>
                  <a:pt x="95931" y="9105"/>
                  <a:pt x="94353" y="9476"/>
                  <a:pt x="92172" y="10218"/>
                </a:cubicBezTo>
                <a:lnTo>
                  <a:pt x="91198" y="7784"/>
                </a:lnTo>
                <a:lnTo>
                  <a:pt x="110271" y="0"/>
                </a:lnTo>
                <a:lnTo>
                  <a:pt x="113473" y="0"/>
                </a:lnTo>
                <a:close/>
                <a:moveTo>
                  <a:pt x="202511" y="89726"/>
                </a:moveTo>
                <a:cubicBezTo>
                  <a:pt x="195968" y="94780"/>
                  <a:pt x="191861" y="97701"/>
                  <a:pt x="190190" y="98489"/>
                </a:cubicBezTo>
                <a:cubicBezTo>
                  <a:pt x="187684" y="99695"/>
                  <a:pt x="185016" y="100298"/>
                  <a:pt x="182185" y="100298"/>
                </a:cubicBezTo>
                <a:cubicBezTo>
                  <a:pt x="177777" y="100298"/>
                  <a:pt x="174145" y="98791"/>
                  <a:pt x="171291" y="95777"/>
                </a:cubicBezTo>
                <a:cubicBezTo>
                  <a:pt x="168437" y="92763"/>
                  <a:pt x="167010" y="88798"/>
                  <a:pt x="167010" y="83883"/>
                </a:cubicBezTo>
                <a:cubicBezTo>
                  <a:pt x="167010" y="80776"/>
                  <a:pt x="167707" y="78087"/>
                  <a:pt x="169099" y="75815"/>
                </a:cubicBezTo>
                <a:cubicBezTo>
                  <a:pt x="171001" y="72661"/>
                  <a:pt x="174308" y="69694"/>
                  <a:pt x="179018" y="66912"/>
                </a:cubicBezTo>
                <a:cubicBezTo>
                  <a:pt x="183728" y="64129"/>
                  <a:pt x="191559" y="60744"/>
                  <a:pt x="202511" y="56757"/>
                </a:cubicBezTo>
                <a:lnTo>
                  <a:pt x="202511" y="54253"/>
                </a:lnTo>
                <a:cubicBezTo>
                  <a:pt x="202511" y="47900"/>
                  <a:pt x="201502" y="43541"/>
                  <a:pt x="199483" y="41176"/>
                </a:cubicBezTo>
                <a:cubicBezTo>
                  <a:pt x="197464" y="38812"/>
                  <a:pt x="194529" y="37629"/>
                  <a:pt x="190677" y="37629"/>
                </a:cubicBezTo>
                <a:cubicBezTo>
                  <a:pt x="187754" y="37629"/>
                  <a:pt x="185434" y="38414"/>
                  <a:pt x="183717" y="39985"/>
                </a:cubicBezTo>
                <a:cubicBezTo>
                  <a:pt x="181953" y="41556"/>
                  <a:pt x="181071" y="43358"/>
                  <a:pt x="181071" y="45391"/>
                </a:cubicBezTo>
                <a:lnTo>
                  <a:pt x="181211" y="49410"/>
                </a:lnTo>
                <a:cubicBezTo>
                  <a:pt x="181211" y="51534"/>
                  <a:pt x="180665" y="53174"/>
                  <a:pt x="179575" y="54329"/>
                </a:cubicBezTo>
                <a:cubicBezTo>
                  <a:pt x="178484" y="55484"/>
                  <a:pt x="177057" y="56061"/>
                  <a:pt x="175294" y="56061"/>
                </a:cubicBezTo>
                <a:cubicBezTo>
                  <a:pt x="173577" y="56061"/>
                  <a:pt x="172173" y="55460"/>
                  <a:pt x="171083" y="54259"/>
                </a:cubicBezTo>
                <a:cubicBezTo>
                  <a:pt x="169992" y="53056"/>
                  <a:pt x="169447" y="51415"/>
                  <a:pt x="169447" y="49334"/>
                </a:cubicBezTo>
                <a:cubicBezTo>
                  <a:pt x="169447" y="45359"/>
                  <a:pt x="171489" y="41707"/>
                  <a:pt x="175572" y="38379"/>
                </a:cubicBezTo>
                <a:cubicBezTo>
                  <a:pt x="179656" y="35050"/>
                  <a:pt x="185387" y="33386"/>
                  <a:pt x="192766" y="33386"/>
                </a:cubicBezTo>
                <a:cubicBezTo>
                  <a:pt x="198427" y="33386"/>
                  <a:pt x="203068" y="34335"/>
                  <a:pt x="206688" y="36234"/>
                </a:cubicBezTo>
                <a:cubicBezTo>
                  <a:pt x="209426" y="37670"/>
                  <a:pt x="211444" y="39916"/>
                  <a:pt x="212744" y="42974"/>
                </a:cubicBezTo>
                <a:cubicBezTo>
                  <a:pt x="213579" y="44965"/>
                  <a:pt x="213997" y="49040"/>
                  <a:pt x="213997" y="55200"/>
                </a:cubicBezTo>
                <a:lnTo>
                  <a:pt x="213997" y="76806"/>
                </a:lnTo>
                <a:cubicBezTo>
                  <a:pt x="213997" y="82873"/>
                  <a:pt x="214113" y="86590"/>
                  <a:pt x="214345" y="87956"/>
                </a:cubicBezTo>
                <a:cubicBezTo>
                  <a:pt x="214577" y="89323"/>
                  <a:pt x="214959" y="90238"/>
                  <a:pt x="215493" y="90702"/>
                </a:cubicBezTo>
                <a:cubicBezTo>
                  <a:pt x="216027" y="91164"/>
                  <a:pt x="216642" y="91395"/>
                  <a:pt x="217338" y="91395"/>
                </a:cubicBezTo>
                <a:cubicBezTo>
                  <a:pt x="218080" y="91395"/>
                  <a:pt x="218730" y="91233"/>
                  <a:pt x="219287" y="90908"/>
                </a:cubicBezTo>
                <a:cubicBezTo>
                  <a:pt x="220261" y="90305"/>
                  <a:pt x="222141" y="88613"/>
                  <a:pt x="224925" y="85830"/>
                </a:cubicBezTo>
                <a:lnTo>
                  <a:pt x="224925" y="89726"/>
                </a:lnTo>
                <a:cubicBezTo>
                  <a:pt x="219728" y="96681"/>
                  <a:pt x="214762" y="100159"/>
                  <a:pt x="210029" y="100159"/>
                </a:cubicBezTo>
                <a:cubicBezTo>
                  <a:pt x="207755" y="100159"/>
                  <a:pt x="205945" y="99370"/>
                  <a:pt x="204599" y="97794"/>
                </a:cubicBezTo>
                <a:cubicBezTo>
                  <a:pt x="203254" y="96217"/>
                  <a:pt x="202557" y="93528"/>
                  <a:pt x="202511" y="89726"/>
                </a:cubicBezTo>
                <a:moveTo>
                  <a:pt x="202511" y="85165"/>
                </a:moveTo>
                <a:lnTo>
                  <a:pt x="202511" y="60999"/>
                </a:lnTo>
                <a:cubicBezTo>
                  <a:pt x="195504" y="63769"/>
                  <a:pt x="190979" y="65731"/>
                  <a:pt x="188937" y="66886"/>
                </a:cubicBezTo>
                <a:cubicBezTo>
                  <a:pt x="185271" y="68917"/>
                  <a:pt x="182649" y="71041"/>
                  <a:pt x="181071" y="73256"/>
                </a:cubicBezTo>
                <a:cubicBezTo>
                  <a:pt x="179494" y="75472"/>
                  <a:pt x="178705" y="77895"/>
                  <a:pt x="178705" y="80527"/>
                </a:cubicBezTo>
                <a:cubicBezTo>
                  <a:pt x="178705" y="83851"/>
                  <a:pt x="179702" y="86609"/>
                  <a:pt x="181698" y="88802"/>
                </a:cubicBezTo>
                <a:cubicBezTo>
                  <a:pt x="183693" y="90994"/>
                  <a:pt x="185990" y="92090"/>
                  <a:pt x="188589" y="92090"/>
                </a:cubicBezTo>
                <a:cubicBezTo>
                  <a:pt x="192116" y="92090"/>
                  <a:pt x="196757" y="89782"/>
                  <a:pt x="202511" y="85165"/>
                </a:cubicBezTo>
                <a:close/>
                <a:moveTo>
                  <a:pt x="248622" y="46880"/>
                </a:moveTo>
                <a:cubicBezTo>
                  <a:pt x="256093" y="37884"/>
                  <a:pt x="263216" y="33386"/>
                  <a:pt x="269992" y="33386"/>
                </a:cubicBezTo>
                <a:cubicBezTo>
                  <a:pt x="273472" y="33386"/>
                  <a:pt x="276465" y="34254"/>
                  <a:pt x="278971" y="35990"/>
                </a:cubicBezTo>
                <a:cubicBezTo>
                  <a:pt x="281477" y="37725"/>
                  <a:pt x="283473" y="40582"/>
                  <a:pt x="284958" y="44561"/>
                </a:cubicBezTo>
                <a:cubicBezTo>
                  <a:pt x="285979" y="47336"/>
                  <a:pt x="286489" y="51592"/>
                  <a:pt x="286489" y="57330"/>
                </a:cubicBezTo>
                <a:lnTo>
                  <a:pt x="286489" y="84465"/>
                </a:lnTo>
                <a:cubicBezTo>
                  <a:pt x="286489" y="88491"/>
                  <a:pt x="286814" y="91221"/>
                  <a:pt x="287464" y="92656"/>
                </a:cubicBezTo>
                <a:cubicBezTo>
                  <a:pt x="287974" y="93812"/>
                  <a:pt x="288798" y="94714"/>
                  <a:pt x="289935" y="95362"/>
                </a:cubicBezTo>
                <a:cubicBezTo>
                  <a:pt x="291072" y="96009"/>
                  <a:pt x="293172" y="96333"/>
                  <a:pt x="296234" y="96333"/>
                </a:cubicBezTo>
                <a:lnTo>
                  <a:pt x="296234" y="98907"/>
                </a:lnTo>
                <a:lnTo>
                  <a:pt x="264701" y="98907"/>
                </a:lnTo>
                <a:lnTo>
                  <a:pt x="264701" y="96333"/>
                </a:lnTo>
                <a:lnTo>
                  <a:pt x="266024" y="96333"/>
                </a:lnTo>
                <a:cubicBezTo>
                  <a:pt x="268994" y="96333"/>
                  <a:pt x="271071" y="95883"/>
                  <a:pt x="272254" y="94983"/>
                </a:cubicBezTo>
                <a:cubicBezTo>
                  <a:pt x="273437" y="94084"/>
                  <a:pt x="274261" y="92758"/>
                  <a:pt x="274725" y="91006"/>
                </a:cubicBezTo>
                <a:cubicBezTo>
                  <a:pt x="274911" y="90313"/>
                  <a:pt x="275004" y="88145"/>
                  <a:pt x="275004" y="84500"/>
                </a:cubicBezTo>
                <a:lnTo>
                  <a:pt x="275004" y="58550"/>
                </a:lnTo>
                <a:cubicBezTo>
                  <a:pt x="275004" y="52784"/>
                  <a:pt x="274250" y="48598"/>
                  <a:pt x="272741" y="45991"/>
                </a:cubicBezTo>
                <a:cubicBezTo>
                  <a:pt x="271233" y="43384"/>
                  <a:pt x="268692" y="42081"/>
                  <a:pt x="265119" y="42081"/>
                </a:cubicBezTo>
                <a:cubicBezTo>
                  <a:pt x="259597" y="42081"/>
                  <a:pt x="254098" y="45079"/>
                  <a:pt x="248622" y="51077"/>
                </a:cubicBezTo>
                <a:lnTo>
                  <a:pt x="248622" y="84500"/>
                </a:lnTo>
                <a:cubicBezTo>
                  <a:pt x="248622" y="88791"/>
                  <a:pt x="248877" y="91443"/>
                  <a:pt x="249387" y="92458"/>
                </a:cubicBezTo>
                <a:cubicBezTo>
                  <a:pt x="250037" y="93795"/>
                  <a:pt x="250930" y="94776"/>
                  <a:pt x="252067" y="95399"/>
                </a:cubicBezTo>
                <a:cubicBezTo>
                  <a:pt x="253204" y="96022"/>
                  <a:pt x="255513" y="96333"/>
                  <a:pt x="258994" y="96333"/>
                </a:cubicBezTo>
                <a:lnTo>
                  <a:pt x="258994" y="98907"/>
                </a:lnTo>
                <a:lnTo>
                  <a:pt x="227461" y="98907"/>
                </a:lnTo>
                <a:lnTo>
                  <a:pt x="227461" y="96333"/>
                </a:lnTo>
                <a:lnTo>
                  <a:pt x="228853" y="96333"/>
                </a:lnTo>
                <a:cubicBezTo>
                  <a:pt x="232101" y="96333"/>
                  <a:pt x="234294" y="95512"/>
                  <a:pt x="235431" y="93871"/>
                </a:cubicBezTo>
                <a:cubicBezTo>
                  <a:pt x="236568" y="92227"/>
                  <a:pt x="237136" y="89092"/>
                  <a:pt x="237136" y="84465"/>
                </a:cubicBezTo>
                <a:lnTo>
                  <a:pt x="237136" y="60869"/>
                </a:lnTo>
                <a:cubicBezTo>
                  <a:pt x="237136" y="53235"/>
                  <a:pt x="236962" y="48586"/>
                  <a:pt x="236614" y="46921"/>
                </a:cubicBezTo>
                <a:cubicBezTo>
                  <a:pt x="236266" y="45255"/>
                  <a:pt x="235733" y="44121"/>
                  <a:pt x="235013" y="43520"/>
                </a:cubicBezTo>
                <a:cubicBezTo>
                  <a:pt x="234294" y="42918"/>
                  <a:pt x="233331" y="42617"/>
                  <a:pt x="232124" y="42617"/>
                </a:cubicBezTo>
                <a:cubicBezTo>
                  <a:pt x="230825" y="42617"/>
                  <a:pt x="229270" y="42965"/>
                  <a:pt x="227461" y="43659"/>
                </a:cubicBezTo>
                <a:lnTo>
                  <a:pt x="226417" y="41159"/>
                </a:lnTo>
                <a:lnTo>
                  <a:pt x="245629" y="33386"/>
                </a:lnTo>
                <a:lnTo>
                  <a:pt x="248622" y="33386"/>
                </a:lnTo>
                <a:lnTo>
                  <a:pt x="248622" y="46880"/>
                </a:lnTo>
                <a:close/>
                <a:moveTo>
                  <a:pt x="320259" y="46880"/>
                </a:moveTo>
                <a:cubicBezTo>
                  <a:pt x="327730" y="37884"/>
                  <a:pt x="334853" y="33386"/>
                  <a:pt x="341629" y="33386"/>
                </a:cubicBezTo>
                <a:cubicBezTo>
                  <a:pt x="345109" y="33386"/>
                  <a:pt x="348102" y="34254"/>
                  <a:pt x="350608" y="35990"/>
                </a:cubicBezTo>
                <a:cubicBezTo>
                  <a:pt x="353114" y="37725"/>
                  <a:pt x="355110" y="40582"/>
                  <a:pt x="356595" y="44561"/>
                </a:cubicBezTo>
                <a:cubicBezTo>
                  <a:pt x="357616" y="47336"/>
                  <a:pt x="358126" y="51592"/>
                  <a:pt x="358126" y="57330"/>
                </a:cubicBezTo>
                <a:lnTo>
                  <a:pt x="358126" y="84465"/>
                </a:lnTo>
                <a:cubicBezTo>
                  <a:pt x="358126" y="88491"/>
                  <a:pt x="358451" y="91221"/>
                  <a:pt x="359101" y="92656"/>
                </a:cubicBezTo>
                <a:cubicBezTo>
                  <a:pt x="359611" y="93812"/>
                  <a:pt x="360435" y="94714"/>
                  <a:pt x="361572" y="95362"/>
                </a:cubicBezTo>
                <a:cubicBezTo>
                  <a:pt x="362709" y="96009"/>
                  <a:pt x="364809" y="96333"/>
                  <a:pt x="367871" y="96333"/>
                </a:cubicBezTo>
                <a:lnTo>
                  <a:pt x="367871" y="98907"/>
                </a:lnTo>
                <a:lnTo>
                  <a:pt x="336338" y="98907"/>
                </a:lnTo>
                <a:lnTo>
                  <a:pt x="336338" y="96333"/>
                </a:lnTo>
                <a:lnTo>
                  <a:pt x="337661" y="96333"/>
                </a:lnTo>
                <a:cubicBezTo>
                  <a:pt x="340631" y="96333"/>
                  <a:pt x="342708" y="95883"/>
                  <a:pt x="343891" y="94983"/>
                </a:cubicBezTo>
                <a:cubicBezTo>
                  <a:pt x="345074" y="94084"/>
                  <a:pt x="345898" y="92758"/>
                  <a:pt x="346362" y="91006"/>
                </a:cubicBezTo>
                <a:cubicBezTo>
                  <a:pt x="346548" y="90313"/>
                  <a:pt x="346641" y="88145"/>
                  <a:pt x="346641" y="84500"/>
                </a:cubicBezTo>
                <a:lnTo>
                  <a:pt x="346641" y="58550"/>
                </a:lnTo>
                <a:cubicBezTo>
                  <a:pt x="346641" y="52784"/>
                  <a:pt x="345886" y="48598"/>
                  <a:pt x="344378" y="45991"/>
                </a:cubicBezTo>
                <a:cubicBezTo>
                  <a:pt x="342870" y="43384"/>
                  <a:pt x="340329" y="42081"/>
                  <a:pt x="336756" y="42081"/>
                </a:cubicBezTo>
                <a:cubicBezTo>
                  <a:pt x="331234" y="42081"/>
                  <a:pt x="325735" y="45079"/>
                  <a:pt x="320259" y="51077"/>
                </a:cubicBezTo>
                <a:lnTo>
                  <a:pt x="320259" y="84500"/>
                </a:lnTo>
                <a:cubicBezTo>
                  <a:pt x="320259" y="88791"/>
                  <a:pt x="320514" y="91443"/>
                  <a:pt x="321024" y="92458"/>
                </a:cubicBezTo>
                <a:cubicBezTo>
                  <a:pt x="321674" y="93795"/>
                  <a:pt x="322567" y="94776"/>
                  <a:pt x="323704" y="95399"/>
                </a:cubicBezTo>
                <a:cubicBezTo>
                  <a:pt x="324841" y="96022"/>
                  <a:pt x="327150" y="96333"/>
                  <a:pt x="330630" y="96333"/>
                </a:cubicBezTo>
                <a:lnTo>
                  <a:pt x="330630" y="98907"/>
                </a:lnTo>
                <a:lnTo>
                  <a:pt x="299098" y="98907"/>
                </a:lnTo>
                <a:lnTo>
                  <a:pt x="299098" y="96333"/>
                </a:lnTo>
                <a:lnTo>
                  <a:pt x="300490" y="96333"/>
                </a:lnTo>
                <a:cubicBezTo>
                  <a:pt x="303738" y="96333"/>
                  <a:pt x="305931" y="95512"/>
                  <a:pt x="307068" y="93871"/>
                </a:cubicBezTo>
                <a:cubicBezTo>
                  <a:pt x="308205" y="92227"/>
                  <a:pt x="308773" y="89092"/>
                  <a:pt x="308773" y="84465"/>
                </a:cubicBezTo>
                <a:lnTo>
                  <a:pt x="308773" y="60869"/>
                </a:lnTo>
                <a:cubicBezTo>
                  <a:pt x="308773" y="53235"/>
                  <a:pt x="308599" y="48586"/>
                  <a:pt x="308251" y="46921"/>
                </a:cubicBezTo>
                <a:cubicBezTo>
                  <a:pt x="307903" y="45255"/>
                  <a:pt x="307369" y="44121"/>
                  <a:pt x="306650" y="43520"/>
                </a:cubicBezTo>
                <a:cubicBezTo>
                  <a:pt x="305931" y="42918"/>
                  <a:pt x="304968" y="42617"/>
                  <a:pt x="303761" y="42617"/>
                </a:cubicBezTo>
                <a:cubicBezTo>
                  <a:pt x="302462" y="42617"/>
                  <a:pt x="300907" y="42965"/>
                  <a:pt x="299098" y="43659"/>
                </a:cubicBezTo>
                <a:lnTo>
                  <a:pt x="298053" y="41159"/>
                </a:lnTo>
                <a:lnTo>
                  <a:pt x="317266" y="33386"/>
                </a:lnTo>
                <a:lnTo>
                  <a:pt x="320259" y="33386"/>
                </a:lnTo>
                <a:lnTo>
                  <a:pt x="320259" y="46880"/>
                </a:lnTo>
                <a:close/>
                <a:moveTo>
                  <a:pt x="384029" y="59261"/>
                </a:moveTo>
                <a:cubicBezTo>
                  <a:pt x="383983" y="68698"/>
                  <a:pt x="386280" y="76101"/>
                  <a:pt x="390921" y="81468"/>
                </a:cubicBezTo>
                <a:cubicBezTo>
                  <a:pt x="395561" y="86834"/>
                  <a:pt x="401014" y="89517"/>
                  <a:pt x="407279" y="89517"/>
                </a:cubicBezTo>
                <a:cubicBezTo>
                  <a:pt x="411455" y="89517"/>
                  <a:pt x="415087" y="88369"/>
                  <a:pt x="418173" y="86074"/>
                </a:cubicBezTo>
                <a:cubicBezTo>
                  <a:pt x="421259" y="83779"/>
                  <a:pt x="423846" y="79849"/>
                  <a:pt x="425934" y="74284"/>
                </a:cubicBezTo>
                <a:lnTo>
                  <a:pt x="428092" y="75676"/>
                </a:lnTo>
                <a:cubicBezTo>
                  <a:pt x="427117" y="82028"/>
                  <a:pt x="424287" y="87813"/>
                  <a:pt x="419600" y="93029"/>
                </a:cubicBezTo>
                <a:cubicBezTo>
                  <a:pt x="414913" y="98246"/>
                  <a:pt x="409042" y="100854"/>
                  <a:pt x="401988" y="100854"/>
                </a:cubicBezTo>
                <a:cubicBezTo>
                  <a:pt x="394331" y="100854"/>
                  <a:pt x="387777" y="97882"/>
                  <a:pt x="382324" y="91936"/>
                </a:cubicBezTo>
                <a:cubicBezTo>
                  <a:pt x="376871" y="85989"/>
                  <a:pt x="374145" y="77995"/>
                  <a:pt x="374145" y="67953"/>
                </a:cubicBezTo>
                <a:cubicBezTo>
                  <a:pt x="374145" y="57079"/>
                  <a:pt x="376941" y="48600"/>
                  <a:pt x="382533" y="42515"/>
                </a:cubicBezTo>
                <a:cubicBezTo>
                  <a:pt x="388125" y="36429"/>
                  <a:pt x="395144" y="33386"/>
                  <a:pt x="403589" y="33386"/>
                </a:cubicBezTo>
                <a:cubicBezTo>
                  <a:pt x="410736" y="33386"/>
                  <a:pt x="416606" y="35734"/>
                  <a:pt x="421201" y="40429"/>
                </a:cubicBezTo>
                <a:cubicBezTo>
                  <a:pt x="425795" y="45122"/>
                  <a:pt x="428092" y="51399"/>
                  <a:pt x="428092" y="59261"/>
                </a:cubicBezTo>
                <a:lnTo>
                  <a:pt x="384029" y="59261"/>
                </a:lnTo>
                <a:moveTo>
                  <a:pt x="384029" y="55226"/>
                </a:moveTo>
                <a:lnTo>
                  <a:pt x="413544" y="55226"/>
                </a:lnTo>
                <a:cubicBezTo>
                  <a:pt x="413311" y="51146"/>
                  <a:pt x="412824" y="48271"/>
                  <a:pt x="412082" y="46602"/>
                </a:cubicBezTo>
                <a:cubicBezTo>
                  <a:pt x="410922" y="44005"/>
                  <a:pt x="409193" y="41965"/>
                  <a:pt x="406896" y="40481"/>
                </a:cubicBezTo>
                <a:cubicBezTo>
                  <a:pt x="404599" y="38997"/>
                  <a:pt x="402197" y="38255"/>
                  <a:pt x="399691" y="38255"/>
                </a:cubicBezTo>
                <a:cubicBezTo>
                  <a:pt x="395840" y="38255"/>
                  <a:pt x="392394" y="39751"/>
                  <a:pt x="389354" y="42741"/>
                </a:cubicBezTo>
                <a:cubicBezTo>
                  <a:pt x="386315" y="45732"/>
                  <a:pt x="384540" y="49894"/>
                  <a:pt x="384029" y="55226"/>
                </a:cubicBezTo>
                <a:close/>
                <a:moveTo>
                  <a:pt x="458889" y="0"/>
                </a:moveTo>
                <a:lnTo>
                  <a:pt x="458889" y="84448"/>
                </a:lnTo>
                <a:cubicBezTo>
                  <a:pt x="458889" y="88433"/>
                  <a:pt x="459179" y="91075"/>
                  <a:pt x="459759" y="92373"/>
                </a:cubicBezTo>
                <a:cubicBezTo>
                  <a:pt x="460339" y="93670"/>
                  <a:pt x="461232" y="94655"/>
                  <a:pt x="462439" y="95327"/>
                </a:cubicBezTo>
                <a:cubicBezTo>
                  <a:pt x="463645" y="95998"/>
                  <a:pt x="465896" y="96333"/>
                  <a:pt x="469191" y="96333"/>
                </a:cubicBezTo>
                <a:lnTo>
                  <a:pt x="469191" y="98907"/>
                </a:lnTo>
                <a:lnTo>
                  <a:pt x="437937" y="98907"/>
                </a:lnTo>
                <a:lnTo>
                  <a:pt x="437937" y="96333"/>
                </a:lnTo>
                <a:cubicBezTo>
                  <a:pt x="440860" y="96333"/>
                  <a:pt x="442856" y="96033"/>
                  <a:pt x="443923" y="95431"/>
                </a:cubicBezTo>
                <a:cubicBezTo>
                  <a:pt x="444990" y="94828"/>
                  <a:pt x="445826" y="93832"/>
                  <a:pt x="446429" y="92443"/>
                </a:cubicBezTo>
                <a:cubicBezTo>
                  <a:pt x="447032" y="91051"/>
                  <a:pt x="447334" y="88387"/>
                  <a:pt x="447334" y="84448"/>
                </a:cubicBezTo>
                <a:lnTo>
                  <a:pt x="447334" y="26620"/>
                </a:lnTo>
                <a:cubicBezTo>
                  <a:pt x="447334" y="19438"/>
                  <a:pt x="447171" y="15025"/>
                  <a:pt x="446847" y="13381"/>
                </a:cubicBezTo>
                <a:cubicBezTo>
                  <a:pt x="446522" y="11734"/>
                  <a:pt x="446000" y="10611"/>
                  <a:pt x="445280" y="10009"/>
                </a:cubicBezTo>
                <a:cubicBezTo>
                  <a:pt x="444561" y="9407"/>
                  <a:pt x="443645" y="9105"/>
                  <a:pt x="442531" y="9105"/>
                </a:cubicBezTo>
                <a:cubicBezTo>
                  <a:pt x="441324" y="9105"/>
                  <a:pt x="439793" y="9476"/>
                  <a:pt x="437937" y="10218"/>
                </a:cubicBezTo>
                <a:lnTo>
                  <a:pt x="436753" y="7784"/>
                </a:lnTo>
                <a:lnTo>
                  <a:pt x="455756" y="0"/>
                </a:lnTo>
                <a:lnTo>
                  <a:pt x="458889" y="0"/>
                </a:lnTo>
                <a:close/>
                <a:moveTo>
                  <a:pt x="515303" y="22466"/>
                </a:moveTo>
                <a:cubicBezTo>
                  <a:pt x="517994" y="16114"/>
                  <a:pt x="521393" y="11221"/>
                  <a:pt x="525500" y="7790"/>
                </a:cubicBezTo>
                <a:cubicBezTo>
                  <a:pt x="529607" y="4359"/>
                  <a:pt x="534724" y="2643"/>
                  <a:pt x="540849" y="2643"/>
                </a:cubicBezTo>
                <a:cubicBezTo>
                  <a:pt x="548413" y="2643"/>
                  <a:pt x="554214" y="5097"/>
                  <a:pt x="558251" y="10005"/>
                </a:cubicBezTo>
                <a:cubicBezTo>
                  <a:pt x="561314" y="13664"/>
                  <a:pt x="562846" y="17577"/>
                  <a:pt x="562846" y="21745"/>
                </a:cubicBezTo>
                <a:cubicBezTo>
                  <a:pt x="562846" y="28597"/>
                  <a:pt x="558530" y="35682"/>
                  <a:pt x="549898" y="42998"/>
                </a:cubicBezTo>
                <a:cubicBezTo>
                  <a:pt x="555699" y="45273"/>
                  <a:pt x="560085" y="48522"/>
                  <a:pt x="563054" y="52746"/>
                </a:cubicBezTo>
                <a:cubicBezTo>
                  <a:pt x="566024" y="56969"/>
                  <a:pt x="567509" y="61935"/>
                  <a:pt x="567509" y="67644"/>
                </a:cubicBezTo>
                <a:cubicBezTo>
                  <a:pt x="567509" y="75814"/>
                  <a:pt x="564911" y="82893"/>
                  <a:pt x="559713" y="88880"/>
                </a:cubicBezTo>
                <a:cubicBezTo>
                  <a:pt x="552938" y="96677"/>
                  <a:pt x="543123" y="100576"/>
                  <a:pt x="530269" y="100576"/>
                </a:cubicBezTo>
                <a:cubicBezTo>
                  <a:pt x="523911" y="100576"/>
                  <a:pt x="519584" y="99788"/>
                  <a:pt x="517287" y="98211"/>
                </a:cubicBezTo>
                <a:cubicBezTo>
                  <a:pt x="514989" y="96635"/>
                  <a:pt x="513841" y="94942"/>
                  <a:pt x="513841" y="93134"/>
                </a:cubicBezTo>
                <a:cubicBezTo>
                  <a:pt x="513841" y="91789"/>
                  <a:pt x="514386" y="90607"/>
                  <a:pt x="515477" y="89586"/>
                </a:cubicBezTo>
                <a:cubicBezTo>
                  <a:pt x="516567" y="88566"/>
                  <a:pt x="517878" y="88056"/>
                  <a:pt x="519410" y="88056"/>
                </a:cubicBezTo>
                <a:cubicBezTo>
                  <a:pt x="520570" y="88056"/>
                  <a:pt x="521753" y="88242"/>
                  <a:pt x="522960" y="88613"/>
                </a:cubicBezTo>
                <a:cubicBezTo>
                  <a:pt x="523749" y="88845"/>
                  <a:pt x="525535" y="89691"/>
                  <a:pt x="528320" y="91151"/>
                </a:cubicBezTo>
                <a:cubicBezTo>
                  <a:pt x="531104" y="92612"/>
                  <a:pt x="533030" y="93482"/>
                  <a:pt x="534097" y="93760"/>
                </a:cubicBezTo>
                <a:cubicBezTo>
                  <a:pt x="535814" y="94270"/>
                  <a:pt x="537647" y="94525"/>
                  <a:pt x="539596" y="94525"/>
                </a:cubicBezTo>
                <a:cubicBezTo>
                  <a:pt x="544330" y="94525"/>
                  <a:pt x="548448" y="92690"/>
                  <a:pt x="551952" y="89021"/>
                </a:cubicBezTo>
                <a:cubicBezTo>
                  <a:pt x="555456" y="85352"/>
                  <a:pt x="557207" y="81009"/>
                  <a:pt x="557207" y="75993"/>
                </a:cubicBezTo>
                <a:cubicBezTo>
                  <a:pt x="557207" y="72324"/>
                  <a:pt x="556395" y="68748"/>
                  <a:pt x="554771" y="65264"/>
                </a:cubicBezTo>
                <a:cubicBezTo>
                  <a:pt x="553564" y="62663"/>
                  <a:pt x="552242" y="60689"/>
                  <a:pt x="550803" y="59343"/>
                </a:cubicBezTo>
                <a:cubicBezTo>
                  <a:pt x="548808" y="57484"/>
                  <a:pt x="546070" y="55800"/>
                  <a:pt x="542589" y="54292"/>
                </a:cubicBezTo>
                <a:cubicBezTo>
                  <a:pt x="539109" y="52782"/>
                  <a:pt x="535559" y="52027"/>
                  <a:pt x="531939" y="52027"/>
                </a:cubicBezTo>
                <a:lnTo>
                  <a:pt x="529712" y="52027"/>
                </a:lnTo>
                <a:lnTo>
                  <a:pt x="529712" y="49940"/>
                </a:lnTo>
                <a:cubicBezTo>
                  <a:pt x="533378" y="49477"/>
                  <a:pt x="537056" y="48155"/>
                  <a:pt x="540745" y="45976"/>
                </a:cubicBezTo>
                <a:cubicBezTo>
                  <a:pt x="544434" y="43796"/>
                  <a:pt x="547114" y="41176"/>
                  <a:pt x="548785" y="38116"/>
                </a:cubicBezTo>
                <a:cubicBezTo>
                  <a:pt x="550455" y="35056"/>
                  <a:pt x="551291" y="31694"/>
                  <a:pt x="551291" y="28031"/>
                </a:cubicBezTo>
                <a:cubicBezTo>
                  <a:pt x="551291" y="23254"/>
                  <a:pt x="549794" y="19394"/>
                  <a:pt x="546801" y="16450"/>
                </a:cubicBezTo>
                <a:cubicBezTo>
                  <a:pt x="543808" y="13505"/>
                  <a:pt x="540084" y="12033"/>
                  <a:pt x="535629" y="12033"/>
                </a:cubicBezTo>
                <a:cubicBezTo>
                  <a:pt x="528436" y="12033"/>
                  <a:pt x="522426" y="15882"/>
                  <a:pt x="517600" y="23579"/>
                </a:cubicBezTo>
                <a:lnTo>
                  <a:pt x="515303" y="224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3562B9-EB71-40B5-AD21-B2B0FF8FC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789" y="4832685"/>
            <a:ext cx="729502" cy="222531"/>
          </a:xfrm>
          <a:custGeom xmlns:a="http://schemas.openxmlformats.org/drawingml/2006/main">
            <a:pathLst>
              <a:path w="729502" h="222531">
                <a:moveTo>
                  <a:pt x="0" y="37091"/>
                </a:moveTo>
                <a:cubicBezTo>
                  <a:pt x="0" y="16603"/>
                  <a:pt x="16620" y="0"/>
                  <a:pt x="37108" y="0"/>
                </a:cubicBezTo>
                <a:lnTo>
                  <a:pt x="692377" y="0"/>
                </a:lnTo>
                <a:cubicBezTo>
                  <a:pt x="712882" y="0"/>
                  <a:pt x="729502" y="16603"/>
                  <a:pt x="729502" y="37091"/>
                </a:cubicBezTo>
                <a:lnTo>
                  <a:pt x="729502" y="185439"/>
                </a:lnTo>
                <a:cubicBezTo>
                  <a:pt x="729502" y="205928"/>
                  <a:pt x="712882" y="222531"/>
                  <a:pt x="692377" y="222531"/>
                </a:cubicBezTo>
                <a:lnTo>
                  <a:pt x="37108" y="222531"/>
                </a:lnTo>
                <a:cubicBezTo>
                  <a:pt x="16620" y="222531"/>
                  <a:pt x="0" y="205928"/>
                  <a:pt x="0" y="185439"/>
                </a:cubicBezTo>
                <a:lnTo>
                  <a:pt x="0" y="37091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12F4F-4EE1-4CE1-AAB6-C774AA2C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7789" y="4832687"/>
            <a:ext cx="729501" cy="222526"/>
          </a:xfrm>
          <a:custGeom xmlns:a="http://schemas.openxmlformats.org/drawingml/2006/main">
            <a:pathLst>
              <a:path w="729501" h="222526" fill="none">
                <a:moveTo>
                  <a:pt x="0" y="37088"/>
                </a:moveTo>
                <a:cubicBezTo>
                  <a:pt x="0" y="16605"/>
                  <a:pt x="16618" y="0"/>
                  <a:pt x="37118" y="0"/>
                </a:cubicBezTo>
                <a:lnTo>
                  <a:pt x="692383" y="0"/>
                </a:lnTo>
                <a:cubicBezTo>
                  <a:pt x="712883" y="0"/>
                  <a:pt x="729501" y="16605"/>
                  <a:pt x="729501" y="37088"/>
                </a:cubicBezTo>
                <a:lnTo>
                  <a:pt x="729501" y="185438"/>
                </a:lnTo>
                <a:cubicBezTo>
                  <a:pt x="729501" y="205921"/>
                  <a:pt x="712883" y="222526"/>
                  <a:pt x="692383" y="222526"/>
                </a:cubicBezTo>
                <a:lnTo>
                  <a:pt x="37118" y="222526"/>
                </a:lnTo>
                <a:cubicBezTo>
                  <a:pt x="16618" y="222526"/>
                  <a:pt x="0" y="205921"/>
                  <a:pt x="0" y="185438"/>
                </a:cubicBezTo>
                <a:lnTo>
                  <a:pt x="0" y="3708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7" cap="flat">
            <a:solidFill>
              <a:srgbClr val="2E75B6"/>
            </a:solidFill>
            <a:miter/>
          </a:ln>
        </p:spPr>
      </p:sp>
      <p:sp>
        <p:nvSpPr>
          <p:cNvPr id="201" name="Text Channel5">
            <a:extLst xmlns:a="http://schemas.openxmlformats.org/drawingml/2006/main">
              <a:ext uri="{FF2B5EF4-FFF2-40B4-BE49-F238E27FC236}">
                <a16:creationId xmlns:a16="http://schemas.microsoft.com/office/drawing/2014/main" id="{DDD525BA-7C04-4DDC-99C0-F56E114D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390" y="4901255"/>
            <a:ext cx="569946" cy="100993"/>
          </a:xfrm>
          <a:custGeom xmlns:a="http://schemas.openxmlformats.org/drawingml/2006/main">
            <a:pathLst>
              <a:path w="569946" h="100993">
                <a:moveTo>
                  <a:pt x="80677" y="2504"/>
                </a:moveTo>
                <a:lnTo>
                  <a:pt x="82835" y="34499"/>
                </a:lnTo>
                <a:lnTo>
                  <a:pt x="80677" y="34499"/>
                </a:lnTo>
                <a:cubicBezTo>
                  <a:pt x="77800" y="24876"/>
                  <a:pt x="73693" y="17949"/>
                  <a:pt x="68356" y="13720"/>
                </a:cubicBezTo>
                <a:cubicBezTo>
                  <a:pt x="63019" y="9488"/>
                  <a:pt x="56615" y="7373"/>
                  <a:pt x="49144" y="7373"/>
                </a:cubicBezTo>
                <a:cubicBezTo>
                  <a:pt x="42879" y="7373"/>
                  <a:pt x="37218" y="8962"/>
                  <a:pt x="32159" y="12142"/>
                </a:cubicBezTo>
                <a:cubicBezTo>
                  <a:pt x="27101" y="15319"/>
                  <a:pt x="23122" y="20389"/>
                  <a:pt x="20221" y="27350"/>
                </a:cubicBezTo>
                <a:cubicBezTo>
                  <a:pt x="17321" y="34311"/>
                  <a:pt x="15871" y="42967"/>
                  <a:pt x="15871" y="53316"/>
                </a:cubicBezTo>
                <a:cubicBezTo>
                  <a:pt x="15871" y="61854"/>
                  <a:pt x="17240" y="69255"/>
                  <a:pt x="19978" y="75521"/>
                </a:cubicBezTo>
                <a:cubicBezTo>
                  <a:pt x="22716" y="81785"/>
                  <a:pt x="26834" y="86588"/>
                  <a:pt x="32333" y="89930"/>
                </a:cubicBezTo>
                <a:cubicBezTo>
                  <a:pt x="37833" y="93271"/>
                  <a:pt x="44109" y="94942"/>
                  <a:pt x="51163" y="94942"/>
                </a:cubicBezTo>
                <a:cubicBezTo>
                  <a:pt x="57288" y="94942"/>
                  <a:pt x="62695" y="93632"/>
                  <a:pt x="67382" y="91012"/>
                </a:cubicBezTo>
                <a:cubicBezTo>
                  <a:pt x="72069" y="88392"/>
                  <a:pt x="77220" y="83187"/>
                  <a:pt x="82835" y="75397"/>
                </a:cubicBezTo>
                <a:lnTo>
                  <a:pt x="84993" y="76784"/>
                </a:lnTo>
                <a:cubicBezTo>
                  <a:pt x="80259" y="85155"/>
                  <a:pt x="74737" y="91283"/>
                  <a:pt x="68426" y="95168"/>
                </a:cubicBezTo>
                <a:cubicBezTo>
                  <a:pt x="62114" y="99052"/>
                  <a:pt x="54620" y="100993"/>
                  <a:pt x="45942" y="100993"/>
                </a:cubicBezTo>
                <a:cubicBezTo>
                  <a:pt x="30303" y="100993"/>
                  <a:pt x="18191" y="95205"/>
                  <a:pt x="9606" y="83629"/>
                </a:cubicBezTo>
                <a:cubicBezTo>
                  <a:pt x="3202" y="75017"/>
                  <a:pt x="0" y="64876"/>
                  <a:pt x="0" y="53207"/>
                </a:cubicBezTo>
                <a:cubicBezTo>
                  <a:pt x="0" y="43807"/>
                  <a:pt x="2111" y="35171"/>
                  <a:pt x="6334" y="27300"/>
                </a:cubicBezTo>
                <a:cubicBezTo>
                  <a:pt x="10557" y="19429"/>
                  <a:pt x="16370" y="13328"/>
                  <a:pt x="23771" y="8999"/>
                </a:cubicBezTo>
                <a:cubicBezTo>
                  <a:pt x="31173" y="4669"/>
                  <a:pt x="39259" y="2504"/>
                  <a:pt x="48030" y="2504"/>
                </a:cubicBezTo>
                <a:cubicBezTo>
                  <a:pt x="54852" y="2504"/>
                  <a:pt x="61581" y="4173"/>
                  <a:pt x="68217" y="7512"/>
                </a:cubicBezTo>
                <a:cubicBezTo>
                  <a:pt x="70166" y="8532"/>
                  <a:pt x="71558" y="9042"/>
                  <a:pt x="72393" y="9042"/>
                </a:cubicBezTo>
                <a:cubicBezTo>
                  <a:pt x="73646" y="9042"/>
                  <a:pt x="74737" y="8602"/>
                  <a:pt x="75665" y="7721"/>
                </a:cubicBezTo>
                <a:cubicBezTo>
                  <a:pt x="76872" y="6469"/>
                  <a:pt x="77730" y="4730"/>
                  <a:pt x="78241" y="2504"/>
                </a:cubicBezTo>
                <a:lnTo>
                  <a:pt x="80677" y="2504"/>
                </a:lnTo>
                <a:close/>
                <a:moveTo>
                  <a:pt x="113473" y="0"/>
                </a:moveTo>
                <a:lnTo>
                  <a:pt x="113473" y="46671"/>
                </a:lnTo>
                <a:cubicBezTo>
                  <a:pt x="118624" y="41014"/>
                  <a:pt x="122708" y="37386"/>
                  <a:pt x="125724" y="35786"/>
                </a:cubicBezTo>
                <a:cubicBezTo>
                  <a:pt x="128741" y="34186"/>
                  <a:pt x="131757" y="33386"/>
                  <a:pt x="134774" y="33386"/>
                </a:cubicBezTo>
                <a:cubicBezTo>
                  <a:pt x="138393" y="33386"/>
                  <a:pt x="141502" y="34381"/>
                  <a:pt x="144101" y="36371"/>
                </a:cubicBezTo>
                <a:cubicBezTo>
                  <a:pt x="146700" y="38360"/>
                  <a:pt x="148626" y="41483"/>
                  <a:pt x="149879" y="45739"/>
                </a:cubicBezTo>
                <a:cubicBezTo>
                  <a:pt x="150760" y="48701"/>
                  <a:pt x="151201" y="54114"/>
                  <a:pt x="151201" y="61980"/>
                </a:cubicBezTo>
                <a:lnTo>
                  <a:pt x="151201" y="84465"/>
                </a:lnTo>
                <a:cubicBezTo>
                  <a:pt x="151201" y="88491"/>
                  <a:pt x="151526" y="91244"/>
                  <a:pt x="152176" y="92725"/>
                </a:cubicBezTo>
                <a:cubicBezTo>
                  <a:pt x="152640" y="93835"/>
                  <a:pt x="153429" y="94714"/>
                  <a:pt x="154543" y="95362"/>
                </a:cubicBezTo>
                <a:cubicBezTo>
                  <a:pt x="155656" y="96009"/>
                  <a:pt x="157698" y="96333"/>
                  <a:pt x="160668" y="96333"/>
                </a:cubicBezTo>
                <a:lnTo>
                  <a:pt x="160668" y="98907"/>
                </a:lnTo>
                <a:lnTo>
                  <a:pt x="129344" y="98907"/>
                </a:lnTo>
                <a:lnTo>
                  <a:pt x="129344" y="96333"/>
                </a:lnTo>
                <a:lnTo>
                  <a:pt x="130806" y="96333"/>
                </a:lnTo>
                <a:cubicBezTo>
                  <a:pt x="133776" y="96333"/>
                  <a:pt x="135841" y="95881"/>
                  <a:pt x="137001" y="94977"/>
                </a:cubicBezTo>
                <a:cubicBezTo>
                  <a:pt x="138161" y="94073"/>
                  <a:pt x="138973" y="92740"/>
                  <a:pt x="139437" y="90978"/>
                </a:cubicBezTo>
                <a:cubicBezTo>
                  <a:pt x="139577" y="90236"/>
                  <a:pt x="139646" y="88056"/>
                  <a:pt x="139646" y="84439"/>
                </a:cubicBezTo>
                <a:lnTo>
                  <a:pt x="139646" y="61904"/>
                </a:lnTo>
                <a:cubicBezTo>
                  <a:pt x="139646" y="54948"/>
                  <a:pt x="139287" y="50381"/>
                  <a:pt x="138567" y="48201"/>
                </a:cubicBezTo>
                <a:cubicBezTo>
                  <a:pt x="137848" y="46022"/>
                  <a:pt x="136699" y="44387"/>
                  <a:pt x="135122" y="43298"/>
                </a:cubicBezTo>
                <a:cubicBezTo>
                  <a:pt x="133544" y="42208"/>
                  <a:pt x="131641" y="41663"/>
                  <a:pt x="129414" y="41663"/>
                </a:cubicBezTo>
                <a:cubicBezTo>
                  <a:pt x="127140" y="41663"/>
                  <a:pt x="124773" y="42266"/>
                  <a:pt x="122314" y="43472"/>
                </a:cubicBezTo>
                <a:cubicBezTo>
                  <a:pt x="119854" y="44677"/>
                  <a:pt x="116907" y="47112"/>
                  <a:pt x="113473" y="50775"/>
                </a:cubicBezTo>
                <a:lnTo>
                  <a:pt x="113473" y="84439"/>
                </a:lnTo>
                <a:cubicBezTo>
                  <a:pt x="113473" y="88798"/>
                  <a:pt x="113717" y="91511"/>
                  <a:pt x="114204" y="92577"/>
                </a:cubicBezTo>
                <a:cubicBezTo>
                  <a:pt x="114691" y="93644"/>
                  <a:pt x="115596" y="94536"/>
                  <a:pt x="116919" y="95255"/>
                </a:cubicBezTo>
                <a:cubicBezTo>
                  <a:pt x="118241" y="95974"/>
                  <a:pt x="120527" y="96333"/>
                  <a:pt x="123775" y="96333"/>
                </a:cubicBezTo>
                <a:lnTo>
                  <a:pt x="123775" y="98907"/>
                </a:lnTo>
                <a:lnTo>
                  <a:pt x="92173" y="98907"/>
                </a:lnTo>
                <a:lnTo>
                  <a:pt x="92173" y="96333"/>
                </a:lnTo>
                <a:cubicBezTo>
                  <a:pt x="95004" y="96333"/>
                  <a:pt x="97231" y="95893"/>
                  <a:pt x="98855" y="95012"/>
                </a:cubicBezTo>
                <a:cubicBezTo>
                  <a:pt x="99783" y="94549"/>
                  <a:pt x="100526" y="93670"/>
                  <a:pt x="101083" y="92373"/>
                </a:cubicBezTo>
                <a:cubicBezTo>
                  <a:pt x="101640" y="91075"/>
                  <a:pt x="101918" y="88433"/>
                  <a:pt x="101918" y="84448"/>
                </a:cubicBezTo>
                <a:lnTo>
                  <a:pt x="101918" y="26829"/>
                </a:lnTo>
                <a:cubicBezTo>
                  <a:pt x="101918" y="19554"/>
                  <a:pt x="101744" y="15083"/>
                  <a:pt x="101396" y="13415"/>
                </a:cubicBezTo>
                <a:cubicBezTo>
                  <a:pt x="101048" y="11746"/>
                  <a:pt x="100514" y="10611"/>
                  <a:pt x="99795" y="10009"/>
                </a:cubicBezTo>
                <a:cubicBezTo>
                  <a:pt x="99076" y="9407"/>
                  <a:pt x="98113" y="9105"/>
                  <a:pt x="96906" y="9105"/>
                </a:cubicBezTo>
                <a:cubicBezTo>
                  <a:pt x="95932" y="9105"/>
                  <a:pt x="94354" y="9476"/>
                  <a:pt x="92173" y="10218"/>
                </a:cubicBezTo>
                <a:lnTo>
                  <a:pt x="91198" y="7784"/>
                </a:lnTo>
                <a:lnTo>
                  <a:pt x="110271" y="0"/>
                </a:lnTo>
                <a:lnTo>
                  <a:pt x="113473" y="0"/>
                </a:lnTo>
                <a:close/>
                <a:moveTo>
                  <a:pt x="202512" y="89726"/>
                </a:moveTo>
                <a:cubicBezTo>
                  <a:pt x="195968" y="94780"/>
                  <a:pt x="191861" y="97701"/>
                  <a:pt x="190191" y="98489"/>
                </a:cubicBezTo>
                <a:cubicBezTo>
                  <a:pt x="187685" y="99695"/>
                  <a:pt x="185017" y="100298"/>
                  <a:pt x="182186" y="100298"/>
                </a:cubicBezTo>
                <a:cubicBezTo>
                  <a:pt x="177777" y="100298"/>
                  <a:pt x="174146" y="98791"/>
                  <a:pt x="171292" y="95777"/>
                </a:cubicBezTo>
                <a:cubicBezTo>
                  <a:pt x="168438" y="92763"/>
                  <a:pt x="167011" y="88798"/>
                  <a:pt x="167011" y="83883"/>
                </a:cubicBezTo>
                <a:cubicBezTo>
                  <a:pt x="167011" y="80776"/>
                  <a:pt x="167707" y="78087"/>
                  <a:pt x="169099" y="75815"/>
                </a:cubicBezTo>
                <a:cubicBezTo>
                  <a:pt x="171002" y="72661"/>
                  <a:pt x="174308" y="69694"/>
                  <a:pt x="179019" y="66912"/>
                </a:cubicBezTo>
                <a:cubicBezTo>
                  <a:pt x="183729" y="64129"/>
                  <a:pt x="191560" y="60744"/>
                  <a:pt x="202512" y="56757"/>
                </a:cubicBezTo>
                <a:lnTo>
                  <a:pt x="202512" y="54253"/>
                </a:lnTo>
                <a:cubicBezTo>
                  <a:pt x="202512" y="47900"/>
                  <a:pt x="201502" y="43541"/>
                  <a:pt x="199484" y="41176"/>
                </a:cubicBezTo>
                <a:cubicBezTo>
                  <a:pt x="197465" y="38812"/>
                  <a:pt x="194530" y="37629"/>
                  <a:pt x="190678" y="37629"/>
                </a:cubicBezTo>
                <a:cubicBezTo>
                  <a:pt x="187754" y="37629"/>
                  <a:pt x="185434" y="38414"/>
                  <a:pt x="183717" y="39985"/>
                </a:cubicBezTo>
                <a:cubicBezTo>
                  <a:pt x="181954" y="41556"/>
                  <a:pt x="181072" y="43358"/>
                  <a:pt x="181072" y="45391"/>
                </a:cubicBezTo>
                <a:lnTo>
                  <a:pt x="181211" y="49410"/>
                </a:lnTo>
                <a:cubicBezTo>
                  <a:pt x="181211" y="51534"/>
                  <a:pt x="180666" y="53174"/>
                  <a:pt x="179575" y="54329"/>
                </a:cubicBezTo>
                <a:cubicBezTo>
                  <a:pt x="178485" y="55484"/>
                  <a:pt x="177058" y="56061"/>
                  <a:pt x="175294" y="56061"/>
                </a:cubicBezTo>
                <a:cubicBezTo>
                  <a:pt x="173577" y="56061"/>
                  <a:pt x="172174" y="55460"/>
                  <a:pt x="171083" y="54259"/>
                </a:cubicBezTo>
                <a:cubicBezTo>
                  <a:pt x="169993" y="53056"/>
                  <a:pt x="169447" y="51415"/>
                  <a:pt x="169447" y="49334"/>
                </a:cubicBezTo>
                <a:cubicBezTo>
                  <a:pt x="169447" y="45359"/>
                  <a:pt x="171489" y="41707"/>
                  <a:pt x="175573" y="38379"/>
                </a:cubicBezTo>
                <a:cubicBezTo>
                  <a:pt x="179657" y="35050"/>
                  <a:pt x="185388" y="33386"/>
                  <a:pt x="192766" y="33386"/>
                </a:cubicBezTo>
                <a:cubicBezTo>
                  <a:pt x="198428" y="33386"/>
                  <a:pt x="203068" y="34335"/>
                  <a:pt x="206688" y="36234"/>
                </a:cubicBezTo>
                <a:cubicBezTo>
                  <a:pt x="209426" y="37670"/>
                  <a:pt x="211445" y="39916"/>
                  <a:pt x="212744" y="42974"/>
                </a:cubicBezTo>
                <a:cubicBezTo>
                  <a:pt x="213579" y="44965"/>
                  <a:pt x="213997" y="49040"/>
                  <a:pt x="213997" y="55200"/>
                </a:cubicBezTo>
                <a:lnTo>
                  <a:pt x="213997" y="76806"/>
                </a:lnTo>
                <a:cubicBezTo>
                  <a:pt x="213997" y="82873"/>
                  <a:pt x="214113" y="86590"/>
                  <a:pt x="214345" y="87956"/>
                </a:cubicBezTo>
                <a:cubicBezTo>
                  <a:pt x="214577" y="89323"/>
                  <a:pt x="214960" y="90238"/>
                  <a:pt x="215494" y="90702"/>
                </a:cubicBezTo>
                <a:cubicBezTo>
                  <a:pt x="216027" y="91164"/>
                  <a:pt x="216642" y="91395"/>
                  <a:pt x="217338" y="91395"/>
                </a:cubicBezTo>
                <a:cubicBezTo>
                  <a:pt x="218081" y="91395"/>
                  <a:pt x="218730" y="91233"/>
                  <a:pt x="219287" y="90908"/>
                </a:cubicBezTo>
                <a:cubicBezTo>
                  <a:pt x="220262" y="90305"/>
                  <a:pt x="222141" y="88613"/>
                  <a:pt x="224926" y="85830"/>
                </a:cubicBezTo>
                <a:lnTo>
                  <a:pt x="224926" y="89726"/>
                </a:lnTo>
                <a:cubicBezTo>
                  <a:pt x="219728" y="96681"/>
                  <a:pt x="214763" y="100159"/>
                  <a:pt x="210029" y="100159"/>
                </a:cubicBezTo>
                <a:cubicBezTo>
                  <a:pt x="207755" y="100159"/>
                  <a:pt x="205946" y="99370"/>
                  <a:pt x="204600" y="97794"/>
                </a:cubicBezTo>
                <a:cubicBezTo>
                  <a:pt x="203254" y="96217"/>
                  <a:pt x="202558" y="93528"/>
                  <a:pt x="202512" y="89726"/>
                </a:cubicBezTo>
                <a:moveTo>
                  <a:pt x="202512" y="85165"/>
                </a:moveTo>
                <a:lnTo>
                  <a:pt x="202512" y="60999"/>
                </a:lnTo>
                <a:cubicBezTo>
                  <a:pt x="195504" y="63769"/>
                  <a:pt x="190980" y="65731"/>
                  <a:pt x="188938" y="66886"/>
                </a:cubicBezTo>
                <a:cubicBezTo>
                  <a:pt x="185272" y="68917"/>
                  <a:pt x="182650" y="71041"/>
                  <a:pt x="181072" y="73256"/>
                </a:cubicBezTo>
                <a:cubicBezTo>
                  <a:pt x="179494" y="75472"/>
                  <a:pt x="178705" y="77895"/>
                  <a:pt x="178705" y="80527"/>
                </a:cubicBezTo>
                <a:cubicBezTo>
                  <a:pt x="178705" y="83851"/>
                  <a:pt x="179703" y="86609"/>
                  <a:pt x="181698" y="88802"/>
                </a:cubicBezTo>
                <a:cubicBezTo>
                  <a:pt x="183694" y="90994"/>
                  <a:pt x="185991" y="92090"/>
                  <a:pt x="188590" y="92090"/>
                </a:cubicBezTo>
                <a:cubicBezTo>
                  <a:pt x="192117" y="92090"/>
                  <a:pt x="196757" y="89782"/>
                  <a:pt x="202512" y="85165"/>
                </a:cubicBezTo>
                <a:close/>
                <a:moveTo>
                  <a:pt x="248623" y="46880"/>
                </a:moveTo>
                <a:cubicBezTo>
                  <a:pt x="256094" y="37884"/>
                  <a:pt x="263218" y="33386"/>
                  <a:pt x="269993" y="33386"/>
                </a:cubicBezTo>
                <a:cubicBezTo>
                  <a:pt x="273473" y="33386"/>
                  <a:pt x="276467" y="34254"/>
                  <a:pt x="278972" y="35990"/>
                </a:cubicBezTo>
                <a:cubicBezTo>
                  <a:pt x="281478" y="37725"/>
                  <a:pt x="283474" y="40582"/>
                  <a:pt x="284959" y="44561"/>
                </a:cubicBezTo>
                <a:cubicBezTo>
                  <a:pt x="285980" y="47336"/>
                  <a:pt x="286490" y="51592"/>
                  <a:pt x="286490" y="57330"/>
                </a:cubicBezTo>
                <a:lnTo>
                  <a:pt x="286490" y="84465"/>
                </a:lnTo>
                <a:cubicBezTo>
                  <a:pt x="286490" y="88491"/>
                  <a:pt x="286815" y="91221"/>
                  <a:pt x="287465" y="92656"/>
                </a:cubicBezTo>
                <a:cubicBezTo>
                  <a:pt x="287975" y="93812"/>
                  <a:pt x="288799" y="94714"/>
                  <a:pt x="289936" y="95362"/>
                </a:cubicBezTo>
                <a:cubicBezTo>
                  <a:pt x="291073" y="96009"/>
                  <a:pt x="293173" y="96333"/>
                  <a:pt x="296235" y="96333"/>
                </a:cubicBezTo>
                <a:lnTo>
                  <a:pt x="296235" y="98907"/>
                </a:lnTo>
                <a:lnTo>
                  <a:pt x="264703" y="98907"/>
                </a:lnTo>
                <a:lnTo>
                  <a:pt x="264703" y="96333"/>
                </a:lnTo>
                <a:lnTo>
                  <a:pt x="266025" y="96333"/>
                </a:lnTo>
                <a:cubicBezTo>
                  <a:pt x="268995" y="96333"/>
                  <a:pt x="271072" y="95883"/>
                  <a:pt x="272255" y="94983"/>
                </a:cubicBezTo>
                <a:cubicBezTo>
                  <a:pt x="273439" y="94084"/>
                  <a:pt x="274262" y="92758"/>
                  <a:pt x="274726" y="91006"/>
                </a:cubicBezTo>
                <a:cubicBezTo>
                  <a:pt x="274912" y="90313"/>
                  <a:pt x="275005" y="88145"/>
                  <a:pt x="275005" y="84500"/>
                </a:cubicBezTo>
                <a:lnTo>
                  <a:pt x="275005" y="58550"/>
                </a:lnTo>
                <a:cubicBezTo>
                  <a:pt x="275005" y="52784"/>
                  <a:pt x="274251" y="48598"/>
                  <a:pt x="272742" y="45991"/>
                </a:cubicBezTo>
                <a:cubicBezTo>
                  <a:pt x="271234" y="43384"/>
                  <a:pt x="268694" y="42081"/>
                  <a:pt x="265120" y="42081"/>
                </a:cubicBezTo>
                <a:cubicBezTo>
                  <a:pt x="259598" y="42081"/>
                  <a:pt x="254099" y="45079"/>
                  <a:pt x="248623" y="51077"/>
                </a:cubicBezTo>
                <a:lnTo>
                  <a:pt x="248623" y="84500"/>
                </a:lnTo>
                <a:cubicBezTo>
                  <a:pt x="248623" y="88791"/>
                  <a:pt x="248878" y="91443"/>
                  <a:pt x="249389" y="92458"/>
                </a:cubicBezTo>
                <a:cubicBezTo>
                  <a:pt x="250038" y="93795"/>
                  <a:pt x="250932" y="94776"/>
                  <a:pt x="252069" y="95399"/>
                </a:cubicBezTo>
                <a:cubicBezTo>
                  <a:pt x="253206" y="96022"/>
                  <a:pt x="255514" y="96333"/>
                  <a:pt x="258995" y="96333"/>
                </a:cubicBezTo>
                <a:lnTo>
                  <a:pt x="258995" y="98907"/>
                </a:lnTo>
                <a:lnTo>
                  <a:pt x="227462" y="98907"/>
                </a:lnTo>
                <a:lnTo>
                  <a:pt x="227462" y="96333"/>
                </a:lnTo>
                <a:lnTo>
                  <a:pt x="228854" y="96333"/>
                </a:lnTo>
                <a:cubicBezTo>
                  <a:pt x="232102" y="96333"/>
                  <a:pt x="234295" y="95512"/>
                  <a:pt x="235432" y="93871"/>
                </a:cubicBezTo>
                <a:cubicBezTo>
                  <a:pt x="236569" y="92227"/>
                  <a:pt x="237137" y="89092"/>
                  <a:pt x="237137" y="84465"/>
                </a:cubicBezTo>
                <a:lnTo>
                  <a:pt x="237137" y="60869"/>
                </a:lnTo>
                <a:cubicBezTo>
                  <a:pt x="237137" y="53235"/>
                  <a:pt x="236963" y="48586"/>
                  <a:pt x="236615" y="46921"/>
                </a:cubicBezTo>
                <a:cubicBezTo>
                  <a:pt x="236267" y="45255"/>
                  <a:pt x="235734" y="44121"/>
                  <a:pt x="235014" y="43520"/>
                </a:cubicBezTo>
                <a:cubicBezTo>
                  <a:pt x="234295" y="42918"/>
                  <a:pt x="233332" y="42617"/>
                  <a:pt x="232126" y="42617"/>
                </a:cubicBezTo>
                <a:cubicBezTo>
                  <a:pt x="230826" y="42617"/>
                  <a:pt x="229272" y="42965"/>
                  <a:pt x="227462" y="43659"/>
                </a:cubicBezTo>
                <a:lnTo>
                  <a:pt x="226418" y="41159"/>
                </a:lnTo>
                <a:lnTo>
                  <a:pt x="245630" y="33386"/>
                </a:lnTo>
                <a:lnTo>
                  <a:pt x="248623" y="33386"/>
                </a:lnTo>
                <a:lnTo>
                  <a:pt x="248623" y="46880"/>
                </a:lnTo>
                <a:close/>
                <a:moveTo>
                  <a:pt x="320259" y="46880"/>
                </a:moveTo>
                <a:cubicBezTo>
                  <a:pt x="327730" y="37884"/>
                  <a:pt x="334853" y="33386"/>
                  <a:pt x="341629" y="33386"/>
                </a:cubicBezTo>
                <a:cubicBezTo>
                  <a:pt x="345109" y="33386"/>
                  <a:pt x="348102" y="34254"/>
                  <a:pt x="350608" y="35990"/>
                </a:cubicBezTo>
                <a:cubicBezTo>
                  <a:pt x="353114" y="37725"/>
                  <a:pt x="355110" y="40582"/>
                  <a:pt x="356595" y="44561"/>
                </a:cubicBezTo>
                <a:cubicBezTo>
                  <a:pt x="357616" y="47336"/>
                  <a:pt x="358126" y="51592"/>
                  <a:pt x="358126" y="57330"/>
                </a:cubicBezTo>
                <a:lnTo>
                  <a:pt x="358126" y="84465"/>
                </a:lnTo>
                <a:cubicBezTo>
                  <a:pt x="358126" y="88491"/>
                  <a:pt x="358451" y="91221"/>
                  <a:pt x="359101" y="92656"/>
                </a:cubicBezTo>
                <a:cubicBezTo>
                  <a:pt x="359611" y="93812"/>
                  <a:pt x="360435" y="94714"/>
                  <a:pt x="361572" y="95362"/>
                </a:cubicBezTo>
                <a:cubicBezTo>
                  <a:pt x="362709" y="96009"/>
                  <a:pt x="364809" y="96333"/>
                  <a:pt x="367871" y="96333"/>
                </a:cubicBezTo>
                <a:lnTo>
                  <a:pt x="367871" y="98907"/>
                </a:lnTo>
                <a:lnTo>
                  <a:pt x="336338" y="98907"/>
                </a:lnTo>
                <a:lnTo>
                  <a:pt x="336338" y="96333"/>
                </a:lnTo>
                <a:lnTo>
                  <a:pt x="337661" y="96333"/>
                </a:lnTo>
                <a:cubicBezTo>
                  <a:pt x="340631" y="96333"/>
                  <a:pt x="342708" y="95883"/>
                  <a:pt x="343891" y="94983"/>
                </a:cubicBezTo>
                <a:cubicBezTo>
                  <a:pt x="345074" y="94084"/>
                  <a:pt x="345898" y="92758"/>
                  <a:pt x="346362" y="91006"/>
                </a:cubicBezTo>
                <a:cubicBezTo>
                  <a:pt x="346548" y="90313"/>
                  <a:pt x="346641" y="88145"/>
                  <a:pt x="346641" y="84500"/>
                </a:cubicBezTo>
                <a:lnTo>
                  <a:pt x="346641" y="58550"/>
                </a:lnTo>
                <a:cubicBezTo>
                  <a:pt x="346641" y="52784"/>
                  <a:pt x="345886" y="48598"/>
                  <a:pt x="344378" y="45991"/>
                </a:cubicBezTo>
                <a:cubicBezTo>
                  <a:pt x="342870" y="43384"/>
                  <a:pt x="340329" y="42081"/>
                  <a:pt x="336756" y="42081"/>
                </a:cubicBezTo>
                <a:cubicBezTo>
                  <a:pt x="331234" y="42081"/>
                  <a:pt x="325735" y="45079"/>
                  <a:pt x="320259" y="51077"/>
                </a:cubicBezTo>
                <a:lnTo>
                  <a:pt x="320259" y="84500"/>
                </a:lnTo>
                <a:cubicBezTo>
                  <a:pt x="320259" y="88791"/>
                  <a:pt x="320514" y="91443"/>
                  <a:pt x="321024" y="92458"/>
                </a:cubicBezTo>
                <a:cubicBezTo>
                  <a:pt x="321674" y="93795"/>
                  <a:pt x="322567" y="94776"/>
                  <a:pt x="323704" y="95399"/>
                </a:cubicBezTo>
                <a:cubicBezTo>
                  <a:pt x="324841" y="96022"/>
                  <a:pt x="327150" y="96333"/>
                  <a:pt x="330630" y="96333"/>
                </a:cubicBezTo>
                <a:lnTo>
                  <a:pt x="330630" y="98907"/>
                </a:lnTo>
                <a:lnTo>
                  <a:pt x="299098" y="98907"/>
                </a:lnTo>
                <a:lnTo>
                  <a:pt x="299098" y="96333"/>
                </a:lnTo>
                <a:lnTo>
                  <a:pt x="300490" y="96333"/>
                </a:lnTo>
                <a:cubicBezTo>
                  <a:pt x="303738" y="96333"/>
                  <a:pt x="305931" y="95512"/>
                  <a:pt x="307068" y="93871"/>
                </a:cubicBezTo>
                <a:cubicBezTo>
                  <a:pt x="308205" y="92227"/>
                  <a:pt x="308773" y="89092"/>
                  <a:pt x="308773" y="84465"/>
                </a:cubicBezTo>
                <a:lnTo>
                  <a:pt x="308773" y="60869"/>
                </a:lnTo>
                <a:cubicBezTo>
                  <a:pt x="308773" y="53235"/>
                  <a:pt x="308599" y="48586"/>
                  <a:pt x="308251" y="46921"/>
                </a:cubicBezTo>
                <a:cubicBezTo>
                  <a:pt x="307903" y="45255"/>
                  <a:pt x="307369" y="44121"/>
                  <a:pt x="306650" y="43520"/>
                </a:cubicBezTo>
                <a:cubicBezTo>
                  <a:pt x="305931" y="42918"/>
                  <a:pt x="304968" y="42617"/>
                  <a:pt x="303761" y="42617"/>
                </a:cubicBezTo>
                <a:cubicBezTo>
                  <a:pt x="302462" y="42617"/>
                  <a:pt x="300907" y="42965"/>
                  <a:pt x="299098" y="43659"/>
                </a:cubicBezTo>
                <a:lnTo>
                  <a:pt x="298053" y="41159"/>
                </a:lnTo>
                <a:lnTo>
                  <a:pt x="317266" y="33386"/>
                </a:lnTo>
                <a:lnTo>
                  <a:pt x="320259" y="33386"/>
                </a:lnTo>
                <a:lnTo>
                  <a:pt x="320259" y="46880"/>
                </a:lnTo>
                <a:close/>
                <a:moveTo>
                  <a:pt x="384030" y="59261"/>
                </a:moveTo>
                <a:cubicBezTo>
                  <a:pt x="383983" y="68698"/>
                  <a:pt x="386281" y="76101"/>
                  <a:pt x="390921" y="81468"/>
                </a:cubicBezTo>
                <a:cubicBezTo>
                  <a:pt x="395562" y="86834"/>
                  <a:pt x="401014" y="89517"/>
                  <a:pt x="407279" y="89517"/>
                </a:cubicBezTo>
                <a:cubicBezTo>
                  <a:pt x="411456" y="89517"/>
                  <a:pt x="415087" y="88369"/>
                  <a:pt x="418173" y="86074"/>
                </a:cubicBezTo>
                <a:cubicBezTo>
                  <a:pt x="421259" y="83779"/>
                  <a:pt x="423846" y="79849"/>
                  <a:pt x="425935" y="74284"/>
                </a:cubicBezTo>
                <a:lnTo>
                  <a:pt x="428092" y="75676"/>
                </a:lnTo>
                <a:cubicBezTo>
                  <a:pt x="427118" y="82028"/>
                  <a:pt x="424287" y="87813"/>
                  <a:pt x="419600" y="93029"/>
                </a:cubicBezTo>
                <a:cubicBezTo>
                  <a:pt x="414913" y="98246"/>
                  <a:pt x="409043" y="100854"/>
                  <a:pt x="401989" y="100854"/>
                </a:cubicBezTo>
                <a:cubicBezTo>
                  <a:pt x="394332" y="100854"/>
                  <a:pt x="387777" y="97882"/>
                  <a:pt x="382324" y="91936"/>
                </a:cubicBezTo>
                <a:cubicBezTo>
                  <a:pt x="376872" y="85989"/>
                  <a:pt x="374145" y="77995"/>
                  <a:pt x="374145" y="67953"/>
                </a:cubicBezTo>
                <a:cubicBezTo>
                  <a:pt x="374145" y="57079"/>
                  <a:pt x="376941" y="48600"/>
                  <a:pt x="382533" y="42515"/>
                </a:cubicBezTo>
                <a:cubicBezTo>
                  <a:pt x="388125" y="36429"/>
                  <a:pt x="395144" y="33386"/>
                  <a:pt x="403590" y="33386"/>
                </a:cubicBezTo>
                <a:cubicBezTo>
                  <a:pt x="410737" y="33386"/>
                  <a:pt x="416607" y="35734"/>
                  <a:pt x="421201" y="40429"/>
                </a:cubicBezTo>
                <a:cubicBezTo>
                  <a:pt x="425795" y="45122"/>
                  <a:pt x="428092" y="51399"/>
                  <a:pt x="428092" y="59261"/>
                </a:cubicBezTo>
                <a:lnTo>
                  <a:pt x="384030" y="59261"/>
                </a:lnTo>
                <a:moveTo>
                  <a:pt x="384030" y="55226"/>
                </a:moveTo>
                <a:lnTo>
                  <a:pt x="413544" y="55226"/>
                </a:lnTo>
                <a:cubicBezTo>
                  <a:pt x="413312" y="51146"/>
                  <a:pt x="412825" y="48271"/>
                  <a:pt x="412082" y="46602"/>
                </a:cubicBezTo>
                <a:cubicBezTo>
                  <a:pt x="410922" y="44005"/>
                  <a:pt x="409194" y="41965"/>
                  <a:pt x="406896" y="40481"/>
                </a:cubicBezTo>
                <a:cubicBezTo>
                  <a:pt x="404599" y="38997"/>
                  <a:pt x="402198" y="38255"/>
                  <a:pt x="399692" y="38255"/>
                </a:cubicBezTo>
                <a:cubicBezTo>
                  <a:pt x="395840" y="38255"/>
                  <a:pt x="392395" y="39751"/>
                  <a:pt x="389355" y="42741"/>
                </a:cubicBezTo>
                <a:cubicBezTo>
                  <a:pt x="386315" y="45732"/>
                  <a:pt x="384540" y="49894"/>
                  <a:pt x="384030" y="55226"/>
                </a:cubicBezTo>
                <a:close/>
                <a:moveTo>
                  <a:pt x="458890" y="0"/>
                </a:moveTo>
                <a:lnTo>
                  <a:pt x="458890" y="84448"/>
                </a:lnTo>
                <a:cubicBezTo>
                  <a:pt x="458890" y="88433"/>
                  <a:pt x="459180" y="91075"/>
                  <a:pt x="459760" y="92373"/>
                </a:cubicBezTo>
                <a:cubicBezTo>
                  <a:pt x="460340" y="93670"/>
                  <a:pt x="461233" y="94655"/>
                  <a:pt x="462440" y="95327"/>
                </a:cubicBezTo>
                <a:cubicBezTo>
                  <a:pt x="463646" y="95998"/>
                  <a:pt x="465897" y="96333"/>
                  <a:pt x="469192" y="96333"/>
                </a:cubicBezTo>
                <a:lnTo>
                  <a:pt x="469192" y="98907"/>
                </a:lnTo>
                <a:lnTo>
                  <a:pt x="437937" y="98907"/>
                </a:lnTo>
                <a:lnTo>
                  <a:pt x="437937" y="96333"/>
                </a:lnTo>
                <a:cubicBezTo>
                  <a:pt x="440861" y="96333"/>
                  <a:pt x="442856" y="96033"/>
                  <a:pt x="443924" y="95431"/>
                </a:cubicBezTo>
                <a:cubicBezTo>
                  <a:pt x="444991" y="94828"/>
                  <a:pt x="445826" y="93832"/>
                  <a:pt x="446430" y="92443"/>
                </a:cubicBezTo>
                <a:cubicBezTo>
                  <a:pt x="447033" y="91051"/>
                  <a:pt x="447335" y="88387"/>
                  <a:pt x="447335" y="84448"/>
                </a:cubicBezTo>
                <a:lnTo>
                  <a:pt x="447335" y="26620"/>
                </a:lnTo>
                <a:cubicBezTo>
                  <a:pt x="447335" y="19438"/>
                  <a:pt x="447172" y="15025"/>
                  <a:pt x="446847" y="13381"/>
                </a:cubicBezTo>
                <a:cubicBezTo>
                  <a:pt x="446523" y="11734"/>
                  <a:pt x="446000" y="10611"/>
                  <a:pt x="445281" y="10009"/>
                </a:cubicBezTo>
                <a:cubicBezTo>
                  <a:pt x="444562" y="9407"/>
                  <a:pt x="443645" y="9105"/>
                  <a:pt x="442532" y="9105"/>
                </a:cubicBezTo>
                <a:cubicBezTo>
                  <a:pt x="441325" y="9105"/>
                  <a:pt x="439794" y="9476"/>
                  <a:pt x="437937" y="10218"/>
                </a:cubicBezTo>
                <a:lnTo>
                  <a:pt x="436754" y="7784"/>
                </a:lnTo>
                <a:lnTo>
                  <a:pt x="455757" y="0"/>
                </a:lnTo>
                <a:lnTo>
                  <a:pt x="458890" y="0"/>
                </a:lnTo>
                <a:close/>
                <a:moveTo>
                  <a:pt x="569946" y="4591"/>
                </a:moveTo>
                <a:lnTo>
                  <a:pt x="564517" y="16554"/>
                </a:lnTo>
                <a:lnTo>
                  <a:pt x="536116" y="16554"/>
                </a:lnTo>
                <a:lnTo>
                  <a:pt x="529921" y="29074"/>
                </a:lnTo>
                <a:cubicBezTo>
                  <a:pt x="542219" y="30882"/>
                  <a:pt x="551964" y="35450"/>
                  <a:pt x="559157" y="42776"/>
                </a:cubicBezTo>
                <a:cubicBezTo>
                  <a:pt x="565329" y="49082"/>
                  <a:pt x="568415" y="56502"/>
                  <a:pt x="568415" y="65034"/>
                </a:cubicBezTo>
                <a:cubicBezTo>
                  <a:pt x="568415" y="69995"/>
                  <a:pt x="567406" y="74586"/>
                  <a:pt x="565387" y="78805"/>
                </a:cubicBezTo>
                <a:cubicBezTo>
                  <a:pt x="563368" y="83025"/>
                  <a:pt x="560828" y="86619"/>
                  <a:pt x="557765" y="89586"/>
                </a:cubicBezTo>
                <a:cubicBezTo>
                  <a:pt x="554702" y="92554"/>
                  <a:pt x="551291" y="94942"/>
                  <a:pt x="547532" y="96751"/>
                </a:cubicBezTo>
                <a:cubicBezTo>
                  <a:pt x="542196" y="99301"/>
                  <a:pt x="536720" y="100576"/>
                  <a:pt x="531105" y="100576"/>
                </a:cubicBezTo>
                <a:cubicBezTo>
                  <a:pt x="525443" y="100576"/>
                  <a:pt x="521324" y="99614"/>
                  <a:pt x="518749" y="97690"/>
                </a:cubicBezTo>
                <a:cubicBezTo>
                  <a:pt x="516173" y="95765"/>
                  <a:pt x="514886" y="93644"/>
                  <a:pt x="514886" y="91325"/>
                </a:cubicBezTo>
                <a:cubicBezTo>
                  <a:pt x="514886" y="90027"/>
                  <a:pt x="515419" y="88879"/>
                  <a:pt x="516487" y="87882"/>
                </a:cubicBezTo>
                <a:cubicBezTo>
                  <a:pt x="517554" y="86885"/>
                  <a:pt x="518900" y="86387"/>
                  <a:pt x="520524" y="86387"/>
                </a:cubicBezTo>
                <a:cubicBezTo>
                  <a:pt x="521731" y="86387"/>
                  <a:pt x="522786" y="86572"/>
                  <a:pt x="523691" y="86943"/>
                </a:cubicBezTo>
                <a:cubicBezTo>
                  <a:pt x="524596" y="87314"/>
                  <a:pt x="526139" y="88265"/>
                  <a:pt x="528320" y="89795"/>
                </a:cubicBezTo>
                <a:cubicBezTo>
                  <a:pt x="531801" y="92206"/>
                  <a:pt x="535327" y="93412"/>
                  <a:pt x="538901" y="93412"/>
                </a:cubicBezTo>
                <a:cubicBezTo>
                  <a:pt x="544330" y="93412"/>
                  <a:pt x="549098" y="91360"/>
                  <a:pt x="553205" y="87256"/>
                </a:cubicBezTo>
                <a:cubicBezTo>
                  <a:pt x="557312" y="83153"/>
                  <a:pt x="559366" y="78156"/>
                  <a:pt x="559366" y="72267"/>
                </a:cubicBezTo>
                <a:cubicBezTo>
                  <a:pt x="559366" y="66564"/>
                  <a:pt x="557533" y="61243"/>
                  <a:pt x="553867" y="56305"/>
                </a:cubicBezTo>
                <a:cubicBezTo>
                  <a:pt x="550201" y="51366"/>
                  <a:pt x="545142" y="47552"/>
                  <a:pt x="538692" y="44863"/>
                </a:cubicBezTo>
                <a:cubicBezTo>
                  <a:pt x="533634" y="42776"/>
                  <a:pt x="526742" y="41571"/>
                  <a:pt x="518018" y="41246"/>
                </a:cubicBezTo>
                <a:lnTo>
                  <a:pt x="536116" y="4591"/>
                </a:lnTo>
                <a:lnTo>
                  <a:pt x="569946" y="45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0E2E33-58D5-40EA-B063-21242491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6996" y="2895321"/>
            <a:ext cx="940873" cy="222548"/>
          </a:xfrm>
          <a:custGeom xmlns:a="http://schemas.openxmlformats.org/drawingml/2006/main">
            <a:pathLst>
              <a:path w="940873" h="222548">
                <a:moveTo>
                  <a:pt x="0" y="111274"/>
                </a:moveTo>
                <a:cubicBezTo>
                  <a:pt x="0" y="49826"/>
                  <a:pt x="210618" y="0"/>
                  <a:pt x="470428" y="0"/>
                </a:cubicBezTo>
                <a:cubicBezTo>
                  <a:pt x="730238" y="0"/>
                  <a:pt x="940873" y="49826"/>
                  <a:pt x="940873" y="111274"/>
                </a:cubicBezTo>
                <a:cubicBezTo>
                  <a:pt x="940873" y="172722"/>
                  <a:pt x="730238" y="222548"/>
                  <a:pt x="470428" y="222548"/>
                </a:cubicBezTo>
                <a:cubicBezTo>
                  <a:pt x="210618" y="222548"/>
                  <a:pt x="0" y="172722"/>
                  <a:pt x="0" y="111274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3B5A94-EF19-46DC-B290-1AD5C132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6996" y="2895330"/>
            <a:ext cx="940871" cy="222526"/>
          </a:xfrm>
          <a:custGeom xmlns:a="http://schemas.openxmlformats.org/drawingml/2006/main">
            <a:pathLst>
              <a:path w="940871" h="222526" fill="none">
                <a:moveTo>
                  <a:pt x="0" y="111263"/>
                </a:moveTo>
                <a:cubicBezTo>
                  <a:pt x="0" y="49814"/>
                  <a:pt x="210621" y="0"/>
                  <a:pt x="470436" y="0"/>
                </a:cubicBezTo>
                <a:cubicBezTo>
                  <a:pt x="730250" y="0"/>
                  <a:pt x="940871" y="49814"/>
                  <a:pt x="940871" y="111263"/>
                </a:cubicBezTo>
                <a:cubicBezTo>
                  <a:pt x="940871" y="172712"/>
                  <a:pt x="730250" y="222526"/>
                  <a:pt x="470436" y="222526"/>
                </a:cubicBezTo>
                <a:cubicBezTo>
                  <a:pt x="210621" y="222526"/>
                  <a:pt x="0" y="172712"/>
                  <a:pt x="0" y="1112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257" cap="flat">
            <a:solidFill>
              <a:srgbClr val="FFC000"/>
            </a:solidFill>
            <a:miter/>
          </a:ln>
        </p:spPr>
      </p:sp>
      <p:sp>
        <p:nvSpPr>
          <p:cNvPr id="204" name="Text Module1">
            <a:extLst xmlns:a="http://schemas.openxmlformats.org/drawingml/2006/main">
              <a:ext uri="{FF2B5EF4-FFF2-40B4-BE49-F238E27FC236}">
                <a16:creationId xmlns:a16="http://schemas.microsoft.com/office/drawing/2014/main" id="{12271E16-533B-47F6-B1B2-06984F3E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3402" y="2951051"/>
            <a:ext cx="532621" cy="100854"/>
          </a:xfrm>
          <a:custGeom xmlns:a="http://schemas.openxmlformats.org/drawingml/2006/main">
            <a:pathLst>
              <a:path w="532621" h="100854">
                <a:moveTo>
                  <a:pt x="55966" y="98907"/>
                </a:moveTo>
                <a:lnTo>
                  <a:pt x="19491" y="19545"/>
                </a:lnTo>
                <a:lnTo>
                  <a:pt x="19491" y="82561"/>
                </a:lnTo>
                <a:cubicBezTo>
                  <a:pt x="19491" y="88358"/>
                  <a:pt x="20117" y="91974"/>
                  <a:pt x="21370" y="93412"/>
                </a:cubicBezTo>
                <a:cubicBezTo>
                  <a:pt x="23087" y="95359"/>
                  <a:pt x="25802" y="96333"/>
                  <a:pt x="29514" y="96333"/>
                </a:cubicBezTo>
                <a:lnTo>
                  <a:pt x="32855" y="96333"/>
                </a:lnTo>
                <a:lnTo>
                  <a:pt x="32855" y="98907"/>
                </a:lnTo>
                <a:lnTo>
                  <a:pt x="0" y="98907"/>
                </a:lnTo>
                <a:lnTo>
                  <a:pt x="0" y="96333"/>
                </a:lnTo>
                <a:lnTo>
                  <a:pt x="3341" y="96333"/>
                </a:lnTo>
                <a:cubicBezTo>
                  <a:pt x="7332" y="96333"/>
                  <a:pt x="10163" y="95128"/>
                  <a:pt x="11834" y="92716"/>
                </a:cubicBezTo>
                <a:cubicBezTo>
                  <a:pt x="12854" y="91233"/>
                  <a:pt x="13365" y="87848"/>
                  <a:pt x="13365" y="82561"/>
                </a:cubicBezTo>
                <a:lnTo>
                  <a:pt x="13365" y="20936"/>
                </a:lnTo>
                <a:cubicBezTo>
                  <a:pt x="13365" y="16763"/>
                  <a:pt x="12901" y="13749"/>
                  <a:pt x="11973" y="11894"/>
                </a:cubicBezTo>
                <a:cubicBezTo>
                  <a:pt x="11323" y="10549"/>
                  <a:pt x="10128" y="9425"/>
                  <a:pt x="8388" y="8520"/>
                </a:cubicBezTo>
                <a:cubicBezTo>
                  <a:pt x="6648" y="7616"/>
                  <a:pt x="3852" y="7164"/>
                  <a:pt x="0" y="7164"/>
                </a:cubicBezTo>
                <a:lnTo>
                  <a:pt x="0" y="4591"/>
                </a:lnTo>
                <a:lnTo>
                  <a:pt x="26730" y="4591"/>
                </a:lnTo>
                <a:lnTo>
                  <a:pt x="60978" y="78388"/>
                </a:lnTo>
                <a:lnTo>
                  <a:pt x="94668" y="4591"/>
                </a:lnTo>
                <a:lnTo>
                  <a:pt x="121398" y="4591"/>
                </a:lnTo>
                <a:lnTo>
                  <a:pt x="121398" y="7164"/>
                </a:lnTo>
                <a:lnTo>
                  <a:pt x="118127" y="7164"/>
                </a:lnTo>
                <a:cubicBezTo>
                  <a:pt x="114089" y="7164"/>
                  <a:pt x="111235" y="8370"/>
                  <a:pt x="109565" y="10781"/>
                </a:cubicBezTo>
                <a:cubicBezTo>
                  <a:pt x="108544" y="12265"/>
                  <a:pt x="108033" y="15650"/>
                  <a:pt x="108033" y="20936"/>
                </a:cubicBezTo>
                <a:lnTo>
                  <a:pt x="108033" y="82561"/>
                </a:lnTo>
                <a:cubicBezTo>
                  <a:pt x="108033" y="88358"/>
                  <a:pt x="108683" y="91974"/>
                  <a:pt x="109982" y="93412"/>
                </a:cubicBezTo>
                <a:cubicBezTo>
                  <a:pt x="111699" y="95359"/>
                  <a:pt x="114414" y="96333"/>
                  <a:pt x="118127" y="96333"/>
                </a:cubicBezTo>
                <a:lnTo>
                  <a:pt x="121398" y="96333"/>
                </a:lnTo>
                <a:lnTo>
                  <a:pt x="121398" y="98907"/>
                </a:lnTo>
                <a:lnTo>
                  <a:pt x="81303" y="98907"/>
                </a:lnTo>
                <a:lnTo>
                  <a:pt x="81303" y="96333"/>
                </a:lnTo>
                <a:lnTo>
                  <a:pt x="84645" y="96333"/>
                </a:lnTo>
                <a:cubicBezTo>
                  <a:pt x="88682" y="96333"/>
                  <a:pt x="91513" y="95128"/>
                  <a:pt x="93137" y="92716"/>
                </a:cubicBezTo>
                <a:cubicBezTo>
                  <a:pt x="94158" y="91233"/>
                  <a:pt x="94668" y="87848"/>
                  <a:pt x="94668" y="82561"/>
                </a:cubicBezTo>
                <a:lnTo>
                  <a:pt x="94668" y="19545"/>
                </a:lnTo>
                <a:lnTo>
                  <a:pt x="58263" y="98907"/>
                </a:lnTo>
                <a:lnTo>
                  <a:pt x="55966" y="98907"/>
                </a:lnTo>
                <a:close/>
                <a:moveTo>
                  <a:pt x="160535" y="33386"/>
                </a:moveTo>
                <a:cubicBezTo>
                  <a:pt x="170187" y="33386"/>
                  <a:pt x="177937" y="37046"/>
                  <a:pt x="183784" y="44365"/>
                </a:cubicBezTo>
                <a:cubicBezTo>
                  <a:pt x="188750" y="50618"/>
                  <a:pt x="191233" y="57798"/>
                  <a:pt x="191233" y="65905"/>
                </a:cubicBezTo>
                <a:cubicBezTo>
                  <a:pt x="191233" y="71603"/>
                  <a:pt x="189864" y="77370"/>
                  <a:pt x="187126" y="83207"/>
                </a:cubicBezTo>
                <a:cubicBezTo>
                  <a:pt x="184388" y="89042"/>
                  <a:pt x="180617" y="93442"/>
                  <a:pt x="175814" y="96407"/>
                </a:cubicBezTo>
                <a:cubicBezTo>
                  <a:pt x="171011" y="99372"/>
                  <a:pt x="165663" y="100854"/>
                  <a:pt x="159769" y="100854"/>
                </a:cubicBezTo>
                <a:cubicBezTo>
                  <a:pt x="150163" y="100854"/>
                  <a:pt x="142529" y="97032"/>
                  <a:pt x="136868" y="89389"/>
                </a:cubicBezTo>
                <a:cubicBezTo>
                  <a:pt x="132088" y="82950"/>
                  <a:pt x="129698" y="75725"/>
                  <a:pt x="129698" y="67712"/>
                </a:cubicBezTo>
                <a:cubicBezTo>
                  <a:pt x="129698" y="61875"/>
                  <a:pt x="131148" y="56073"/>
                  <a:pt x="134049" y="50305"/>
                </a:cubicBezTo>
                <a:cubicBezTo>
                  <a:pt x="136949" y="44538"/>
                  <a:pt x="140766" y="40277"/>
                  <a:pt x="145499" y="37520"/>
                </a:cubicBezTo>
                <a:cubicBezTo>
                  <a:pt x="150233" y="34764"/>
                  <a:pt x="155245" y="33386"/>
                  <a:pt x="160535" y="33386"/>
                </a:cubicBezTo>
                <a:moveTo>
                  <a:pt x="158377" y="37977"/>
                </a:moveTo>
                <a:cubicBezTo>
                  <a:pt x="155918" y="37977"/>
                  <a:pt x="153446" y="38706"/>
                  <a:pt x="150964" y="40166"/>
                </a:cubicBezTo>
                <a:cubicBezTo>
                  <a:pt x="148481" y="41625"/>
                  <a:pt x="146474" y="44184"/>
                  <a:pt x="144943" y="47843"/>
                </a:cubicBezTo>
                <a:cubicBezTo>
                  <a:pt x="143411" y="51502"/>
                  <a:pt x="142645" y="56202"/>
                  <a:pt x="142645" y="61945"/>
                </a:cubicBezTo>
                <a:cubicBezTo>
                  <a:pt x="142645" y="71207"/>
                  <a:pt x="144490" y="79197"/>
                  <a:pt x="148179" y="85913"/>
                </a:cubicBezTo>
                <a:cubicBezTo>
                  <a:pt x="151869" y="92628"/>
                  <a:pt x="156730" y="95985"/>
                  <a:pt x="162763" y="95985"/>
                </a:cubicBezTo>
                <a:cubicBezTo>
                  <a:pt x="167264" y="95985"/>
                  <a:pt x="170976" y="94133"/>
                  <a:pt x="173900" y="90428"/>
                </a:cubicBezTo>
                <a:cubicBezTo>
                  <a:pt x="176824" y="86722"/>
                  <a:pt x="178285" y="80355"/>
                  <a:pt x="178285" y="71324"/>
                </a:cubicBezTo>
                <a:cubicBezTo>
                  <a:pt x="178285" y="60023"/>
                  <a:pt x="175849" y="51130"/>
                  <a:pt x="170976" y="44645"/>
                </a:cubicBezTo>
                <a:cubicBezTo>
                  <a:pt x="167682" y="40200"/>
                  <a:pt x="163482" y="37977"/>
                  <a:pt x="158377" y="37977"/>
                </a:cubicBezTo>
                <a:close/>
                <a:moveTo>
                  <a:pt x="245952" y="91743"/>
                </a:moveTo>
                <a:cubicBezTo>
                  <a:pt x="242842" y="94989"/>
                  <a:pt x="239803" y="97319"/>
                  <a:pt x="236833" y="98733"/>
                </a:cubicBezTo>
                <a:cubicBezTo>
                  <a:pt x="233863" y="100147"/>
                  <a:pt x="230661" y="100854"/>
                  <a:pt x="227227" y="100854"/>
                </a:cubicBezTo>
                <a:cubicBezTo>
                  <a:pt x="220266" y="100854"/>
                  <a:pt x="214187" y="97951"/>
                  <a:pt x="208989" y="92145"/>
                </a:cubicBezTo>
                <a:cubicBezTo>
                  <a:pt x="203792" y="86337"/>
                  <a:pt x="201193" y="78874"/>
                  <a:pt x="201193" y="69757"/>
                </a:cubicBezTo>
                <a:cubicBezTo>
                  <a:pt x="201193" y="60641"/>
                  <a:pt x="204070" y="52300"/>
                  <a:pt x="209825" y="44735"/>
                </a:cubicBezTo>
                <a:cubicBezTo>
                  <a:pt x="215579" y="37169"/>
                  <a:pt x="222981" y="33386"/>
                  <a:pt x="232030" y="33386"/>
                </a:cubicBezTo>
                <a:cubicBezTo>
                  <a:pt x="237645" y="33386"/>
                  <a:pt x="242286" y="35171"/>
                  <a:pt x="245952" y="38742"/>
                </a:cubicBezTo>
                <a:lnTo>
                  <a:pt x="245952" y="26961"/>
                </a:lnTo>
                <a:cubicBezTo>
                  <a:pt x="245952" y="19651"/>
                  <a:pt x="245778" y="15157"/>
                  <a:pt x="245430" y="13481"/>
                </a:cubicBezTo>
                <a:cubicBezTo>
                  <a:pt x="245081" y="11804"/>
                  <a:pt x="244536" y="10664"/>
                  <a:pt x="243794" y="10059"/>
                </a:cubicBezTo>
                <a:cubicBezTo>
                  <a:pt x="243051" y="9454"/>
                  <a:pt x="242123" y="9151"/>
                  <a:pt x="241009" y="9151"/>
                </a:cubicBezTo>
                <a:cubicBezTo>
                  <a:pt x="239803" y="9151"/>
                  <a:pt x="238202" y="9523"/>
                  <a:pt x="236206" y="10268"/>
                </a:cubicBezTo>
                <a:lnTo>
                  <a:pt x="235301" y="7823"/>
                </a:lnTo>
                <a:lnTo>
                  <a:pt x="254305" y="0"/>
                </a:lnTo>
                <a:lnTo>
                  <a:pt x="257437" y="0"/>
                </a:lnTo>
                <a:lnTo>
                  <a:pt x="257437" y="73658"/>
                </a:lnTo>
                <a:cubicBezTo>
                  <a:pt x="257437" y="81124"/>
                  <a:pt x="257611" y="85680"/>
                  <a:pt x="257959" y="87326"/>
                </a:cubicBezTo>
                <a:cubicBezTo>
                  <a:pt x="258307" y="88972"/>
                  <a:pt x="258864" y="90120"/>
                  <a:pt x="259630" y="90769"/>
                </a:cubicBezTo>
                <a:cubicBezTo>
                  <a:pt x="260395" y="91418"/>
                  <a:pt x="261289" y="91743"/>
                  <a:pt x="262310" y="91743"/>
                </a:cubicBezTo>
                <a:cubicBezTo>
                  <a:pt x="263563" y="91743"/>
                  <a:pt x="265233" y="91349"/>
                  <a:pt x="267322" y="90560"/>
                </a:cubicBezTo>
                <a:lnTo>
                  <a:pt x="268087" y="92995"/>
                </a:lnTo>
                <a:lnTo>
                  <a:pt x="249154" y="100854"/>
                </a:lnTo>
                <a:lnTo>
                  <a:pt x="245952" y="100854"/>
                </a:lnTo>
                <a:lnTo>
                  <a:pt x="245952" y="91743"/>
                </a:lnTo>
                <a:moveTo>
                  <a:pt x="245952" y="86889"/>
                </a:moveTo>
                <a:lnTo>
                  <a:pt x="245952" y="54142"/>
                </a:lnTo>
                <a:cubicBezTo>
                  <a:pt x="245673" y="50996"/>
                  <a:pt x="244838" y="48128"/>
                  <a:pt x="243446" y="45539"/>
                </a:cubicBezTo>
                <a:cubicBezTo>
                  <a:pt x="242053" y="42948"/>
                  <a:pt x="240209" y="40994"/>
                  <a:pt x="237912" y="39677"/>
                </a:cubicBezTo>
                <a:cubicBezTo>
                  <a:pt x="235615" y="38358"/>
                  <a:pt x="233376" y="37699"/>
                  <a:pt x="231194" y="37699"/>
                </a:cubicBezTo>
                <a:cubicBezTo>
                  <a:pt x="227111" y="37699"/>
                  <a:pt x="223468" y="39526"/>
                  <a:pt x="220266" y="43180"/>
                </a:cubicBezTo>
                <a:cubicBezTo>
                  <a:pt x="216043" y="47990"/>
                  <a:pt x="213931" y="55020"/>
                  <a:pt x="213931" y="64271"/>
                </a:cubicBezTo>
                <a:cubicBezTo>
                  <a:pt x="213931" y="73614"/>
                  <a:pt x="215973" y="80773"/>
                  <a:pt x="220057" y="85746"/>
                </a:cubicBezTo>
                <a:cubicBezTo>
                  <a:pt x="224141" y="90717"/>
                  <a:pt x="228689" y="93203"/>
                  <a:pt x="233700" y="93203"/>
                </a:cubicBezTo>
                <a:cubicBezTo>
                  <a:pt x="237923" y="93203"/>
                  <a:pt x="242007" y="91099"/>
                  <a:pt x="245952" y="86889"/>
                </a:cubicBezTo>
                <a:close/>
                <a:moveTo>
                  <a:pt x="328376" y="35195"/>
                </a:moveTo>
                <a:lnTo>
                  <a:pt x="328376" y="73798"/>
                </a:lnTo>
                <a:cubicBezTo>
                  <a:pt x="328376" y="81170"/>
                  <a:pt x="328550" y="85680"/>
                  <a:pt x="328898" y="87326"/>
                </a:cubicBezTo>
                <a:cubicBezTo>
                  <a:pt x="329246" y="88972"/>
                  <a:pt x="329803" y="90120"/>
                  <a:pt x="330569" y="90769"/>
                </a:cubicBezTo>
                <a:cubicBezTo>
                  <a:pt x="331334" y="91418"/>
                  <a:pt x="332228" y="91743"/>
                  <a:pt x="333248" y="91743"/>
                </a:cubicBezTo>
                <a:cubicBezTo>
                  <a:pt x="334687" y="91743"/>
                  <a:pt x="336311" y="91349"/>
                  <a:pt x="338121" y="90560"/>
                </a:cubicBezTo>
                <a:lnTo>
                  <a:pt x="339096" y="92995"/>
                </a:lnTo>
                <a:lnTo>
                  <a:pt x="320023" y="100854"/>
                </a:lnTo>
                <a:lnTo>
                  <a:pt x="316890" y="100854"/>
                </a:lnTo>
                <a:lnTo>
                  <a:pt x="316890" y="87361"/>
                </a:lnTo>
                <a:cubicBezTo>
                  <a:pt x="311414" y="93296"/>
                  <a:pt x="307238" y="97029"/>
                  <a:pt x="304361" y="98559"/>
                </a:cubicBezTo>
                <a:cubicBezTo>
                  <a:pt x="301484" y="100089"/>
                  <a:pt x="298444" y="100854"/>
                  <a:pt x="295242" y="100854"/>
                </a:cubicBezTo>
                <a:cubicBezTo>
                  <a:pt x="291669" y="100854"/>
                  <a:pt x="288571" y="99823"/>
                  <a:pt x="285949" y="97759"/>
                </a:cubicBezTo>
                <a:cubicBezTo>
                  <a:pt x="283327" y="95696"/>
                  <a:pt x="281506" y="93041"/>
                  <a:pt x="280485" y="89795"/>
                </a:cubicBezTo>
                <a:cubicBezTo>
                  <a:pt x="279464" y="86549"/>
                  <a:pt x="278953" y="81959"/>
                  <a:pt x="278953" y="76023"/>
                </a:cubicBezTo>
                <a:lnTo>
                  <a:pt x="278953" y="47575"/>
                </a:lnTo>
                <a:cubicBezTo>
                  <a:pt x="278953" y="44561"/>
                  <a:pt x="278629" y="42475"/>
                  <a:pt x="277979" y="41315"/>
                </a:cubicBezTo>
                <a:cubicBezTo>
                  <a:pt x="277329" y="40156"/>
                  <a:pt x="276366" y="39264"/>
                  <a:pt x="275090" y="38638"/>
                </a:cubicBezTo>
                <a:cubicBezTo>
                  <a:pt x="273814" y="38012"/>
                  <a:pt x="271505" y="37722"/>
                  <a:pt x="268164" y="37768"/>
                </a:cubicBezTo>
                <a:lnTo>
                  <a:pt x="268164" y="35195"/>
                </a:lnTo>
                <a:lnTo>
                  <a:pt x="290509" y="35195"/>
                </a:lnTo>
                <a:lnTo>
                  <a:pt x="290509" y="77727"/>
                </a:lnTo>
                <a:cubicBezTo>
                  <a:pt x="290509" y="83648"/>
                  <a:pt x="291541" y="87534"/>
                  <a:pt x="293606" y="89384"/>
                </a:cubicBezTo>
                <a:cubicBezTo>
                  <a:pt x="295671" y="91235"/>
                  <a:pt x="298166" y="92160"/>
                  <a:pt x="301089" y="92160"/>
                </a:cubicBezTo>
                <a:cubicBezTo>
                  <a:pt x="303085" y="92160"/>
                  <a:pt x="305347" y="91535"/>
                  <a:pt x="307876" y="90286"/>
                </a:cubicBezTo>
                <a:cubicBezTo>
                  <a:pt x="310405" y="89037"/>
                  <a:pt x="313410" y="86656"/>
                  <a:pt x="316890" y="83142"/>
                </a:cubicBezTo>
                <a:lnTo>
                  <a:pt x="316890" y="47134"/>
                </a:lnTo>
                <a:cubicBezTo>
                  <a:pt x="316890" y="43526"/>
                  <a:pt x="316229" y="41087"/>
                  <a:pt x="314906" y="39816"/>
                </a:cubicBezTo>
                <a:cubicBezTo>
                  <a:pt x="313584" y="38543"/>
                  <a:pt x="310834" y="37861"/>
                  <a:pt x="306658" y="37768"/>
                </a:cubicBezTo>
                <a:lnTo>
                  <a:pt x="306658" y="35195"/>
                </a:lnTo>
                <a:lnTo>
                  <a:pt x="328376" y="35195"/>
                </a:lnTo>
                <a:close/>
                <a:moveTo>
                  <a:pt x="365971" y="0"/>
                </a:moveTo>
                <a:lnTo>
                  <a:pt x="365971" y="84448"/>
                </a:lnTo>
                <a:cubicBezTo>
                  <a:pt x="365971" y="88433"/>
                  <a:pt x="366261" y="91075"/>
                  <a:pt x="366841" y="92373"/>
                </a:cubicBezTo>
                <a:cubicBezTo>
                  <a:pt x="367421" y="93670"/>
                  <a:pt x="368314" y="94655"/>
                  <a:pt x="369521" y="95327"/>
                </a:cubicBezTo>
                <a:cubicBezTo>
                  <a:pt x="370727" y="95998"/>
                  <a:pt x="372978" y="96333"/>
                  <a:pt x="376273" y="96333"/>
                </a:cubicBezTo>
                <a:lnTo>
                  <a:pt x="376273" y="98907"/>
                </a:lnTo>
                <a:lnTo>
                  <a:pt x="345018" y="98907"/>
                </a:lnTo>
                <a:lnTo>
                  <a:pt x="345018" y="96333"/>
                </a:lnTo>
                <a:cubicBezTo>
                  <a:pt x="347942" y="96333"/>
                  <a:pt x="349937" y="96033"/>
                  <a:pt x="351005" y="95431"/>
                </a:cubicBezTo>
                <a:cubicBezTo>
                  <a:pt x="352072" y="94828"/>
                  <a:pt x="352907" y="93832"/>
                  <a:pt x="353511" y="92443"/>
                </a:cubicBezTo>
                <a:cubicBezTo>
                  <a:pt x="354114" y="91051"/>
                  <a:pt x="354416" y="88387"/>
                  <a:pt x="354416" y="84448"/>
                </a:cubicBezTo>
                <a:lnTo>
                  <a:pt x="354416" y="26620"/>
                </a:lnTo>
                <a:cubicBezTo>
                  <a:pt x="354416" y="19438"/>
                  <a:pt x="354253" y="15025"/>
                  <a:pt x="353928" y="13381"/>
                </a:cubicBezTo>
                <a:cubicBezTo>
                  <a:pt x="353604" y="11734"/>
                  <a:pt x="353081" y="10611"/>
                  <a:pt x="352362" y="10009"/>
                </a:cubicBezTo>
                <a:cubicBezTo>
                  <a:pt x="351643" y="9407"/>
                  <a:pt x="350726" y="9105"/>
                  <a:pt x="349613" y="9105"/>
                </a:cubicBezTo>
                <a:cubicBezTo>
                  <a:pt x="348406" y="9105"/>
                  <a:pt x="346875" y="9476"/>
                  <a:pt x="345018" y="10218"/>
                </a:cubicBezTo>
                <a:lnTo>
                  <a:pt x="343835" y="7784"/>
                </a:lnTo>
                <a:lnTo>
                  <a:pt x="362838" y="0"/>
                </a:lnTo>
                <a:lnTo>
                  <a:pt x="365971" y="0"/>
                </a:lnTo>
                <a:close/>
                <a:moveTo>
                  <a:pt x="394495" y="59261"/>
                </a:moveTo>
                <a:cubicBezTo>
                  <a:pt x="394449" y="68698"/>
                  <a:pt x="396746" y="76101"/>
                  <a:pt x="401387" y="81468"/>
                </a:cubicBezTo>
                <a:cubicBezTo>
                  <a:pt x="406027" y="86834"/>
                  <a:pt x="411480" y="89517"/>
                  <a:pt x="417745" y="89517"/>
                </a:cubicBezTo>
                <a:cubicBezTo>
                  <a:pt x="421921" y="89517"/>
                  <a:pt x="425553" y="88369"/>
                  <a:pt x="428639" y="86074"/>
                </a:cubicBezTo>
                <a:cubicBezTo>
                  <a:pt x="431725" y="83779"/>
                  <a:pt x="434312" y="79849"/>
                  <a:pt x="436400" y="74284"/>
                </a:cubicBezTo>
                <a:lnTo>
                  <a:pt x="438558" y="75676"/>
                </a:lnTo>
                <a:cubicBezTo>
                  <a:pt x="437583" y="82028"/>
                  <a:pt x="434753" y="87813"/>
                  <a:pt x="430066" y="93029"/>
                </a:cubicBezTo>
                <a:cubicBezTo>
                  <a:pt x="425379" y="98246"/>
                  <a:pt x="419508" y="100854"/>
                  <a:pt x="412455" y="100854"/>
                </a:cubicBezTo>
                <a:cubicBezTo>
                  <a:pt x="404798" y="100854"/>
                  <a:pt x="398243" y="97882"/>
                  <a:pt x="392790" y="91936"/>
                </a:cubicBezTo>
                <a:cubicBezTo>
                  <a:pt x="387337" y="85989"/>
                  <a:pt x="384611" y="77995"/>
                  <a:pt x="384611" y="67953"/>
                </a:cubicBezTo>
                <a:cubicBezTo>
                  <a:pt x="384611" y="57079"/>
                  <a:pt x="387407" y="48600"/>
                  <a:pt x="392999" y="42515"/>
                </a:cubicBezTo>
                <a:cubicBezTo>
                  <a:pt x="398591" y="36429"/>
                  <a:pt x="405610" y="33386"/>
                  <a:pt x="414056" y="33386"/>
                </a:cubicBezTo>
                <a:cubicBezTo>
                  <a:pt x="421202" y="33386"/>
                  <a:pt x="427073" y="35734"/>
                  <a:pt x="431667" y="40429"/>
                </a:cubicBezTo>
                <a:cubicBezTo>
                  <a:pt x="436261" y="45122"/>
                  <a:pt x="438558" y="51399"/>
                  <a:pt x="438558" y="59261"/>
                </a:cubicBezTo>
                <a:lnTo>
                  <a:pt x="394495" y="59261"/>
                </a:lnTo>
                <a:moveTo>
                  <a:pt x="394495" y="55226"/>
                </a:moveTo>
                <a:lnTo>
                  <a:pt x="424010" y="55226"/>
                </a:lnTo>
                <a:cubicBezTo>
                  <a:pt x="423778" y="51146"/>
                  <a:pt x="423290" y="48271"/>
                  <a:pt x="422548" y="46602"/>
                </a:cubicBezTo>
                <a:cubicBezTo>
                  <a:pt x="421388" y="44005"/>
                  <a:pt x="419659" y="41965"/>
                  <a:pt x="417362" y="40481"/>
                </a:cubicBezTo>
                <a:cubicBezTo>
                  <a:pt x="415065" y="38997"/>
                  <a:pt x="412663" y="38255"/>
                  <a:pt x="410158" y="38255"/>
                </a:cubicBezTo>
                <a:cubicBezTo>
                  <a:pt x="406306" y="38255"/>
                  <a:pt x="402860" y="39751"/>
                  <a:pt x="399821" y="42741"/>
                </a:cubicBezTo>
                <a:cubicBezTo>
                  <a:pt x="396781" y="45732"/>
                  <a:pt x="395006" y="49894"/>
                  <a:pt x="394495" y="55226"/>
                </a:cubicBezTo>
                <a:close/>
                <a:moveTo>
                  <a:pt x="495450" y="13841"/>
                </a:moveTo>
                <a:lnTo>
                  <a:pt x="518421" y="2643"/>
                </a:lnTo>
                <a:lnTo>
                  <a:pt x="520718" y="2643"/>
                </a:lnTo>
                <a:lnTo>
                  <a:pt x="520718" y="82283"/>
                </a:lnTo>
                <a:cubicBezTo>
                  <a:pt x="520718" y="87569"/>
                  <a:pt x="520938" y="90862"/>
                  <a:pt x="521379" y="92160"/>
                </a:cubicBezTo>
                <a:cubicBezTo>
                  <a:pt x="521820" y="93458"/>
                  <a:pt x="522736" y="94455"/>
                  <a:pt x="524129" y="95151"/>
                </a:cubicBezTo>
                <a:cubicBezTo>
                  <a:pt x="525521" y="95846"/>
                  <a:pt x="528351" y="96241"/>
                  <a:pt x="532621" y="96333"/>
                </a:cubicBezTo>
                <a:lnTo>
                  <a:pt x="532621" y="98907"/>
                </a:lnTo>
                <a:lnTo>
                  <a:pt x="497120" y="98907"/>
                </a:lnTo>
                <a:lnTo>
                  <a:pt x="497120" y="96333"/>
                </a:lnTo>
                <a:cubicBezTo>
                  <a:pt x="501575" y="96241"/>
                  <a:pt x="504452" y="95858"/>
                  <a:pt x="505752" y="95186"/>
                </a:cubicBezTo>
                <a:cubicBezTo>
                  <a:pt x="507051" y="94513"/>
                  <a:pt x="507956" y="93609"/>
                  <a:pt x="508466" y="92473"/>
                </a:cubicBezTo>
                <a:cubicBezTo>
                  <a:pt x="508977" y="91337"/>
                  <a:pt x="509232" y="87940"/>
                  <a:pt x="509232" y="82283"/>
                </a:cubicBezTo>
                <a:lnTo>
                  <a:pt x="509232" y="31369"/>
                </a:lnTo>
                <a:cubicBezTo>
                  <a:pt x="509232" y="24506"/>
                  <a:pt x="509000" y="20101"/>
                  <a:pt x="508536" y="18154"/>
                </a:cubicBezTo>
                <a:cubicBezTo>
                  <a:pt x="508211" y="16670"/>
                  <a:pt x="507620" y="15580"/>
                  <a:pt x="506761" y="14885"/>
                </a:cubicBezTo>
                <a:cubicBezTo>
                  <a:pt x="505903" y="14189"/>
                  <a:pt x="504870" y="13841"/>
                  <a:pt x="503663" y="13841"/>
                </a:cubicBezTo>
                <a:cubicBezTo>
                  <a:pt x="501946" y="13841"/>
                  <a:pt x="499557" y="14560"/>
                  <a:pt x="496494" y="15998"/>
                </a:cubicBezTo>
                <a:lnTo>
                  <a:pt x="495450" y="138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92DD3E-0AAE-4E75-9B5E-7A288A1F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752" y="3622588"/>
            <a:ext cx="940873" cy="222548"/>
          </a:xfrm>
          <a:custGeom xmlns:a="http://schemas.openxmlformats.org/drawingml/2006/main">
            <a:pathLst>
              <a:path w="940873" h="222548">
                <a:moveTo>
                  <a:pt x="0" y="111274"/>
                </a:moveTo>
                <a:cubicBezTo>
                  <a:pt x="0" y="49826"/>
                  <a:pt x="210618" y="0"/>
                  <a:pt x="470428" y="0"/>
                </a:cubicBezTo>
                <a:cubicBezTo>
                  <a:pt x="730255" y="0"/>
                  <a:pt x="940873" y="49826"/>
                  <a:pt x="940873" y="111274"/>
                </a:cubicBezTo>
                <a:cubicBezTo>
                  <a:pt x="940873" y="172722"/>
                  <a:pt x="730255" y="222548"/>
                  <a:pt x="470428" y="222548"/>
                </a:cubicBezTo>
                <a:cubicBezTo>
                  <a:pt x="210618" y="222548"/>
                  <a:pt x="0" y="172722"/>
                  <a:pt x="0" y="111274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72403-F7AD-4993-95E0-B2035DE5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752" y="3622597"/>
            <a:ext cx="940871" cy="222526"/>
          </a:xfrm>
          <a:custGeom xmlns:a="http://schemas.openxmlformats.org/drawingml/2006/main">
            <a:pathLst>
              <a:path w="940871" h="222526" fill="none">
                <a:moveTo>
                  <a:pt x="0" y="111263"/>
                </a:moveTo>
                <a:cubicBezTo>
                  <a:pt x="0" y="49814"/>
                  <a:pt x="210621" y="0"/>
                  <a:pt x="470436" y="0"/>
                </a:cubicBezTo>
                <a:cubicBezTo>
                  <a:pt x="730250" y="0"/>
                  <a:pt x="940871" y="49814"/>
                  <a:pt x="940871" y="111263"/>
                </a:cubicBezTo>
                <a:cubicBezTo>
                  <a:pt x="940871" y="172712"/>
                  <a:pt x="730250" y="222526"/>
                  <a:pt x="470436" y="222526"/>
                </a:cubicBezTo>
                <a:cubicBezTo>
                  <a:pt x="210621" y="222526"/>
                  <a:pt x="0" y="172712"/>
                  <a:pt x="0" y="1112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257" cap="flat">
            <a:solidFill>
              <a:srgbClr val="FFC000"/>
            </a:solidFill>
            <a:miter/>
          </a:ln>
        </p:spPr>
      </p:sp>
      <p:sp>
        <p:nvSpPr>
          <p:cNvPr id="207" name="Text Module2">
            <a:extLst xmlns:a="http://schemas.openxmlformats.org/drawingml/2006/main">
              <a:ext uri="{FF2B5EF4-FFF2-40B4-BE49-F238E27FC236}">
                <a16:creationId xmlns:a16="http://schemas.microsoft.com/office/drawing/2014/main" id="{CEE43DC6-E14B-47C7-883A-F8700F34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1158" y="3691542"/>
            <a:ext cx="544107" cy="100854"/>
          </a:xfrm>
          <a:custGeom xmlns:a="http://schemas.openxmlformats.org/drawingml/2006/main">
            <a:pathLst>
              <a:path w="544107" h="100854">
                <a:moveTo>
                  <a:pt x="55966" y="98907"/>
                </a:moveTo>
                <a:lnTo>
                  <a:pt x="19491" y="19545"/>
                </a:lnTo>
                <a:lnTo>
                  <a:pt x="19491" y="82561"/>
                </a:lnTo>
                <a:cubicBezTo>
                  <a:pt x="19491" y="88358"/>
                  <a:pt x="20117" y="91974"/>
                  <a:pt x="21370" y="93412"/>
                </a:cubicBezTo>
                <a:cubicBezTo>
                  <a:pt x="23087" y="95359"/>
                  <a:pt x="25802" y="96333"/>
                  <a:pt x="29514" y="96333"/>
                </a:cubicBezTo>
                <a:lnTo>
                  <a:pt x="32855" y="96333"/>
                </a:lnTo>
                <a:lnTo>
                  <a:pt x="32855" y="98907"/>
                </a:lnTo>
                <a:lnTo>
                  <a:pt x="0" y="98907"/>
                </a:lnTo>
                <a:lnTo>
                  <a:pt x="0" y="96333"/>
                </a:lnTo>
                <a:lnTo>
                  <a:pt x="3341" y="96333"/>
                </a:lnTo>
                <a:cubicBezTo>
                  <a:pt x="7332" y="96333"/>
                  <a:pt x="10163" y="95128"/>
                  <a:pt x="11834" y="92716"/>
                </a:cubicBezTo>
                <a:cubicBezTo>
                  <a:pt x="12854" y="91233"/>
                  <a:pt x="13365" y="87848"/>
                  <a:pt x="13365" y="82561"/>
                </a:cubicBezTo>
                <a:lnTo>
                  <a:pt x="13365" y="20936"/>
                </a:lnTo>
                <a:cubicBezTo>
                  <a:pt x="13365" y="16763"/>
                  <a:pt x="12901" y="13749"/>
                  <a:pt x="11973" y="11894"/>
                </a:cubicBezTo>
                <a:cubicBezTo>
                  <a:pt x="11323" y="10549"/>
                  <a:pt x="10128" y="9425"/>
                  <a:pt x="8388" y="8520"/>
                </a:cubicBezTo>
                <a:cubicBezTo>
                  <a:pt x="6648" y="7616"/>
                  <a:pt x="3852" y="7164"/>
                  <a:pt x="0" y="7164"/>
                </a:cubicBezTo>
                <a:lnTo>
                  <a:pt x="0" y="4591"/>
                </a:lnTo>
                <a:lnTo>
                  <a:pt x="26730" y="4591"/>
                </a:lnTo>
                <a:lnTo>
                  <a:pt x="60978" y="78388"/>
                </a:lnTo>
                <a:lnTo>
                  <a:pt x="94668" y="4591"/>
                </a:lnTo>
                <a:lnTo>
                  <a:pt x="121398" y="4591"/>
                </a:lnTo>
                <a:lnTo>
                  <a:pt x="121398" y="7164"/>
                </a:lnTo>
                <a:lnTo>
                  <a:pt x="118127" y="7164"/>
                </a:lnTo>
                <a:cubicBezTo>
                  <a:pt x="114089" y="7164"/>
                  <a:pt x="111235" y="8370"/>
                  <a:pt x="109565" y="10781"/>
                </a:cubicBezTo>
                <a:cubicBezTo>
                  <a:pt x="108544" y="12265"/>
                  <a:pt x="108033" y="15650"/>
                  <a:pt x="108033" y="20936"/>
                </a:cubicBezTo>
                <a:lnTo>
                  <a:pt x="108033" y="82561"/>
                </a:lnTo>
                <a:cubicBezTo>
                  <a:pt x="108033" y="88358"/>
                  <a:pt x="108683" y="91974"/>
                  <a:pt x="109982" y="93412"/>
                </a:cubicBezTo>
                <a:cubicBezTo>
                  <a:pt x="111699" y="95359"/>
                  <a:pt x="114414" y="96333"/>
                  <a:pt x="118127" y="96333"/>
                </a:cubicBezTo>
                <a:lnTo>
                  <a:pt x="121398" y="96333"/>
                </a:lnTo>
                <a:lnTo>
                  <a:pt x="121398" y="98907"/>
                </a:lnTo>
                <a:lnTo>
                  <a:pt x="81303" y="98907"/>
                </a:lnTo>
                <a:lnTo>
                  <a:pt x="81303" y="96333"/>
                </a:lnTo>
                <a:lnTo>
                  <a:pt x="84645" y="96333"/>
                </a:lnTo>
                <a:cubicBezTo>
                  <a:pt x="88682" y="96333"/>
                  <a:pt x="91513" y="95128"/>
                  <a:pt x="93137" y="92716"/>
                </a:cubicBezTo>
                <a:cubicBezTo>
                  <a:pt x="94158" y="91233"/>
                  <a:pt x="94668" y="87848"/>
                  <a:pt x="94668" y="82561"/>
                </a:cubicBezTo>
                <a:lnTo>
                  <a:pt x="94668" y="19545"/>
                </a:lnTo>
                <a:lnTo>
                  <a:pt x="58263" y="98907"/>
                </a:lnTo>
                <a:lnTo>
                  <a:pt x="55966" y="98907"/>
                </a:lnTo>
                <a:close/>
                <a:moveTo>
                  <a:pt x="160536" y="33386"/>
                </a:moveTo>
                <a:cubicBezTo>
                  <a:pt x="170188" y="33386"/>
                  <a:pt x="177938" y="37046"/>
                  <a:pt x="183785" y="44365"/>
                </a:cubicBezTo>
                <a:cubicBezTo>
                  <a:pt x="188751" y="50618"/>
                  <a:pt x="191233" y="57798"/>
                  <a:pt x="191233" y="65905"/>
                </a:cubicBezTo>
                <a:cubicBezTo>
                  <a:pt x="191233" y="71603"/>
                  <a:pt x="189864" y="77370"/>
                  <a:pt x="187127" y="83207"/>
                </a:cubicBezTo>
                <a:cubicBezTo>
                  <a:pt x="184389" y="89042"/>
                  <a:pt x="180618" y="93442"/>
                  <a:pt x="175815" y="96407"/>
                </a:cubicBezTo>
                <a:cubicBezTo>
                  <a:pt x="171012" y="99372"/>
                  <a:pt x="165664" y="100854"/>
                  <a:pt x="159770" y="100854"/>
                </a:cubicBezTo>
                <a:cubicBezTo>
                  <a:pt x="150164" y="100854"/>
                  <a:pt x="142530" y="97032"/>
                  <a:pt x="136869" y="89389"/>
                </a:cubicBezTo>
                <a:cubicBezTo>
                  <a:pt x="132089" y="82950"/>
                  <a:pt x="129699" y="75725"/>
                  <a:pt x="129699" y="67712"/>
                </a:cubicBezTo>
                <a:cubicBezTo>
                  <a:pt x="129699" y="61875"/>
                  <a:pt x="131149" y="56073"/>
                  <a:pt x="134050" y="50305"/>
                </a:cubicBezTo>
                <a:cubicBezTo>
                  <a:pt x="136950" y="44538"/>
                  <a:pt x="140767" y="40277"/>
                  <a:pt x="145500" y="37520"/>
                </a:cubicBezTo>
                <a:cubicBezTo>
                  <a:pt x="150234" y="34764"/>
                  <a:pt x="155246" y="33386"/>
                  <a:pt x="160536" y="33386"/>
                </a:cubicBezTo>
                <a:moveTo>
                  <a:pt x="158378" y="37977"/>
                </a:moveTo>
                <a:cubicBezTo>
                  <a:pt x="155918" y="37977"/>
                  <a:pt x="153447" y="38706"/>
                  <a:pt x="150965" y="40166"/>
                </a:cubicBezTo>
                <a:cubicBezTo>
                  <a:pt x="148482" y="41625"/>
                  <a:pt x="146475" y="44184"/>
                  <a:pt x="144943" y="47843"/>
                </a:cubicBezTo>
                <a:cubicBezTo>
                  <a:pt x="143412" y="51502"/>
                  <a:pt x="142646" y="56202"/>
                  <a:pt x="142646" y="61945"/>
                </a:cubicBezTo>
                <a:cubicBezTo>
                  <a:pt x="142646" y="71207"/>
                  <a:pt x="144491" y="79197"/>
                  <a:pt x="148180" y="85913"/>
                </a:cubicBezTo>
                <a:cubicBezTo>
                  <a:pt x="151870" y="92628"/>
                  <a:pt x="156731" y="95985"/>
                  <a:pt x="162763" y="95985"/>
                </a:cubicBezTo>
                <a:cubicBezTo>
                  <a:pt x="167265" y="95985"/>
                  <a:pt x="170977" y="94133"/>
                  <a:pt x="173901" y="90428"/>
                </a:cubicBezTo>
                <a:cubicBezTo>
                  <a:pt x="176824" y="86722"/>
                  <a:pt x="178286" y="80355"/>
                  <a:pt x="178286" y="71324"/>
                </a:cubicBezTo>
                <a:cubicBezTo>
                  <a:pt x="178286" y="60023"/>
                  <a:pt x="175850" y="51130"/>
                  <a:pt x="170977" y="44645"/>
                </a:cubicBezTo>
                <a:cubicBezTo>
                  <a:pt x="167682" y="40200"/>
                  <a:pt x="163483" y="37977"/>
                  <a:pt x="158378" y="37977"/>
                </a:cubicBezTo>
                <a:close/>
                <a:moveTo>
                  <a:pt x="245952" y="91743"/>
                </a:moveTo>
                <a:cubicBezTo>
                  <a:pt x="242843" y="94989"/>
                  <a:pt x="239803" y="97319"/>
                  <a:pt x="236833" y="98733"/>
                </a:cubicBezTo>
                <a:cubicBezTo>
                  <a:pt x="233863" y="100147"/>
                  <a:pt x="230661" y="100854"/>
                  <a:pt x="227227" y="100854"/>
                </a:cubicBezTo>
                <a:cubicBezTo>
                  <a:pt x="220266" y="100854"/>
                  <a:pt x="214187" y="97951"/>
                  <a:pt x="208990" y="92145"/>
                </a:cubicBezTo>
                <a:cubicBezTo>
                  <a:pt x="203792" y="86337"/>
                  <a:pt x="201194" y="78874"/>
                  <a:pt x="201194" y="69757"/>
                </a:cubicBezTo>
                <a:cubicBezTo>
                  <a:pt x="201194" y="60641"/>
                  <a:pt x="204071" y="52300"/>
                  <a:pt x="209825" y="44735"/>
                </a:cubicBezTo>
                <a:cubicBezTo>
                  <a:pt x="215579" y="37169"/>
                  <a:pt x="222981" y="33386"/>
                  <a:pt x="232030" y="33386"/>
                </a:cubicBezTo>
                <a:cubicBezTo>
                  <a:pt x="237645" y="33386"/>
                  <a:pt x="242286" y="35171"/>
                  <a:pt x="245952" y="38742"/>
                </a:cubicBezTo>
                <a:lnTo>
                  <a:pt x="245952" y="26961"/>
                </a:lnTo>
                <a:cubicBezTo>
                  <a:pt x="245952" y="19651"/>
                  <a:pt x="245778" y="15157"/>
                  <a:pt x="245430" y="13481"/>
                </a:cubicBezTo>
                <a:cubicBezTo>
                  <a:pt x="245082" y="11804"/>
                  <a:pt x="244537" y="10664"/>
                  <a:pt x="243794" y="10059"/>
                </a:cubicBezTo>
                <a:cubicBezTo>
                  <a:pt x="243052" y="9454"/>
                  <a:pt x="242124" y="9151"/>
                  <a:pt x="241010" y="9151"/>
                </a:cubicBezTo>
                <a:cubicBezTo>
                  <a:pt x="239803" y="9151"/>
                  <a:pt x="238202" y="9523"/>
                  <a:pt x="236207" y="10268"/>
                </a:cubicBezTo>
                <a:lnTo>
                  <a:pt x="235302" y="7823"/>
                </a:lnTo>
                <a:lnTo>
                  <a:pt x="254305" y="0"/>
                </a:lnTo>
                <a:lnTo>
                  <a:pt x="257438" y="0"/>
                </a:lnTo>
                <a:lnTo>
                  <a:pt x="257438" y="73658"/>
                </a:lnTo>
                <a:cubicBezTo>
                  <a:pt x="257438" y="81124"/>
                  <a:pt x="257612" y="85680"/>
                  <a:pt x="257960" y="87326"/>
                </a:cubicBezTo>
                <a:cubicBezTo>
                  <a:pt x="258308" y="88972"/>
                  <a:pt x="258865" y="90120"/>
                  <a:pt x="259630" y="90769"/>
                </a:cubicBezTo>
                <a:cubicBezTo>
                  <a:pt x="260396" y="91418"/>
                  <a:pt x="261289" y="91743"/>
                  <a:pt x="262310" y="91743"/>
                </a:cubicBezTo>
                <a:cubicBezTo>
                  <a:pt x="263563" y="91743"/>
                  <a:pt x="265234" y="91349"/>
                  <a:pt x="267322" y="90560"/>
                </a:cubicBezTo>
                <a:lnTo>
                  <a:pt x="268088" y="92995"/>
                </a:lnTo>
                <a:lnTo>
                  <a:pt x="249154" y="100854"/>
                </a:lnTo>
                <a:lnTo>
                  <a:pt x="245952" y="100854"/>
                </a:lnTo>
                <a:lnTo>
                  <a:pt x="245952" y="91743"/>
                </a:lnTo>
                <a:moveTo>
                  <a:pt x="245952" y="86889"/>
                </a:moveTo>
                <a:lnTo>
                  <a:pt x="245952" y="54142"/>
                </a:lnTo>
                <a:cubicBezTo>
                  <a:pt x="245674" y="50996"/>
                  <a:pt x="244838" y="48128"/>
                  <a:pt x="243446" y="45539"/>
                </a:cubicBezTo>
                <a:cubicBezTo>
                  <a:pt x="242054" y="42948"/>
                  <a:pt x="240209" y="40994"/>
                  <a:pt x="237912" y="39677"/>
                </a:cubicBezTo>
                <a:cubicBezTo>
                  <a:pt x="235615" y="38358"/>
                  <a:pt x="233376" y="37699"/>
                  <a:pt x="231195" y="37699"/>
                </a:cubicBezTo>
                <a:cubicBezTo>
                  <a:pt x="227111" y="37699"/>
                  <a:pt x="223468" y="39526"/>
                  <a:pt x="220266" y="43180"/>
                </a:cubicBezTo>
                <a:cubicBezTo>
                  <a:pt x="216043" y="47990"/>
                  <a:pt x="213932" y="55020"/>
                  <a:pt x="213932" y="64271"/>
                </a:cubicBezTo>
                <a:cubicBezTo>
                  <a:pt x="213932" y="73614"/>
                  <a:pt x="215974" y="80773"/>
                  <a:pt x="220058" y="85746"/>
                </a:cubicBezTo>
                <a:cubicBezTo>
                  <a:pt x="224141" y="90717"/>
                  <a:pt x="228689" y="93203"/>
                  <a:pt x="233701" y="93203"/>
                </a:cubicBezTo>
                <a:cubicBezTo>
                  <a:pt x="237924" y="93203"/>
                  <a:pt x="242008" y="91099"/>
                  <a:pt x="245952" y="86889"/>
                </a:cubicBezTo>
                <a:close/>
                <a:moveTo>
                  <a:pt x="328375" y="35195"/>
                </a:moveTo>
                <a:lnTo>
                  <a:pt x="328375" y="73798"/>
                </a:lnTo>
                <a:cubicBezTo>
                  <a:pt x="328375" y="81170"/>
                  <a:pt x="328549" y="85680"/>
                  <a:pt x="328897" y="87326"/>
                </a:cubicBezTo>
                <a:cubicBezTo>
                  <a:pt x="329245" y="88972"/>
                  <a:pt x="329802" y="90120"/>
                  <a:pt x="330568" y="90769"/>
                </a:cubicBezTo>
                <a:cubicBezTo>
                  <a:pt x="331334" y="91418"/>
                  <a:pt x="332227" y="91743"/>
                  <a:pt x="333248" y="91743"/>
                </a:cubicBezTo>
                <a:cubicBezTo>
                  <a:pt x="334686" y="91743"/>
                  <a:pt x="336311" y="91349"/>
                  <a:pt x="338121" y="90560"/>
                </a:cubicBezTo>
                <a:lnTo>
                  <a:pt x="339095" y="92995"/>
                </a:lnTo>
                <a:lnTo>
                  <a:pt x="320022" y="100854"/>
                </a:lnTo>
                <a:lnTo>
                  <a:pt x="316890" y="100854"/>
                </a:lnTo>
                <a:lnTo>
                  <a:pt x="316890" y="87361"/>
                </a:lnTo>
                <a:cubicBezTo>
                  <a:pt x="311414" y="93296"/>
                  <a:pt x="307237" y="97029"/>
                  <a:pt x="304360" y="98559"/>
                </a:cubicBezTo>
                <a:cubicBezTo>
                  <a:pt x="301483" y="100089"/>
                  <a:pt x="298443" y="100854"/>
                  <a:pt x="295241" y="100854"/>
                </a:cubicBezTo>
                <a:cubicBezTo>
                  <a:pt x="291668" y="100854"/>
                  <a:pt x="288570" y="99823"/>
                  <a:pt x="285949" y="97759"/>
                </a:cubicBezTo>
                <a:cubicBezTo>
                  <a:pt x="283327" y="95696"/>
                  <a:pt x="281505" y="93041"/>
                  <a:pt x="280484" y="89795"/>
                </a:cubicBezTo>
                <a:cubicBezTo>
                  <a:pt x="279463" y="86549"/>
                  <a:pt x="278953" y="81959"/>
                  <a:pt x="278953" y="76023"/>
                </a:cubicBezTo>
                <a:lnTo>
                  <a:pt x="278953" y="47575"/>
                </a:lnTo>
                <a:cubicBezTo>
                  <a:pt x="278953" y="44561"/>
                  <a:pt x="278628" y="42475"/>
                  <a:pt x="277978" y="41315"/>
                </a:cubicBezTo>
                <a:cubicBezTo>
                  <a:pt x="277329" y="40156"/>
                  <a:pt x="276366" y="39264"/>
                  <a:pt x="275090" y="38638"/>
                </a:cubicBezTo>
                <a:cubicBezTo>
                  <a:pt x="273813" y="38012"/>
                  <a:pt x="271505" y="37722"/>
                  <a:pt x="268163" y="37768"/>
                </a:cubicBezTo>
                <a:lnTo>
                  <a:pt x="268163" y="35195"/>
                </a:lnTo>
                <a:lnTo>
                  <a:pt x="290508" y="35195"/>
                </a:lnTo>
                <a:lnTo>
                  <a:pt x="290508" y="77727"/>
                </a:lnTo>
                <a:cubicBezTo>
                  <a:pt x="290508" y="83648"/>
                  <a:pt x="291540" y="87534"/>
                  <a:pt x="293606" y="89384"/>
                </a:cubicBezTo>
                <a:cubicBezTo>
                  <a:pt x="295671" y="91235"/>
                  <a:pt x="298165" y="92160"/>
                  <a:pt x="301089" y="92160"/>
                </a:cubicBezTo>
                <a:cubicBezTo>
                  <a:pt x="303084" y="92160"/>
                  <a:pt x="305346" y="91535"/>
                  <a:pt x="307875" y="90286"/>
                </a:cubicBezTo>
                <a:cubicBezTo>
                  <a:pt x="310405" y="89037"/>
                  <a:pt x="313409" y="86656"/>
                  <a:pt x="316890" y="83142"/>
                </a:cubicBezTo>
                <a:lnTo>
                  <a:pt x="316890" y="47134"/>
                </a:lnTo>
                <a:cubicBezTo>
                  <a:pt x="316890" y="43526"/>
                  <a:pt x="316228" y="41087"/>
                  <a:pt x="314906" y="39816"/>
                </a:cubicBezTo>
                <a:cubicBezTo>
                  <a:pt x="313583" y="38543"/>
                  <a:pt x="310834" y="37861"/>
                  <a:pt x="306657" y="37768"/>
                </a:cubicBezTo>
                <a:lnTo>
                  <a:pt x="306657" y="35195"/>
                </a:lnTo>
                <a:lnTo>
                  <a:pt x="328375" y="35195"/>
                </a:lnTo>
                <a:close/>
                <a:moveTo>
                  <a:pt x="365971" y="0"/>
                </a:moveTo>
                <a:lnTo>
                  <a:pt x="365971" y="84448"/>
                </a:lnTo>
                <a:cubicBezTo>
                  <a:pt x="365971" y="88433"/>
                  <a:pt x="366261" y="91075"/>
                  <a:pt x="366841" y="92373"/>
                </a:cubicBezTo>
                <a:cubicBezTo>
                  <a:pt x="367421" y="93670"/>
                  <a:pt x="368314" y="94655"/>
                  <a:pt x="369521" y="95327"/>
                </a:cubicBezTo>
                <a:cubicBezTo>
                  <a:pt x="370727" y="95998"/>
                  <a:pt x="372978" y="96333"/>
                  <a:pt x="376273" y="96333"/>
                </a:cubicBezTo>
                <a:lnTo>
                  <a:pt x="376273" y="98907"/>
                </a:lnTo>
                <a:lnTo>
                  <a:pt x="345018" y="98907"/>
                </a:lnTo>
                <a:lnTo>
                  <a:pt x="345018" y="96333"/>
                </a:lnTo>
                <a:cubicBezTo>
                  <a:pt x="347942" y="96333"/>
                  <a:pt x="349937" y="96033"/>
                  <a:pt x="351005" y="95431"/>
                </a:cubicBezTo>
                <a:cubicBezTo>
                  <a:pt x="352072" y="94828"/>
                  <a:pt x="352907" y="93832"/>
                  <a:pt x="353511" y="92443"/>
                </a:cubicBezTo>
                <a:cubicBezTo>
                  <a:pt x="354114" y="91051"/>
                  <a:pt x="354416" y="88387"/>
                  <a:pt x="354416" y="84448"/>
                </a:cubicBezTo>
                <a:lnTo>
                  <a:pt x="354416" y="26620"/>
                </a:lnTo>
                <a:cubicBezTo>
                  <a:pt x="354416" y="19438"/>
                  <a:pt x="354253" y="15025"/>
                  <a:pt x="353928" y="13381"/>
                </a:cubicBezTo>
                <a:cubicBezTo>
                  <a:pt x="353604" y="11734"/>
                  <a:pt x="353081" y="10611"/>
                  <a:pt x="352362" y="10009"/>
                </a:cubicBezTo>
                <a:cubicBezTo>
                  <a:pt x="351643" y="9407"/>
                  <a:pt x="350726" y="9105"/>
                  <a:pt x="349613" y="9105"/>
                </a:cubicBezTo>
                <a:cubicBezTo>
                  <a:pt x="348406" y="9105"/>
                  <a:pt x="346875" y="9476"/>
                  <a:pt x="345018" y="10218"/>
                </a:cubicBezTo>
                <a:lnTo>
                  <a:pt x="343835" y="7784"/>
                </a:lnTo>
                <a:lnTo>
                  <a:pt x="362838" y="0"/>
                </a:lnTo>
                <a:lnTo>
                  <a:pt x="365971" y="0"/>
                </a:lnTo>
                <a:close/>
                <a:moveTo>
                  <a:pt x="394495" y="59261"/>
                </a:moveTo>
                <a:cubicBezTo>
                  <a:pt x="394449" y="68698"/>
                  <a:pt x="396746" y="76101"/>
                  <a:pt x="401387" y="81468"/>
                </a:cubicBezTo>
                <a:cubicBezTo>
                  <a:pt x="406027" y="86834"/>
                  <a:pt x="411480" y="89517"/>
                  <a:pt x="417745" y="89517"/>
                </a:cubicBezTo>
                <a:cubicBezTo>
                  <a:pt x="421921" y="89517"/>
                  <a:pt x="425553" y="88369"/>
                  <a:pt x="428639" y="86074"/>
                </a:cubicBezTo>
                <a:cubicBezTo>
                  <a:pt x="431725" y="83779"/>
                  <a:pt x="434312" y="79849"/>
                  <a:pt x="436400" y="74284"/>
                </a:cubicBezTo>
                <a:lnTo>
                  <a:pt x="438558" y="75676"/>
                </a:lnTo>
                <a:cubicBezTo>
                  <a:pt x="437583" y="82028"/>
                  <a:pt x="434753" y="87813"/>
                  <a:pt x="430066" y="93029"/>
                </a:cubicBezTo>
                <a:cubicBezTo>
                  <a:pt x="425379" y="98246"/>
                  <a:pt x="419508" y="100854"/>
                  <a:pt x="412455" y="100854"/>
                </a:cubicBezTo>
                <a:cubicBezTo>
                  <a:pt x="404798" y="100854"/>
                  <a:pt x="398243" y="97882"/>
                  <a:pt x="392790" y="91936"/>
                </a:cubicBezTo>
                <a:cubicBezTo>
                  <a:pt x="387337" y="85989"/>
                  <a:pt x="384611" y="77995"/>
                  <a:pt x="384611" y="67953"/>
                </a:cubicBezTo>
                <a:cubicBezTo>
                  <a:pt x="384611" y="57079"/>
                  <a:pt x="387407" y="48600"/>
                  <a:pt x="392999" y="42515"/>
                </a:cubicBezTo>
                <a:cubicBezTo>
                  <a:pt x="398591" y="36429"/>
                  <a:pt x="405610" y="33386"/>
                  <a:pt x="414056" y="33386"/>
                </a:cubicBezTo>
                <a:cubicBezTo>
                  <a:pt x="421202" y="33386"/>
                  <a:pt x="427073" y="35734"/>
                  <a:pt x="431667" y="40429"/>
                </a:cubicBezTo>
                <a:cubicBezTo>
                  <a:pt x="436261" y="45122"/>
                  <a:pt x="438558" y="51399"/>
                  <a:pt x="438558" y="59261"/>
                </a:cubicBezTo>
                <a:lnTo>
                  <a:pt x="394495" y="59261"/>
                </a:lnTo>
                <a:moveTo>
                  <a:pt x="394495" y="55226"/>
                </a:moveTo>
                <a:lnTo>
                  <a:pt x="424010" y="55226"/>
                </a:lnTo>
                <a:cubicBezTo>
                  <a:pt x="423778" y="51146"/>
                  <a:pt x="423290" y="48271"/>
                  <a:pt x="422548" y="46602"/>
                </a:cubicBezTo>
                <a:cubicBezTo>
                  <a:pt x="421388" y="44005"/>
                  <a:pt x="419659" y="41965"/>
                  <a:pt x="417362" y="40481"/>
                </a:cubicBezTo>
                <a:cubicBezTo>
                  <a:pt x="415065" y="38997"/>
                  <a:pt x="412663" y="38255"/>
                  <a:pt x="410158" y="38255"/>
                </a:cubicBezTo>
                <a:cubicBezTo>
                  <a:pt x="406306" y="38255"/>
                  <a:pt x="402860" y="39751"/>
                  <a:pt x="399821" y="42741"/>
                </a:cubicBezTo>
                <a:cubicBezTo>
                  <a:pt x="396781" y="45732"/>
                  <a:pt x="395006" y="49894"/>
                  <a:pt x="394495" y="55226"/>
                </a:cubicBezTo>
                <a:close/>
                <a:moveTo>
                  <a:pt x="544107" y="80683"/>
                </a:moveTo>
                <a:lnTo>
                  <a:pt x="537494" y="98907"/>
                </a:lnTo>
                <a:lnTo>
                  <a:pt x="481807" y="98907"/>
                </a:lnTo>
                <a:lnTo>
                  <a:pt x="481807" y="96329"/>
                </a:lnTo>
                <a:cubicBezTo>
                  <a:pt x="498188" y="81373"/>
                  <a:pt x="509720" y="69158"/>
                  <a:pt x="516402" y="59684"/>
                </a:cubicBezTo>
                <a:cubicBezTo>
                  <a:pt x="523085" y="50209"/>
                  <a:pt x="526426" y="41547"/>
                  <a:pt x="526426" y="33697"/>
                </a:cubicBezTo>
                <a:cubicBezTo>
                  <a:pt x="526426" y="27707"/>
                  <a:pt x="524593" y="22784"/>
                  <a:pt x="520927" y="18930"/>
                </a:cubicBezTo>
                <a:cubicBezTo>
                  <a:pt x="517261" y="15074"/>
                  <a:pt x="512875" y="13146"/>
                  <a:pt x="507771" y="13146"/>
                </a:cubicBezTo>
                <a:cubicBezTo>
                  <a:pt x="503130" y="13146"/>
                  <a:pt x="498965" y="14508"/>
                  <a:pt x="495276" y="17232"/>
                </a:cubicBezTo>
                <a:cubicBezTo>
                  <a:pt x="491587" y="19956"/>
                  <a:pt x="488860" y="23950"/>
                  <a:pt x="487097" y="29213"/>
                </a:cubicBezTo>
                <a:lnTo>
                  <a:pt x="484521" y="29213"/>
                </a:lnTo>
                <a:cubicBezTo>
                  <a:pt x="485681" y="20656"/>
                  <a:pt x="488663" y="14089"/>
                  <a:pt x="493466" y="9512"/>
                </a:cubicBezTo>
                <a:cubicBezTo>
                  <a:pt x="498269" y="4933"/>
                  <a:pt x="504267" y="2643"/>
                  <a:pt x="511460" y="2643"/>
                </a:cubicBezTo>
                <a:cubicBezTo>
                  <a:pt x="519117" y="2643"/>
                  <a:pt x="525509" y="5101"/>
                  <a:pt x="530637" y="10016"/>
                </a:cubicBezTo>
                <a:cubicBezTo>
                  <a:pt x="535765" y="14931"/>
                  <a:pt x="538329" y="20727"/>
                  <a:pt x="538329" y="27405"/>
                </a:cubicBezTo>
                <a:cubicBezTo>
                  <a:pt x="538329" y="32181"/>
                  <a:pt x="537215" y="36957"/>
                  <a:pt x="534988" y="41733"/>
                </a:cubicBezTo>
                <a:cubicBezTo>
                  <a:pt x="531554" y="49245"/>
                  <a:pt x="525985" y="57197"/>
                  <a:pt x="518282" y="65590"/>
                </a:cubicBezTo>
                <a:cubicBezTo>
                  <a:pt x="506727" y="78203"/>
                  <a:pt x="499510" y="85807"/>
                  <a:pt x="496633" y="88404"/>
                </a:cubicBezTo>
                <a:lnTo>
                  <a:pt x="521275" y="88404"/>
                </a:lnTo>
                <a:cubicBezTo>
                  <a:pt x="526287" y="88404"/>
                  <a:pt x="529802" y="88217"/>
                  <a:pt x="531821" y="87843"/>
                </a:cubicBezTo>
                <a:cubicBezTo>
                  <a:pt x="533839" y="87468"/>
                  <a:pt x="535661" y="86707"/>
                  <a:pt x="537285" y="85561"/>
                </a:cubicBezTo>
                <a:cubicBezTo>
                  <a:pt x="538909" y="84415"/>
                  <a:pt x="540324" y="82789"/>
                  <a:pt x="541531" y="80683"/>
                </a:cubicBezTo>
                <a:lnTo>
                  <a:pt x="544107" y="806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FB7F8-11A8-42A9-9CD5-3B02003F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107" y="4466386"/>
            <a:ext cx="940873" cy="222548"/>
          </a:xfrm>
          <a:custGeom xmlns:a="http://schemas.openxmlformats.org/drawingml/2006/main">
            <a:pathLst>
              <a:path w="940873" h="222548">
                <a:moveTo>
                  <a:pt x="0" y="111274"/>
                </a:moveTo>
                <a:cubicBezTo>
                  <a:pt x="0" y="49826"/>
                  <a:pt x="210618" y="0"/>
                  <a:pt x="470428" y="0"/>
                </a:cubicBezTo>
                <a:cubicBezTo>
                  <a:pt x="730238" y="0"/>
                  <a:pt x="940873" y="49826"/>
                  <a:pt x="940873" y="111274"/>
                </a:cubicBezTo>
                <a:cubicBezTo>
                  <a:pt x="940873" y="172722"/>
                  <a:pt x="730238" y="222548"/>
                  <a:pt x="470428" y="222548"/>
                </a:cubicBezTo>
                <a:cubicBezTo>
                  <a:pt x="210618" y="222548"/>
                  <a:pt x="0" y="172722"/>
                  <a:pt x="0" y="111274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EFA22-E318-4BEF-9B61-CB794061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2106" y="4466396"/>
            <a:ext cx="940871" cy="222526"/>
          </a:xfrm>
          <a:custGeom xmlns:a="http://schemas.openxmlformats.org/drawingml/2006/main">
            <a:pathLst>
              <a:path w="940871" h="222526" fill="none">
                <a:moveTo>
                  <a:pt x="0" y="111263"/>
                </a:moveTo>
                <a:cubicBezTo>
                  <a:pt x="0" y="49814"/>
                  <a:pt x="210621" y="0"/>
                  <a:pt x="470436" y="0"/>
                </a:cubicBezTo>
                <a:cubicBezTo>
                  <a:pt x="730250" y="0"/>
                  <a:pt x="940871" y="49814"/>
                  <a:pt x="940871" y="111263"/>
                </a:cubicBezTo>
                <a:cubicBezTo>
                  <a:pt x="940871" y="172712"/>
                  <a:pt x="730250" y="222526"/>
                  <a:pt x="470436" y="222526"/>
                </a:cubicBezTo>
                <a:cubicBezTo>
                  <a:pt x="210621" y="222526"/>
                  <a:pt x="0" y="172712"/>
                  <a:pt x="0" y="11126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257" cap="flat">
            <a:solidFill>
              <a:srgbClr val="FFC000"/>
            </a:solidFill>
            <a:miter/>
          </a:ln>
        </p:spPr>
      </p:sp>
      <p:sp>
        <p:nvSpPr>
          <p:cNvPr id="210" name="Text Module3">
            <a:extLst xmlns:a="http://schemas.openxmlformats.org/drawingml/2006/main">
              <a:ext uri="{FF2B5EF4-FFF2-40B4-BE49-F238E27FC236}">
                <a16:creationId xmlns:a16="http://schemas.microsoft.com/office/drawing/2014/main" id="{B0E3AD57-184D-4D3E-84FB-968BF15A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513" y="4534676"/>
            <a:ext cx="538191" cy="100854"/>
          </a:xfrm>
          <a:custGeom xmlns:a="http://schemas.openxmlformats.org/drawingml/2006/main">
            <a:pathLst>
              <a:path w="538191" h="100854">
                <a:moveTo>
                  <a:pt x="55966" y="98907"/>
                </a:moveTo>
                <a:lnTo>
                  <a:pt x="19491" y="19545"/>
                </a:lnTo>
                <a:lnTo>
                  <a:pt x="19491" y="82561"/>
                </a:lnTo>
                <a:cubicBezTo>
                  <a:pt x="19491" y="88358"/>
                  <a:pt x="20117" y="91974"/>
                  <a:pt x="21370" y="93412"/>
                </a:cubicBezTo>
                <a:cubicBezTo>
                  <a:pt x="23087" y="95359"/>
                  <a:pt x="25802" y="96333"/>
                  <a:pt x="29514" y="96333"/>
                </a:cubicBezTo>
                <a:lnTo>
                  <a:pt x="32855" y="96333"/>
                </a:lnTo>
                <a:lnTo>
                  <a:pt x="32855" y="98907"/>
                </a:lnTo>
                <a:lnTo>
                  <a:pt x="0" y="98907"/>
                </a:lnTo>
                <a:lnTo>
                  <a:pt x="0" y="96333"/>
                </a:lnTo>
                <a:lnTo>
                  <a:pt x="3341" y="96333"/>
                </a:lnTo>
                <a:cubicBezTo>
                  <a:pt x="7332" y="96333"/>
                  <a:pt x="10163" y="95128"/>
                  <a:pt x="11834" y="92716"/>
                </a:cubicBezTo>
                <a:cubicBezTo>
                  <a:pt x="12854" y="91233"/>
                  <a:pt x="13365" y="87848"/>
                  <a:pt x="13365" y="82561"/>
                </a:cubicBezTo>
                <a:lnTo>
                  <a:pt x="13365" y="20936"/>
                </a:lnTo>
                <a:cubicBezTo>
                  <a:pt x="13365" y="16763"/>
                  <a:pt x="12901" y="13749"/>
                  <a:pt x="11973" y="11894"/>
                </a:cubicBezTo>
                <a:cubicBezTo>
                  <a:pt x="11323" y="10549"/>
                  <a:pt x="10128" y="9425"/>
                  <a:pt x="8388" y="8520"/>
                </a:cubicBezTo>
                <a:cubicBezTo>
                  <a:pt x="6648" y="7616"/>
                  <a:pt x="3852" y="7164"/>
                  <a:pt x="0" y="7164"/>
                </a:cubicBezTo>
                <a:lnTo>
                  <a:pt x="0" y="4591"/>
                </a:lnTo>
                <a:lnTo>
                  <a:pt x="26730" y="4591"/>
                </a:lnTo>
                <a:lnTo>
                  <a:pt x="60978" y="78388"/>
                </a:lnTo>
                <a:lnTo>
                  <a:pt x="94668" y="4591"/>
                </a:lnTo>
                <a:lnTo>
                  <a:pt x="121398" y="4591"/>
                </a:lnTo>
                <a:lnTo>
                  <a:pt x="121398" y="7164"/>
                </a:lnTo>
                <a:lnTo>
                  <a:pt x="118127" y="7164"/>
                </a:lnTo>
                <a:cubicBezTo>
                  <a:pt x="114089" y="7164"/>
                  <a:pt x="111235" y="8370"/>
                  <a:pt x="109565" y="10781"/>
                </a:cubicBezTo>
                <a:cubicBezTo>
                  <a:pt x="108544" y="12265"/>
                  <a:pt x="108033" y="15650"/>
                  <a:pt x="108033" y="20936"/>
                </a:cubicBezTo>
                <a:lnTo>
                  <a:pt x="108033" y="82561"/>
                </a:lnTo>
                <a:cubicBezTo>
                  <a:pt x="108033" y="88358"/>
                  <a:pt x="108683" y="91974"/>
                  <a:pt x="109982" y="93412"/>
                </a:cubicBezTo>
                <a:cubicBezTo>
                  <a:pt x="111699" y="95359"/>
                  <a:pt x="114414" y="96333"/>
                  <a:pt x="118127" y="96333"/>
                </a:cubicBezTo>
                <a:lnTo>
                  <a:pt x="121398" y="96333"/>
                </a:lnTo>
                <a:lnTo>
                  <a:pt x="121398" y="98907"/>
                </a:lnTo>
                <a:lnTo>
                  <a:pt x="81303" y="98907"/>
                </a:lnTo>
                <a:lnTo>
                  <a:pt x="81303" y="96333"/>
                </a:lnTo>
                <a:lnTo>
                  <a:pt x="84645" y="96333"/>
                </a:lnTo>
                <a:cubicBezTo>
                  <a:pt x="88682" y="96333"/>
                  <a:pt x="91513" y="95128"/>
                  <a:pt x="93137" y="92716"/>
                </a:cubicBezTo>
                <a:cubicBezTo>
                  <a:pt x="94158" y="91233"/>
                  <a:pt x="94668" y="87848"/>
                  <a:pt x="94668" y="82561"/>
                </a:cubicBezTo>
                <a:lnTo>
                  <a:pt x="94668" y="19545"/>
                </a:lnTo>
                <a:lnTo>
                  <a:pt x="58263" y="98907"/>
                </a:lnTo>
                <a:lnTo>
                  <a:pt x="55966" y="98907"/>
                </a:lnTo>
                <a:close/>
                <a:moveTo>
                  <a:pt x="160537" y="33386"/>
                </a:moveTo>
                <a:cubicBezTo>
                  <a:pt x="170190" y="33386"/>
                  <a:pt x="177940" y="37046"/>
                  <a:pt x="183787" y="44365"/>
                </a:cubicBezTo>
                <a:cubicBezTo>
                  <a:pt x="188752" y="50618"/>
                  <a:pt x="191235" y="57798"/>
                  <a:pt x="191235" y="65905"/>
                </a:cubicBezTo>
                <a:cubicBezTo>
                  <a:pt x="191235" y="71603"/>
                  <a:pt x="189866" y="77370"/>
                  <a:pt x="187128" y="83207"/>
                </a:cubicBezTo>
                <a:cubicBezTo>
                  <a:pt x="184390" y="89042"/>
                  <a:pt x="180620" y="93442"/>
                  <a:pt x="175816" y="96407"/>
                </a:cubicBezTo>
                <a:cubicBezTo>
                  <a:pt x="171013" y="99372"/>
                  <a:pt x="165665" y="100854"/>
                  <a:pt x="159772" y="100854"/>
                </a:cubicBezTo>
                <a:cubicBezTo>
                  <a:pt x="150166" y="100854"/>
                  <a:pt x="142532" y="97032"/>
                  <a:pt x="136870" y="89389"/>
                </a:cubicBezTo>
                <a:cubicBezTo>
                  <a:pt x="132090" y="82950"/>
                  <a:pt x="129701" y="75725"/>
                  <a:pt x="129701" y="67712"/>
                </a:cubicBezTo>
                <a:cubicBezTo>
                  <a:pt x="129701" y="61875"/>
                  <a:pt x="131151" y="56073"/>
                  <a:pt x="134051" y="50305"/>
                </a:cubicBezTo>
                <a:cubicBezTo>
                  <a:pt x="136951" y="44538"/>
                  <a:pt x="140768" y="40277"/>
                  <a:pt x="145502" y="37520"/>
                </a:cubicBezTo>
                <a:cubicBezTo>
                  <a:pt x="150235" y="34764"/>
                  <a:pt x="155247" y="33386"/>
                  <a:pt x="160537" y="33386"/>
                </a:cubicBezTo>
                <a:moveTo>
                  <a:pt x="158379" y="37977"/>
                </a:moveTo>
                <a:cubicBezTo>
                  <a:pt x="155920" y="37977"/>
                  <a:pt x="153449" y="38706"/>
                  <a:pt x="150966" y="40166"/>
                </a:cubicBezTo>
                <a:cubicBezTo>
                  <a:pt x="148483" y="41625"/>
                  <a:pt x="146476" y="44184"/>
                  <a:pt x="144945" y="47843"/>
                </a:cubicBezTo>
                <a:cubicBezTo>
                  <a:pt x="143413" y="51502"/>
                  <a:pt x="142648" y="56202"/>
                  <a:pt x="142648" y="61945"/>
                </a:cubicBezTo>
                <a:cubicBezTo>
                  <a:pt x="142648" y="71207"/>
                  <a:pt x="144492" y="79197"/>
                  <a:pt x="148182" y="85913"/>
                </a:cubicBezTo>
                <a:cubicBezTo>
                  <a:pt x="151871" y="92628"/>
                  <a:pt x="156732" y="95985"/>
                  <a:pt x="162765" y="95985"/>
                </a:cubicBezTo>
                <a:cubicBezTo>
                  <a:pt x="167266" y="95985"/>
                  <a:pt x="170979" y="94133"/>
                  <a:pt x="173902" y="90428"/>
                </a:cubicBezTo>
                <a:cubicBezTo>
                  <a:pt x="176826" y="86722"/>
                  <a:pt x="178288" y="80355"/>
                  <a:pt x="178288" y="71324"/>
                </a:cubicBezTo>
                <a:cubicBezTo>
                  <a:pt x="178288" y="60023"/>
                  <a:pt x="175851" y="51130"/>
                  <a:pt x="170979" y="44645"/>
                </a:cubicBezTo>
                <a:cubicBezTo>
                  <a:pt x="167684" y="40200"/>
                  <a:pt x="163484" y="37977"/>
                  <a:pt x="158379" y="37977"/>
                </a:cubicBezTo>
                <a:close/>
                <a:moveTo>
                  <a:pt x="245953" y="91743"/>
                </a:moveTo>
                <a:cubicBezTo>
                  <a:pt x="242844" y="94989"/>
                  <a:pt x="239804" y="97319"/>
                  <a:pt x="236834" y="98733"/>
                </a:cubicBezTo>
                <a:cubicBezTo>
                  <a:pt x="233864" y="100147"/>
                  <a:pt x="230662" y="100854"/>
                  <a:pt x="227228" y="100854"/>
                </a:cubicBezTo>
                <a:cubicBezTo>
                  <a:pt x="220267" y="100854"/>
                  <a:pt x="214188" y="97951"/>
                  <a:pt x="208991" y="92145"/>
                </a:cubicBezTo>
                <a:cubicBezTo>
                  <a:pt x="203793" y="86337"/>
                  <a:pt x="201194" y="78874"/>
                  <a:pt x="201194" y="69757"/>
                </a:cubicBezTo>
                <a:cubicBezTo>
                  <a:pt x="201194" y="60641"/>
                  <a:pt x="204072" y="52300"/>
                  <a:pt x="209826" y="44735"/>
                </a:cubicBezTo>
                <a:cubicBezTo>
                  <a:pt x="215580" y="37169"/>
                  <a:pt x="222982" y="33386"/>
                  <a:pt x="232031" y="33386"/>
                </a:cubicBezTo>
                <a:cubicBezTo>
                  <a:pt x="237646" y="33386"/>
                  <a:pt x="242287" y="35171"/>
                  <a:pt x="245953" y="38742"/>
                </a:cubicBezTo>
                <a:lnTo>
                  <a:pt x="245953" y="26961"/>
                </a:lnTo>
                <a:cubicBezTo>
                  <a:pt x="245953" y="19651"/>
                  <a:pt x="245779" y="15157"/>
                  <a:pt x="245431" y="13481"/>
                </a:cubicBezTo>
                <a:cubicBezTo>
                  <a:pt x="245083" y="11804"/>
                  <a:pt x="244538" y="10664"/>
                  <a:pt x="243795" y="10059"/>
                </a:cubicBezTo>
                <a:cubicBezTo>
                  <a:pt x="243053" y="9454"/>
                  <a:pt x="242125" y="9151"/>
                  <a:pt x="241011" y="9151"/>
                </a:cubicBezTo>
                <a:cubicBezTo>
                  <a:pt x="239804" y="9151"/>
                  <a:pt x="238203" y="9523"/>
                  <a:pt x="236208" y="10268"/>
                </a:cubicBezTo>
                <a:lnTo>
                  <a:pt x="235303" y="7823"/>
                </a:lnTo>
                <a:lnTo>
                  <a:pt x="254306" y="0"/>
                </a:lnTo>
                <a:lnTo>
                  <a:pt x="257439" y="0"/>
                </a:lnTo>
                <a:lnTo>
                  <a:pt x="257439" y="73658"/>
                </a:lnTo>
                <a:cubicBezTo>
                  <a:pt x="257439" y="81124"/>
                  <a:pt x="257613" y="85680"/>
                  <a:pt x="257961" y="87326"/>
                </a:cubicBezTo>
                <a:cubicBezTo>
                  <a:pt x="258309" y="88972"/>
                  <a:pt x="258865" y="90120"/>
                  <a:pt x="259631" y="90769"/>
                </a:cubicBezTo>
                <a:cubicBezTo>
                  <a:pt x="260397" y="91418"/>
                  <a:pt x="261290" y="91743"/>
                  <a:pt x="262311" y="91743"/>
                </a:cubicBezTo>
                <a:cubicBezTo>
                  <a:pt x="263564" y="91743"/>
                  <a:pt x="265235" y="91349"/>
                  <a:pt x="267323" y="90560"/>
                </a:cubicBezTo>
                <a:lnTo>
                  <a:pt x="268089" y="92995"/>
                </a:lnTo>
                <a:lnTo>
                  <a:pt x="249155" y="100854"/>
                </a:lnTo>
                <a:lnTo>
                  <a:pt x="245953" y="100854"/>
                </a:lnTo>
                <a:lnTo>
                  <a:pt x="245953" y="91743"/>
                </a:lnTo>
                <a:moveTo>
                  <a:pt x="245953" y="86889"/>
                </a:moveTo>
                <a:lnTo>
                  <a:pt x="245953" y="54142"/>
                </a:lnTo>
                <a:cubicBezTo>
                  <a:pt x="245675" y="50996"/>
                  <a:pt x="244839" y="48128"/>
                  <a:pt x="243447" y="45539"/>
                </a:cubicBezTo>
                <a:cubicBezTo>
                  <a:pt x="242055" y="42948"/>
                  <a:pt x="240210" y="40994"/>
                  <a:pt x="237913" y="39677"/>
                </a:cubicBezTo>
                <a:cubicBezTo>
                  <a:pt x="235616" y="38358"/>
                  <a:pt x="233377" y="37699"/>
                  <a:pt x="231196" y="37699"/>
                </a:cubicBezTo>
                <a:cubicBezTo>
                  <a:pt x="227112" y="37699"/>
                  <a:pt x="223469" y="39526"/>
                  <a:pt x="220267" y="43180"/>
                </a:cubicBezTo>
                <a:cubicBezTo>
                  <a:pt x="216044" y="47990"/>
                  <a:pt x="213933" y="55020"/>
                  <a:pt x="213933" y="64271"/>
                </a:cubicBezTo>
                <a:cubicBezTo>
                  <a:pt x="213933" y="73614"/>
                  <a:pt x="215975" y="80773"/>
                  <a:pt x="220058" y="85746"/>
                </a:cubicBezTo>
                <a:cubicBezTo>
                  <a:pt x="224142" y="90717"/>
                  <a:pt x="228690" y="93203"/>
                  <a:pt x="233702" y="93203"/>
                </a:cubicBezTo>
                <a:cubicBezTo>
                  <a:pt x="237925" y="93203"/>
                  <a:pt x="242009" y="91099"/>
                  <a:pt x="245953" y="86889"/>
                </a:cubicBezTo>
                <a:close/>
                <a:moveTo>
                  <a:pt x="328377" y="35195"/>
                </a:moveTo>
                <a:lnTo>
                  <a:pt x="328377" y="73798"/>
                </a:lnTo>
                <a:cubicBezTo>
                  <a:pt x="328377" y="81170"/>
                  <a:pt x="328551" y="85680"/>
                  <a:pt x="328899" y="87326"/>
                </a:cubicBezTo>
                <a:cubicBezTo>
                  <a:pt x="329247" y="88972"/>
                  <a:pt x="329804" y="90120"/>
                  <a:pt x="330570" y="90769"/>
                </a:cubicBezTo>
                <a:cubicBezTo>
                  <a:pt x="331336" y="91418"/>
                  <a:pt x="332229" y="91743"/>
                  <a:pt x="333250" y="91743"/>
                </a:cubicBezTo>
                <a:cubicBezTo>
                  <a:pt x="334688" y="91743"/>
                  <a:pt x="336313" y="91349"/>
                  <a:pt x="338123" y="90560"/>
                </a:cubicBezTo>
                <a:lnTo>
                  <a:pt x="339097" y="92995"/>
                </a:lnTo>
                <a:lnTo>
                  <a:pt x="320024" y="100854"/>
                </a:lnTo>
                <a:lnTo>
                  <a:pt x="316892" y="100854"/>
                </a:lnTo>
                <a:lnTo>
                  <a:pt x="316892" y="87361"/>
                </a:lnTo>
                <a:cubicBezTo>
                  <a:pt x="311416" y="93296"/>
                  <a:pt x="307239" y="97029"/>
                  <a:pt x="304362" y="98559"/>
                </a:cubicBezTo>
                <a:cubicBezTo>
                  <a:pt x="301485" y="100089"/>
                  <a:pt x="298445" y="100854"/>
                  <a:pt x="295243" y="100854"/>
                </a:cubicBezTo>
                <a:cubicBezTo>
                  <a:pt x="291670" y="100854"/>
                  <a:pt x="288572" y="99823"/>
                  <a:pt x="285951" y="97759"/>
                </a:cubicBezTo>
                <a:cubicBezTo>
                  <a:pt x="283329" y="95696"/>
                  <a:pt x="281507" y="93041"/>
                  <a:pt x="280486" y="89795"/>
                </a:cubicBezTo>
                <a:cubicBezTo>
                  <a:pt x="279465" y="86549"/>
                  <a:pt x="278955" y="81959"/>
                  <a:pt x="278955" y="76023"/>
                </a:cubicBezTo>
                <a:lnTo>
                  <a:pt x="278955" y="47575"/>
                </a:lnTo>
                <a:cubicBezTo>
                  <a:pt x="278955" y="44561"/>
                  <a:pt x="278630" y="42475"/>
                  <a:pt x="277980" y="41315"/>
                </a:cubicBezTo>
                <a:cubicBezTo>
                  <a:pt x="277331" y="40156"/>
                  <a:pt x="276368" y="39264"/>
                  <a:pt x="275092" y="38638"/>
                </a:cubicBezTo>
                <a:cubicBezTo>
                  <a:pt x="273815" y="38012"/>
                  <a:pt x="271507" y="37722"/>
                  <a:pt x="268165" y="37768"/>
                </a:cubicBezTo>
                <a:lnTo>
                  <a:pt x="268165" y="35195"/>
                </a:lnTo>
                <a:lnTo>
                  <a:pt x="290510" y="35195"/>
                </a:lnTo>
                <a:lnTo>
                  <a:pt x="290510" y="77727"/>
                </a:lnTo>
                <a:cubicBezTo>
                  <a:pt x="290510" y="83648"/>
                  <a:pt x="291542" y="87534"/>
                  <a:pt x="293608" y="89384"/>
                </a:cubicBezTo>
                <a:cubicBezTo>
                  <a:pt x="295673" y="91235"/>
                  <a:pt x="298167" y="92160"/>
                  <a:pt x="301091" y="92160"/>
                </a:cubicBezTo>
                <a:cubicBezTo>
                  <a:pt x="303086" y="92160"/>
                  <a:pt x="305348" y="91535"/>
                  <a:pt x="307877" y="90286"/>
                </a:cubicBezTo>
                <a:cubicBezTo>
                  <a:pt x="310407" y="89037"/>
                  <a:pt x="313411" y="86656"/>
                  <a:pt x="316892" y="83142"/>
                </a:cubicBezTo>
                <a:lnTo>
                  <a:pt x="316892" y="47134"/>
                </a:lnTo>
                <a:cubicBezTo>
                  <a:pt x="316892" y="43526"/>
                  <a:pt x="316230" y="41087"/>
                  <a:pt x="314908" y="39816"/>
                </a:cubicBezTo>
                <a:cubicBezTo>
                  <a:pt x="313585" y="38543"/>
                  <a:pt x="310836" y="37861"/>
                  <a:pt x="306659" y="37768"/>
                </a:cubicBezTo>
                <a:lnTo>
                  <a:pt x="306659" y="35195"/>
                </a:lnTo>
                <a:lnTo>
                  <a:pt x="328377" y="35195"/>
                </a:lnTo>
                <a:close/>
                <a:moveTo>
                  <a:pt x="365972" y="0"/>
                </a:moveTo>
                <a:lnTo>
                  <a:pt x="365972" y="84448"/>
                </a:lnTo>
                <a:cubicBezTo>
                  <a:pt x="365972" y="88433"/>
                  <a:pt x="366262" y="91075"/>
                  <a:pt x="366842" y="92373"/>
                </a:cubicBezTo>
                <a:cubicBezTo>
                  <a:pt x="367422" y="93670"/>
                  <a:pt x="368316" y="94655"/>
                  <a:pt x="369522" y="95327"/>
                </a:cubicBezTo>
                <a:cubicBezTo>
                  <a:pt x="370729" y="95998"/>
                  <a:pt x="372979" y="96333"/>
                  <a:pt x="376274" y="96333"/>
                </a:cubicBezTo>
                <a:lnTo>
                  <a:pt x="376274" y="98907"/>
                </a:lnTo>
                <a:lnTo>
                  <a:pt x="345020" y="98907"/>
                </a:lnTo>
                <a:lnTo>
                  <a:pt x="345020" y="96333"/>
                </a:lnTo>
                <a:cubicBezTo>
                  <a:pt x="347943" y="96333"/>
                  <a:pt x="349939" y="96033"/>
                  <a:pt x="351006" y="95431"/>
                </a:cubicBezTo>
                <a:cubicBezTo>
                  <a:pt x="352074" y="94828"/>
                  <a:pt x="352909" y="93832"/>
                  <a:pt x="353512" y="92443"/>
                </a:cubicBezTo>
                <a:cubicBezTo>
                  <a:pt x="354115" y="91051"/>
                  <a:pt x="354417" y="88387"/>
                  <a:pt x="354417" y="84448"/>
                </a:cubicBezTo>
                <a:lnTo>
                  <a:pt x="354417" y="26620"/>
                </a:lnTo>
                <a:cubicBezTo>
                  <a:pt x="354417" y="19438"/>
                  <a:pt x="354255" y="15025"/>
                  <a:pt x="353930" y="13381"/>
                </a:cubicBezTo>
                <a:cubicBezTo>
                  <a:pt x="353605" y="11734"/>
                  <a:pt x="353083" y="10611"/>
                  <a:pt x="352364" y="10009"/>
                </a:cubicBezTo>
                <a:cubicBezTo>
                  <a:pt x="351644" y="9407"/>
                  <a:pt x="350728" y="9105"/>
                  <a:pt x="349614" y="9105"/>
                </a:cubicBezTo>
                <a:cubicBezTo>
                  <a:pt x="348407" y="9105"/>
                  <a:pt x="346876" y="9476"/>
                  <a:pt x="345020" y="10218"/>
                </a:cubicBezTo>
                <a:lnTo>
                  <a:pt x="343836" y="7784"/>
                </a:lnTo>
                <a:lnTo>
                  <a:pt x="362840" y="0"/>
                </a:lnTo>
                <a:lnTo>
                  <a:pt x="365972" y="0"/>
                </a:lnTo>
                <a:close/>
                <a:moveTo>
                  <a:pt x="394497" y="59261"/>
                </a:moveTo>
                <a:cubicBezTo>
                  <a:pt x="394451" y="68698"/>
                  <a:pt x="396748" y="76101"/>
                  <a:pt x="401388" y="81468"/>
                </a:cubicBezTo>
                <a:cubicBezTo>
                  <a:pt x="406029" y="86834"/>
                  <a:pt x="411482" y="89517"/>
                  <a:pt x="417746" y="89517"/>
                </a:cubicBezTo>
                <a:cubicBezTo>
                  <a:pt x="421923" y="89517"/>
                  <a:pt x="425554" y="88369"/>
                  <a:pt x="428640" y="86074"/>
                </a:cubicBezTo>
                <a:cubicBezTo>
                  <a:pt x="431726" y="83779"/>
                  <a:pt x="434313" y="79849"/>
                  <a:pt x="436402" y="74284"/>
                </a:cubicBezTo>
                <a:lnTo>
                  <a:pt x="438559" y="75676"/>
                </a:lnTo>
                <a:cubicBezTo>
                  <a:pt x="437585" y="82028"/>
                  <a:pt x="434754" y="87813"/>
                  <a:pt x="430067" y="93029"/>
                </a:cubicBezTo>
                <a:cubicBezTo>
                  <a:pt x="425380" y="98246"/>
                  <a:pt x="419510" y="100854"/>
                  <a:pt x="412456" y="100854"/>
                </a:cubicBezTo>
                <a:cubicBezTo>
                  <a:pt x="404799" y="100854"/>
                  <a:pt x="398244" y="97882"/>
                  <a:pt x="392791" y="91936"/>
                </a:cubicBezTo>
                <a:cubicBezTo>
                  <a:pt x="387339" y="85989"/>
                  <a:pt x="384612" y="77995"/>
                  <a:pt x="384612" y="67953"/>
                </a:cubicBezTo>
                <a:cubicBezTo>
                  <a:pt x="384612" y="57079"/>
                  <a:pt x="387408" y="48600"/>
                  <a:pt x="393000" y="42515"/>
                </a:cubicBezTo>
                <a:cubicBezTo>
                  <a:pt x="398592" y="36429"/>
                  <a:pt x="405611" y="33386"/>
                  <a:pt x="414057" y="33386"/>
                </a:cubicBezTo>
                <a:cubicBezTo>
                  <a:pt x="421204" y="33386"/>
                  <a:pt x="427074" y="35734"/>
                  <a:pt x="431668" y="40429"/>
                </a:cubicBezTo>
                <a:cubicBezTo>
                  <a:pt x="436262" y="45122"/>
                  <a:pt x="438559" y="51399"/>
                  <a:pt x="438559" y="59261"/>
                </a:cubicBezTo>
                <a:lnTo>
                  <a:pt x="394497" y="59261"/>
                </a:lnTo>
                <a:moveTo>
                  <a:pt x="394497" y="55226"/>
                </a:moveTo>
                <a:lnTo>
                  <a:pt x="424011" y="55226"/>
                </a:lnTo>
                <a:cubicBezTo>
                  <a:pt x="423779" y="51146"/>
                  <a:pt x="423292" y="48271"/>
                  <a:pt x="422549" y="46602"/>
                </a:cubicBezTo>
                <a:cubicBezTo>
                  <a:pt x="421389" y="44005"/>
                  <a:pt x="419661" y="41965"/>
                  <a:pt x="417363" y="40481"/>
                </a:cubicBezTo>
                <a:cubicBezTo>
                  <a:pt x="415066" y="38997"/>
                  <a:pt x="412665" y="38255"/>
                  <a:pt x="410159" y="38255"/>
                </a:cubicBezTo>
                <a:cubicBezTo>
                  <a:pt x="406307" y="38255"/>
                  <a:pt x="402862" y="39751"/>
                  <a:pt x="399822" y="42741"/>
                </a:cubicBezTo>
                <a:cubicBezTo>
                  <a:pt x="396782" y="45732"/>
                  <a:pt x="395007" y="49894"/>
                  <a:pt x="394497" y="55226"/>
                </a:cubicBezTo>
                <a:close/>
                <a:moveTo>
                  <a:pt x="485984" y="22466"/>
                </a:moveTo>
                <a:cubicBezTo>
                  <a:pt x="488676" y="16114"/>
                  <a:pt x="492075" y="11221"/>
                  <a:pt x="496182" y="7790"/>
                </a:cubicBezTo>
                <a:cubicBezTo>
                  <a:pt x="500289" y="4359"/>
                  <a:pt x="505405" y="2643"/>
                  <a:pt x="511531" y="2643"/>
                </a:cubicBezTo>
                <a:cubicBezTo>
                  <a:pt x="519095" y="2643"/>
                  <a:pt x="524896" y="5097"/>
                  <a:pt x="528933" y="10005"/>
                </a:cubicBezTo>
                <a:cubicBezTo>
                  <a:pt x="531996" y="13664"/>
                  <a:pt x="533527" y="17577"/>
                  <a:pt x="533527" y="21745"/>
                </a:cubicBezTo>
                <a:cubicBezTo>
                  <a:pt x="533527" y="28597"/>
                  <a:pt x="529211" y="35682"/>
                  <a:pt x="520580" y="42998"/>
                </a:cubicBezTo>
                <a:cubicBezTo>
                  <a:pt x="526381" y="45273"/>
                  <a:pt x="530766" y="48522"/>
                  <a:pt x="533736" y="52746"/>
                </a:cubicBezTo>
                <a:cubicBezTo>
                  <a:pt x="536706" y="56969"/>
                  <a:pt x="538191" y="61935"/>
                  <a:pt x="538191" y="67644"/>
                </a:cubicBezTo>
                <a:cubicBezTo>
                  <a:pt x="538191" y="75814"/>
                  <a:pt x="535592" y="82893"/>
                  <a:pt x="530395" y="88880"/>
                </a:cubicBezTo>
                <a:cubicBezTo>
                  <a:pt x="523619" y="96677"/>
                  <a:pt x="513805" y="100576"/>
                  <a:pt x="500950" y="100576"/>
                </a:cubicBezTo>
                <a:cubicBezTo>
                  <a:pt x="494593" y="100576"/>
                  <a:pt x="490265" y="99788"/>
                  <a:pt x="487968" y="98211"/>
                </a:cubicBezTo>
                <a:cubicBezTo>
                  <a:pt x="485671" y="96635"/>
                  <a:pt x="484522" y="94942"/>
                  <a:pt x="484522" y="93134"/>
                </a:cubicBezTo>
                <a:cubicBezTo>
                  <a:pt x="484522" y="91789"/>
                  <a:pt x="485068" y="90607"/>
                  <a:pt x="486158" y="89586"/>
                </a:cubicBezTo>
                <a:cubicBezTo>
                  <a:pt x="487249" y="88566"/>
                  <a:pt x="488560" y="88056"/>
                  <a:pt x="490091" y="88056"/>
                </a:cubicBezTo>
                <a:cubicBezTo>
                  <a:pt x="491251" y="88056"/>
                  <a:pt x="492435" y="88242"/>
                  <a:pt x="493641" y="88613"/>
                </a:cubicBezTo>
                <a:cubicBezTo>
                  <a:pt x="494430" y="88845"/>
                  <a:pt x="496217" y="89691"/>
                  <a:pt x="499001" y="91151"/>
                </a:cubicBezTo>
                <a:cubicBezTo>
                  <a:pt x="501785" y="92612"/>
                  <a:pt x="503711" y="93482"/>
                  <a:pt x="504779" y="93760"/>
                </a:cubicBezTo>
                <a:cubicBezTo>
                  <a:pt x="506496" y="94270"/>
                  <a:pt x="508329" y="94525"/>
                  <a:pt x="510278" y="94525"/>
                </a:cubicBezTo>
                <a:cubicBezTo>
                  <a:pt x="515011" y="94525"/>
                  <a:pt x="519130" y="92690"/>
                  <a:pt x="522633" y="89021"/>
                </a:cubicBezTo>
                <a:cubicBezTo>
                  <a:pt x="526137" y="85352"/>
                  <a:pt x="527889" y="81009"/>
                  <a:pt x="527889" y="75993"/>
                </a:cubicBezTo>
                <a:cubicBezTo>
                  <a:pt x="527889" y="72324"/>
                  <a:pt x="527077" y="68748"/>
                  <a:pt x="525453" y="65264"/>
                </a:cubicBezTo>
                <a:cubicBezTo>
                  <a:pt x="524246" y="62663"/>
                  <a:pt x="522923" y="60689"/>
                  <a:pt x="521485" y="59343"/>
                </a:cubicBezTo>
                <a:cubicBezTo>
                  <a:pt x="519489" y="57484"/>
                  <a:pt x="516751" y="55800"/>
                  <a:pt x="513271" y="54292"/>
                </a:cubicBezTo>
                <a:cubicBezTo>
                  <a:pt x="509790" y="52782"/>
                  <a:pt x="506240" y="52027"/>
                  <a:pt x="502621" y="52027"/>
                </a:cubicBezTo>
                <a:lnTo>
                  <a:pt x="500393" y="52027"/>
                </a:lnTo>
                <a:lnTo>
                  <a:pt x="500393" y="49940"/>
                </a:lnTo>
                <a:cubicBezTo>
                  <a:pt x="504059" y="49477"/>
                  <a:pt x="507737" y="48155"/>
                  <a:pt x="511426" y="45976"/>
                </a:cubicBezTo>
                <a:cubicBezTo>
                  <a:pt x="515116" y="43796"/>
                  <a:pt x="517796" y="41176"/>
                  <a:pt x="519466" y="38116"/>
                </a:cubicBezTo>
                <a:cubicBezTo>
                  <a:pt x="521137" y="35056"/>
                  <a:pt x="521972" y="31694"/>
                  <a:pt x="521972" y="28031"/>
                </a:cubicBezTo>
                <a:cubicBezTo>
                  <a:pt x="521972" y="23254"/>
                  <a:pt x="520475" y="19394"/>
                  <a:pt x="517482" y="16450"/>
                </a:cubicBezTo>
                <a:cubicBezTo>
                  <a:pt x="514489" y="13505"/>
                  <a:pt x="510765" y="12033"/>
                  <a:pt x="506310" y="12033"/>
                </a:cubicBezTo>
                <a:cubicBezTo>
                  <a:pt x="499117" y="12033"/>
                  <a:pt x="493108" y="15882"/>
                  <a:pt x="488281" y="23579"/>
                </a:cubicBezTo>
                <a:lnTo>
                  <a:pt x="485984" y="224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1E854-04D0-40F5-9871-688F92D3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0076" y="3085275"/>
            <a:ext cx="234204" cy="148913"/>
          </a:xfrm>
          <a:custGeom xmlns:a="http://schemas.openxmlformats.org/drawingml/2006/main">
            <a:pathLst>
              <a:path w="234204" h="148913">
                <a:moveTo>
                  <a:pt x="39830" y="3731"/>
                </a:moveTo>
                <a:lnTo>
                  <a:pt x="0" y="0"/>
                </a:lnTo>
                <a:lnTo>
                  <a:pt x="20916" y="34096"/>
                </a:lnTo>
                <a:lnTo>
                  <a:pt x="27222" y="23972"/>
                </a:lnTo>
                <a:lnTo>
                  <a:pt x="227888" y="148913"/>
                </a:lnTo>
                <a:lnTo>
                  <a:pt x="234204" y="138780"/>
                </a:lnTo>
                <a:lnTo>
                  <a:pt x="33527" y="13850"/>
                </a:lnTo>
                <a:lnTo>
                  <a:pt x="39830" y="3731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4F12BF-F11F-4770-B512-D8C216FA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0780" y="3451659"/>
            <a:ext cx="160330" cy="174947"/>
          </a:xfrm>
          <a:custGeom xmlns:a="http://schemas.openxmlformats.org/drawingml/2006/main">
            <a:pathLst>
              <a:path w="160330" h="174947">
                <a:moveTo>
                  <a:pt x="149444" y="38478"/>
                </a:moveTo>
                <a:lnTo>
                  <a:pt x="160330" y="0"/>
                </a:lnTo>
                <a:lnTo>
                  <a:pt x="122999" y="14378"/>
                </a:lnTo>
                <a:lnTo>
                  <a:pt x="131816" y="22413"/>
                </a:lnTo>
                <a:lnTo>
                  <a:pt x="0" y="166919"/>
                </a:lnTo>
                <a:lnTo>
                  <a:pt x="8815" y="174947"/>
                </a:lnTo>
                <a:lnTo>
                  <a:pt x="140628" y="30444"/>
                </a:lnTo>
                <a:lnTo>
                  <a:pt x="149444" y="38478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12A29-7723-4E46-9865-65003C83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740" y="3812546"/>
            <a:ext cx="72676" cy="217310"/>
          </a:xfrm>
          <a:custGeom xmlns:a="http://schemas.openxmlformats.org/drawingml/2006/main">
            <a:pathLst>
              <a:path w="72676" h="217310">
                <a:moveTo>
                  <a:pt x="34507" y="29765"/>
                </a:moveTo>
                <a:lnTo>
                  <a:pt x="7788" y="0"/>
                </a:lnTo>
                <a:lnTo>
                  <a:pt x="0" y="39214"/>
                </a:lnTo>
                <a:lnTo>
                  <a:pt x="11503" y="36064"/>
                </a:lnTo>
                <a:lnTo>
                  <a:pt x="61157" y="217310"/>
                </a:lnTo>
                <a:lnTo>
                  <a:pt x="72676" y="214144"/>
                </a:lnTo>
                <a:lnTo>
                  <a:pt x="23006" y="32914"/>
                </a:lnTo>
                <a:lnTo>
                  <a:pt x="34507" y="29765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A3E110-125E-4FA7-92BB-D8FB5BDB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4879" y="3085275"/>
            <a:ext cx="289901" cy="407953"/>
          </a:xfrm>
          <a:custGeom xmlns:a="http://schemas.openxmlformats.org/drawingml/2006/main">
            <a:pathLst>
              <a:path w="289901" h="407953">
                <a:moveTo>
                  <a:pt x="254675" y="18948"/>
                </a:moveTo>
                <a:lnTo>
                  <a:pt x="264421" y="25808"/>
                </a:lnTo>
                <a:lnTo>
                  <a:pt x="240383" y="59925"/>
                </a:lnTo>
                <a:lnTo>
                  <a:pt x="250139" y="66788"/>
                </a:lnTo>
                <a:lnTo>
                  <a:pt x="274175" y="32674"/>
                </a:lnTo>
                <a:lnTo>
                  <a:pt x="283927" y="39539"/>
                </a:lnTo>
                <a:lnTo>
                  <a:pt x="289901" y="0"/>
                </a:lnTo>
                <a:lnTo>
                  <a:pt x="254675" y="18948"/>
                </a:lnTo>
                <a:close/>
                <a:moveTo>
                  <a:pt x="229531" y="96023"/>
                </a:moveTo>
                <a:lnTo>
                  <a:pt x="219775" y="89177"/>
                </a:lnTo>
                <a:lnTo>
                  <a:pt x="192303" y="128151"/>
                </a:lnTo>
                <a:lnTo>
                  <a:pt x="202059" y="135014"/>
                </a:lnTo>
                <a:lnTo>
                  <a:pt x="229531" y="96023"/>
                </a:lnTo>
                <a:close/>
                <a:moveTo>
                  <a:pt x="181451" y="164266"/>
                </a:moveTo>
                <a:lnTo>
                  <a:pt x="171695" y="157403"/>
                </a:lnTo>
                <a:lnTo>
                  <a:pt x="144223" y="196394"/>
                </a:lnTo>
                <a:lnTo>
                  <a:pt x="153979" y="203258"/>
                </a:lnTo>
                <a:lnTo>
                  <a:pt x="181451" y="164266"/>
                </a:lnTo>
                <a:close/>
                <a:moveTo>
                  <a:pt x="133388" y="232492"/>
                </a:moveTo>
                <a:lnTo>
                  <a:pt x="123632" y="225646"/>
                </a:lnTo>
                <a:lnTo>
                  <a:pt x="96160" y="264620"/>
                </a:lnTo>
                <a:lnTo>
                  <a:pt x="105916" y="271484"/>
                </a:lnTo>
                <a:lnTo>
                  <a:pt x="133388" y="232492"/>
                </a:lnTo>
                <a:close/>
                <a:moveTo>
                  <a:pt x="85308" y="300736"/>
                </a:moveTo>
                <a:lnTo>
                  <a:pt x="75552" y="293872"/>
                </a:lnTo>
                <a:lnTo>
                  <a:pt x="48080" y="332863"/>
                </a:lnTo>
                <a:lnTo>
                  <a:pt x="57836" y="339727"/>
                </a:lnTo>
                <a:lnTo>
                  <a:pt x="85308" y="300736"/>
                </a:lnTo>
                <a:close/>
                <a:moveTo>
                  <a:pt x="37228" y="368962"/>
                </a:moveTo>
                <a:lnTo>
                  <a:pt x="27472" y="362115"/>
                </a:lnTo>
                <a:lnTo>
                  <a:pt x="0" y="401089"/>
                </a:lnTo>
                <a:lnTo>
                  <a:pt x="9756" y="407953"/>
                </a:lnTo>
                <a:lnTo>
                  <a:pt x="37228" y="368962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74307-D94C-49F7-B985-FE95CF35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7151" y="3714196"/>
            <a:ext cx="353351" cy="755142"/>
          </a:xfrm>
          <a:custGeom xmlns:a="http://schemas.openxmlformats.org/drawingml/2006/main">
            <a:pathLst>
              <a:path w="353351" h="755142">
                <a:moveTo>
                  <a:pt x="0" y="39950"/>
                </a:moveTo>
                <a:lnTo>
                  <a:pt x="10842" y="34968"/>
                </a:lnTo>
                <a:lnTo>
                  <a:pt x="28293" y="72882"/>
                </a:lnTo>
                <a:lnTo>
                  <a:pt x="39128" y="67901"/>
                </a:lnTo>
                <a:lnTo>
                  <a:pt x="21678" y="29989"/>
                </a:lnTo>
                <a:lnTo>
                  <a:pt x="32521" y="25007"/>
                </a:lnTo>
                <a:lnTo>
                  <a:pt x="1301" y="0"/>
                </a:lnTo>
                <a:lnTo>
                  <a:pt x="0" y="39950"/>
                </a:lnTo>
                <a:close/>
                <a:moveTo>
                  <a:pt x="74046" y="143710"/>
                </a:moveTo>
                <a:lnTo>
                  <a:pt x="54105" y="100388"/>
                </a:lnTo>
                <a:lnTo>
                  <a:pt x="43253" y="105369"/>
                </a:lnTo>
                <a:lnTo>
                  <a:pt x="63211" y="148690"/>
                </a:lnTo>
                <a:lnTo>
                  <a:pt x="74046" y="143710"/>
                </a:lnTo>
                <a:close/>
                <a:moveTo>
                  <a:pt x="89005" y="176196"/>
                </a:moveTo>
                <a:lnTo>
                  <a:pt x="78171" y="181177"/>
                </a:lnTo>
                <a:lnTo>
                  <a:pt x="98128" y="224499"/>
                </a:lnTo>
                <a:lnTo>
                  <a:pt x="108963" y="219501"/>
                </a:lnTo>
                <a:lnTo>
                  <a:pt x="89005" y="176196"/>
                </a:lnTo>
                <a:close/>
                <a:moveTo>
                  <a:pt x="123923" y="252005"/>
                </a:moveTo>
                <a:lnTo>
                  <a:pt x="113088" y="256986"/>
                </a:lnTo>
                <a:lnTo>
                  <a:pt x="133046" y="300291"/>
                </a:lnTo>
                <a:lnTo>
                  <a:pt x="143881" y="295327"/>
                </a:lnTo>
                <a:lnTo>
                  <a:pt x="123923" y="252005"/>
                </a:lnTo>
                <a:close/>
                <a:moveTo>
                  <a:pt x="178798" y="371135"/>
                </a:moveTo>
                <a:lnTo>
                  <a:pt x="158840" y="327814"/>
                </a:lnTo>
                <a:lnTo>
                  <a:pt x="148006" y="332795"/>
                </a:lnTo>
                <a:lnTo>
                  <a:pt x="167963" y="376116"/>
                </a:lnTo>
                <a:lnTo>
                  <a:pt x="178798" y="371135"/>
                </a:lnTo>
                <a:close/>
                <a:moveTo>
                  <a:pt x="193758" y="403605"/>
                </a:moveTo>
                <a:lnTo>
                  <a:pt x="182923" y="408603"/>
                </a:lnTo>
                <a:lnTo>
                  <a:pt x="202864" y="451925"/>
                </a:lnTo>
                <a:lnTo>
                  <a:pt x="213716" y="446927"/>
                </a:lnTo>
                <a:lnTo>
                  <a:pt x="193758" y="403605"/>
                </a:lnTo>
                <a:close/>
                <a:moveTo>
                  <a:pt x="228675" y="479431"/>
                </a:moveTo>
                <a:lnTo>
                  <a:pt x="217841" y="484395"/>
                </a:lnTo>
                <a:lnTo>
                  <a:pt x="237781" y="527716"/>
                </a:lnTo>
                <a:lnTo>
                  <a:pt x="248616" y="522736"/>
                </a:lnTo>
                <a:lnTo>
                  <a:pt x="228675" y="479431"/>
                </a:lnTo>
                <a:close/>
                <a:moveTo>
                  <a:pt x="283534" y="598544"/>
                </a:moveTo>
                <a:lnTo>
                  <a:pt x="263593" y="555223"/>
                </a:lnTo>
                <a:lnTo>
                  <a:pt x="252741" y="560221"/>
                </a:lnTo>
                <a:lnTo>
                  <a:pt x="272699" y="603525"/>
                </a:lnTo>
                <a:lnTo>
                  <a:pt x="283534" y="598544"/>
                </a:lnTo>
                <a:close/>
                <a:moveTo>
                  <a:pt x="298493" y="631031"/>
                </a:moveTo>
                <a:lnTo>
                  <a:pt x="287659" y="636012"/>
                </a:lnTo>
                <a:lnTo>
                  <a:pt x="307599" y="679334"/>
                </a:lnTo>
                <a:lnTo>
                  <a:pt x="318451" y="674353"/>
                </a:lnTo>
                <a:lnTo>
                  <a:pt x="298493" y="631031"/>
                </a:lnTo>
                <a:close/>
                <a:moveTo>
                  <a:pt x="333411" y="706840"/>
                </a:moveTo>
                <a:lnTo>
                  <a:pt x="322576" y="711821"/>
                </a:lnTo>
                <a:lnTo>
                  <a:pt x="342517" y="755142"/>
                </a:lnTo>
                <a:lnTo>
                  <a:pt x="353351" y="750162"/>
                </a:lnTo>
                <a:lnTo>
                  <a:pt x="333411" y="706840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2AD6D-5EFD-44DB-BDD5-E55892E3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4652" y="4688927"/>
            <a:ext cx="35773" cy="143761"/>
          </a:xfrm>
          <a:custGeom xmlns:a="http://schemas.openxmlformats.org/drawingml/2006/main">
            <a:pathLst>
              <a:path w="35773" h="143761">
                <a:moveTo>
                  <a:pt x="35773" y="35756"/>
                </a:moveTo>
                <a:lnTo>
                  <a:pt x="17887" y="0"/>
                </a:lnTo>
                <a:lnTo>
                  <a:pt x="0" y="35756"/>
                </a:lnTo>
                <a:lnTo>
                  <a:pt x="11930" y="35756"/>
                </a:lnTo>
                <a:lnTo>
                  <a:pt x="11930" y="143761"/>
                </a:lnTo>
                <a:lnTo>
                  <a:pt x="23860" y="143761"/>
                </a:lnTo>
                <a:lnTo>
                  <a:pt x="23860" y="35756"/>
                </a:lnTo>
                <a:lnTo>
                  <a:pt x="35773" y="35756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B060F-DA55-4C7D-A8DF-D44E78FE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779" y="4250808"/>
            <a:ext cx="72676" cy="217156"/>
          </a:xfrm>
          <a:custGeom xmlns:a="http://schemas.openxmlformats.org/drawingml/2006/main">
            <a:pathLst>
              <a:path w="72676" h="217156">
                <a:moveTo>
                  <a:pt x="72676" y="39214"/>
                </a:moveTo>
                <a:lnTo>
                  <a:pt x="64888" y="0"/>
                </a:lnTo>
                <a:lnTo>
                  <a:pt x="38170" y="29765"/>
                </a:lnTo>
                <a:lnTo>
                  <a:pt x="49669" y="32914"/>
                </a:lnTo>
                <a:lnTo>
                  <a:pt x="0" y="214007"/>
                </a:lnTo>
                <a:lnTo>
                  <a:pt x="11519" y="217156"/>
                </a:lnTo>
                <a:lnTo>
                  <a:pt x="61172" y="36064"/>
                </a:lnTo>
                <a:lnTo>
                  <a:pt x="72676" y="39214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D9165-D81D-4B05-9D5A-2840C209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064" y="4021332"/>
            <a:ext cx="787561" cy="222531"/>
          </a:xfrm>
          <a:custGeom xmlns:a="http://schemas.openxmlformats.org/drawingml/2006/main">
            <a:pathLst>
              <a:path w="787561" h="222531">
                <a:moveTo>
                  <a:pt x="0" y="37091"/>
                </a:moveTo>
                <a:cubicBezTo>
                  <a:pt x="0" y="16603"/>
                  <a:pt x="16620" y="0"/>
                  <a:pt x="37108" y="0"/>
                </a:cubicBezTo>
                <a:lnTo>
                  <a:pt x="750453" y="0"/>
                </a:lnTo>
                <a:cubicBezTo>
                  <a:pt x="770941" y="0"/>
                  <a:pt x="787561" y="16603"/>
                  <a:pt x="787561" y="37091"/>
                </a:cubicBezTo>
                <a:lnTo>
                  <a:pt x="787561" y="185439"/>
                </a:lnTo>
                <a:cubicBezTo>
                  <a:pt x="787561" y="205928"/>
                  <a:pt x="770941" y="222531"/>
                  <a:pt x="750453" y="222531"/>
                </a:cubicBezTo>
                <a:lnTo>
                  <a:pt x="37108" y="222531"/>
                </a:lnTo>
                <a:cubicBezTo>
                  <a:pt x="16620" y="222531"/>
                  <a:pt x="0" y="205928"/>
                  <a:pt x="0" y="185439"/>
                </a:cubicBezTo>
                <a:lnTo>
                  <a:pt x="0" y="37091"/>
                </a:lnTo>
                <a:close/>
              </a:path>
            </a:pathLst>
          </a:custGeom>
          <a:solidFill xmlns:a="http://schemas.openxmlformats.org/drawingml/2006/main">
            <a:srgbClr val="DEEBF7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C8ACA-79DA-4607-AB60-EF6F25EE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063" y="4021333"/>
            <a:ext cx="787529" cy="222526"/>
          </a:xfrm>
          <a:custGeom xmlns:a="http://schemas.openxmlformats.org/drawingml/2006/main">
            <a:pathLst>
              <a:path w="787529" h="222526" fill="none">
                <a:moveTo>
                  <a:pt x="0" y="37089"/>
                </a:moveTo>
                <a:cubicBezTo>
                  <a:pt x="0" y="16605"/>
                  <a:pt x="16618" y="0"/>
                  <a:pt x="37117" y="0"/>
                </a:cubicBezTo>
                <a:lnTo>
                  <a:pt x="750413" y="0"/>
                </a:lnTo>
                <a:cubicBezTo>
                  <a:pt x="770911" y="0"/>
                  <a:pt x="787529" y="16605"/>
                  <a:pt x="787529" y="37089"/>
                </a:cubicBezTo>
                <a:lnTo>
                  <a:pt x="787529" y="185437"/>
                </a:lnTo>
                <a:cubicBezTo>
                  <a:pt x="787529" y="205921"/>
                  <a:pt x="770911" y="222526"/>
                  <a:pt x="750413" y="222526"/>
                </a:cubicBezTo>
                <a:lnTo>
                  <a:pt x="37117" y="222526"/>
                </a:lnTo>
                <a:cubicBezTo>
                  <a:pt x="16618" y="222526"/>
                  <a:pt x="0" y="205921"/>
                  <a:pt x="0" y="185437"/>
                </a:cubicBezTo>
                <a:lnTo>
                  <a:pt x="0" y="370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256" cap="flat">
            <a:solidFill>
              <a:srgbClr val="2E75B6"/>
            </a:solidFill>
            <a:custDash>
              <a:ds d="465103" sp="348827"/>
            </a:custDash>
            <a:miter/>
          </a:ln>
        </p:spPr>
      </p:sp>
      <p:pic>
        <p:nvPicPr>
          <p:cNvPr id="5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67759c0d34106"/>
          <a:stretch xmlns:a="http://schemas.openxmlformats.org/drawingml/2006/main"/>
        </p:blipFill>
        <p:spPr>
          <a:xfrm xmlns:a="http://schemas.openxmlformats.org/drawingml/2006/main">
            <a:off x="9561602" y="4000950"/>
            <a:ext cx="760027" cy="304824"/>
          </a:xfrm>
          <a:prstGeom xmlns:a="http://schemas.openxmlformats.org/drawingml/2006/main" prst="rect">
            <a:avLst/>
          </a:prstGeom>
        </p:spPr>
      </p:pic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6BBAF-D8C7-4CE0-853B-DC149A21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7826" y="3812541"/>
            <a:ext cx="267478" cy="199509"/>
          </a:xfrm>
          <a:custGeom xmlns:a="http://schemas.openxmlformats.org/drawingml/2006/main">
            <a:pathLst>
              <a:path w="267478" h="199509">
                <a:moveTo>
                  <a:pt x="0" y="0"/>
                </a:moveTo>
                <a:lnTo>
                  <a:pt x="18178" y="35619"/>
                </a:lnTo>
                <a:lnTo>
                  <a:pt x="25257" y="26035"/>
                </a:lnTo>
                <a:lnTo>
                  <a:pt x="58846" y="50819"/>
                </a:lnTo>
                <a:lnTo>
                  <a:pt x="65932" y="41216"/>
                </a:lnTo>
                <a:lnTo>
                  <a:pt x="32341" y="16446"/>
                </a:lnTo>
                <a:lnTo>
                  <a:pt x="39419" y="6864"/>
                </a:lnTo>
                <a:lnTo>
                  <a:pt x="0" y="0"/>
                </a:lnTo>
                <a:close/>
                <a:moveTo>
                  <a:pt x="126028" y="100388"/>
                </a:moveTo>
                <a:lnTo>
                  <a:pt x="133114" y="90786"/>
                </a:lnTo>
                <a:lnTo>
                  <a:pt x="94722" y="62475"/>
                </a:lnTo>
                <a:lnTo>
                  <a:pt x="87636" y="72060"/>
                </a:lnTo>
                <a:lnTo>
                  <a:pt x="126028" y="100388"/>
                </a:lnTo>
                <a:close/>
                <a:moveTo>
                  <a:pt x="200296" y="140372"/>
                </a:moveTo>
                <a:lnTo>
                  <a:pt x="161904" y="112027"/>
                </a:lnTo>
                <a:lnTo>
                  <a:pt x="154818" y="121629"/>
                </a:lnTo>
                <a:lnTo>
                  <a:pt x="193210" y="149957"/>
                </a:lnTo>
                <a:lnTo>
                  <a:pt x="200296" y="140372"/>
                </a:lnTo>
                <a:close/>
                <a:moveTo>
                  <a:pt x="267478" y="189924"/>
                </a:moveTo>
                <a:lnTo>
                  <a:pt x="229103" y="161596"/>
                </a:lnTo>
                <a:lnTo>
                  <a:pt x="222017" y="171198"/>
                </a:lnTo>
                <a:lnTo>
                  <a:pt x="260392" y="199509"/>
                </a:lnTo>
                <a:lnTo>
                  <a:pt x="267478" y="189924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53D9EA-E608-4D7E-BDB7-D4A6B1DD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928" y="4241045"/>
            <a:ext cx="613915" cy="261779"/>
          </a:xfrm>
          <a:custGeom xmlns:a="http://schemas.openxmlformats.org/drawingml/2006/main">
            <a:pathLst>
              <a:path w="613915" h="261779">
                <a:moveTo>
                  <a:pt x="613915" y="2824"/>
                </a:moveTo>
                <a:lnTo>
                  <a:pt x="573999" y="0"/>
                </a:lnTo>
                <a:lnTo>
                  <a:pt x="578570" y="11013"/>
                </a:lnTo>
                <a:lnTo>
                  <a:pt x="540006" y="26993"/>
                </a:lnTo>
                <a:lnTo>
                  <a:pt x="544576" y="37998"/>
                </a:lnTo>
                <a:lnTo>
                  <a:pt x="583138" y="22020"/>
                </a:lnTo>
                <a:lnTo>
                  <a:pt x="587710" y="33035"/>
                </a:lnTo>
                <a:lnTo>
                  <a:pt x="613915" y="2824"/>
                </a:lnTo>
                <a:close/>
                <a:moveTo>
                  <a:pt x="506937" y="40686"/>
                </a:moveTo>
                <a:lnTo>
                  <a:pt x="462862" y="58966"/>
                </a:lnTo>
                <a:lnTo>
                  <a:pt x="467432" y="69972"/>
                </a:lnTo>
                <a:lnTo>
                  <a:pt x="511507" y="51709"/>
                </a:lnTo>
                <a:lnTo>
                  <a:pt x="506937" y="40686"/>
                </a:lnTo>
                <a:close/>
                <a:moveTo>
                  <a:pt x="429793" y="72659"/>
                </a:moveTo>
                <a:lnTo>
                  <a:pt x="385719" y="90940"/>
                </a:lnTo>
                <a:lnTo>
                  <a:pt x="390289" y="101945"/>
                </a:lnTo>
                <a:lnTo>
                  <a:pt x="434364" y="83682"/>
                </a:lnTo>
                <a:lnTo>
                  <a:pt x="429793" y="72659"/>
                </a:lnTo>
                <a:close/>
                <a:moveTo>
                  <a:pt x="357220" y="115639"/>
                </a:moveTo>
                <a:lnTo>
                  <a:pt x="352650" y="104633"/>
                </a:lnTo>
                <a:lnTo>
                  <a:pt x="308558" y="122896"/>
                </a:lnTo>
                <a:lnTo>
                  <a:pt x="313145" y="133902"/>
                </a:lnTo>
                <a:lnTo>
                  <a:pt x="357220" y="115639"/>
                </a:lnTo>
                <a:close/>
                <a:moveTo>
                  <a:pt x="280076" y="147612"/>
                </a:moveTo>
                <a:lnTo>
                  <a:pt x="275506" y="136589"/>
                </a:lnTo>
                <a:lnTo>
                  <a:pt x="231414" y="154869"/>
                </a:lnTo>
                <a:lnTo>
                  <a:pt x="236001" y="165875"/>
                </a:lnTo>
                <a:lnTo>
                  <a:pt x="280076" y="147612"/>
                </a:lnTo>
                <a:close/>
                <a:moveTo>
                  <a:pt x="202932" y="179568"/>
                </a:moveTo>
                <a:lnTo>
                  <a:pt x="198362" y="168563"/>
                </a:lnTo>
                <a:lnTo>
                  <a:pt x="154287" y="186826"/>
                </a:lnTo>
                <a:lnTo>
                  <a:pt x="158840" y="197849"/>
                </a:lnTo>
                <a:lnTo>
                  <a:pt x="202932" y="179568"/>
                </a:lnTo>
                <a:close/>
                <a:moveTo>
                  <a:pt x="121219" y="200536"/>
                </a:moveTo>
                <a:lnTo>
                  <a:pt x="77144" y="218799"/>
                </a:lnTo>
                <a:lnTo>
                  <a:pt x="81697" y="229805"/>
                </a:lnTo>
                <a:lnTo>
                  <a:pt x="125789" y="211542"/>
                </a:lnTo>
                <a:lnTo>
                  <a:pt x="121219" y="200536"/>
                </a:lnTo>
                <a:close/>
                <a:moveTo>
                  <a:pt x="44075" y="232492"/>
                </a:moveTo>
                <a:lnTo>
                  <a:pt x="0" y="250756"/>
                </a:lnTo>
                <a:lnTo>
                  <a:pt x="4570" y="261779"/>
                </a:lnTo>
                <a:lnTo>
                  <a:pt x="48645" y="243515"/>
                </a:lnTo>
                <a:lnTo>
                  <a:pt x="44075" y="232492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89D160-3E16-472E-B202-14BB0C2B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604" y="2850551"/>
            <a:ext cx="2564040" cy="2256424"/>
          </a:xfrm>
          <a:custGeom xmlns:a="http://schemas.openxmlformats.org/drawingml/2006/main">
            <a:pathLst>
              <a:path w="2564040" h="2256424" fill="none">
                <a:moveTo>
                  <a:pt x="136931" y="0"/>
                </a:moveTo>
                <a:cubicBezTo>
                  <a:pt x="61311" y="0"/>
                  <a:pt x="0" y="61311"/>
                  <a:pt x="0" y="136931"/>
                </a:cubicBezTo>
                <a:lnTo>
                  <a:pt x="0" y="2119493"/>
                </a:lnTo>
                <a:cubicBezTo>
                  <a:pt x="0" y="2195113"/>
                  <a:pt x="61311" y="2256424"/>
                  <a:pt x="136931" y="2256424"/>
                </a:cubicBezTo>
                <a:lnTo>
                  <a:pt x="2427109" y="2256424"/>
                </a:lnTo>
                <a:cubicBezTo>
                  <a:pt x="2502729" y="2256424"/>
                  <a:pt x="2564040" y="2195113"/>
                  <a:pt x="2564040" y="2119493"/>
                </a:cubicBezTo>
                <a:lnTo>
                  <a:pt x="2564040" y="136931"/>
                </a:lnTo>
                <a:cubicBezTo>
                  <a:pt x="2564040" y="61311"/>
                  <a:pt x="2502729" y="0"/>
                  <a:pt x="2427109" y="0"/>
                </a:cubicBezTo>
                <a:lnTo>
                  <a:pt x="1369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47" cap="flat">
            <a:solidFill>
              <a:srgbClr val="231F20"/>
            </a:solidFill>
            <a:miter/>
          </a:ln>
        </p:spPr>
      </p:sp>
      <p:sp>
        <p:nvSpPr>
          <p:cNvPr id="224" name="Text ChannelModuleGraph">
            <a:extLst xmlns:a="http://schemas.openxmlformats.org/drawingml/2006/main">
              <a:ext uri="{FF2B5EF4-FFF2-40B4-BE49-F238E27FC236}">
                <a16:creationId xmlns:a16="http://schemas.microsoft.com/office/drawing/2014/main" id="{46DB31C5-543C-4CBE-B2DE-FD719495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5917" y="5127309"/>
            <a:ext cx="1930840" cy="186542"/>
          </a:xfrm>
          <a:custGeom xmlns:a="http://schemas.openxmlformats.org/drawingml/2006/main">
            <a:pathLst>
              <a:path w="1930840" h="186542">
                <a:moveTo>
                  <a:pt x="116238" y="3611"/>
                </a:moveTo>
                <a:lnTo>
                  <a:pt x="119347" y="49945"/>
                </a:lnTo>
                <a:lnTo>
                  <a:pt x="116238" y="49945"/>
                </a:lnTo>
                <a:cubicBezTo>
                  <a:pt x="112093" y="36069"/>
                  <a:pt x="106175" y="26082"/>
                  <a:pt x="98486" y="19983"/>
                </a:cubicBezTo>
                <a:cubicBezTo>
                  <a:pt x="90797" y="13882"/>
                  <a:pt x="81570" y="10831"/>
                  <a:pt x="70806" y="10831"/>
                </a:cubicBezTo>
                <a:cubicBezTo>
                  <a:pt x="61780" y="10831"/>
                  <a:pt x="53623" y="13118"/>
                  <a:pt x="46335" y="17692"/>
                </a:cubicBezTo>
                <a:cubicBezTo>
                  <a:pt x="39047" y="22264"/>
                  <a:pt x="33314" y="29557"/>
                  <a:pt x="29135" y="39571"/>
                </a:cubicBezTo>
                <a:cubicBezTo>
                  <a:pt x="24956" y="49584"/>
                  <a:pt x="22866" y="62032"/>
                  <a:pt x="22866" y="76917"/>
                </a:cubicBezTo>
                <a:cubicBezTo>
                  <a:pt x="22866" y="89201"/>
                  <a:pt x="24839" y="99849"/>
                  <a:pt x="28784" y="108860"/>
                </a:cubicBezTo>
                <a:cubicBezTo>
                  <a:pt x="32728" y="117872"/>
                  <a:pt x="38662" y="124781"/>
                  <a:pt x="46585" y="129589"/>
                </a:cubicBezTo>
                <a:cubicBezTo>
                  <a:pt x="54508" y="134395"/>
                  <a:pt x="63551" y="136798"/>
                  <a:pt x="73714" y="136798"/>
                </a:cubicBezTo>
                <a:cubicBezTo>
                  <a:pt x="82540" y="136798"/>
                  <a:pt x="90329" y="134903"/>
                  <a:pt x="97082" y="131112"/>
                </a:cubicBezTo>
                <a:cubicBezTo>
                  <a:pt x="103835" y="127320"/>
                  <a:pt x="111257" y="119788"/>
                  <a:pt x="119347" y="108515"/>
                </a:cubicBezTo>
                <a:lnTo>
                  <a:pt x="122456" y="110521"/>
                </a:lnTo>
                <a:cubicBezTo>
                  <a:pt x="115636" y="122659"/>
                  <a:pt x="107680" y="131544"/>
                  <a:pt x="98587" y="137177"/>
                </a:cubicBezTo>
                <a:cubicBezTo>
                  <a:pt x="89493" y="142808"/>
                  <a:pt x="78695" y="145623"/>
                  <a:pt x="66192" y="145623"/>
                </a:cubicBezTo>
                <a:cubicBezTo>
                  <a:pt x="43660" y="145623"/>
                  <a:pt x="26210" y="137277"/>
                  <a:pt x="13840" y="120585"/>
                </a:cubicBezTo>
                <a:cubicBezTo>
                  <a:pt x="4613" y="108168"/>
                  <a:pt x="0" y="93546"/>
                  <a:pt x="0" y="76720"/>
                </a:cubicBezTo>
                <a:cubicBezTo>
                  <a:pt x="0" y="63166"/>
                  <a:pt x="3042" y="50714"/>
                  <a:pt x="9127" y="39364"/>
                </a:cubicBezTo>
                <a:cubicBezTo>
                  <a:pt x="15211" y="28015"/>
                  <a:pt x="23585" y="19218"/>
                  <a:pt x="34250" y="12975"/>
                </a:cubicBezTo>
                <a:cubicBezTo>
                  <a:pt x="44914" y="6732"/>
                  <a:pt x="56564" y="3611"/>
                  <a:pt x="69201" y="3611"/>
                </a:cubicBezTo>
                <a:cubicBezTo>
                  <a:pt x="79030" y="3611"/>
                  <a:pt x="88725" y="6017"/>
                  <a:pt x="98286" y="10831"/>
                </a:cubicBezTo>
                <a:cubicBezTo>
                  <a:pt x="101094" y="12302"/>
                  <a:pt x="103100" y="13038"/>
                  <a:pt x="104303" y="13038"/>
                </a:cubicBezTo>
                <a:cubicBezTo>
                  <a:pt x="106108" y="13038"/>
                  <a:pt x="107680" y="12403"/>
                  <a:pt x="109017" y="11132"/>
                </a:cubicBezTo>
                <a:cubicBezTo>
                  <a:pt x="110755" y="9327"/>
                  <a:pt x="111992" y="6820"/>
                  <a:pt x="112728" y="3611"/>
                </a:cubicBezTo>
                <a:lnTo>
                  <a:pt x="116238" y="3611"/>
                </a:lnTo>
                <a:close/>
                <a:moveTo>
                  <a:pt x="162975" y="0"/>
                </a:moveTo>
                <a:lnTo>
                  <a:pt x="162975" y="67380"/>
                </a:lnTo>
                <a:cubicBezTo>
                  <a:pt x="170397" y="59188"/>
                  <a:pt x="176281" y="53933"/>
                  <a:pt x="180627" y="51616"/>
                </a:cubicBezTo>
                <a:cubicBezTo>
                  <a:pt x="184972" y="49299"/>
                  <a:pt x="189318" y="48140"/>
                  <a:pt x="193664" y="48140"/>
                </a:cubicBezTo>
                <a:cubicBezTo>
                  <a:pt x="198880" y="48140"/>
                  <a:pt x="203359" y="49574"/>
                  <a:pt x="207103" y="52443"/>
                </a:cubicBezTo>
                <a:cubicBezTo>
                  <a:pt x="210848" y="55310"/>
                  <a:pt x="213622" y="59810"/>
                  <a:pt x="215428" y="65945"/>
                </a:cubicBezTo>
                <a:cubicBezTo>
                  <a:pt x="216698" y="70211"/>
                  <a:pt x="217333" y="78012"/>
                  <a:pt x="217333" y="89347"/>
                </a:cubicBezTo>
                <a:lnTo>
                  <a:pt x="217333" y="121754"/>
                </a:lnTo>
                <a:cubicBezTo>
                  <a:pt x="217333" y="127604"/>
                  <a:pt x="217801" y="131606"/>
                  <a:pt x="218737" y="133758"/>
                </a:cubicBezTo>
                <a:cubicBezTo>
                  <a:pt x="219406" y="135373"/>
                  <a:pt x="220543" y="136651"/>
                  <a:pt x="222147" y="137594"/>
                </a:cubicBezTo>
                <a:cubicBezTo>
                  <a:pt x="223752" y="138534"/>
                  <a:pt x="226694" y="139004"/>
                  <a:pt x="230973" y="139004"/>
                </a:cubicBezTo>
                <a:lnTo>
                  <a:pt x="230973" y="142615"/>
                </a:lnTo>
                <a:lnTo>
                  <a:pt x="185842" y="142615"/>
                </a:lnTo>
                <a:lnTo>
                  <a:pt x="185842" y="139004"/>
                </a:lnTo>
                <a:lnTo>
                  <a:pt x="187948" y="139004"/>
                </a:lnTo>
                <a:cubicBezTo>
                  <a:pt x="192227" y="139004"/>
                  <a:pt x="195202" y="138349"/>
                  <a:pt x="196874" y="137039"/>
                </a:cubicBezTo>
                <a:cubicBezTo>
                  <a:pt x="198545" y="135727"/>
                  <a:pt x="199715" y="133793"/>
                  <a:pt x="200384" y="131238"/>
                </a:cubicBezTo>
                <a:cubicBezTo>
                  <a:pt x="200585" y="130162"/>
                  <a:pt x="200685" y="127000"/>
                  <a:pt x="200685" y="121754"/>
                </a:cubicBezTo>
                <a:lnTo>
                  <a:pt x="200685" y="89419"/>
                </a:lnTo>
                <a:cubicBezTo>
                  <a:pt x="200685" y="79438"/>
                  <a:pt x="200167" y="72885"/>
                  <a:pt x="199130" y="69759"/>
                </a:cubicBezTo>
                <a:cubicBezTo>
                  <a:pt x="198094" y="66631"/>
                  <a:pt x="196439" y="64286"/>
                  <a:pt x="194166" y="62723"/>
                </a:cubicBezTo>
                <a:cubicBezTo>
                  <a:pt x="191893" y="61158"/>
                  <a:pt x="189151" y="60376"/>
                  <a:pt x="185942" y="60376"/>
                </a:cubicBezTo>
                <a:cubicBezTo>
                  <a:pt x="182666" y="60376"/>
                  <a:pt x="179256" y="61243"/>
                  <a:pt x="175712" y="62977"/>
                </a:cubicBezTo>
                <a:cubicBezTo>
                  <a:pt x="172169" y="64711"/>
                  <a:pt x="167923" y="68213"/>
                  <a:pt x="162975" y="73482"/>
                </a:cubicBezTo>
                <a:lnTo>
                  <a:pt x="162975" y="121754"/>
                </a:lnTo>
                <a:cubicBezTo>
                  <a:pt x="162975" y="128076"/>
                  <a:pt x="163326" y="132011"/>
                  <a:pt x="164028" y="133557"/>
                </a:cubicBezTo>
                <a:cubicBezTo>
                  <a:pt x="164730" y="135103"/>
                  <a:pt x="166034" y="136398"/>
                  <a:pt x="167940" y="137440"/>
                </a:cubicBezTo>
                <a:cubicBezTo>
                  <a:pt x="169845" y="138483"/>
                  <a:pt x="173138" y="139004"/>
                  <a:pt x="177818" y="139004"/>
                </a:cubicBezTo>
                <a:lnTo>
                  <a:pt x="177818" y="142615"/>
                </a:lnTo>
                <a:lnTo>
                  <a:pt x="132286" y="142615"/>
                </a:lnTo>
                <a:lnTo>
                  <a:pt x="132286" y="139004"/>
                </a:lnTo>
                <a:cubicBezTo>
                  <a:pt x="136365" y="139004"/>
                  <a:pt x="139574" y="138365"/>
                  <a:pt x="141914" y="137086"/>
                </a:cubicBezTo>
                <a:cubicBezTo>
                  <a:pt x="143251" y="136415"/>
                  <a:pt x="144321" y="135139"/>
                  <a:pt x="145123" y="133256"/>
                </a:cubicBezTo>
                <a:cubicBezTo>
                  <a:pt x="145926" y="131371"/>
                  <a:pt x="146327" y="127537"/>
                  <a:pt x="146327" y="121754"/>
                </a:cubicBezTo>
                <a:lnTo>
                  <a:pt x="146327" y="38713"/>
                </a:lnTo>
                <a:cubicBezTo>
                  <a:pt x="146327" y="28259"/>
                  <a:pt x="146076" y="21834"/>
                  <a:pt x="145575" y="19438"/>
                </a:cubicBezTo>
                <a:cubicBezTo>
                  <a:pt x="145073" y="17041"/>
                  <a:pt x="144304" y="15409"/>
                  <a:pt x="143268" y="14542"/>
                </a:cubicBezTo>
                <a:cubicBezTo>
                  <a:pt x="142232" y="13673"/>
                  <a:pt x="140844" y="13238"/>
                  <a:pt x="139106" y="13238"/>
                </a:cubicBezTo>
                <a:cubicBezTo>
                  <a:pt x="137702" y="13238"/>
                  <a:pt x="135428" y="13773"/>
                  <a:pt x="132286" y="14843"/>
                </a:cubicBezTo>
                <a:lnTo>
                  <a:pt x="130882" y="11233"/>
                </a:lnTo>
                <a:lnTo>
                  <a:pt x="158362" y="0"/>
                </a:lnTo>
                <a:lnTo>
                  <a:pt x="162975" y="0"/>
                </a:lnTo>
                <a:close/>
                <a:moveTo>
                  <a:pt x="290746" y="129483"/>
                </a:moveTo>
                <a:cubicBezTo>
                  <a:pt x="281319" y="136768"/>
                  <a:pt x="275402" y="140979"/>
                  <a:pt x="272995" y="142113"/>
                </a:cubicBezTo>
                <a:cubicBezTo>
                  <a:pt x="269384" y="143785"/>
                  <a:pt x="265540" y="144620"/>
                  <a:pt x="261461" y="144620"/>
                </a:cubicBezTo>
                <a:cubicBezTo>
                  <a:pt x="255109" y="144620"/>
                  <a:pt x="249878" y="142447"/>
                  <a:pt x="245766" y="138101"/>
                </a:cubicBezTo>
                <a:cubicBezTo>
                  <a:pt x="241654" y="133756"/>
                  <a:pt x="239598" y="128039"/>
                  <a:pt x="239598" y="120952"/>
                </a:cubicBezTo>
                <a:cubicBezTo>
                  <a:pt x="239598" y="116472"/>
                  <a:pt x="240601" y="112594"/>
                  <a:pt x="242606" y="109318"/>
                </a:cubicBezTo>
                <a:cubicBezTo>
                  <a:pt x="245348" y="104771"/>
                  <a:pt x="250112" y="100492"/>
                  <a:pt x="256898" y="96480"/>
                </a:cubicBezTo>
                <a:cubicBezTo>
                  <a:pt x="263684" y="92469"/>
                  <a:pt x="274967" y="87588"/>
                  <a:pt x="290746" y="81838"/>
                </a:cubicBezTo>
                <a:lnTo>
                  <a:pt x="290746" y="78240"/>
                </a:lnTo>
                <a:cubicBezTo>
                  <a:pt x="290746" y="69113"/>
                  <a:pt x="289292" y="62851"/>
                  <a:pt x="286384" y="59454"/>
                </a:cubicBezTo>
                <a:cubicBezTo>
                  <a:pt x="283475" y="56057"/>
                  <a:pt x="279246" y="54358"/>
                  <a:pt x="273697" y="54358"/>
                </a:cubicBezTo>
                <a:cubicBezTo>
                  <a:pt x="269485" y="54358"/>
                  <a:pt x="266141" y="55495"/>
                  <a:pt x="263668" y="57768"/>
                </a:cubicBezTo>
                <a:cubicBezTo>
                  <a:pt x="261127" y="60041"/>
                  <a:pt x="259857" y="62649"/>
                  <a:pt x="259857" y="65591"/>
                </a:cubicBezTo>
                <a:lnTo>
                  <a:pt x="260057" y="71408"/>
                </a:lnTo>
                <a:cubicBezTo>
                  <a:pt x="260057" y="74483"/>
                  <a:pt x="259272" y="76857"/>
                  <a:pt x="257700" y="78528"/>
                </a:cubicBezTo>
                <a:cubicBezTo>
                  <a:pt x="256129" y="80200"/>
                  <a:pt x="254073" y="81036"/>
                  <a:pt x="251532" y="81036"/>
                </a:cubicBezTo>
                <a:cubicBezTo>
                  <a:pt x="249059" y="81036"/>
                  <a:pt x="247036" y="80164"/>
                  <a:pt x="245465" y="78422"/>
                </a:cubicBezTo>
                <a:cubicBezTo>
                  <a:pt x="243893" y="76677"/>
                  <a:pt x="243108" y="74296"/>
                  <a:pt x="243108" y="71279"/>
                </a:cubicBezTo>
                <a:cubicBezTo>
                  <a:pt x="243108" y="65510"/>
                  <a:pt x="246050" y="60211"/>
                  <a:pt x="251934" y="55383"/>
                </a:cubicBezTo>
                <a:cubicBezTo>
                  <a:pt x="257817" y="50554"/>
                  <a:pt x="266075" y="48140"/>
                  <a:pt x="276706" y="48140"/>
                </a:cubicBezTo>
                <a:cubicBezTo>
                  <a:pt x="284863" y="48140"/>
                  <a:pt x="291549" y="49509"/>
                  <a:pt x="296764" y="52246"/>
                </a:cubicBezTo>
                <a:cubicBezTo>
                  <a:pt x="300709" y="54316"/>
                  <a:pt x="303617" y="57556"/>
                  <a:pt x="305489" y="61965"/>
                </a:cubicBezTo>
                <a:cubicBezTo>
                  <a:pt x="306693" y="64835"/>
                  <a:pt x="307294" y="70712"/>
                  <a:pt x="307294" y="79594"/>
                </a:cubicBezTo>
                <a:lnTo>
                  <a:pt x="307294" y="110747"/>
                </a:lnTo>
                <a:cubicBezTo>
                  <a:pt x="307294" y="119495"/>
                  <a:pt x="307462" y="124855"/>
                  <a:pt x="307796" y="126825"/>
                </a:cubicBezTo>
                <a:cubicBezTo>
                  <a:pt x="308130" y="128795"/>
                  <a:pt x="308682" y="130115"/>
                  <a:pt x="309451" y="130783"/>
                </a:cubicBezTo>
                <a:cubicBezTo>
                  <a:pt x="310220" y="131450"/>
                  <a:pt x="311106" y="131783"/>
                  <a:pt x="312108" y="131783"/>
                </a:cubicBezTo>
                <a:cubicBezTo>
                  <a:pt x="313178" y="131783"/>
                  <a:pt x="314114" y="131549"/>
                  <a:pt x="314917" y="131081"/>
                </a:cubicBezTo>
                <a:cubicBezTo>
                  <a:pt x="316321" y="130212"/>
                  <a:pt x="319029" y="127771"/>
                  <a:pt x="323040" y="123760"/>
                </a:cubicBezTo>
                <a:lnTo>
                  <a:pt x="323040" y="129376"/>
                </a:lnTo>
                <a:cubicBezTo>
                  <a:pt x="315552" y="139405"/>
                  <a:pt x="308398" y="144420"/>
                  <a:pt x="301578" y="144420"/>
                </a:cubicBezTo>
                <a:cubicBezTo>
                  <a:pt x="298302" y="144420"/>
                  <a:pt x="295694" y="143292"/>
                  <a:pt x="293755" y="141035"/>
                </a:cubicBezTo>
                <a:cubicBezTo>
                  <a:pt x="291816" y="138776"/>
                  <a:pt x="290813" y="134926"/>
                  <a:pt x="290746" y="129483"/>
                </a:cubicBezTo>
                <a:moveTo>
                  <a:pt x="290746" y="122979"/>
                </a:moveTo>
                <a:lnTo>
                  <a:pt x="290746" y="88056"/>
                </a:lnTo>
                <a:cubicBezTo>
                  <a:pt x="280650" y="92059"/>
                  <a:pt x="274131" y="94895"/>
                  <a:pt x="271190" y="96562"/>
                </a:cubicBezTo>
                <a:cubicBezTo>
                  <a:pt x="265907" y="99498"/>
                  <a:pt x="262130" y="102567"/>
                  <a:pt x="259857" y="105770"/>
                </a:cubicBezTo>
                <a:cubicBezTo>
                  <a:pt x="257583" y="108971"/>
                  <a:pt x="256447" y="112473"/>
                  <a:pt x="256447" y="116276"/>
                </a:cubicBezTo>
                <a:cubicBezTo>
                  <a:pt x="256447" y="121079"/>
                  <a:pt x="257884" y="125066"/>
                  <a:pt x="260759" y="128235"/>
                </a:cubicBezTo>
                <a:cubicBezTo>
                  <a:pt x="263634" y="131403"/>
                  <a:pt x="266944" y="132987"/>
                  <a:pt x="270688" y="132987"/>
                </a:cubicBezTo>
                <a:cubicBezTo>
                  <a:pt x="275769" y="132987"/>
                  <a:pt x="282456" y="129651"/>
                  <a:pt x="290746" y="122979"/>
                </a:cubicBezTo>
                <a:close/>
                <a:moveTo>
                  <a:pt x="356669" y="67496"/>
                </a:moveTo>
                <a:cubicBezTo>
                  <a:pt x="367434" y="54592"/>
                  <a:pt x="377697" y="48140"/>
                  <a:pt x="387459" y="48140"/>
                </a:cubicBezTo>
                <a:cubicBezTo>
                  <a:pt x="392473" y="48140"/>
                  <a:pt x="396786" y="49390"/>
                  <a:pt x="400396" y="51891"/>
                </a:cubicBezTo>
                <a:cubicBezTo>
                  <a:pt x="404007" y="54390"/>
                  <a:pt x="406882" y="58508"/>
                  <a:pt x="409021" y="64243"/>
                </a:cubicBezTo>
                <a:cubicBezTo>
                  <a:pt x="410492" y="68244"/>
                  <a:pt x="411228" y="74379"/>
                  <a:pt x="411228" y="82647"/>
                </a:cubicBezTo>
                <a:lnTo>
                  <a:pt x="411228" y="121754"/>
                </a:lnTo>
                <a:cubicBezTo>
                  <a:pt x="411228" y="127604"/>
                  <a:pt x="411696" y="131572"/>
                  <a:pt x="412632" y="133657"/>
                </a:cubicBezTo>
                <a:cubicBezTo>
                  <a:pt x="413367" y="135339"/>
                  <a:pt x="414554" y="136651"/>
                  <a:pt x="416192" y="137594"/>
                </a:cubicBezTo>
                <a:cubicBezTo>
                  <a:pt x="417830" y="138534"/>
                  <a:pt x="420856" y="139004"/>
                  <a:pt x="425269" y="139004"/>
                </a:cubicBezTo>
                <a:lnTo>
                  <a:pt x="425269" y="142615"/>
                </a:lnTo>
                <a:lnTo>
                  <a:pt x="379836" y="142615"/>
                </a:lnTo>
                <a:lnTo>
                  <a:pt x="379836" y="139004"/>
                </a:lnTo>
                <a:lnTo>
                  <a:pt x="381742" y="139004"/>
                </a:lnTo>
                <a:cubicBezTo>
                  <a:pt x="386021" y="139004"/>
                  <a:pt x="389013" y="138349"/>
                  <a:pt x="390718" y="137039"/>
                </a:cubicBezTo>
                <a:cubicBezTo>
                  <a:pt x="392423" y="135727"/>
                  <a:pt x="393610" y="133793"/>
                  <a:pt x="394278" y="131238"/>
                </a:cubicBezTo>
                <a:cubicBezTo>
                  <a:pt x="394546" y="130229"/>
                  <a:pt x="394680" y="127067"/>
                  <a:pt x="394680" y="121754"/>
                </a:cubicBezTo>
                <a:lnTo>
                  <a:pt x="394680" y="84207"/>
                </a:lnTo>
                <a:cubicBezTo>
                  <a:pt x="394680" y="75862"/>
                  <a:pt x="393593" y="69804"/>
                  <a:pt x="391420" y="66033"/>
                </a:cubicBezTo>
                <a:cubicBezTo>
                  <a:pt x="389247" y="62261"/>
                  <a:pt x="385587" y="60376"/>
                  <a:pt x="380438" y="60376"/>
                </a:cubicBezTo>
                <a:cubicBezTo>
                  <a:pt x="372482" y="60376"/>
                  <a:pt x="364559" y="64721"/>
                  <a:pt x="356669" y="73413"/>
                </a:cubicBezTo>
                <a:lnTo>
                  <a:pt x="356669" y="121754"/>
                </a:lnTo>
                <a:cubicBezTo>
                  <a:pt x="356669" y="128008"/>
                  <a:pt x="357037" y="131875"/>
                  <a:pt x="357772" y="133356"/>
                </a:cubicBezTo>
                <a:cubicBezTo>
                  <a:pt x="358708" y="135306"/>
                  <a:pt x="359995" y="136735"/>
                  <a:pt x="361634" y="137644"/>
                </a:cubicBezTo>
                <a:cubicBezTo>
                  <a:pt x="363272" y="138551"/>
                  <a:pt x="366598" y="139004"/>
                  <a:pt x="371613" y="139004"/>
                </a:cubicBezTo>
                <a:lnTo>
                  <a:pt x="371613" y="142615"/>
                </a:lnTo>
                <a:lnTo>
                  <a:pt x="326181" y="142615"/>
                </a:lnTo>
                <a:lnTo>
                  <a:pt x="326181" y="139004"/>
                </a:lnTo>
                <a:lnTo>
                  <a:pt x="328186" y="139004"/>
                </a:lnTo>
                <a:cubicBezTo>
                  <a:pt x="332867" y="139004"/>
                  <a:pt x="336026" y="137811"/>
                  <a:pt x="337664" y="135425"/>
                </a:cubicBezTo>
                <a:cubicBezTo>
                  <a:pt x="339302" y="133037"/>
                  <a:pt x="340121" y="128480"/>
                  <a:pt x="340121" y="121754"/>
                </a:cubicBezTo>
                <a:lnTo>
                  <a:pt x="340121" y="87855"/>
                </a:lnTo>
                <a:cubicBezTo>
                  <a:pt x="340121" y="76823"/>
                  <a:pt x="339870" y="70104"/>
                  <a:pt x="339369" y="67697"/>
                </a:cubicBezTo>
                <a:cubicBezTo>
                  <a:pt x="338867" y="65290"/>
                  <a:pt x="338098" y="63652"/>
                  <a:pt x="337062" y="62783"/>
                </a:cubicBezTo>
                <a:cubicBezTo>
                  <a:pt x="336026" y="61913"/>
                  <a:pt x="334638" y="61479"/>
                  <a:pt x="332900" y="61479"/>
                </a:cubicBezTo>
                <a:cubicBezTo>
                  <a:pt x="331028" y="61479"/>
                  <a:pt x="328788" y="61980"/>
                  <a:pt x="326181" y="62983"/>
                </a:cubicBezTo>
                <a:lnTo>
                  <a:pt x="324676" y="59373"/>
                </a:lnTo>
                <a:lnTo>
                  <a:pt x="352357" y="48140"/>
                </a:lnTo>
                <a:lnTo>
                  <a:pt x="356669" y="48140"/>
                </a:lnTo>
                <a:lnTo>
                  <a:pt x="356669" y="67496"/>
                </a:lnTo>
                <a:close/>
                <a:moveTo>
                  <a:pt x="459369" y="67496"/>
                </a:moveTo>
                <a:cubicBezTo>
                  <a:pt x="470133" y="54592"/>
                  <a:pt x="480396" y="48140"/>
                  <a:pt x="490158" y="48140"/>
                </a:cubicBezTo>
                <a:cubicBezTo>
                  <a:pt x="495173" y="48140"/>
                  <a:pt x="499485" y="49390"/>
                  <a:pt x="503096" y="51891"/>
                </a:cubicBezTo>
                <a:cubicBezTo>
                  <a:pt x="506706" y="54390"/>
                  <a:pt x="509581" y="58508"/>
                  <a:pt x="511721" y="64243"/>
                </a:cubicBezTo>
                <a:cubicBezTo>
                  <a:pt x="513192" y="68244"/>
                  <a:pt x="513927" y="74379"/>
                  <a:pt x="513927" y="82647"/>
                </a:cubicBezTo>
                <a:lnTo>
                  <a:pt x="513927" y="121754"/>
                </a:lnTo>
                <a:cubicBezTo>
                  <a:pt x="513927" y="127604"/>
                  <a:pt x="514395" y="131572"/>
                  <a:pt x="515331" y="133657"/>
                </a:cubicBezTo>
                <a:cubicBezTo>
                  <a:pt x="516067" y="135339"/>
                  <a:pt x="517253" y="136651"/>
                  <a:pt x="518892" y="137594"/>
                </a:cubicBezTo>
                <a:cubicBezTo>
                  <a:pt x="520530" y="138534"/>
                  <a:pt x="523555" y="139004"/>
                  <a:pt x="527968" y="139004"/>
                </a:cubicBezTo>
                <a:lnTo>
                  <a:pt x="527968" y="142615"/>
                </a:lnTo>
                <a:lnTo>
                  <a:pt x="482536" y="142615"/>
                </a:lnTo>
                <a:lnTo>
                  <a:pt x="482536" y="139004"/>
                </a:lnTo>
                <a:lnTo>
                  <a:pt x="484441" y="139004"/>
                </a:lnTo>
                <a:cubicBezTo>
                  <a:pt x="488721" y="139004"/>
                  <a:pt x="491713" y="138349"/>
                  <a:pt x="493418" y="137039"/>
                </a:cubicBezTo>
                <a:cubicBezTo>
                  <a:pt x="495122" y="135727"/>
                  <a:pt x="496309" y="133793"/>
                  <a:pt x="496978" y="131238"/>
                </a:cubicBezTo>
                <a:cubicBezTo>
                  <a:pt x="497245" y="130229"/>
                  <a:pt x="497379" y="127067"/>
                  <a:pt x="497379" y="121754"/>
                </a:cubicBezTo>
                <a:lnTo>
                  <a:pt x="497379" y="84207"/>
                </a:lnTo>
                <a:cubicBezTo>
                  <a:pt x="497379" y="75862"/>
                  <a:pt x="496293" y="69804"/>
                  <a:pt x="494120" y="66033"/>
                </a:cubicBezTo>
                <a:cubicBezTo>
                  <a:pt x="491947" y="62261"/>
                  <a:pt x="488286" y="60376"/>
                  <a:pt x="483138" y="60376"/>
                </a:cubicBezTo>
                <a:cubicBezTo>
                  <a:pt x="475181" y="60376"/>
                  <a:pt x="467258" y="64721"/>
                  <a:pt x="459369" y="73413"/>
                </a:cubicBezTo>
                <a:lnTo>
                  <a:pt x="459369" y="121754"/>
                </a:lnTo>
                <a:cubicBezTo>
                  <a:pt x="459369" y="128008"/>
                  <a:pt x="459736" y="131875"/>
                  <a:pt x="460472" y="133356"/>
                </a:cubicBezTo>
                <a:cubicBezTo>
                  <a:pt x="461408" y="135306"/>
                  <a:pt x="462695" y="136735"/>
                  <a:pt x="464333" y="137644"/>
                </a:cubicBezTo>
                <a:cubicBezTo>
                  <a:pt x="465971" y="138551"/>
                  <a:pt x="469297" y="139004"/>
                  <a:pt x="474312" y="139004"/>
                </a:cubicBezTo>
                <a:lnTo>
                  <a:pt x="474312" y="142615"/>
                </a:lnTo>
                <a:lnTo>
                  <a:pt x="428880" y="142615"/>
                </a:lnTo>
                <a:lnTo>
                  <a:pt x="428880" y="139004"/>
                </a:lnTo>
                <a:lnTo>
                  <a:pt x="430886" y="139004"/>
                </a:lnTo>
                <a:cubicBezTo>
                  <a:pt x="435566" y="139004"/>
                  <a:pt x="438725" y="137811"/>
                  <a:pt x="440363" y="135425"/>
                </a:cubicBezTo>
                <a:cubicBezTo>
                  <a:pt x="442001" y="133037"/>
                  <a:pt x="442820" y="128480"/>
                  <a:pt x="442820" y="121754"/>
                </a:cubicBezTo>
                <a:lnTo>
                  <a:pt x="442820" y="87855"/>
                </a:lnTo>
                <a:cubicBezTo>
                  <a:pt x="442820" y="76823"/>
                  <a:pt x="442570" y="70104"/>
                  <a:pt x="442068" y="67697"/>
                </a:cubicBezTo>
                <a:cubicBezTo>
                  <a:pt x="441567" y="65290"/>
                  <a:pt x="440798" y="63652"/>
                  <a:pt x="439762" y="62783"/>
                </a:cubicBezTo>
                <a:cubicBezTo>
                  <a:pt x="438725" y="61913"/>
                  <a:pt x="437338" y="61479"/>
                  <a:pt x="435599" y="61479"/>
                </a:cubicBezTo>
                <a:cubicBezTo>
                  <a:pt x="433727" y="61479"/>
                  <a:pt x="431487" y="61980"/>
                  <a:pt x="428880" y="62983"/>
                </a:cubicBezTo>
                <a:lnTo>
                  <a:pt x="427376" y="59373"/>
                </a:lnTo>
                <a:lnTo>
                  <a:pt x="455056" y="48140"/>
                </a:lnTo>
                <a:lnTo>
                  <a:pt x="459369" y="48140"/>
                </a:lnTo>
                <a:lnTo>
                  <a:pt x="459369" y="67496"/>
                </a:lnTo>
                <a:close/>
                <a:moveTo>
                  <a:pt x="550734" y="85448"/>
                </a:moveTo>
                <a:cubicBezTo>
                  <a:pt x="550667" y="99025"/>
                  <a:pt x="553977" y="109674"/>
                  <a:pt x="560663" y="117394"/>
                </a:cubicBezTo>
                <a:cubicBezTo>
                  <a:pt x="567349" y="125115"/>
                  <a:pt x="575205" y="128975"/>
                  <a:pt x="584231" y="128975"/>
                </a:cubicBezTo>
                <a:cubicBezTo>
                  <a:pt x="590249" y="128975"/>
                  <a:pt x="595481" y="127313"/>
                  <a:pt x="599927" y="123989"/>
                </a:cubicBezTo>
                <a:cubicBezTo>
                  <a:pt x="604373" y="120664"/>
                  <a:pt x="608101" y="114972"/>
                  <a:pt x="611109" y="106911"/>
                </a:cubicBezTo>
                <a:lnTo>
                  <a:pt x="614218" y="108926"/>
                </a:lnTo>
                <a:cubicBezTo>
                  <a:pt x="612814" y="118134"/>
                  <a:pt x="608736" y="126519"/>
                  <a:pt x="601983" y="134080"/>
                </a:cubicBezTo>
                <a:cubicBezTo>
                  <a:pt x="595230" y="141642"/>
                  <a:pt x="586772" y="145423"/>
                  <a:pt x="576609" y="145423"/>
                </a:cubicBezTo>
                <a:cubicBezTo>
                  <a:pt x="565577" y="145423"/>
                  <a:pt x="556133" y="141136"/>
                  <a:pt x="548277" y="132563"/>
                </a:cubicBezTo>
                <a:cubicBezTo>
                  <a:pt x="540421" y="123989"/>
                  <a:pt x="536492" y="112461"/>
                  <a:pt x="536492" y="97982"/>
                </a:cubicBezTo>
                <a:cubicBezTo>
                  <a:pt x="536492" y="82303"/>
                  <a:pt x="540521" y="70077"/>
                  <a:pt x="548578" y="61303"/>
                </a:cubicBezTo>
                <a:cubicBezTo>
                  <a:pt x="556634" y="52528"/>
                  <a:pt x="566747" y="48140"/>
                  <a:pt x="578916" y="48140"/>
                </a:cubicBezTo>
                <a:cubicBezTo>
                  <a:pt x="589212" y="48140"/>
                  <a:pt x="597670" y="51525"/>
                  <a:pt x="604290" y="58294"/>
                </a:cubicBezTo>
                <a:cubicBezTo>
                  <a:pt x="610909" y="65062"/>
                  <a:pt x="614218" y="74113"/>
                  <a:pt x="614218" y="85448"/>
                </a:cubicBezTo>
                <a:lnTo>
                  <a:pt x="550734" y="85448"/>
                </a:lnTo>
                <a:moveTo>
                  <a:pt x="550734" y="79631"/>
                </a:moveTo>
                <a:lnTo>
                  <a:pt x="593257" y="79631"/>
                </a:lnTo>
                <a:cubicBezTo>
                  <a:pt x="592923" y="73796"/>
                  <a:pt x="592221" y="69685"/>
                  <a:pt x="591151" y="67299"/>
                </a:cubicBezTo>
                <a:cubicBezTo>
                  <a:pt x="589480" y="63584"/>
                  <a:pt x="586989" y="60666"/>
                  <a:pt x="583680" y="58545"/>
                </a:cubicBezTo>
                <a:cubicBezTo>
                  <a:pt x="580370" y="56422"/>
                  <a:pt x="576910" y="55361"/>
                  <a:pt x="573299" y="55361"/>
                </a:cubicBezTo>
                <a:cubicBezTo>
                  <a:pt x="567750" y="55361"/>
                  <a:pt x="562786" y="57499"/>
                  <a:pt x="558406" y="61776"/>
                </a:cubicBezTo>
                <a:cubicBezTo>
                  <a:pt x="554027" y="66053"/>
                  <a:pt x="551469" y="72005"/>
                  <a:pt x="550734" y="79631"/>
                </a:cubicBezTo>
                <a:close/>
                <a:moveTo>
                  <a:pt x="658077" y="0"/>
                </a:moveTo>
                <a:lnTo>
                  <a:pt x="658077" y="121754"/>
                </a:lnTo>
                <a:cubicBezTo>
                  <a:pt x="658077" y="127537"/>
                  <a:pt x="658495" y="131371"/>
                  <a:pt x="659331" y="133256"/>
                </a:cubicBezTo>
                <a:cubicBezTo>
                  <a:pt x="660166" y="135139"/>
                  <a:pt x="661454" y="136568"/>
                  <a:pt x="663192" y="137544"/>
                </a:cubicBezTo>
                <a:cubicBezTo>
                  <a:pt x="664930" y="138517"/>
                  <a:pt x="668173" y="139004"/>
                  <a:pt x="672920" y="139004"/>
                </a:cubicBezTo>
                <a:lnTo>
                  <a:pt x="672920" y="142615"/>
                </a:lnTo>
                <a:lnTo>
                  <a:pt x="627889" y="142615"/>
                </a:lnTo>
                <a:lnTo>
                  <a:pt x="627889" y="139004"/>
                </a:lnTo>
                <a:cubicBezTo>
                  <a:pt x="632102" y="139004"/>
                  <a:pt x="634977" y="138567"/>
                  <a:pt x="636514" y="137694"/>
                </a:cubicBezTo>
                <a:cubicBezTo>
                  <a:pt x="638052" y="136819"/>
                  <a:pt x="639256" y="135373"/>
                  <a:pt x="640125" y="133356"/>
                </a:cubicBezTo>
                <a:cubicBezTo>
                  <a:pt x="640994" y="131338"/>
                  <a:pt x="641429" y="127471"/>
                  <a:pt x="641429" y="121754"/>
                </a:cubicBezTo>
                <a:lnTo>
                  <a:pt x="641429" y="38512"/>
                </a:lnTo>
                <a:cubicBezTo>
                  <a:pt x="641429" y="28148"/>
                  <a:pt x="641195" y="21780"/>
                  <a:pt x="640727" y="19406"/>
                </a:cubicBezTo>
                <a:cubicBezTo>
                  <a:pt x="640259" y="17033"/>
                  <a:pt x="639506" y="15411"/>
                  <a:pt x="638470" y="14542"/>
                </a:cubicBezTo>
                <a:cubicBezTo>
                  <a:pt x="637434" y="13673"/>
                  <a:pt x="636113" y="13238"/>
                  <a:pt x="634509" y="13238"/>
                </a:cubicBezTo>
                <a:cubicBezTo>
                  <a:pt x="632770" y="13238"/>
                  <a:pt x="630564" y="13773"/>
                  <a:pt x="627889" y="14843"/>
                </a:cubicBezTo>
                <a:lnTo>
                  <a:pt x="626184" y="11233"/>
                </a:lnTo>
                <a:lnTo>
                  <a:pt x="653564" y="0"/>
                </a:lnTo>
                <a:lnTo>
                  <a:pt x="658077" y="0"/>
                </a:lnTo>
                <a:close/>
                <a:moveTo>
                  <a:pt x="812560" y="142615"/>
                </a:moveTo>
                <a:lnTo>
                  <a:pt x="760008" y="28182"/>
                </a:lnTo>
                <a:lnTo>
                  <a:pt x="760008" y="118946"/>
                </a:lnTo>
                <a:cubicBezTo>
                  <a:pt x="760008" y="127303"/>
                  <a:pt x="760910" y="132519"/>
                  <a:pt x="762716" y="134591"/>
                </a:cubicBezTo>
                <a:cubicBezTo>
                  <a:pt x="765189" y="137399"/>
                  <a:pt x="769101" y="138804"/>
                  <a:pt x="774450" y="138804"/>
                </a:cubicBezTo>
                <a:lnTo>
                  <a:pt x="779264" y="138804"/>
                </a:lnTo>
                <a:lnTo>
                  <a:pt x="779264" y="142615"/>
                </a:lnTo>
                <a:lnTo>
                  <a:pt x="731926" y="142615"/>
                </a:lnTo>
                <a:lnTo>
                  <a:pt x="731926" y="138804"/>
                </a:lnTo>
                <a:lnTo>
                  <a:pt x="736740" y="138804"/>
                </a:lnTo>
                <a:cubicBezTo>
                  <a:pt x="742490" y="138804"/>
                  <a:pt x="746569" y="137065"/>
                  <a:pt x="748976" y="133588"/>
                </a:cubicBezTo>
                <a:cubicBezTo>
                  <a:pt x="750447" y="131449"/>
                  <a:pt x="751182" y="126568"/>
                  <a:pt x="751182" y="118946"/>
                </a:cubicBezTo>
                <a:lnTo>
                  <a:pt x="751182" y="30288"/>
                </a:lnTo>
                <a:cubicBezTo>
                  <a:pt x="751182" y="24271"/>
                  <a:pt x="750513" y="19925"/>
                  <a:pt x="749176" y="17250"/>
                </a:cubicBezTo>
                <a:cubicBezTo>
                  <a:pt x="748240" y="15311"/>
                  <a:pt x="746518" y="13690"/>
                  <a:pt x="744011" y="12386"/>
                </a:cubicBezTo>
                <a:cubicBezTo>
                  <a:pt x="741504" y="11082"/>
                  <a:pt x="737475" y="10430"/>
                  <a:pt x="731926" y="10430"/>
                </a:cubicBezTo>
                <a:lnTo>
                  <a:pt x="731926" y="6619"/>
                </a:lnTo>
                <a:lnTo>
                  <a:pt x="770438" y="6619"/>
                </a:lnTo>
                <a:lnTo>
                  <a:pt x="819781" y="113007"/>
                </a:lnTo>
                <a:lnTo>
                  <a:pt x="868323" y="6619"/>
                </a:lnTo>
                <a:lnTo>
                  <a:pt x="906835" y="6619"/>
                </a:lnTo>
                <a:lnTo>
                  <a:pt x="906835" y="10430"/>
                </a:lnTo>
                <a:lnTo>
                  <a:pt x="902121" y="10430"/>
                </a:lnTo>
                <a:cubicBezTo>
                  <a:pt x="896304" y="10430"/>
                  <a:pt x="892192" y="12169"/>
                  <a:pt x="889785" y="15645"/>
                </a:cubicBezTo>
                <a:cubicBezTo>
                  <a:pt x="888314" y="17785"/>
                  <a:pt x="887579" y="22666"/>
                  <a:pt x="887579" y="30288"/>
                </a:cubicBezTo>
                <a:lnTo>
                  <a:pt x="887579" y="118946"/>
                </a:lnTo>
                <a:cubicBezTo>
                  <a:pt x="887579" y="127303"/>
                  <a:pt x="888515" y="132519"/>
                  <a:pt x="890387" y="134591"/>
                </a:cubicBezTo>
                <a:cubicBezTo>
                  <a:pt x="892861" y="137399"/>
                  <a:pt x="896772" y="138804"/>
                  <a:pt x="902121" y="138804"/>
                </a:cubicBezTo>
                <a:lnTo>
                  <a:pt x="906835" y="138804"/>
                </a:lnTo>
                <a:lnTo>
                  <a:pt x="906835" y="142615"/>
                </a:lnTo>
                <a:lnTo>
                  <a:pt x="849067" y="142615"/>
                </a:lnTo>
                <a:lnTo>
                  <a:pt x="849067" y="138804"/>
                </a:lnTo>
                <a:lnTo>
                  <a:pt x="853881" y="138804"/>
                </a:lnTo>
                <a:cubicBezTo>
                  <a:pt x="859697" y="138804"/>
                  <a:pt x="863776" y="137065"/>
                  <a:pt x="866116" y="133588"/>
                </a:cubicBezTo>
                <a:cubicBezTo>
                  <a:pt x="867587" y="131449"/>
                  <a:pt x="868323" y="126568"/>
                  <a:pt x="868323" y="118946"/>
                </a:cubicBezTo>
                <a:lnTo>
                  <a:pt x="868323" y="28182"/>
                </a:lnTo>
                <a:lnTo>
                  <a:pt x="815870" y="142615"/>
                </a:lnTo>
                <a:lnTo>
                  <a:pt x="812560" y="142615"/>
                </a:lnTo>
                <a:close/>
                <a:moveTo>
                  <a:pt x="962463" y="48140"/>
                </a:moveTo>
                <a:cubicBezTo>
                  <a:pt x="976370" y="48140"/>
                  <a:pt x="987536" y="53417"/>
                  <a:pt x="995961" y="63970"/>
                </a:cubicBezTo>
                <a:cubicBezTo>
                  <a:pt x="1003115" y="72986"/>
                  <a:pt x="1006692" y="83339"/>
                  <a:pt x="1006692" y="95029"/>
                </a:cubicBezTo>
                <a:cubicBezTo>
                  <a:pt x="1006692" y="103245"/>
                  <a:pt x="1004720" y="111561"/>
                  <a:pt x="1000775" y="119977"/>
                </a:cubicBezTo>
                <a:cubicBezTo>
                  <a:pt x="996830" y="128391"/>
                  <a:pt x="991397" y="134735"/>
                  <a:pt x="984477" y="139010"/>
                </a:cubicBezTo>
                <a:cubicBezTo>
                  <a:pt x="977557" y="143285"/>
                  <a:pt x="969852" y="145423"/>
                  <a:pt x="961360" y="145423"/>
                </a:cubicBezTo>
                <a:cubicBezTo>
                  <a:pt x="947520" y="145423"/>
                  <a:pt x="936521" y="139912"/>
                  <a:pt x="928364" y="128890"/>
                </a:cubicBezTo>
                <a:cubicBezTo>
                  <a:pt x="921478" y="119607"/>
                  <a:pt x="918034" y="109188"/>
                  <a:pt x="918034" y="97634"/>
                </a:cubicBezTo>
                <a:cubicBezTo>
                  <a:pt x="918034" y="89218"/>
                  <a:pt x="920124" y="80852"/>
                  <a:pt x="924302" y="72536"/>
                </a:cubicBezTo>
                <a:cubicBezTo>
                  <a:pt x="928481" y="64220"/>
                  <a:pt x="933981" y="58075"/>
                  <a:pt x="940800" y="54101"/>
                </a:cubicBezTo>
                <a:cubicBezTo>
                  <a:pt x="947620" y="50127"/>
                  <a:pt x="954841" y="48140"/>
                  <a:pt x="962463" y="48140"/>
                </a:cubicBezTo>
                <a:moveTo>
                  <a:pt x="959354" y="54759"/>
                </a:moveTo>
                <a:cubicBezTo>
                  <a:pt x="955811" y="54759"/>
                  <a:pt x="952250" y="55809"/>
                  <a:pt x="948673" y="57909"/>
                </a:cubicBezTo>
                <a:cubicBezTo>
                  <a:pt x="945096" y="60007"/>
                  <a:pt x="942204" y="63687"/>
                  <a:pt x="939998" y="68950"/>
                </a:cubicBezTo>
                <a:cubicBezTo>
                  <a:pt x="937792" y="74214"/>
                  <a:pt x="936688" y="80975"/>
                  <a:pt x="936688" y="89234"/>
                </a:cubicBezTo>
                <a:cubicBezTo>
                  <a:pt x="936688" y="102559"/>
                  <a:pt x="939346" y="114051"/>
                  <a:pt x="944662" y="123713"/>
                </a:cubicBezTo>
                <a:cubicBezTo>
                  <a:pt x="949977" y="133372"/>
                  <a:pt x="956981" y="138202"/>
                  <a:pt x="965673" y="138202"/>
                </a:cubicBezTo>
                <a:cubicBezTo>
                  <a:pt x="972158" y="138202"/>
                  <a:pt x="977507" y="135537"/>
                  <a:pt x="981719" y="130207"/>
                </a:cubicBezTo>
                <a:cubicBezTo>
                  <a:pt x="985932" y="124877"/>
                  <a:pt x="988038" y="115717"/>
                  <a:pt x="988038" y="102727"/>
                </a:cubicBezTo>
                <a:cubicBezTo>
                  <a:pt x="988038" y="86471"/>
                  <a:pt x="984528" y="73680"/>
                  <a:pt x="977507" y="64353"/>
                </a:cubicBezTo>
                <a:cubicBezTo>
                  <a:pt x="972760" y="57957"/>
                  <a:pt x="966709" y="54759"/>
                  <a:pt x="959354" y="54759"/>
                </a:cubicBezTo>
                <a:close/>
                <a:moveTo>
                  <a:pt x="1085121" y="132291"/>
                </a:moveTo>
                <a:cubicBezTo>
                  <a:pt x="1080641" y="136969"/>
                  <a:pt x="1076262" y="140328"/>
                  <a:pt x="1071983" y="142367"/>
                </a:cubicBezTo>
                <a:cubicBezTo>
                  <a:pt x="1067703" y="144404"/>
                  <a:pt x="1063090" y="145423"/>
                  <a:pt x="1058142" y="145423"/>
                </a:cubicBezTo>
                <a:cubicBezTo>
                  <a:pt x="1048113" y="145423"/>
                  <a:pt x="1039354" y="141237"/>
                  <a:pt x="1031866" y="132864"/>
                </a:cubicBezTo>
                <a:cubicBezTo>
                  <a:pt x="1024378" y="124490"/>
                  <a:pt x="1020633" y="113730"/>
                  <a:pt x="1020633" y="100583"/>
                </a:cubicBezTo>
                <a:cubicBezTo>
                  <a:pt x="1020633" y="87439"/>
                  <a:pt x="1024779" y="75412"/>
                  <a:pt x="1033069" y="64503"/>
                </a:cubicBezTo>
                <a:cubicBezTo>
                  <a:pt x="1041360" y="53594"/>
                  <a:pt x="1052025" y="48140"/>
                  <a:pt x="1065062" y="48140"/>
                </a:cubicBezTo>
                <a:cubicBezTo>
                  <a:pt x="1073153" y="48140"/>
                  <a:pt x="1079839" y="50713"/>
                  <a:pt x="1085121" y="55859"/>
                </a:cubicBezTo>
                <a:lnTo>
                  <a:pt x="1085121" y="38713"/>
                </a:lnTo>
                <a:cubicBezTo>
                  <a:pt x="1085121" y="28259"/>
                  <a:pt x="1084870" y="21834"/>
                  <a:pt x="1084369" y="19438"/>
                </a:cubicBezTo>
                <a:cubicBezTo>
                  <a:pt x="1083867" y="17041"/>
                  <a:pt x="1083082" y="15409"/>
                  <a:pt x="1082012" y="14542"/>
                </a:cubicBezTo>
                <a:cubicBezTo>
                  <a:pt x="1080942" y="13673"/>
                  <a:pt x="1079605" y="13238"/>
                  <a:pt x="1078000" y="13238"/>
                </a:cubicBezTo>
                <a:cubicBezTo>
                  <a:pt x="1076262" y="13238"/>
                  <a:pt x="1073955" y="13773"/>
                  <a:pt x="1071080" y="14843"/>
                </a:cubicBezTo>
                <a:lnTo>
                  <a:pt x="1069776" y="11233"/>
                </a:lnTo>
                <a:lnTo>
                  <a:pt x="1097156" y="0"/>
                </a:lnTo>
                <a:lnTo>
                  <a:pt x="1101669" y="0"/>
                </a:lnTo>
                <a:lnTo>
                  <a:pt x="1101669" y="106309"/>
                </a:lnTo>
                <a:cubicBezTo>
                  <a:pt x="1101669" y="117030"/>
                  <a:pt x="1101920" y="123572"/>
                  <a:pt x="1102421" y="125935"/>
                </a:cubicBezTo>
                <a:cubicBezTo>
                  <a:pt x="1102923" y="128298"/>
                  <a:pt x="1103725" y="129948"/>
                  <a:pt x="1104828" y="130884"/>
                </a:cubicBezTo>
                <a:cubicBezTo>
                  <a:pt x="1105931" y="131818"/>
                  <a:pt x="1107218" y="132285"/>
                  <a:pt x="1108689" y="132285"/>
                </a:cubicBezTo>
                <a:cubicBezTo>
                  <a:pt x="1110495" y="132285"/>
                  <a:pt x="1112902" y="131716"/>
                  <a:pt x="1115910" y="130580"/>
                </a:cubicBezTo>
                <a:lnTo>
                  <a:pt x="1117013" y="134190"/>
                </a:lnTo>
                <a:lnTo>
                  <a:pt x="1089734" y="145423"/>
                </a:lnTo>
                <a:lnTo>
                  <a:pt x="1085121" y="145423"/>
                </a:lnTo>
                <a:lnTo>
                  <a:pt x="1085121" y="132291"/>
                </a:lnTo>
                <a:moveTo>
                  <a:pt x="1085121" y="125286"/>
                </a:moveTo>
                <a:lnTo>
                  <a:pt x="1085121" y="78068"/>
                </a:lnTo>
                <a:cubicBezTo>
                  <a:pt x="1084720" y="73531"/>
                  <a:pt x="1083516" y="69397"/>
                  <a:pt x="1081510" y="65663"/>
                </a:cubicBezTo>
                <a:cubicBezTo>
                  <a:pt x="1079504" y="61927"/>
                  <a:pt x="1076847" y="59109"/>
                  <a:pt x="1073537" y="57210"/>
                </a:cubicBezTo>
                <a:cubicBezTo>
                  <a:pt x="1070227" y="55309"/>
                  <a:pt x="1067001" y="54358"/>
                  <a:pt x="1063859" y="54358"/>
                </a:cubicBezTo>
                <a:cubicBezTo>
                  <a:pt x="1057975" y="54358"/>
                  <a:pt x="1052727" y="56993"/>
                  <a:pt x="1048113" y="62262"/>
                </a:cubicBezTo>
                <a:cubicBezTo>
                  <a:pt x="1042029" y="69197"/>
                  <a:pt x="1038987" y="79334"/>
                  <a:pt x="1038987" y="92673"/>
                </a:cubicBezTo>
                <a:cubicBezTo>
                  <a:pt x="1038987" y="106145"/>
                  <a:pt x="1041929" y="116467"/>
                  <a:pt x="1047812" y="123638"/>
                </a:cubicBezTo>
                <a:cubicBezTo>
                  <a:pt x="1053696" y="130806"/>
                  <a:pt x="1060248" y="134391"/>
                  <a:pt x="1067469" y="134391"/>
                </a:cubicBezTo>
                <a:cubicBezTo>
                  <a:pt x="1073554" y="134391"/>
                  <a:pt x="1079438" y="131356"/>
                  <a:pt x="1085121" y="125286"/>
                </a:cubicBezTo>
                <a:close/>
                <a:moveTo>
                  <a:pt x="1203465" y="50748"/>
                </a:moveTo>
                <a:lnTo>
                  <a:pt x="1203465" y="106710"/>
                </a:lnTo>
                <a:cubicBezTo>
                  <a:pt x="1203465" y="117209"/>
                  <a:pt x="1203715" y="123631"/>
                  <a:pt x="1204217" y="125976"/>
                </a:cubicBezTo>
                <a:cubicBezTo>
                  <a:pt x="1204718" y="128318"/>
                  <a:pt x="1205521" y="129955"/>
                  <a:pt x="1206624" y="130887"/>
                </a:cubicBezTo>
                <a:cubicBezTo>
                  <a:pt x="1207727" y="131819"/>
                  <a:pt x="1209014" y="132285"/>
                  <a:pt x="1210485" y="132285"/>
                </a:cubicBezTo>
                <a:cubicBezTo>
                  <a:pt x="1212558" y="132285"/>
                  <a:pt x="1214898" y="131716"/>
                  <a:pt x="1217505" y="130580"/>
                </a:cubicBezTo>
                <a:lnTo>
                  <a:pt x="1218909" y="134190"/>
                </a:lnTo>
                <a:lnTo>
                  <a:pt x="1191430" y="145423"/>
                </a:lnTo>
                <a:lnTo>
                  <a:pt x="1186916" y="145423"/>
                </a:lnTo>
                <a:lnTo>
                  <a:pt x="1186916" y="126057"/>
                </a:lnTo>
                <a:cubicBezTo>
                  <a:pt x="1179027" y="134576"/>
                  <a:pt x="1173009" y="139933"/>
                  <a:pt x="1168864" y="142129"/>
                </a:cubicBezTo>
                <a:cubicBezTo>
                  <a:pt x="1164719" y="144325"/>
                  <a:pt x="1160339" y="145423"/>
                  <a:pt x="1155726" y="145423"/>
                </a:cubicBezTo>
                <a:cubicBezTo>
                  <a:pt x="1150577" y="145423"/>
                  <a:pt x="1146114" y="143935"/>
                  <a:pt x="1142337" y="140960"/>
                </a:cubicBezTo>
                <a:cubicBezTo>
                  <a:pt x="1138559" y="137984"/>
                  <a:pt x="1135935" y="134157"/>
                  <a:pt x="1134464" y="129476"/>
                </a:cubicBezTo>
                <a:cubicBezTo>
                  <a:pt x="1132993" y="124796"/>
                  <a:pt x="1132258" y="118177"/>
                  <a:pt x="1132258" y="109619"/>
                </a:cubicBezTo>
                <a:lnTo>
                  <a:pt x="1132258" y="68599"/>
                </a:lnTo>
                <a:cubicBezTo>
                  <a:pt x="1132258" y="64222"/>
                  <a:pt x="1131790" y="61192"/>
                  <a:pt x="1130853" y="59511"/>
                </a:cubicBezTo>
                <a:cubicBezTo>
                  <a:pt x="1129917" y="57826"/>
                  <a:pt x="1128530" y="56530"/>
                  <a:pt x="1126691" y="55621"/>
                </a:cubicBezTo>
                <a:cubicBezTo>
                  <a:pt x="1124853" y="54712"/>
                  <a:pt x="1121526" y="54291"/>
                  <a:pt x="1116712" y="54358"/>
                </a:cubicBezTo>
                <a:lnTo>
                  <a:pt x="1116712" y="50748"/>
                </a:lnTo>
                <a:lnTo>
                  <a:pt x="1148906" y="50748"/>
                </a:lnTo>
                <a:lnTo>
                  <a:pt x="1148906" y="112301"/>
                </a:lnTo>
                <a:cubicBezTo>
                  <a:pt x="1148906" y="120870"/>
                  <a:pt x="1150394" y="126494"/>
                  <a:pt x="1153369" y="129172"/>
                </a:cubicBezTo>
                <a:cubicBezTo>
                  <a:pt x="1156344" y="131849"/>
                  <a:pt x="1159938" y="133187"/>
                  <a:pt x="1164150" y="133187"/>
                </a:cubicBezTo>
                <a:cubicBezTo>
                  <a:pt x="1167025" y="133187"/>
                  <a:pt x="1170285" y="132284"/>
                  <a:pt x="1173929" y="130476"/>
                </a:cubicBezTo>
                <a:cubicBezTo>
                  <a:pt x="1177573" y="128669"/>
                  <a:pt x="1181902" y="125221"/>
                  <a:pt x="1186916" y="120134"/>
                </a:cubicBezTo>
                <a:lnTo>
                  <a:pt x="1186916" y="68198"/>
                </a:lnTo>
                <a:cubicBezTo>
                  <a:pt x="1186916" y="62868"/>
                  <a:pt x="1185964" y="59263"/>
                  <a:pt x="1184058" y="57382"/>
                </a:cubicBezTo>
                <a:cubicBezTo>
                  <a:pt x="1182153" y="55502"/>
                  <a:pt x="1178191" y="54494"/>
                  <a:pt x="1172174" y="54358"/>
                </a:cubicBezTo>
                <a:lnTo>
                  <a:pt x="1172174" y="50748"/>
                </a:lnTo>
                <a:lnTo>
                  <a:pt x="1203465" y="50748"/>
                </a:lnTo>
                <a:close/>
                <a:moveTo>
                  <a:pt x="1257221" y="0"/>
                </a:moveTo>
                <a:lnTo>
                  <a:pt x="1257221" y="121754"/>
                </a:lnTo>
                <a:cubicBezTo>
                  <a:pt x="1257221" y="127537"/>
                  <a:pt x="1257639" y="131371"/>
                  <a:pt x="1258474" y="133256"/>
                </a:cubicBezTo>
                <a:cubicBezTo>
                  <a:pt x="1259310" y="135139"/>
                  <a:pt x="1260597" y="136568"/>
                  <a:pt x="1262336" y="137544"/>
                </a:cubicBezTo>
                <a:cubicBezTo>
                  <a:pt x="1264074" y="138517"/>
                  <a:pt x="1267317" y="139004"/>
                  <a:pt x="1272064" y="139004"/>
                </a:cubicBezTo>
                <a:lnTo>
                  <a:pt x="1272064" y="142615"/>
                </a:lnTo>
                <a:lnTo>
                  <a:pt x="1227033" y="142615"/>
                </a:lnTo>
                <a:lnTo>
                  <a:pt x="1227033" y="139004"/>
                </a:lnTo>
                <a:cubicBezTo>
                  <a:pt x="1231245" y="139004"/>
                  <a:pt x="1234120" y="138567"/>
                  <a:pt x="1235658" y="137694"/>
                </a:cubicBezTo>
                <a:cubicBezTo>
                  <a:pt x="1237196" y="136819"/>
                  <a:pt x="1238399" y="135373"/>
                  <a:pt x="1239269" y="133356"/>
                </a:cubicBezTo>
                <a:cubicBezTo>
                  <a:pt x="1240138" y="131338"/>
                  <a:pt x="1240572" y="127471"/>
                  <a:pt x="1240572" y="121754"/>
                </a:cubicBezTo>
                <a:lnTo>
                  <a:pt x="1240572" y="38512"/>
                </a:lnTo>
                <a:cubicBezTo>
                  <a:pt x="1240572" y="28148"/>
                  <a:pt x="1240338" y="21780"/>
                  <a:pt x="1239870" y="19406"/>
                </a:cubicBezTo>
                <a:cubicBezTo>
                  <a:pt x="1239402" y="17033"/>
                  <a:pt x="1238650" y="15411"/>
                  <a:pt x="1237614" y="14542"/>
                </a:cubicBezTo>
                <a:cubicBezTo>
                  <a:pt x="1236577" y="13673"/>
                  <a:pt x="1235257" y="13238"/>
                  <a:pt x="1233652" y="13238"/>
                </a:cubicBezTo>
                <a:cubicBezTo>
                  <a:pt x="1231914" y="13238"/>
                  <a:pt x="1229707" y="13773"/>
                  <a:pt x="1227033" y="14843"/>
                </a:cubicBezTo>
                <a:lnTo>
                  <a:pt x="1225328" y="11233"/>
                </a:lnTo>
                <a:lnTo>
                  <a:pt x="1252708" y="0"/>
                </a:lnTo>
                <a:lnTo>
                  <a:pt x="1257221" y="0"/>
                </a:lnTo>
                <a:close/>
                <a:moveTo>
                  <a:pt x="1298174" y="85448"/>
                </a:moveTo>
                <a:cubicBezTo>
                  <a:pt x="1298107" y="99025"/>
                  <a:pt x="1301417" y="109674"/>
                  <a:pt x="1308103" y="117394"/>
                </a:cubicBezTo>
                <a:cubicBezTo>
                  <a:pt x="1314789" y="125115"/>
                  <a:pt x="1322645" y="128975"/>
                  <a:pt x="1331672" y="128975"/>
                </a:cubicBezTo>
                <a:cubicBezTo>
                  <a:pt x="1337689" y="128975"/>
                  <a:pt x="1342921" y="127313"/>
                  <a:pt x="1347367" y="123989"/>
                </a:cubicBezTo>
                <a:cubicBezTo>
                  <a:pt x="1351813" y="120664"/>
                  <a:pt x="1355541" y="114972"/>
                  <a:pt x="1358550" y="106911"/>
                </a:cubicBezTo>
                <a:lnTo>
                  <a:pt x="1361659" y="108926"/>
                </a:lnTo>
                <a:cubicBezTo>
                  <a:pt x="1360255" y="118134"/>
                  <a:pt x="1356176" y="126519"/>
                  <a:pt x="1349423" y="134080"/>
                </a:cubicBezTo>
                <a:cubicBezTo>
                  <a:pt x="1342670" y="141642"/>
                  <a:pt x="1334212" y="145423"/>
                  <a:pt x="1324049" y="145423"/>
                </a:cubicBezTo>
                <a:cubicBezTo>
                  <a:pt x="1313017" y="145423"/>
                  <a:pt x="1303573" y="141136"/>
                  <a:pt x="1295717" y="132563"/>
                </a:cubicBezTo>
                <a:cubicBezTo>
                  <a:pt x="1287861" y="123989"/>
                  <a:pt x="1283933" y="112461"/>
                  <a:pt x="1283933" y="97982"/>
                </a:cubicBezTo>
                <a:cubicBezTo>
                  <a:pt x="1283933" y="82303"/>
                  <a:pt x="1287961" y="70077"/>
                  <a:pt x="1296018" y="61303"/>
                </a:cubicBezTo>
                <a:cubicBezTo>
                  <a:pt x="1304075" y="52528"/>
                  <a:pt x="1314187" y="48140"/>
                  <a:pt x="1326356" y="48140"/>
                </a:cubicBezTo>
                <a:cubicBezTo>
                  <a:pt x="1336653" y="48140"/>
                  <a:pt x="1345111" y="51525"/>
                  <a:pt x="1351730" y="58294"/>
                </a:cubicBezTo>
                <a:cubicBezTo>
                  <a:pt x="1358349" y="65062"/>
                  <a:pt x="1361659" y="74113"/>
                  <a:pt x="1361659" y="85448"/>
                </a:cubicBezTo>
                <a:lnTo>
                  <a:pt x="1298174" y="85448"/>
                </a:lnTo>
                <a:moveTo>
                  <a:pt x="1298174" y="79631"/>
                </a:moveTo>
                <a:lnTo>
                  <a:pt x="1340698" y="79631"/>
                </a:lnTo>
                <a:cubicBezTo>
                  <a:pt x="1340363" y="73796"/>
                  <a:pt x="1339661" y="69685"/>
                  <a:pt x="1338592" y="67299"/>
                </a:cubicBezTo>
                <a:cubicBezTo>
                  <a:pt x="1336920" y="63584"/>
                  <a:pt x="1334430" y="60666"/>
                  <a:pt x="1331120" y="58545"/>
                </a:cubicBezTo>
                <a:cubicBezTo>
                  <a:pt x="1327810" y="56422"/>
                  <a:pt x="1324350" y="55361"/>
                  <a:pt x="1320740" y="55361"/>
                </a:cubicBezTo>
                <a:cubicBezTo>
                  <a:pt x="1315190" y="55361"/>
                  <a:pt x="1310226" y="57499"/>
                  <a:pt x="1305846" y="61776"/>
                </a:cubicBezTo>
                <a:cubicBezTo>
                  <a:pt x="1301467" y="66053"/>
                  <a:pt x="1298910" y="72005"/>
                  <a:pt x="1298174" y="79631"/>
                </a:cubicBezTo>
                <a:close/>
                <a:moveTo>
                  <a:pt x="1544922" y="3611"/>
                </a:moveTo>
                <a:lnTo>
                  <a:pt x="1548432" y="46535"/>
                </a:lnTo>
                <a:lnTo>
                  <a:pt x="1544922" y="46535"/>
                </a:lnTo>
                <a:cubicBezTo>
                  <a:pt x="1541378" y="35898"/>
                  <a:pt x="1536798" y="27886"/>
                  <a:pt x="1531182" y="22500"/>
                </a:cubicBezTo>
                <a:cubicBezTo>
                  <a:pt x="1523092" y="14721"/>
                  <a:pt x="1512695" y="10831"/>
                  <a:pt x="1499991" y="10831"/>
                </a:cubicBezTo>
                <a:cubicBezTo>
                  <a:pt x="1482674" y="10831"/>
                  <a:pt x="1469503" y="17664"/>
                  <a:pt x="1460477" y="31329"/>
                </a:cubicBezTo>
                <a:cubicBezTo>
                  <a:pt x="1452921" y="42858"/>
                  <a:pt x="1449144" y="56587"/>
                  <a:pt x="1449144" y="72517"/>
                </a:cubicBezTo>
                <a:cubicBezTo>
                  <a:pt x="1449144" y="85448"/>
                  <a:pt x="1451651" y="97246"/>
                  <a:pt x="1456665" y="107911"/>
                </a:cubicBezTo>
                <a:cubicBezTo>
                  <a:pt x="1461680" y="118575"/>
                  <a:pt x="1468249" y="126390"/>
                  <a:pt x="1476373" y="131357"/>
                </a:cubicBezTo>
                <a:cubicBezTo>
                  <a:pt x="1484496" y="136321"/>
                  <a:pt x="1492837" y="138804"/>
                  <a:pt x="1501395" y="138804"/>
                </a:cubicBezTo>
                <a:cubicBezTo>
                  <a:pt x="1506410" y="138804"/>
                  <a:pt x="1511257" y="138170"/>
                  <a:pt x="1515938" y="136904"/>
                </a:cubicBezTo>
                <a:cubicBezTo>
                  <a:pt x="1520618" y="135636"/>
                  <a:pt x="1525131" y="133767"/>
                  <a:pt x="1529477" y="131297"/>
                </a:cubicBezTo>
                <a:lnTo>
                  <a:pt x="1529477" y="92068"/>
                </a:lnTo>
                <a:cubicBezTo>
                  <a:pt x="1529477" y="85248"/>
                  <a:pt x="1528959" y="80785"/>
                  <a:pt x="1527923" y="78679"/>
                </a:cubicBezTo>
                <a:cubicBezTo>
                  <a:pt x="1526886" y="76573"/>
                  <a:pt x="1525282" y="74968"/>
                  <a:pt x="1523109" y="73865"/>
                </a:cubicBezTo>
                <a:cubicBezTo>
                  <a:pt x="1520936" y="72762"/>
                  <a:pt x="1517108" y="72210"/>
                  <a:pt x="1511625" y="72210"/>
                </a:cubicBezTo>
                <a:lnTo>
                  <a:pt x="1511625" y="68399"/>
                </a:lnTo>
                <a:lnTo>
                  <a:pt x="1564278" y="68399"/>
                </a:lnTo>
                <a:lnTo>
                  <a:pt x="1564278" y="72210"/>
                </a:lnTo>
                <a:lnTo>
                  <a:pt x="1561771" y="72210"/>
                </a:lnTo>
                <a:cubicBezTo>
                  <a:pt x="1556556" y="72210"/>
                  <a:pt x="1552979" y="73948"/>
                  <a:pt x="1551040" y="77425"/>
                </a:cubicBezTo>
                <a:cubicBezTo>
                  <a:pt x="1549703" y="79899"/>
                  <a:pt x="1549034" y="84780"/>
                  <a:pt x="1549034" y="92068"/>
                </a:cubicBezTo>
                <a:lnTo>
                  <a:pt x="1549034" y="133610"/>
                </a:lnTo>
                <a:cubicBezTo>
                  <a:pt x="1541345" y="137747"/>
                  <a:pt x="1533756" y="140783"/>
                  <a:pt x="1526268" y="142718"/>
                </a:cubicBezTo>
                <a:cubicBezTo>
                  <a:pt x="1518779" y="144655"/>
                  <a:pt x="1510455" y="145623"/>
                  <a:pt x="1501295" y="145623"/>
                </a:cubicBezTo>
                <a:cubicBezTo>
                  <a:pt x="1475019" y="145623"/>
                  <a:pt x="1455061" y="137210"/>
                  <a:pt x="1441421" y="120384"/>
                </a:cubicBezTo>
                <a:cubicBezTo>
                  <a:pt x="1431191" y="107766"/>
                  <a:pt x="1426077" y="93212"/>
                  <a:pt x="1426077" y="76720"/>
                </a:cubicBezTo>
                <a:cubicBezTo>
                  <a:pt x="1426077" y="64768"/>
                  <a:pt x="1428952" y="53319"/>
                  <a:pt x="1434702" y="42370"/>
                </a:cubicBezTo>
                <a:cubicBezTo>
                  <a:pt x="1441521" y="29349"/>
                  <a:pt x="1450882" y="19333"/>
                  <a:pt x="1462783" y="12323"/>
                </a:cubicBezTo>
                <a:cubicBezTo>
                  <a:pt x="1472746" y="6515"/>
                  <a:pt x="1484513" y="3611"/>
                  <a:pt x="1498086" y="3611"/>
                </a:cubicBezTo>
                <a:cubicBezTo>
                  <a:pt x="1503034" y="3611"/>
                  <a:pt x="1507530" y="4012"/>
                  <a:pt x="1511575" y="4814"/>
                </a:cubicBezTo>
                <a:cubicBezTo>
                  <a:pt x="1515620" y="5616"/>
                  <a:pt x="1521354" y="7388"/>
                  <a:pt x="1528775" y="10129"/>
                </a:cubicBezTo>
                <a:cubicBezTo>
                  <a:pt x="1532519" y="11534"/>
                  <a:pt x="1535027" y="12236"/>
                  <a:pt x="1536297" y="12236"/>
                </a:cubicBezTo>
                <a:cubicBezTo>
                  <a:pt x="1537567" y="12236"/>
                  <a:pt x="1538654" y="11651"/>
                  <a:pt x="1539556" y="10480"/>
                </a:cubicBezTo>
                <a:cubicBezTo>
                  <a:pt x="1540459" y="9310"/>
                  <a:pt x="1541011" y="7020"/>
                  <a:pt x="1541211" y="3611"/>
                </a:cubicBezTo>
                <a:lnTo>
                  <a:pt x="1544922" y="3611"/>
                </a:lnTo>
                <a:close/>
                <a:moveTo>
                  <a:pt x="1600450" y="48140"/>
                </a:moveTo>
                <a:lnTo>
                  <a:pt x="1600450" y="68800"/>
                </a:lnTo>
                <a:cubicBezTo>
                  <a:pt x="1608139" y="55027"/>
                  <a:pt x="1616029" y="48140"/>
                  <a:pt x="1624119" y="48140"/>
                </a:cubicBezTo>
                <a:cubicBezTo>
                  <a:pt x="1627796" y="48140"/>
                  <a:pt x="1630838" y="49260"/>
                  <a:pt x="1633245" y="51500"/>
                </a:cubicBezTo>
                <a:cubicBezTo>
                  <a:pt x="1635652" y="53740"/>
                  <a:pt x="1636856" y="56330"/>
                  <a:pt x="1636856" y="59272"/>
                </a:cubicBezTo>
                <a:cubicBezTo>
                  <a:pt x="1636856" y="61880"/>
                  <a:pt x="1635987" y="64086"/>
                  <a:pt x="1634248" y="65892"/>
                </a:cubicBezTo>
                <a:cubicBezTo>
                  <a:pt x="1632510" y="67697"/>
                  <a:pt x="1630437" y="68599"/>
                  <a:pt x="1628030" y="68599"/>
                </a:cubicBezTo>
                <a:cubicBezTo>
                  <a:pt x="1625690" y="68599"/>
                  <a:pt x="1623066" y="67463"/>
                  <a:pt x="1620157" y="65190"/>
                </a:cubicBezTo>
                <a:cubicBezTo>
                  <a:pt x="1617249" y="62916"/>
                  <a:pt x="1615093" y="61780"/>
                  <a:pt x="1613689" y="61780"/>
                </a:cubicBezTo>
                <a:cubicBezTo>
                  <a:pt x="1612485" y="61780"/>
                  <a:pt x="1611181" y="62443"/>
                  <a:pt x="1609777" y="63770"/>
                </a:cubicBezTo>
                <a:cubicBezTo>
                  <a:pt x="1606768" y="66492"/>
                  <a:pt x="1603659" y="70973"/>
                  <a:pt x="1600450" y="77212"/>
                </a:cubicBezTo>
                <a:lnTo>
                  <a:pt x="1600450" y="121152"/>
                </a:lnTo>
                <a:cubicBezTo>
                  <a:pt x="1600450" y="126238"/>
                  <a:pt x="1601085" y="130084"/>
                  <a:pt x="1602356" y="132692"/>
                </a:cubicBezTo>
                <a:cubicBezTo>
                  <a:pt x="1603225" y="134499"/>
                  <a:pt x="1604763" y="136004"/>
                  <a:pt x="1606969" y="137205"/>
                </a:cubicBezTo>
                <a:cubicBezTo>
                  <a:pt x="1609175" y="138404"/>
                  <a:pt x="1612351" y="139004"/>
                  <a:pt x="1616497" y="139004"/>
                </a:cubicBezTo>
                <a:lnTo>
                  <a:pt x="1616497" y="142615"/>
                </a:lnTo>
                <a:lnTo>
                  <a:pt x="1569460" y="142615"/>
                </a:lnTo>
                <a:lnTo>
                  <a:pt x="1569460" y="139004"/>
                </a:lnTo>
                <a:cubicBezTo>
                  <a:pt x="1574140" y="139004"/>
                  <a:pt x="1577617" y="138260"/>
                  <a:pt x="1579890" y="136773"/>
                </a:cubicBezTo>
                <a:cubicBezTo>
                  <a:pt x="1581562" y="135690"/>
                  <a:pt x="1582732" y="133965"/>
                  <a:pt x="1583400" y="131598"/>
                </a:cubicBezTo>
                <a:cubicBezTo>
                  <a:pt x="1583735" y="130447"/>
                  <a:pt x="1583902" y="127166"/>
                  <a:pt x="1583902" y="121754"/>
                </a:cubicBezTo>
                <a:lnTo>
                  <a:pt x="1583902" y="86451"/>
                </a:lnTo>
                <a:cubicBezTo>
                  <a:pt x="1583902" y="75754"/>
                  <a:pt x="1583685" y="69385"/>
                  <a:pt x="1583250" y="67346"/>
                </a:cubicBezTo>
                <a:cubicBezTo>
                  <a:pt x="1582815" y="65307"/>
                  <a:pt x="1582013" y="63819"/>
                  <a:pt x="1580843" y="62883"/>
                </a:cubicBezTo>
                <a:cubicBezTo>
                  <a:pt x="1579673" y="61947"/>
                  <a:pt x="1578219" y="61479"/>
                  <a:pt x="1576480" y="61479"/>
                </a:cubicBezTo>
                <a:cubicBezTo>
                  <a:pt x="1574408" y="61479"/>
                  <a:pt x="1572068" y="61980"/>
                  <a:pt x="1569460" y="62983"/>
                </a:cubicBezTo>
                <a:lnTo>
                  <a:pt x="1568457" y="59373"/>
                </a:lnTo>
                <a:lnTo>
                  <a:pt x="1596238" y="48140"/>
                </a:lnTo>
                <a:lnTo>
                  <a:pt x="1600450" y="48140"/>
                </a:lnTo>
                <a:close/>
                <a:moveTo>
                  <a:pt x="1694020" y="129483"/>
                </a:moveTo>
                <a:cubicBezTo>
                  <a:pt x="1684592" y="136768"/>
                  <a:pt x="1678675" y="140979"/>
                  <a:pt x="1676268" y="142113"/>
                </a:cubicBezTo>
                <a:cubicBezTo>
                  <a:pt x="1672658" y="143785"/>
                  <a:pt x="1668813" y="144620"/>
                  <a:pt x="1664735" y="144620"/>
                </a:cubicBezTo>
                <a:cubicBezTo>
                  <a:pt x="1658383" y="144620"/>
                  <a:pt x="1653151" y="142447"/>
                  <a:pt x="1649039" y="138101"/>
                </a:cubicBezTo>
                <a:cubicBezTo>
                  <a:pt x="1644927" y="133756"/>
                  <a:pt x="1642871" y="128039"/>
                  <a:pt x="1642871" y="120952"/>
                </a:cubicBezTo>
                <a:cubicBezTo>
                  <a:pt x="1642871" y="116472"/>
                  <a:pt x="1643874" y="112594"/>
                  <a:pt x="1645880" y="109318"/>
                </a:cubicBezTo>
                <a:cubicBezTo>
                  <a:pt x="1648621" y="104771"/>
                  <a:pt x="1653385" y="100492"/>
                  <a:pt x="1660171" y="96480"/>
                </a:cubicBezTo>
                <a:cubicBezTo>
                  <a:pt x="1666958" y="92469"/>
                  <a:pt x="1678241" y="87588"/>
                  <a:pt x="1694020" y="81838"/>
                </a:cubicBezTo>
                <a:lnTo>
                  <a:pt x="1694020" y="78240"/>
                </a:lnTo>
                <a:cubicBezTo>
                  <a:pt x="1694020" y="69113"/>
                  <a:pt x="1692566" y="62851"/>
                  <a:pt x="1689657" y="59454"/>
                </a:cubicBezTo>
                <a:cubicBezTo>
                  <a:pt x="1686749" y="56057"/>
                  <a:pt x="1682520" y="54358"/>
                  <a:pt x="1676970" y="54358"/>
                </a:cubicBezTo>
                <a:cubicBezTo>
                  <a:pt x="1672758" y="54358"/>
                  <a:pt x="1669415" y="55495"/>
                  <a:pt x="1666941" y="57768"/>
                </a:cubicBezTo>
                <a:cubicBezTo>
                  <a:pt x="1664400" y="60041"/>
                  <a:pt x="1663130" y="62649"/>
                  <a:pt x="1663130" y="65591"/>
                </a:cubicBezTo>
                <a:lnTo>
                  <a:pt x="1663331" y="71408"/>
                </a:lnTo>
                <a:cubicBezTo>
                  <a:pt x="1663331" y="74483"/>
                  <a:pt x="1662545" y="76857"/>
                  <a:pt x="1660974" y="78528"/>
                </a:cubicBezTo>
                <a:cubicBezTo>
                  <a:pt x="1659402" y="80200"/>
                  <a:pt x="1657346" y="81036"/>
                  <a:pt x="1654806" y="81036"/>
                </a:cubicBezTo>
                <a:cubicBezTo>
                  <a:pt x="1652332" y="81036"/>
                  <a:pt x="1650309" y="80164"/>
                  <a:pt x="1648738" y="78422"/>
                </a:cubicBezTo>
                <a:cubicBezTo>
                  <a:pt x="1647167" y="76677"/>
                  <a:pt x="1646381" y="74296"/>
                  <a:pt x="1646381" y="71279"/>
                </a:cubicBezTo>
                <a:cubicBezTo>
                  <a:pt x="1646381" y="65510"/>
                  <a:pt x="1649323" y="60211"/>
                  <a:pt x="1655207" y="55383"/>
                </a:cubicBezTo>
                <a:cubicBezTo>
                  <a:pt x="1661091" y="50554"/>
                  <a:pt x="1669348" y="48140"/>
                  <a:pt x="1679979" y="48140"/>
                </a:cubicBezTo>
                <a:cubicBezTo>
                  <a:pt x="1688136" y="48140"/>
                  <a:pt x="1694822" y="49509"/>
                  <a:pt x="1700037" y="52246"/>
                </a:cubicBezTo>
                <a:cubicBezTo>
                  <a:pt x="1703982" y="54316"/>
                  <a:pt x="1706890" y="57556"/>
                  <a:pt x="1708763" y="61965"/>
                </a:cubicBezTo>
                <a:cubicBezTo>
                  <a:pt x="1709966" y="64835"/>
                  <a:pt x="1710568" y="70712"/>
                  <a:pt x="1710568" y="79594"/>
                </a:cubicBezTo>
                <a:lnTo>
                  <a:pt x="1710568" y="110747"/>
                </a:lnTo>
                <a:cubicBezTo>
                  <a:pt x="1710568" y="119495"/>
                  <a:pt x="1710735" y="124855"/>
                  <a:pt x="1711069" y="126825"/>
                </a:cubicBezTo>
                <a:cubicBezTo>
                  <a:pt x="1711404" y="128795"/>
                  <a:pt x="1711955" y="130115"/>
                  <a:pt x="1712724" y="130783"/>
                </a:cubicBezTo>
                <a:cubicBezTo>
                  <a:pt x="1713493" y="131450"/>
                  <a:pt x="1714379" y="131783"/>
                  <a:pt x="1715382" y="131783"/>
                </a:cubicBezTo>
                <a:cubicBezTo>
                  <a:pt x="1716452" y="131783"/>
                  <a:pt x="1717388" y="131549"/>
                  <a:pt x="1718190" y="131081"/>
                </a:cubicBezTo>
                <a:cubicBezTo>
                  <a:pt x="1719594" y="130212"/>
                  <a:pt x="1722302" y="127771"/>
                  <a:pt x="1726314" y="123760"/>
                </a:cubicBezTo>
                <a:lnTo>
                  <a:pt x="1726314" y="129376"/>
                </a:lnTo>
                <a:cubicBezTo>
                  <a:pt x="1718825" y="139405"/>
                  <a:pt x="1711671" y="144420"/>
                  <a:pt x="1704851" y="144420"/>
                </a:cubicBezTo>
                <a:cubicBezTo>
                  <a:pt x="1701575" y="144420"/>
                  <a:pt x="1698967" y="143292"/>
                  <a:pt x="1697028" y="141035"/>
                </a:cubicBezTo>
                <a:cubicBezTo>
                  <a:pt x="1695090" y="138776"/>
                  <a:pt x="1694087" y="134926"/>
                  <a:pt x="1694020" y="129483"/>
                </a:cubicBezTo>
                <a:moveTo>
                  <a:pt x="1694020" y="122979"/>
                </a:moveTo>
                <a:lnTo>
                  <a:pt x="1694020" y="88056"/>
                </a:lnTo>
                <a:cubicBezTo>
                  <a:pt x="1683924" y="92059"/>
                  <a:pt x="1677405" y="94895"/>
                  <a:pt x="1674463" y="96562"/>
                </a:cubicBezTo>
                <a:cubicBezTo>
                  <a:pt x="1669181" y="99498"/>
                  <a:pt x="1665403" y="102567"/>
                  <a:pt x="1663130" y="105770"/>
                </a:cubicBezTo>
                <a:cubicBezTo>
                  <a:pt x="1660857" y="108971"/>
                  <a:pt x="1659720" y="112473"/>
                  <a:pt x="1659720" y="116276"/>
                </a:cubicBezTo>
                <a:cubicBezTo>
                  <a:pt x="1659720" y="121079"/>
                  <a:pt x="1661158" y="125066"/>
                  <a:pt x="1664033" y="128235"/>
                </a:cubicBezTo>
                <a:cubicBezTo>
                  <a:pt x="1666908" y="131403"/>
                  <a:pt x="1670217" y="132987"/>
                  <a:pt x="1673961" y="132987"/>
                </a:cubicBezTo>
                <a:cubicBezTo>
                  <a:pt x="1679043" y="132987"/>
                  <a:pt x="1685729" y="129651"/>
                  <a:pt x="1694020" y="122979"/>
                </a:cubicBezTo>
                <a:close/>
                <a:moveTo>
                  <a:pt x="1726545" y="59573"/>
                </a:moveTo>
                <a:lnTo>
                  <a:pt x="1754828" y="48341"/>
                </a:lnTo>
                <a:lnTo>
                  <a:pt x="1758639" y="48341"/>
                </a:lnTo>
                <a:lnTo>
                  <a:pt x="1758639" y="69903"/>
                </a:lnTo>
                <a:cubicBezTo>
                  <a:pt x="1763386" y="61851"/>
                  <a:pt x="1768150" y="56210"/>
                  <a:pt x="1772930" y="52982"/>
                </a:cubicBezTo>
                <a:cubicBezTo>
                  <a:pt x="1777711" y="49754"/>
                  <a:pt x="1782742" y="48140"/>
                  <a:pt x="1788024" y="48140"/>
                </a:cubicBezTo>
                <a:cubicBezTo>
                  <a:pt x="1797251" y="48140"/>
                  <a:pt x="1804940" y="51746"/>
                  <a:pt x="1811091" y="58959"/>
                </a:cubicBezTo>
                <a:cubicBezTo>
                  <a:pt x="1818647" y="67776"/>
                  <a:pt x="1822424" y="79265"/>
                  <a:pt x="1822424" y="93425"/>
                </a:cubicBezTo>
                <a:cubicBezTo>
                  <a:pt x="1822424" y="109254"/>
                  <a:pt x="1817878" y="122345"/>
                  <a:pt x="1808785" y="132698"/>
                </a:cubicBezTo>
                <a:cubicBezTo>
                  <a:pt x="1801296" y="141181"/>
                  <a:pt x="1791869" y="145423"/>
                  <a:pt x="1780502" y="145423"/>
                </a:cubicBezTo>
                <a:cubicBezTo>
                  <a:pt x="1775555" y="145423"/>
                  <a:pt x="1771275" y="144721"/>
                  <a:pt x="1767665" y="143317"/>
                </a:cubicBezTo>
                <a:cubicBezTo>
                  <a:pt x="1764991" y="142314"/>
                  <a:pt x="1761982" y="140308"/>
                  <a:pt x="1758639" y="137299"/>
                </a:cubicBezTo>
                <a:lnTo>
                  <a:pt x="1758639" y="165280"/>
                </a:lnTo>
                <a:cubicBezTo>
                  <a:pt x="1758639" y="171601"/>
                  <a:pt x="1759023" y="175619"/>
                  <a:pt x="1759792" y="177334"/>
                </a:cubicBezTo>
                <a:cubicBezTo>
                  <a:pt x="1760561" y="179050"/>
                  <a:pt x="1761898" y="180411"/>
                  <a:pt x="1763804" y="181418"/>
                </a:cubicBezTo>
                <a:cubicBezTo>
                  <a:pt x="1765709" y="182427"/>
                  <a:pt x="1769169" y="182932"/>
                  <a:pt x="1774184" y="182932"/>
                </a:cubicBezTo>
                <a:lnTo>
                  <a:pt x="1774184" y="186542"/>
                </a:lnTo>
                <a:lnTo>
                  <a:pt x="1726044" y="186542"/>
                </a:lnTo>
                <a:lnTo>
                  <a:pt x="1726044" y="182932"/>
                </a:lnTo>
                <a:lnTo>
                  <a:pt x="1728551" y="182932"/>
                </a:lnTo>
                <a:cubicBezTo>
                  <a:pt x="1732229" y="182999"/>
                  <a:pt x="1735371" y="182292"/>
                  <a:pt x="1737979" y="180813"/>
                </a:cubicBezTo>
                <a:cubicBezTo>
                  <a:pt x="1739249" y="180073"/>
                  <a:pt x="1740235" y="178880"/>
                  <a:pt x="1740937" y="177234"/>
                </a:cubicBezTo>
                <a:cubicBezTo>
                  <a:pt x="1741639" y="175588"/>
                  <a:pt x="1741990" y="171402"/>
                  <a:pt x="1741990" y="164679"/>
                </a:cubicBezTo>
                <a:lnTo>
                  <a:pt x="1741990" y="77626"/>
                </a:lnTo>
                <a:cubicBezTo>
                  <a:pt x="1741990" y="71635"/>
                  <a:pt x="1741723" y="67833"/>
                  <a:pt x="1741188" y="66217"/>
                </a:cubicBezTo>
                <a:cubicBezTo>
                  <a:pt x="1740653" y="64600"/>
                  <a:pt x="1739801" y="63389"/>
                  <a:pt x="1738631" y="62585"/>
                </a:cubicBezTo>
                <a:cubicBezTo>
                  <a:pt x="1737461" y="61781"/>
                  <a:pt x="1735873" y="61378"/>
                  <a:pt x="1733867" y="61378"/>
                </a:cubicBezTo>
                <a:cubicBezTo>
                  <a:pt x="1732262" y="61378"/>
                  <a:pt x="1730223" y="61846"/>
                  <a:pt x="1727749" y="62783"/>
                </a:cubicBezTo>
                <a:lnTo>
                  <a:pt x="1726545" y="59573"/>
                </a:lnTo>
                <a:moveTo>
                  <a:pt x="1758639" y="75820"/>
                </a:moveTo>
                <a:lnTo>
                  <a:pt x="1758639" y="110120"/>
                </a:lnTo>
                <a:cubicBezTo>
                  <a:pt x="1758639" y="117542"/>
                  <a:pt x="1758940" y="122423"/>
                  <a:pt x="1759541" y="124763"/>
                </a:cubicBezTo>
                <a:cubicBezTo>
                  <a:pt x="1760477" y="128641"/>
                  <a:pt x="1762767" y="132051"/>
                  <a:pt x="1766411" y="134992"/>
                </a:cubicBezTo>
                <a:cubicBezTo>
                  <a:pt x="1770055" y="137934"/>
                  <a:pt x="1774652" y="139405"/>
                  <a:pt x="1780201" y="139405"/>
                </a:cubicBezTo>
                <a:cubicBezTo>
                  <a:pt x="1786888" y="139405"/>
                  <a:pt x="1792303" y="136798"/>
                  <a:pt x="1796449" y="131583"/>
                </a:cubicBezTo>
                <a:cubicBezTo>
                  <a:pt x="1801864" y="124763"/>
                  <a:pt x="1804572" y="115168"/>
                  <a:pt x="1804572" y="102799"/>
                </a:cubicBezTo>
                <a:cubicBezTo>
                  <a:pt x="1804572" y="88758"/>
                  <a:pt x="1801497" y="77960"/>
                  <a:pt x="1795345" y="70405"/>
                </a:cubicBezTo>
                <a:cubicBezTo>
                  <a:pt x="1791066" y="65190"/>
                  <a:pt x="1785985" y="62582"/>
                  <a:pt x="1780101" y="62582"/>
                </a:cubicBezTo>
                <a:cubicBezTo>
                  <a:pt x="1776892" y="62582"/>
                  <a:pt x="1773716" y="63384"/>
                  <a:pt x="1770573" y="64989"/>
                </a:cubicBezTo>
                <a:cubicBezTo>
                  <a:pt x="1768166" y="66192"/>
                  <a:pt x="1764188" y="69803"/>
                  <a:pt x="1758639" y="75820"/>
                </a:cubicBezTo>
                <a:close/>
                <a:moveTo>
                  <a:pt x="1862843" y="0"/>
                </a:moveTo>
                <a:lnTo>
                  <a:pt x="1862843" y="67380"/>
                </a:lnTo>
                <a:cubicBezTo>
                  <a:pt x="1870264" y="59188"/>
                  <a:pt x="1876148" y="53933"/>
                  <a:pt x="1880494" y="51616"/>
                </a:cubicBezTo>
                <a:cubicBezTo>
                  <a:pt x="1884840" y="49299"/>
                  <a:pt x="1889186" y="48140"/>
                  <a:pt x="1893532" y="48140"/>
                </a:cubicBezTo>
                <a:cubicBezTo>
                  <a:pt x="1898747" y="48140"/>
                  <a:pt x="1903227" y="49574"/>
                  <a:pt x="1906971" y="52443"/>
                </a:cubicBezTo>
                <a:cubicBezTo>
                  <a:pt x="1910715" y="55310"/>
                  <a:pt x="1913490" y="59810"/>
                  <a:pt x="1915295" y="65945"/>
                </a:cubicBezTo>
                <a:cubicBezTo>
                  <a:pt x="1916565" y="70211"/>
                  <a:pt x="1917201" y="78012"/>
                  <a:pt x="1917201" y="89347"/>
                </a:cubicBezTo>
                <a:lnTo>
                  <a:pt x="1917201" y="121754"/>
                </a:lnTo>
                <a:cubicBezTo>
                  <a:pt x="1917201" y="127604"/>
                  <a:pt x="1917669" y="131606"/>
                  <a:pt x="1918605" y="133758"/>
                </a:cubicBezTo>
                <a:cubicBezTo>
                  <a:pt x="1919273" y="135373"/>
                  <a:pt x="1920410" y="136651"/>
                  <a:pt x="1922015" y="137594"/>
                </a:cubicBezTo>
                <a:cubicBezTo>
                  <a:pt x="1923619" y="138534"/>
                  <a:pt x="1926561" y="139004"/>
                  <a:pt x="1930840" y="139004"/>
                </a:cubicBezTo>
                <a:lnTo>
                  <a:pt x="1930840" y="142615"/>
                </a:lnTo>
                <a:lnTo>
                  <a:pt x="1885709" y="142615"/>
                </a:lnTo>
                <a:lnTo>
                  <a:pt x="1885709" y="139004"/>
                </a:lnTo>
                <a:lnTo>
                  <a:pt x="1887815" y="139004"/>
                </a:lnTo>
                <a:cubicBezTo>
                  <a:pt x="1892094" y="139004"/>
                  <a:pt x="1895070" y="138349"/>
                  <a:pt x="1896741" y="137039"/>
                </a:cubicBezTo>
                <a:cubicBezTo>
                  <a:pt x="1898413" y="135727"/>
                  <a:pt x="1899583" y="133793"/>
                  <a:pt x="1900251" y="131238"/>
                </a:cubicBezTo>
                <a:cubicBezTo>
                  <a:pt x="1900452" y="130162"/>
                  <a:pt x="1900552" y="127000"/>
                  <a:pt x="1900552" y="121754"/>
                </a:cubicBezTo>
                <a:lnTo>
                  <a:pt x="1900552" y="89419"/>
                </a:lnTo>
                <a:cubicBezTo>
                  <a:pt x="1900552" y="79438"/>
                  <a:pt x="1900034" y="72885"/>
                  <a:pt x="1898998" y="69759"/>
                </a:cubicBezTo>
                <a:cubicBezTo>
                  <a:pt x="1897961" y="66631"/>
                  <a:pt x="1896306" y="64286"/>
                  <a:pt x="1894033" y="62723"/>
                </a:cubicBezTo>
                <a:cubicBezTo>
                  <a:pt x="1891760" y="61158"/>
                  <a:pt x="1889019" y="60376"/>
                  <a:pt x="1885809" y="60376"/>
                </a:cubicBezTo>
                <a:cubicBezTo>
                  <a:pt x="1882533" y="60376"/>
                  <a:pt x="1879123" y="61243"/>
                  <a:pt x="1875580" y="62977"/>
                </a:cubicBezTo>
                <a:cubicBezTo>
                  <a:pt x="1872036" y="64711"/>
                  <a:pt x="1867790" y="68213"/>
                  <a:pt x="1862843" y="73482"/>
                </a:cubicBezTo>
                <a:lnTo>
                  <a:pt x="1862843" y="121754"/>
                </a:lnTo>
                <a:cubicBezTo>
                  <a:pt x="1862843" y="128076"/>
                  <a:pt x="1863194" y="132011"/>
                  <a:pt x="1863896" y="133557"/>
                </a:cubicBezTo>
                <a:cubicBezTo>
                  <a:pt x="1864598" y="135103"/>
                  <a:pt x="1865901" y="136398"/>
                  <a:pt x="1867807" y="137440"/>
                </a:cubicBezTo>
                <a:cubicBezTo>
                  <a:pt x="1869712" y="138483"/>
                  <a:pt x="1873005" y="139004"/>
                  <a:pt x="1877686" y="139004"/>
                </a:cubicBezTo>
                <a:lnTo>
                  <a:pt x="1877686" y="142615"/>
                </a:lnTo>
                <a:lnTo>
                  <a:pt x="1832153" y="142615"/>
                </a:lnTo>
                <a:lnTo>
                  <a:pt x="1832153" y="139004"/>
                </a:lnTo>
                <a:cubicBezTo>
                  <a:pt x="1836232" y="139004"/>
                  <a:pt x="1839441" y="138365"/>
                  <a:pt x="1841781" y="137086"/>
                </a:cubicBezTo>
                <a:cubicBezTo>
                  <a:pt x="1843119" y="136415"/>
                  <a:pt x="1844188" y="135139"/>
                  <a:pt x="1844991" y="133256"/>
                </a:cubicBezTo>
                <a:cubicBezTo>
                  <a:pt x="1845793" y="131371"/>
                  <a:pt x="1846194" y="127537"/>
                  <a:pt x="1846194" y="121754"/>
                </a:cubicBezTo>
                <a:lnTo>
                  <a:pt x="1846194" y="38713"/>
                </a:lnTo>
                <a:cubicBezTo>
                  <a:pt x="1846194" y="28259"/>
                  <a:pt x="1845943" y="21834"/>
                  <a:pt x="1845442" y="19438"/>
                </a:cubicBezTo>
                <a:cubicBezTo>
                  <a:pt x="1844940" y="17041"/>
                  <a:pt x="1844172" y="15409"/>
                  <a:pt x="1843135" y="14542"/>
                </a:cubicBezTo>
                <a:cubicBezTo>
                  <a:pt x="1842099" y="13673"/>
                  <a:pt x="1840712" y="13238"/>
                  <a:pt x="1838973" y="13238"/>
                </a:cubicBezTo>
                <a:cubicBezTo>
                  <a:pt x="1837569" y="13238"/>
                  <a:pt x="1835296" y="13773"/>
                  <a:pt x="1832153" y="14843"/>
                </a:cubicBezTo>
                <a:lnTo>
                  <a:pt x="1830749" y="11233"/>
                </a:lnTo>
                <a:lnTo>
                  <a:pt x="1858229" y="0"/>
                </a:lnTo>
                <a:lnTo>
                  <a:pt x="1862843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ReversedChannelModuleGraph">
            <a:extLst xmlns:a="http://schemas.openxmlformats.org/drawingml/2006/main">
              <a:ext uri="{FF2B5EF4-FFF2-40B4-BE49-F238E27FC236}">
                <a16:creationId xmlns:a16="http://schemas.microsoft.com/office/drawing/2014/main" id="{0B140F02-AE51-4534-8D83-C5A99700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631" y="5127309"/>
            <a:ext cx="2750384" cy="186542"/>
          </a:xfrm>
          <a:custGeom xmlns:a="http://schemas.openxmlformats.org/drawingml/2006/main">
            <a:pathLst>
              <a:path w="2750384" h="186542">
                <a:moveTo>
                  <a:pt x="135293" y="142615"/>
                </a:moveTo>
                <a:lnTo>
                  <a:pt x="98988" y="142615"/>
                </a:lnTo>
                <a:lnTo>
                  <a:pt x="52954" y="79030"/>
                </a:lnTo>
                <a:cubicBezTo>
                  <a:pt x="49544" y="79163"/>
                  <a:pt x="46769" y="79230"/>
                  <a:pt x="44630" y="79230"/>
                </a:cubicBezTo>
                <a:cubicBezTo>
                  <a:pt x="43761" y="79230"/>
                  <a:pt x="42824" y="79214"/>
                  <a:pt x="41822" y="79180"/>
                </a:cubicBezTo>
                <a:cubicBezTo>
                  <a:pt x="40819" y="79147"/>
                  <a:pt x="39782" y="79097"/>
                  <a:pt x="38713" y="79030"/>
                </a:cubicBezTo>
                <a:lnTo>
                  <a:pt x="38713" y="118545"/>
                </a:lnTo>
                <a:cubicBezTo>
                  <a:pt x="38713" y="127061"/>
                  <a:pt x="39649" y="132350"/>
                  <a:pt x="41521" y="134413"/>
                </a:cubicBezTo>
                <a:cubicBezTo>
                  <a:pt x="44061" y="137340"/>
                  <a:pt x="47873" y="138804"/>
                  <a:pt x="52954" y="138804"/>
                </a:cubicBezTo>
                <a:lnTo>
                  <a:pt x="58269" y="138804"/>
                </a:lnTo>
                <a:lnTo>
                  <a:pt x="58269" y="142615"/>
                </a:lnTo>
                <a:lnTo>
                  <a:pt x="0" y="142615"/>
                </a:lnTo>
                <a:lnTo>
                  <a:pt x="0" y="138804"/>
                </a:lnTo>
                <a:lnTo>
                  <a:pt x="5115" y="138804"/>
                </a:lnTo>
                <a:cubicBezTo>
                  <a:pt x="10865" y="138804"/>
                  <a:pt x="14977" y="136941"/>
                  <a:pt x="17451" y="133215"/>
                </a:cubicBezTo>
                <a:cubicBezTo>
                  <a:pt x="18855" y="131153"/>
                  <a:pt x="19557" y="126263"/>
                  <a:pt x="19557" y="118545"/>
                </a:cubicBezTo>
                <a:lnTo>
                  <a:pt x="19557" y="30689"/>
                </a:lnTo>
                <a:cubicBezTo>
                  <a:pt x="19557" y="22173"/>
                  <a:pt x="18621" y="16883"/>
                  <a:pt x="16749" y="14821"/>
                </a:cubicBezTo>
                <a:cubicBezTo>
                  <a:pt x="14141" y="11894"/>
                  <a:pt x="10263" y="10430"/>
                  <a:pt x="5115" y="10430"/>
                </a:cubicBezTo>
                <a:lnTo>
                  <a:pt x="0" y="10430"/>
                </a:lnTo>
                <a:lnTo>
                  <a:pt x="0" y="6619"/>
                </a:lnTo>
                <a:lnTo>
                  <a:pt x="49544" y="6619"/>
                </a:lnTo>
                <a:cubicBezTo>
                  <a:pt x="63986" y="6619"/>
                  <a:pt x="74634" y="7671"/>
                  <a:pt x="81487" y="9775"/>
                </a:cubicBezTo>
                <a:cubicBezTo>
                  <a:pt x="88340" y="11879"/>
                  <a:pt x="94157" y="15754"/>
                  <a:pt x="98938" y="21400"/>
                </a:cubicBezTo>
                <a:cubicBezTo>
                  <a:pt x="103718" y="27043"/>
                  <a:pt x="106108" y="33772"/>
                  <a:pt x="106108" y="41587"/>
                </a:cubicBezTo>
                <a:cubicBezTo>
                  <a:pt x="106108" y="49938"/>
                  <a:pt x="103384" y="57186"/>
                  <a:pt x="97935" y="63331"/>
                </a:cubicBezTo>
                <a:cubicBezTo>
                  <a:pt x="92486" y="69476"/>
                  <a:pt x="84044" y="73818"/>
                  <a:pt x="72611" y="76356"/>
                </a:cubicBezTo>
                <a:lnTo>
                  <a:pt x="100693" y="115335"/>
                </a:lnTo>
                <a:cubicBezTo>
                  <a:pt x="107111" y="124295"/>
                  <a:pt x="112627" y="130245"/>
                  <a:pt x="117241" y="133187"/>
                </a:cubicBezTo>
                <a:cubicBezTo>
                  <a:pt x="121854" y="136129"/>
                  <a:pt x="127872" y="138001"/>
                  <a:pt x="135293" y="138804"/>
                </a:cubicBezTo>
                <a:lnTo>
                  <a:pt x="135293" y="142615"/>
                </a:lnTo>
                <a:moveTo>
                  <a:pt x="38713" y="72611"/>
                </a:moveTo>
                <a:cubicBezTo>
                  <a:pt x="39983" y="72611"/>
                  <a:pt x="41086" y="72628"/>
                  <a:pt x="42022" y="72661"/>
                </a:cubicBezTo>
                <a:cubicBezTo>
                  <a:pt x="42958" y="72695"/>
                  <a:pt x="43727" y="72711"/>
                  <a:pt x="44329" y="72711"/>
                </a:cubicBezTo>
                <a:cubicBezTo>
                  <a:pt x="57300" y="72711"/>
                  <a:pt x="67078" y="69908"/>
                  <a:pt x="73664" y="64303"/>
                </a:cubicBezTo>
                <a:cubicBezTo>
                  <a:pt x="80250" y="58695"/>
                  <a:pt x="83543" y="51552"/>
                  <a:pt x="83543" y="42875"/>
                </a:cubicBezTo>
                <a:cubicBezTo>
                  <a:pt x="83543" y="34398"/>
                  <a:pt x="80885" y="27507"/>
                  <a:pt x="75570" y="22202"/>
                </a:cubicBezTo>
                <a:cubicBezTo>
                  <a:pt x="70254" y="16895"/>
                  <a:pt x="63217" y="14241"/>
                  <a:pt x="54458" y="14241"/>
                </a:cubicBezTo>
                <a:cubicBezTo>
                  <a:pt x="50580" y="14241"/>
                  <a:pt x="45332" y="14910"/>
                  <a:pt x="38713" y="16247"/>
                </a:cubicBezTo>
                <a:lnTo>
                  <a:pt x="38713" y="72611"/>
                </a:lnTo>
                <a:close/>
                <a:moveTo>
                  <a:pt x="155353" y="85448"/>
                </a:moveTo>
                <a:cubicBezTo>
                  <a:pt x="155286" y="99025"/>
                  <a:pt x="158596" y="109674"/>
                  <a:pt x="165282" y="117394"/>
                </a:cubicBezTo>
                <a:cubicBezTo>
                  <a:pt x="171968" y="125115"/>
                  <a:pt x="179824" y="128975"/>
                  <a:pt x="188851" y="128975"/>
                </a:cubicBezTo>
                <a:cubicBezTo>
                  <a:pt x="194868" y="128975"/>
                  <a:pt x="200100" y="127313"/>
                  <a:pt x="204546" y="123989"/>
                </a:cubicBezTo>
                <a:cubicBezTo>
                  <a:pt x="208993" y="120664"/>
                  <a:pt x="212720" y="114972"/>
                  <a:pt x="215729" y="106911"/>
                </a:cubicBezTo>
                <a:lnTo>
                  <a:pt x="218838" y="108926"/>
                </a:lnTo>
                <a:cubicBezTo>
                  <a:pt x="217434" y="118134"/>
                  <a:pt x="213355" y="126519"/>
                  <a:pt x="206602" y="134080"/>
                </a:cubicBezTo>
                <a:cubicBezTo>
                  <a:pt x="199849" y="141642"/>
                  <a:pt x="191391" y="145423"/>
                  <a:pt x="181229" y="145423"/>
                </a:cubicBezTo>
                <a:cubicBezTo>
                  <a:pt x="170196" y="145423"/>
                  <a:pt x="160752" y="141136"/>
                  <a:pt x="152896" y="132563"/>
                </a:cubicBezTo>
                <a:cubicBezTo>
                  <a:pt x="145040" y="123989"/>
                  <a:pt x="141112" y="112461"/>
                  <a:pt x="141112" y="97982"/>
                </a:cubicBezTo>
                <a:cubicBezTo>
                  <a:pt x="141112" y="82303"/>
                  <a:pt x="145140" y="70077"/>
                  <a:pt x="153197" y="61303"/>
                </a:cubicBezTo>
                <a:cubicBezTo>
                  <a:pt x="161254" y="52528"/>
                  <a:pt x="171367" y="48140"/>
                  <a:pt x="183535" y="48140"/>
                </a:cubicBezTo>
                <a:cubicBezTo>
                  <a:pt x="193832" y="48140"/>
                  <a:pt x="202290" y="51525"/>
                  <a:pt x="208909" y="58294"/>
                </a:cubicBezTo>
                <a:cubicBezTo>
                  <a:pt x="215528" y="65062"/>
                  <a:pt x="218838" y="74113"/>
                  <a:pt x="218838" y="85448"/>
                </a:cubicBezTo>
                <a:lnTo>
                  <a:pt x="155353" y="85448"/>
                </a:lnTo>
                <a:moveTo>
                  <a:pt x="155353" y="79631"/>
                </a:moveTo>
                <a:lnTo>
                  <a:pt x="197877" y="79631"/>
                </a:lnTo>
                <a:cubicBezTo>
                  <a:pt x="197543" y="73796"/>
                  <a:pt x="196841" y="69685"/>
                  <a:pt x="195771" y="67299"/>
                </a:cubicBezTo>
                <a:cubicBezTo>
                  <a:pt x="194099" y="63584"/>
                  <a:pt x="191609" y="60666"/>
                  <a:pt x="188299" y="58545"/>
                </a:cubicBezTo>
                <a:cubicBezTo>
                  <a:pt x="184989" y="56422"/>
                  <a:pt x="181529" y="55361"/>
                  <a:pt x="177919" y="55361"/>
                </a:cubicBezTo>
                <a:cubicBezTo>
                  <a:pt x="172369" y="55361"/>
                  <a:pt x="167405" y="57499"/>
                  <a:pt x="163026" y="61776"/>
                </a:cubicBezTo>
                <a:cubicBezTo>
                  <a:pt x="158646" y="66053"/>
                  <a:pt x="156089" y="72005"/>
                  <a:pt x="155353" y="79631"/>
                </a:cubicBezTo>
                <a:close/>
                <a:moveTo>
                  <a:pt x="226391" y="50748"/>
                </a:moveTo>
                <a:lnTo>
                  <a:pt x="269617" y="50748"/>
                </a:lnTo>
                <a:lnTo>
                  <a:pt x="269617" y="54358"/>
                </a:lnTo>
                <a:lnTo>
                  <a:pt x="266809" y="54358"/>
                </a:lnTo>
                <a:cubicBezTo>
                  <a:pt x="264201" y="54358"/>
                  <a:pt x="262212" y="54993"/>
                  <a:pt x="260841" y="56264"/>
                </a:cubicBezTo>
                <a:cubicBezTo>
                  <a:pt x="259471" y="57534"/>
                  <a:pt x="258785" y="59239"/>
                  <a:pt x="258785" y="61378"/>
                </a:cubicBezTo>
                <a:cubicBezTo>
                  <a:pt x="258785" y="63719"/>
                  <a:pt x="259487" y="66493"/>
                  <a:pt x="260892" y="69703"/>
                </a:cubicBezTo>
                <a:lnTo>
                  <a:pt x="282254" y="120450"/>
                </a:lnTo>
                <a:lnTo>
                  <a:pt x="303716" y="67797"/>
                </a:lnTo>
                <a:cubicBezTo>
                  <a:pt x="305254" y="64053"/>
                  <a:pt x="306023" y="61211"/>
                  <a:pt x="306023" y="59272"/>
                </a:cubicBezTo>
                <a:cubicBezTo>
                  <a:pt x="306023" y="58336"/>
                  <a:pt x="305755" y="57567"/>
                  <a:pt x="305220" y="56966"/>
                </a:cubicBezTo>
                <a:cubicBezTo>
                  <a:pt x="304485" y="55963"/>
                  <a:pt x="303549" y="55277"/>
                  <a:pt x="302412" y="54910"/>
                </a:cubicBezTo>
                <a:cubicBezTo>
                  <a:pt x="301276" y="54542"/>
                  <a:pt x="298969" y="54358"/>
                  <a:pt x="295492" y="54358"/>
                </a:cubicBezTo>
                <a:lnTo>
                  <a:pt x="295492" y="50748"/>
                </a:lnTo>
                <a:lnTo>
                  <a:pt x="325479" y="50748"/>
                </a:lnTo>
                <a:lnTo>
                  <a:pt x="325479" y="54358"/>
                </a:lnTo>
                <a:cubicBezTo>
                  <a:pt x="322003" y="54628"/>
                  <a:pt x="319596" y="55335"/>
                  <a:pt x="318258" y="56480"/>
                </a:cubicBezTo>
                <a:cubicBezTo>
                  <a:pt x="315918" y="58500"/>
                  <a:pt x="313812" y="61868"/>
                  <a:pt x="311940" y="66584"/>
                </a:cubicBezTo>
                <a:lnTo>
                  <a:pt x="279345" y="145423"/>
                </a:lnTo>
                <a:lnTo>
                  <a:pt x="275233" y="145423"/>
                </a:lnTo>
                <a:lnTo>
                  <a:pt x="242438" y="67838"/>
                </a:lnTo>
                <a:cubicBezTo>
                  <a:pt x="240967" y="64217"/>
                  <a:pt x="239563" y="61619"/>
                  <a:pt x="238226" y="60043"/>
                </a:cubicBezTo>
                <a:cubicBezTo>
                  <a:pt x="236888" y="58466"/>
                  <a:pt x="235183" y="57141"/>
                  <a:pt x="233111" y="56069"/>
                </a:cubicBezTo>
                <a:cubicBezTo>
                  <a:pt x="231974" y="55465"/>
                  <a:pt x="229734" y="54895"/>
                  <a:pt x="226391" y="54358"/>
                </a:cubicBezTo>
                <a:lnTo>
                  <a:pt x="226391" y="50748"/>
                </a:lnTo>
                <a:close/>
                <a:moveTo>
                  <a:pt x="349248" y="85448"/>
                </a:moveTo>
                <a:cubicBezTo>
                  <a:pt x="349181" y="99025"/>
                  <a:pt x="352491" y="109674"/>
                  <a:pt x="359177" y="117394"/>
                </a:cubicBezTo>
                <a:cubicBezTo>
                  <a:pt x="365863" y="125115"/>
                  <a:pt x="373719" y="128975"/>
                  <a:pt x="382746" y="128975"/>
                </a:cubicBezTo>
                <a:cubicBezTo>
                  <a:pt x="388763" y="128975"/>
                  <a:pt x="393995" y="127313"/>
                  <a:pt x="398441" y="123989"/>
                </a:cubicBezTo>
                <a:cubicBezTo>
                  <a:pt x="402887" y="120664"/>
                  <a:pt x="406615" y="114972"/>
                  <a:pt x="409624" y="106911"/>
                </a:cubicBezTo>
                <a:lnTo>
                  <a:pt x="412733" y="108926"/>
                </a:lnTo>
                <a:cubicBezTo>
                  <a:pt x="411329" y="118134"/>
                  <a:pt x="407250" y="126519"/>
                  <a:pt x="400497" y="134080"/>
                </a:cubicBezTo>
                <a:cubicBezTo>
                  <a:pt x="393744" y="141642"/>
                  <a:pt x="385286" y="145423"/>
                  <a:pt x="375123" y="145423"/>
                </a:cubicBezTo>
                <a:cubicBezTo>
                  <a:pt x="364091" y="145423"/>
                  <a:pt x="354647" y="141136"/>
                  <a:pt x="346791" y="132563"/>
                </a:cubicBezTo>
                <a:cubicBezTo>
                  <a:pt x="338935" y="123989"/>
                  <a:pt x="335007" y="112461"/>
                  <a:pt x="335007" y="97982"/>
                </a:cubicBezTo>
                <a:cubicBezTo>
                  <a:pt x="335007" y="82303"/>
                  <a:pt x="339035" y="70077"/>
                  <a:pt x="347092" y="61303"/>
                </a:cubicBezTo>
                <a:cubicBezTo>
                  <a:pt x="355149" y="52528"/>
                  <a:pt x="365261" y="48140"/>
                  <a:pt x="377430" y="48140"/>
                </a:cubicBezTo>
                <a:cubicBezTo>
                  <a:pt x="387727" y="48140"/>
                  <a:pt x="396185" y="51525"/>
                  <a:pt x="402804" y="58294"/>
                </a:cubicBezTo>
                <a:cubicBezTo>
                  <a:pt x="409423" y="65062"/>
                  <a:pt x="412733" y="74113"/>
                  <a:pt x="412733" y="85448"/>
                </a:cubicBezTo>
                <a:lnTo>
                  <a:pt x="349248" y="85448"/>
                </a:lnTo>
                <a:moveTo>
                  <a:pt x="349248" y="79631"/>
                </a:moveTo>
                <a:lnTo>
                  <a:pt x="391772" y="79631"/>
                </a:lnTo>
                <a:cubicBezTo>
                  <a:pt x="391437" y="73796"/>
                  <a:pt x="390735" y="69685"/>
                  <a:pt x="389666" y="67299"/>
                </a:cubicBezTo>
                <a:cubicBezTo>
                  <a:pt x="387994" y="63584"/>
                  <a:pt x="385504" y="60666"/>
                  <a:pt x="382194" y="58545"/>
                </a:cubicBezTo>
                <a:cubicBezTo>
                  <a:pt x="378884" y="56422"/>
                  <a:pt x="375424" y="55361"/>
                  <a:pt x="371814" y="55361"/>
                </a:cubicBezTo>
                <a:cubicBezTo>
                  <a:pt x="366264" y="55361"/>
                  <a:pt x="361300" y="57499"/>
                  <a:pt x="356920" y="61776"/>
                </a:cubicBezTo>
                <a:cubicBezTo>
                  <a:pt x="352541" y="66053"/>
                  <a:pt x="349984" y="72005"/>
                  <a:pt x="349248" y="79631"/>
                </a:cubicBezTo>
                <a:close/>
                <a:moveTo>
                  <a:pt x="451878" y="48140"/>
                </a:moveTo>
                <a:lnTo>
                  <a:pt x="451878" y="68800"/>
                </a:lnTo>
                <a:cubicBezTo>
                  <a:pt x="459567" y="55027"/>
                  <a:pt x="467456" y="48140"/>
                  <a:pt x="475546" y="48140"/>
                </a:cubicBezTo>
                <a:cubicBezTo>
                  <a:pt x="479224" y="48140"/>
                  <a:pt x="482266" y="49260"/>
                  <a:pt x="484673" y="51500"/>
                </a:cubicBezTo>
                <a:cubicBezTo>
                  <a:pt x="487080" y="53740"/>
                  <a:pt x="488283" y="56330"/>
                  <a:pt x="488283" y="59272"/>
                </a:cubicBezTo>
                <a:cubicBezTo>
                  <a:pt x="488283" y="61880"/>
                  <a:pt x="487414" y="64086"/>
                  <a:pt x="485676" y="65892"/>
                </a:cubicBezTo>
                <a:cubicBezTo>
                  <a:pt x="483938" y="67697"/>
                  <a:pt x="481865" y="68599"/>
                  <a:pt x="479458" y="68599"/>
                </a:cubicBezTo>
                <a:cubicBezTo>
                  <a:pt x="477118" y="68599"/>
                  <a:pt x="474493" y="67463"/>
                  <a:pt x="471585" y="65190"/>
                </a:cubicBezTo>
                <a:cubicBezTo>
                  <a:pt x="468676" y="62916"/>
                  <a:pt x="466520" y="61780"/>
                  <a:pt x="465116" y="61780"/>
                </a:cubicBezTo>
                <a:cubicBezTo>
                  <a:pt x="463913" y="61780"/>
                  <a:pt x="462609" y="62443"/>
                  <a:pt x="461205" y="63770"/>
                </a:cubicBezTo>
                <a:cubicBezTo>
                  <a:pt x="458196" y="66492"/>
                  <a:pt x="455087" y="70973"/>
                  <a:pt x="451878" y="77212"/>
                </a:cubicBezTo>
                <a:lnTo>
                  <a:pt x="451878" y="121152"/>
                </a:lnTo>
                <a:cubicBezTo>
                  <a:pt x="451878" y="126238"/>
                  <a:pt x="452513" y="130084"/>
                  <a:pt x="453783" y="132692"/>
                </a:cubicBezTo>
                <a:cubicBezTo>
                  <a:pt x="454652" y="134499"/>
                  <a:pt x="456190" y="136004"/>
                  <a:pt x="458397" y="137205"/>
                </a:cubicBezTo>
                <a:cubicBezTo>
                  <a:pt x="460603" y="138404"/>
                  <a:pt x="463779" y="139004"/>
                  <a:pt x="467924" y="139004"/>
                </a:cubicBezTo>
                <a:lnTo>
                  <a:pt x="467924" y="142615"/>
                </a:lnTo>
                <a:lnTo>
                  <a:pt x="420888" y="142615"/>
                </a:lnTo>
                <a:lnTo>
                  <a:pt x="420888" y="139004"/>
                </a:lnTo>
                <a:cubicBezTo>
                  <a:pt x="425568" y="139004"/>
                  <a:pt x="429045" y="138260"/>
                  <a:pt x="431318" y="136773"/>
                </a:cubicBezTo>
                <a:cubicBezTo>
                  <a:pt x="432989" y="135690"/>
                  <a:pt x="434159" y="133965"/>
                  <a:pt x="434828" y="131598"/>
                </a:cubicBezTo>
                <a:cubicBezTo>
                  <a:pt x="435162" y="130447"/>
                  <a:pt x="435330" y="127166"/>
                  <a:pt x="435330" y="121754"/>
                </a:cubicBezTo>
                <a:lnTo>
                  <a:pt x="435330" y="86451"/>
                </a:lnTo>
                <a:cubicBezTo>
                  <a:pt x="435330" y="75754"/>
                  <a:pt x="435112" y="69385"/>
                  <a:pt x="434678" y="67346"/>
                </a:cubicBezTo>
                <a:cubicBezTo>
                  <a:pt x="434243" y="65307"/>
                  <a:pt x="433441" y="63819"/>
                  <a:pt x="432271" y="62883"/>
                </a:cubicBezTo>
                <a:cubicBezTo>
                  <a:pt x="431101" y="61947"/>
                  <a:pt x="429646" y="61479"/>
                  <a:pt x="427908" y="61479"/>
                </a:cubicBezTo>
                <a:cubicBezTo>
                  <a:pt x="425835" y="61479"/>
                  <a:pt x="423495" y="61980"/>
                  <a:pt x="420888" y="62983"/>
                </a:cubicBezTo>
                <a:lnTo>
                  <a:pt x="419885" y="59373"/>
                </a:lnTo>
                <a:lnTo>
                  <a:pt x="447665" y="48140"/>
                </a:lnTo>
                <a:lnTo>
                  <a:pt x="451878" y="48140"/>
                </a:lnTo>
                <a:close/>
                <a:moveTo>
                  <a:pt x="552770" y="48140"/>
                </a:moveTo>
                <a:lnTo>
                  <a:pt x="552770" y="79431"/>
                </a:lnTo>
                <a:lnTo>
                  <a:pt x="549460" y="79431"/>
                </a:lnTo>
                <a:cubicBezTo>
                  <a:pt x="546919" y="69642"/>
                  <a:pt x="543660" y="62983"/>
                  <a:pt x="539682" y="59454"/>
                </a:cubicBezTo>
                <a:cubicBezTo>
                  <a:pt x="535704" y="55923"/>
                  <a:pt x="530639" y="54157"/>
                  <a:pt x="524488" y="54157"/>
                </a:cubicBezTo>
                <a:cubicBezTo>
                  <a:pt x="519807" y="54157"/>
                  <a:pt x="516030" y="55390"/>
                  <a:pt x="513155" y="57856"/>
                </a:cubicBezTo>
                <a:cubicBezTo>
                  <a:pt x="510280" y="60321"/>
                  <a:pt x="508842" y="63053"/>
                  <a:pt x="508842" y="66051"/>
                </a:cubicBezTo>
                <a:cubicBezTo>
                  <a:pt x="508842" y="69781"/>
                  <a:pt x="509912" y="72979"/>
                  <a:pt x="512051" y="75645"/>
                </a:cubicBezTo>
                <a:cubicBezTo>
                  <a:pt x="514124" y="78376"/>
                  <a:pt x="518336" y="81274"/>
                  <a:pt x="524688" y="84339"/>
                </a:cubicBezTo>
                <a:lnTo>
                  <a:pt x="539331" y="91435"/>
                </a:lnTo>
                <a:cubicBezTo>
                  <a:pt x="552904" y="98045"/>
                  <a:pt x="559690" y="106759"/>
                  <a:pt x="559690" y="117576"/>
                </a:cubicBezTo>
                <a:cubicBezTo>
                  <a:pt x="559690" y="125923"/>
                  <a:pt x="556531" y="132651"/>
                  <a:pt x="550212" y="137760"/>
                </a:cubicBezTo>
                <a:cubicBezTo>
                  <a:pt x="543894" y="142868"/>
                  <a:pt x="536823" y="145423"/>
                  <a:pt x="529001" y="145423"/>
                </a:cubicBezTo>
                <a:cubicBezTo>
                  <a:pt x="523384" y="145423"/>
                  <a:pt x="516966" y="144470"/>
                  <a:pt x="509745" y="142564"/>
                </a:cubicBezTo>
                <a:cubicBezTo>
                  <a:pt x="507538" y="141929"/>
                  <a:pt x="505733" y="141612"/>
                  <a:pt x="504329" y="141612"/>
                </a:cubicBezTo>
                <a:cubicBezTo>
                  <a:pt x="502791" y="141612"/>
                  <a:pt x="501588" y="142414"/>
                  <a:pt x="500718" y="144019"/>
                </a:cubicBezTo>
                <a:lnTo>
                  <a:pt x="497409" y="144019"/>
                </a:lnTo>
                <a:lnTo>
                  <a:pt x="497409" y="111123"/>
                </a:lnTo>
                <a:lnTo>
                  <a:pt x="500718" y="111123"/>
                </a:lnTo>
                <a:cubicBezTo>
                  <a:pt x="502591" y="120484"/>
                  <a:pt x="506168" y="127537"/>
                  <a:pt x="511450" y="132285"/>
                </a:cubicBezTo>
                <a:cubicBezTo>
                  <a:pt x="516732" y="137032"/>
                  <a:pt x="522649" y="139405"/>
                  <a:pt x="529201" y="139405"/>
                </a:cubicBezTo>
                <a:cubicBezTo>
                  <a:pt x="533815" y="139405"/>
                  <a:pt x="537576" y="138059"/>
                  <a:pt x="540484" y="135365"/>
                </a:cubicBezTo>
                <a:cubicBezTo>
                  <a:pt x="543393" y="132670"/>
                  <a:pt x="544847" y="129426"/>
                  <a:pt x="544847" y="125634"/>
                </a:cubicBezTo>
                <a:cubicBezTo>
                  <a:pt x="544847" y="121044"/>
                  <a:pt x="543225" y="117185"/>
                  <a:pt x="539983" y="114060"/>
                </a:cubicBezTo>
                <a:cubicBezTo>
                  <a:pt x="536740" y="110932"/>
                  <a:pt x="530271" y="106982"/>
                  <a:pt x="520576" y="102210"/>
                </a:cubicBezTo>
                <a:cubicBezTo>
                  <a:pt x="510881" y="97435"/>
                  <a:pt x="504530" y="93106"/>
                  <a:pt x="501521" y="89222"/>
                </a:cubicBezTo>
                <a:cubicBezTo>
                  <a:pt x="498512" y="85405"/>
                  <a:pt x="497008" y="80583"/>
                  <a:pt x="497008" y="74758"/>
                </a:cubicBezTo>
                <a:cubicBezTo>
                  <a:pt x="497008" y="67190"/>
                  <a:pt x="499599" y="60862"/>
                  <a:pt x="504780" y="55775"/>
                </a:cubicBezTo>
                <a:cubicBezTo>
                  <a:pt x="509962" y="50685"/>
                  <a:pt x="516665" y="48140"/>
                  <a:pt x="524889" y="48140"/>
                </a:cubicBezTo>
                <a:cubicBezTo>
                  <a:pt x="528499" y="48140"/>
                  <a:pt x="532879" y="48909"/>
                  <a:pt x="538027" y="50447"/>
                </a:cubicBezTo>
                <a:cubicBezTo>
                  <a:pt x="541437" y="51450"/>
                  <a:pt x="543710" y="51951"/>
                  <a:pt x="544847" y="51951"/>
                </a:cubicBezTo>
                <a:cubicBezTo>
                  <a:pt x="545917" y="51951"/>
                  <a:pt x="546752" y="51717"/>
                  <a:pt x="547354" y="51249"/>
                </a:cubicBezTo>
                <a:cubicBezTo>
                  <a:pt x="547956" y="50781"/>
                  <a:pt x="548658" y="49745"/>
                  <a:pt x="549460" y="48140"/>
                </a:cubicBezTo>
                <a:lnTo>
                  <a:pt x="552770" y="48140"/>
                </a:lnTo>
                <a:close/>
                <a:moveTo>
                  <a:pt x="588742" y="85448"/>
                </a:moveTo>
                <a:cubicBezTo>
                  <a:pt x="588675" y="99025"/>
                  <a:pt x="591985" y="109674"/>
                  <a:pt x="598671" y="117394"/>
                </a:cubicBezTo>
                <a:cubicBezTo>
                  <a:pt x="605357" y="125115"/>
                  <a:pt x="613213" y="128975"/>
                  <a:pt x="622239" y="128975"/>
                </a:cubicBezTo>
                <a:cubicBezTo>
                  <a:pt x="628257" y="128975"/>
                  <a:pt x="633489" y="127313"/>
                  <a:pt x="637935" y="123989"/>
                </a:cubicBezTo>
                <a:cubicBezTo>
                  <a:pt x="642381" y="120664"/>
                  <a:pt x="646109" y="114972"/>
                  <a:pt x="649117" y="106911"/>
                </a:cubicBezTo>
                <a:lnTo>
                  <a:pt x="652226" y="108926"/>
                </a:lnTo>
                <a:cubicBezTo>
                  <a:pt x="650822" y="118134"/>
                  <a:pt x="646744" y="126519"/>
                  <a:pt x="639991" y="134080"/>
                </a:cubicBezTo>
                <a:cubicBezTo>
                  <a:pt x="633238" y="141642"/>
                  <a:pt x="624780" y="145423"/>
                  <a:pt x="614617" y="145423"/>
                </a:cubicBezTo>
                <a:cubicBezTo>
                  <a:pt x="603585" y="145423"/>
                  <a:pt x="594141" y="141136"/>
                  <a:pt x="586285" y="132563"/>
                </a:cubicBezTo>
                <a:cubicBezTo>
                  <a:pt x="578428" y="123989"/>
                  <a:pt x="574500" y="112461"/>
                  <a:pt x="574500" y="97982"/>
                </a:cubicBezTo>
                <a:cubicBezTo>
                  <a:pt x="574500" y="82303"/>
                  <a:pt x="578529" y="70077"/>
                  <a:pt x="586586" y="61303"/>
                </a:cubicBezTo>
                <a:cubicBezTo>
                  <a:pt x="594642" y="52528"/>
                  <a:pt x="604755" y="48140"/>
                  <a:pt x="616924" y="48140"/>
                </a:cubicBezTo>
                <a:cubicBezTo>
                  <a:pt x="627220" y="48140"/>
                  <a:pt x="635678" y="51525"/>
                  <a:pt x="642297" y="58294"/>
                </a:cubicBezTo>
                <a:cubicBezTo>
                  <a:pt x="648917" y="65062"/>
                  <a:pt x="652226" y="74113"/>
                  <a:pt x="652226" y="85448"/>
                </a:cubicBezTo>
                <a:lnTo>
                  <a:pt x="588742" y="85448"/>
                </a:lnTo>
                <a:moveTo>
                  <a:pt x="588742" y="79631"/>
                </a:moveTo>
                <a:lnTo>
                  <a:pt x="631265" y="79631"/>
                </a:lnTo>
                <a:cubicBezTo>
                  <a:pt x="630931" y="73796"/>
                  <a:pt x="630229" y="69685"/>
                  <a:pt x="629159" y="67299"/>
                </a:cubicBezTo>
                <a:cubicBezTo>
                  <a:pt x="627488" y="63584"/>
                  <a:pt x="624997" y="60666"/>
                  <a:pt x="621688" y="58545"/>
                </a:cubicBezTo>
                <a:cubicBezTo>
                  <a:pt x="618378" y="56422"/>
                  <a:pt x="614918" y="55361"/>
                  <a:pt x="611307" y="55361"/>
                </a:cubicBezTo>
                <a:cubicBezTo>
                  <a:pt x="605758" y="55361"/>
                  <a:pt x="600793" y="57499"/>
                  <a:pt x="596414" y="61776"/>
                </a:cubicBezTo>
                <a:cubicBezTo>
                  <a:pt x="592035" y="66053"/>
                  <a:pt x="589477" y="72005"/>
                  <a:pt x="588742" y="79631"/>
                </a:cubicBezTo>
                <a:close/>
                <a:moveTo>
                  <a:pt x="729382" y="132291"/>
                </a:moveTo>
                <a:cubicBezTo>
                  <a:pt x="724902" y="136969"/>
                  <a:pt x="720523" y="140328"/>
                  <a:pt x="716244" y="142367"/>
                </a:cubicBezTo>
                <a:cubicBezTo>
                  <a:pt x="711964" y="144404"/>
                  <a:pt x="707351" y="145423"/>
                  <a:pt x="702403" y="145423"/>
                </a:cubicBezTo>
                <a:cubicBezTo>
                  <a:pt x="692374" y="145423"/>
                  <a:pt x="683615" y="141237"/>
                  <a:pt x="676127" y="132864"/>
                </a:cubicBezTo>
                <a:cubicBezTo>
                  <a:pt x="668639" y="124490"/>
                  <a:pt x="664894" y="113730"/>
                  <a:pt x="664894" y="100583"/>
                </a:cubicBezTo>
                <a:cubicBezTo>
                  <a:pt x="664894" y="87439"/>
                  <a:pt x="669040" y="75412"/>
                  <a:pt x="677330" y="64503"/>
                </a:cubicBezTo>
                <a:cubicBezTo>
                  <a:pt x="685621" y="53594"/>
                  <a:pt x="696286" y="48140"/>
                  <a:pt x="709323" y="48140"/>
                </a:cubicBezTo>
                <a:cubicBezTo>
                  <a:pt x="717414" y="48140"/>
                  <a:pt x="724100" y="50713"/>
                  <a:pt x="729382" y="55859"/>
                </a:cubicBezTo>
                <a:lnTo>
                  <a:pt x="729382" y="38713"/>
                </a:lnTo>
                <a:cubicBezTo>
                  <a:pt x="729382" y="28259"/>
                  <a:pt x="729131" y="21834"/>
                  <a:pt x="728630" y="19438"/>
                </a:cubicBezTo>
                <a:cubicBezTo>
                  <a:pt x="728128" y="17041"/>
                  <a:pt x="727343" y="15409"/>
                  <a:pt x="726273" y="14542"/>
                </a:cubicBezTo>
                <a:cubicBezTo>
                  <a:pt x="725203" y="13673"/>
                  <a:pt x="723866" y="13238"/>
                  <a:pt x="722261" y="13238"/>
                </a:cubicBezTo>
                <a:cubicBezTo>
                  <a:pt x="720523" y="13238"/>
                  <a:pt x="718216" y="13773"/>
                  <a:pt x="715341" y="14843"/>
                </a:cubicBezTo>
                <a:lnTo>
                  <a:pt x="714037" y="11233"/>
                </a:lnTo>
                <a:lnTo>
                  <a:pt x="741417" y="0"/>
                </a:lnTo>
                <a:lnTo>
                  <a:pt x="745930" y="0"/>
                </a:lnTo>
                <a:lnTo>
                  <a:pt x="745930" y="106309"/>
                </a:lnTo>
                <a:cubicBezTo>
                  <a:pt x="745930" y="117030"/>
                  <a:pt x="746181" y="123572"/>
                  <a:pt x="746682" y="125935"/>
                </a:cubicBezTo>
                <a:cubicBezTo>
                  <a:pt x="747184" y="128298"/>
                  <a:pt x="747986" y="129948"/>
                  <a:pt x="749089" y="130884"/>
                </a:cubicBezTo>
                <a:cubicBezTo>
                  <a:pt x="750192" y="131818"/>
                  <a:pt x="751479" y="132285"/>
                  <a:pt x="752950" y="132285"/>
                </a:cubicBezTo>
                <a:cubicBezTo>
                  <a:pt x="754756" y="132285"/>
                  <a:pt x="757163" y="131716"/>
                  <a:pt x="760171" y="130580"/>
                </a:cubicBezTo>
                <a:lnTo>
                  <a:pt x="761274" y="134190"/>
                </a:lnTo>
                <a:lnTo>
                  <a:pt x="733995" y="145423"/>
                </a:lnTo>
                <a:lnTo>
                  <a:pt x="729382" y="145423"/>
                </a:lnTo>
                <a:lnTo>
                  <a:pt x="729382" y="132291"/>
                </a:lnTo>
                <a:moveTo>
                  <a:pt x="729382" y="125286"/>
                </a:moveTo>
                <a:lnTo>
                  <a:pt x="729382" y="78068"/>
                </a:lnTo>
                <a:cubicBezTo>
                  <a:pt x="728981" y="73531"/>
                  <a:pt x="727777" y="69397"/>
                  <a:pt x="725771" y="65663"/>
                </a:cubicBezTo>
                <a:cubicBezTo>
                  <a:pt x="723765" y="61927"/>
                  <a:pt x="721108" y="59109"/>
                  <a:pt x="717798" y="57210"/>
                </a:cubicBezTo>
                <a:cubicBezTo>
                  <a:pt x="714488" y="55309"/>
                  <a:pt x="711262" y="54358"/>
                  <a:pt x="708120" y="54358"/>
                </a:cubicBezTo>
                <a:cubicBezTo>
                  <a:pt x="702236" y="54358"/>
                  <a:pt x="696988" y="56993"/>
                  <a:pt x="692374" y="62262"/>
                </a:cubicBezTo>
                <a:cubicBezTo>
                  <a:pt x="686290" y="69197"/>
                  <a:pt x="683248" y="79334"/>
                  <a:pt x="683248" y="92673"/>
                </a:cubicBezTo>
                <a:cubicBezTo>
                  <a:pt x="683248" y="106145"/>
                  <a:pt x="686190" y="116467"/>
                  <a:pt x="692073" y="123638"/>
                </a:cubicBezTo>
                <a:cubicBezTo>
                  <a:pt x="697957" y="130806"/>
                  <a:pt x="704509" y="134391"/>
                  <a:pt x="711730" y="134391"/>
                </a:cubicBezTo>
                <a:cubicBezTo>
                  <a:pt x="717815" y="134391"/>
                  <a:pt x="723699" y="131356"/>
                  <a:pt x="729382" y="125286"/>
                </a:cubicBezTo>
                <a:close/>
                <a:moveTo>
                  <a:pt x="935782" y="3611"/>
                </a:moveTo>
                <a:lnTo>
                  <a:pt x="938891" y="49945"/>
                </a:lnTo>
                <a:lnTo>
                  <a:pt x="935782" y="49945"/>
                </a:lnTo>
                <a:cubicBezTo>
                  <a:pt x="931636" y="36069"/>
                  <a:pt x="925719" y="26082"/>
                  <a:pt x="918030" y="19983"/>
                </a:cubicBezTo>
                <a:cubicBezTo>
                  <a:pt x="910341" y="13882"/>
                  <a:pt x="901114" y="10831"/>
                  <a:pt x="890349" y="10831"/>
                </a:cubicBezTo>
                <a:cubicBezTo>
                  <a:pt x="881323" y="10831"/>
                  <a:pt x="873166" y="13118"/>
                  <a:pt x="865878" y="17692"/>
                </a:cubicBezTo>
                <a:cubicBezTo>
                  <a:pt x="858590" y="22264"/>
                  <a:pt x="852857" y="29557"/>
                  <a:pt x="848678" y="39571"/>
                </a:cubicBezTo>
                <a:cubicBezTo>
                  <a:pt x="844499" y="49584"/>
                  <a:pt x="842410" y="62032"/>
                  <a:pt x="842410" y="76917"/>
                </a:cubicBezTo>
                <a:cubicBezTo>
                  <a:pt x="842410" y="89201"/>
                  <a:pt x="844382" y="99849"/>
                  <a:pt x="848327" y="108860"/>
                </a:cubicBezTo>
                <a:cubicBezTo>
                  <a:pt x="852272" y="117872"/>
                  <a:pt x="858206" y="124781"/>
                  <a:pt x="866129" y="129589"/>
                </a:cubicBezTo>
                <a:cubicBezTo>
                  <a:pt x="874052" y="134395"/>
                  <a:pt x="883095" y="136798"/>
                  <a:pt x="893258" y="136798"/>
                </a:cubicBezTo>
                <a:cubicBezTo>
                  <a:pt x="902084" y="136798"/>
                  <a:pt x="909873" y="134903"/>
                  <a:pt x="916626" y="131112"/>
                </a:cubicBezTo>
                <a:cubicBezTo>
                  <a:pt x="923379" y="127320"/>
                  <a:pt x="930800" y="119788"/>
                  <a:pt x="938891" y="108515"/>
                </a:cubicBezTo>
                <a:lnTo>
                  <a:pt x="942000" y="110521"/>
                </a:lnTo>
                <a:cubicBezTo>
                  <a:pt x="935180" y="122659"/>
                  <a:pt x="927223" y="131544"/>
                  <a:pt x="918130" y="137177"/>
                </a:cubicBezTo>
                <a:cubicBezTo>
                  <a:pt x="909037" y="142808"/>
                  <a:pt x="898239" y="145623"/>
                  <a:pt x="885736" y="145623"/>
                </a:cubicBezTo>
                <a:cubicBezTo>
                  <a:pt x="863204" y="145623"/>
                  <a:pt x="845753" y="137277"/>
                  <a:pt x="833384" y="120585"/>
                </a:cubicBezTo>
                <a:cubicBezTo>
                  <a:pt x="824157" y="108168"/>
                  <a:pt x="819544" y="93546"/>
                  <a:pt x="819544" y="76720"/>
                </a:cubicBezTo>
                <a:cubicBezTo>
                  <a:pt x="819544" y="63166"/>
                  <a:pt x="822586" y="50714"/>
                  <a:pt x="828670" y="39364"/>
                </a:cubicBezTo>
                <a:cubicBezTo>
                  <a:pt x="834754" y="28015"/>
                  <a:pt x="843129" y="19218"/>
                  <a:pt x="853793" y="12975"/>
                </a:cubicBezTo>
                <a:cubicBezTo>
                  <a:pt x="864457" y="6732"/>
                  <a:pt x="876108" y="3611"/>
                  <a:pt x="888745" y="3611"/>
                </a:cubicBezTo>
                <a:cubicBezTo>
                  <a:pt x="898573" y="3611"/>
                  <a:pt x="908268" y="6017"/>
                  <a:pt x="917829" y="10831"/>
                </a:cubicBezTo>
                <a:cubicBezTo>
                  <a:pt x="920637" y="12302"/>
                  <a:pt x="922643" y="13038"/>
                  <a:pt x="923847" y="13038"/>
                </a:cubicBezTo>
                <a:cubicBezTo>
                  <a:pt x="925652" y="13038"/>
                  <a:pt x="927223" y="12403"/>
                  <a:pt x="928561" y="11132"/>
                </a:cubicBezTo>
                <a:cubicBezTo>
                  <a:pt x="930299" y="9327"/>
                  <a:pt x="931536" y="6820"/>
                  <a:pt x="932271" y="3611"/>
                </a:cubicBezTo>
                <a:lnTo>
                  <a:pt x="935782" y="3611"/>
                </a:lnTo>
                <a:close/>
                <a:moveTo>
                  <a:pt x="982519" y="0"/>
                </a:moveTo>
                <a:lnTo>
                  <a:pt x="982519" y="67380"/>
                </a:lnTo>
                <a:cubicBezTo>
                  <a:pt x="989941" y="59188"/>
                  <a:pt x="995824" y="53933"/>
                  <a:pt x="1000170" y="51616"/>
                </a:cubicBezTo>
                <a:cubicBezTo>
                  <a:pt x="1004516" y="49299"/>
                  <a:pt x="1008862" y="48140"/>
                  <a:pt x="1013208" y="48140"/>
                </a:cubicBezTo>
                <a:cubicBezTo>
                  <a:pt x="1018423" y="48140"/>
                  <a:pt x="1022903" y="49574"/>
                  <a:pt x="1026647" y="52443"/>
                </a:cubicBezTo>
                <a:cubicBezTo>
                  <a:pt x="1030392" y="55310"/>
                  <a:pt x="1033166" y="59810"/>
                  <a:pt x="1034972" y="65945"/>
                </a:cubicBezTo>
                <a:cubicBezTo>
                  <a:pt x="1036242" y="70211"/>
                  <a:pt x="1036877" y="78012"/>
                  <a:pt x="1036877" y="89347"/>
                </a:cubicBezTo>
                <a:lnTo>
                  <a:pt x="1036877" y="121754"/>
                </a:lnTo>
                <a:cubicBezTo>
                  <a:pt x="1036877" y="127604"/>
                  <a:pt x="1037345" y="131606"/>
                  <a:pt x="1038281" y="133758"/>
                </a:cubicBezTo>
                <a:cubicBezTo>
                  <a:pt x="1038950" y="135373"/>
                  <a:pt x="1040086" y="136651"/>
                  <a:pt x="1041691" y="137594"/>
                </a:cubicBezTo>
                <a:cubicBezTo>
                  <a:pt x="1043296" y="138534"/>
                  <a:pt x="1046238" y="139004"/>
                  <a:pt x="1050517" y="139004"/>
                </a:cubicBezTo>
                <a:lnTo>
                  <a:pt x="1050517" y="142615"/>
                </a:lnTo>
                <a:lnTo>
                  <a:pt x="1005386" y="142615"/>
                </a:lnTo>
                <a:lnTo>
                  <a:pt x="1005386" y="139004"/>
                </a:lnTo>
                <a:lnTo>
                  <a:pt x="1007492" y="139004"/>
                </a:lnTo>
                <a:cubicBezTo>
                  <a:pt x="1011771" y="139004"/>
                  <a:pt x="1014746" y="138349"/>
                  <a:pt x="1016418" y="137039"/>
                </a:cubicBezTo>
                <a:cubicBezTo>
                  <a:pt x="1018089" y="135727"/>
                  <a:pt x="1019259" y="133793"/>
                  <a:pt x="1019928" y="131238"/>
                </a:cubicBezTo>
                <a:cubicBezTo>
                  <a:pt x="1020128" y="130162"/>
                  <a:pt x="1020229" y="127000"/>
                  <a:pt x="1020229" y="121754"/>
                </a:cubicBezTo>
                <a:lnTo>
                  <a:pt x="1020229" y="89419"/>
                </a:lnTo>
                <a:cubicBezTo>
                  <a:pt x="1020229" y="79438"/>
                  <a:pt x="1019711" y="72885"/>
                  <a:pt x="1018674" y="69759"/>
                </a:cubicBezTo>
                <a:cubicBezTo>
                  <a:pt x="1017638" y="66631"/>
                  <a:pt x="1015983" y="64286"/>
                  <a:pt x="1013710" y="62723"/>
                </a:cubicBezTo>
                <a:cubicBezTo>
                  <a:pt x="1011436" y="61158"/>
                  <a:pt x="1008695" y="60376"/>
                  <a:pt x="1005486" y="60376"/>
                </a:cubicBezTo>
                <a:cubicBezTo>
                  <a:pt x="1002210" y="60376"/>
                  <a:pt x="998800" y="61243"/>
                  <a:pt x="995256" y="62977"/>
                </a:cubicBezTo>
                <a:cubicBezTo>
                  <a:pt x="991712" y="64711"/>
                  <a:pt x="987467" y="68213"/>
                  <a:pt x="982519" y="73482"/>
                </a:cubicBezTo>
                <a:lnTo>
                  <a:pt x="982519" y="121754"/>
                </a:lnTo>
                <a:cubicBezTo>
                  <a:pt x="982519" y="128076"/>
                  <a:pt x="982870" y="132011"/>
                  <a:pt x="983572" y="133557"/>
                </a:cubicBezTo>
                <a:cubicBezTo>
                  <a:pt x="984274" y="135103"/>
                  <a:pt x="985578" y="136398"/>
                  <a:pt x="987484" y="137440"/>
                </a:cubicBezTo>
                <a:cubicBezTo>
                  <a:pt x="989389" y="138483"/>
                  <a:pt x="992682" y="139004"/>
                  <a:pt x="997362" y="139004"/>
                </a:cubicBezTo>
                <a:lnTo>
                  <a:pt x="997362" y="142615"/>
                </a:lnTo>
                <a:lnTo>
                  <a:pt x="951830" y="142615"/>
                </a:lnTo>
                <a:lnTo>
                  <a:pt x="951830" y="139004"/>
                </a:lnTo>
                <a:cubicBezTo>
                  <a:pt x="955908" y="139004"/>
                  <a:pt x="959118" y="138365"/>
                  <a:pt x="961458" y="137086"/>
                </a:cubicBezTo>
                <a:cubicBezTo>
                  <a:pt x="962795" y="136415"/>
                  <a:pt x="963865" y="135139"/>
                  <a:pt x="964667" y="133256"/>
                </a:cubicBezTo>
                <a:cubicBezTo>
                  <a:pt x="965470" y="131371"/>
                  <a:pt x="965871" y="127537"/>
                  <a:pt x="965871" y="121754"/>
                </a:cubicBezTo>
                <a:lnTo>
                  <a:pt x="965871" y="38713"/>
                </a:lnTo>
                <a:cubicBezTo>
                  <a:pt x="965871" y="28259"/>
                  <a:pt x="965620" y="21834"/>
                  <a:pt x="965119" y="19438"/>
                </a:cubicBezTo>
                <a:cubicBezTo>
                  <a:pt x="964617" y="17041"/>
                  <a:pt x="963848" y="15409"/>
                  <a:pt x="962812" y="14542"/>
                </a:cubicBezTo>
                <a:cubicBezTo>
                  <a:pt x="961775" y="13673"/>
                  <a:pt x="960388" y="13238"/>
                  <a:pt x="958650" y="13238"/>
                </a:cubicBezTo>
                <a:cubicBezTo>
                  <a:pt x="957246" y="13238"/>
                  <a:pt x="954972" y="13773"/>
                  <a:pt x="951830" y="14843"/>
                </a:cubicBezTo>
                <a:lnTo>
                  <a:pt x="950426" y="11233"/>
                </a:lnTo>
                <a:lnTo>
                  <a:pt x="977906" y="0"/>
                </a:lnTo>
                <a:lnTo>
                  <a:pt x="982519" y="0"/>
                </a:lnTo>
                <a:close/>
                <a:moveTo>
                  <a:pt x="1110291" y="129483"/>
                </a:moveTo>
                <a:cubicBezTo>
                  <a:pt x="1100864" y="136768"/>
                  <a:pt x="1094946" y="140979"/>
                  <a:pt x="1092539" y="142113"/>
                </a:cubicBezTo>
                <a:cubicBezTo>
                  <a:pt x="1088929" y="143785"/>
                  <a:pt x="1085084" y="144620"/>
                  <a:pt x="1081006" y="144620"/>
                </a:cubicBezTo>
                <a:cubicBezTo>
                  <a:pt x="1074654" y="144620"/>
                  <a:pt x="1069422" y="142447"/>
                  <a:pt x="1065310" y="138101"/>
                </a:cubicBezTo>
                <a:cubicBezTo>
                  <a:pt x="1061198" y="133756"/>
                  <a:pt x="1059142" y="128039"/>
                  <a:pt x="1059142" y="120952"/>
                </a:cubicBezTo>
                <a:cubicBezTo>
                  <a:pt x="1059142" y="116472"/>
                  <a:pt x="1060145" y="112594"/>
                  <a:pt x="1062151" y="109318"/>
                </a:cubicBezTo>
                <a:cubicBezTo>
                  <a:pt x="1064892" y="104771"/>
                  <a:pt x="1069656" y="100492"/>
                  <a:pt x="1076443" y="96480"/>
                </a:cubicBezTo>
                <a:cubicBezTo>
                  <a:pt x="1083229" y="92469"/>
                  <a:pt x="1094512" y="87588"/>
                  <a:pt x="1110291" y="81838"/>
                </a:cubicBezTo>
                <a:lnTo>
                  <a:pt x="1110291" y="78240"/>
                </a:lnTo>
                <a:cubicBezTo>
                  <a:pt x="1110291" y="69113"/>
                  <a:pt x="1108837" y="62851"/>
                  <a:pt x="1105928" y="59454"/>
                </a:cubicBezTo>
                <a:cubicBezTo>
                  <a:pt x="1103020" y="56057"/>
                  <a:pt x="1098791" y="54358"/>
                  <a:pt x="1093242" y="54358"/>
                </a:cubicBezTo>
                <a:cubicBezTo>
                  <a:pt x="1089029" y="54358"/>
                  <a:pt x="1085686" y="55495"/>
                  <a:pt x="1083212" y="57768"/>
                </a:cubicBezTo>
                <a:cubicBezTo>
                  <a:pt x="1080672" y="60041"/>
                  <a:pt x="1079401" y="62649"/>
                  <a:pt x="1079401" y="65591"/>
                </a:cubicBezTo>
                <a:lnTo>
                  <a:pt x="1079602" y="71408"/>
                </a:lnTo>
                <a:cubicBezTo>
                  <a:pt x="1079602" y="74483"/>
                  <a:pt x="1078816" y="76857"/>
                  <a:pt x="1077245" y="78528"/>
                </a:cubicBezTo>
                <a:cubicBezTo>
                  <a:pt x="1075674" y="80200"/>
                  <a:pt x="1073618" y="81036"/>
                  <a:pt x="1071077" y="81036"/>
                </a:cubicBezTo>
                <a:cubicBezTo>
                  <a:pt x="1068603" y="81036"/>
                  <a:pt x="1066581" y="80164"/>
                  <a:pt x="1065009" y="78422"/>
                </a:cubicBezTo>
                <a:cubicBezTo>
                  <a:pt x="1063438" y="76677"/>
                  <a:pt x="1062653" y="74296"/>
                  <a:pt x="1062653" y="71279"/>
                </a:cubicBezTo>
                <a:cubicBezTo>
                  <a:pt x="1062653" y="65510"/>
                  <a:pt x="1065594" y="60211"/>
                  <a:pt x="1071478" y="55383"/>
                </a:cubicBezTo>
                <a:cubicBezTo>
                  <a:pt x="1077362" y="50554"/>
                  <a:pt x="1085619" y="48140"/>
                  <a:pt x="1096250" y="48140"/>
                </a:cubicBezTo>
                <a:cubicBezTo>
                  <a:pt x="1104407" y="48140"/>
                  <a:pt x="1111093" y="49509"/>
                  <a:pt x="1116309" y="52246"/>
                </a:cubicBezTo>
                <a:cubicBezTo>
                  <a:pt x="1120253" y="54316"/>
                  <a:pt x="1123162" y="57556"/>
                  <a:pt x="1125034" y="61965"/>
                </a:cubicBezTo>
                <a:cubicBezTo>
                  <a:pt x="1126237" y="64835"/>
                  <a:pt x="1126839" y="70712"/>
                  <a:pt x="1126839" y="79594"/>
                </a:cubicBezTo>
                <a:lnTo>
                  <a:pt x="1126839" y="110747"/>
                </a:lnTo>
                <a:cubicBezTo>
                  <a:pt x="1126839" y="119495"/>
                  <a:pt x="1127006" y="124855"/>
                  <a:pt x="1127341" y="126825"/>
                </a:cubicBezTo>
                <a:cubicBezTo>
                  <a:pt x="1127675" y="128795"/>
                  <a:pt x="1128227" y="130115"/>
                  <a:pt x="1128995" y="130783"/>
                </a:cubicBezTo>
                <a:cubicBezTo>
                  <a:pt x="1129764" y="131450"/>
                  <a:pt x="1130650" y="131783"/>
                  <a:pt x="1131653" y="131783"/>
                </a:cubicBezTo>
                <a:cubicBezTo>
                  <a:pt x="1132723" y="131783"/>
                  <a:pt x="1133659" y="131549"/>
                  <a:pt x="1134461" y="131081"/>
                </a:cubicBezTo>
                <a:cubicBezTo>
                  <a:pt x="1135865" y="130212"/>
                  <a:pt x="1138573" y="127771"/>
                  <a:pt x="1142585" y="123760"/>
                </a:cubicBezTo>
                <a:lnTo>
                  <a:pt x="1142585" y="129376"/>
                </a:lnTo>
                <a:cubicBezTo>
                  <a:pt x="1135097" y="139405"/>
                  <a:pt x="1127942" y="144420"/>
                  <a:pt x="1121123" y="144420"/>
                </a:cubicBezTo>
                <a:cubicBezTo>
                  <a:pt x="1117846" y="144420"/>
                  <a:pt x="1115239" y="143292"/>
                  <a:pt x="1113300" y="141035"/>
                </a:cubicBezTo>
                <a:cubicBezTo>
                  <a:pt x="1111361" y="138776"/>
                  <a:pt x="1110358" y="134926"/>
                  <a:pt x="1110291" y="129483"/>
                </a:cubicBezTo>
                <a:moveTo>
                  <a:pt x="1110291" y="122979"/>
                </a:moveTo>
                <a:lnTo>
                  <a:pt x="1110291" y="88056"/>
                </a:lnTo>
                <a:cubicBezTo>
                  <a:pt x="1100195" y="92059"/>
                  <a:pt x="1093676" y="94895"/>
                  <a:pt x="1090734" y="96562"/>
                </a:cubicBezTo>
                <a:cubicBezTo>
                  <a:pt x="1085452" y="99498"/>
                  <a:pt x="1081675" y="102567"/>
                  <a:pt x="1079401" y="105770"/>
                </a:cubicBezTo>
                <a:cubicBezTo>
                  <a:pt x="1077128" y="108971"/>
                  <a:pt x="1075991" y="112473"/>
                  <a:pt x="1075991" y="116276"/>
                </a:cubicBezTo>
                <a:cubicBezTo>
                  <a:pt x="1075991" y="121079"/>
                  <a:pt x="1077429" y="125066"/>
                  <a:pt x="1080304" y="128235"/>
                </a:cubicBezTo>
                <a:cubicBezTo>
                  <a:pt x="1083179" y="131403"/>
                  <a:pt x="1086489" y="132987"/>
                  <a:pt x="1090233" y="132987"/>
                </a:cubicBezTo>
                <a:cubicBezTo>
                  <a:pt x="1095314" y="132987"/>
                  <a:pt x="1102000" y="129651"/>
                  <a:pt x="1110291" y="122979"/>
                </a:cubicBezTo>
                <a:close/>
                <a:moveTo>
                  <a:pt x="1176214" y="67496"/>
                </a:moveTo>
                <a:cubicBezTo>
                  <a:pt x="1186979" y="54592"/>
                  <a:pt x="1197242" y="48140"/>
                  <a:pt x="1207003" y="48140"/>
                </a:cubicBezTo>
                <a:cubicBezTo>
                  <a:pt x="1212018" y="48140"/>
                  <a:pt x="1216331" y="49390"/>
                  <a:pt x="1219941" y="51891"/>
                </a:cubicBezTo>
                <a:cubicBezTo>
                  <a:pt x="1223551" y="54390"/>
                  <a:pt x="1226427" y="58508"/>
                  <a:pt x="1228566" y="64243"/>
                </a:cubicBezTo>
                <a:cubicBezTo>
                  <a:pt x="1230037" y="68244"/>
                  <a:pt x="1230772" y="74379"/>
                  <a:pt x="1230772" y="82647"/>
                </a:cubicBezTo>
                <a:lnTo>
                  <a:pt x="1230772" y="121754"/>
                </a:lnTo>
                <a:cubicBezTo>
                  <a:pt x="1230772" y="127604"/>
                  <a:pt x="1231241" y="131572"/>
                  <a:pt x="1232177" y="133657"/>
                </a:cubicBezTo>
                <a:cubicBezTo>
                  <a:pt x="1232912" y="135339"/>
                  <a:pt x="1234099" y="136651"/>
                  <a:pt x="1235737" y="137594"/>
                </a:cubicBezTo>
                <a:cubicBezTo>
                  <a:pt x="1237375" y="138534"/>
                  <a:pt x="1240400" y="139004"/>
                  <a:pt x="1244813" y="139004"/>
                </a:cubicBezTo>
                <a:lnTo>
                  <a:pt x="1244813" y="142615"/>
                </a:lnTo>
                <a:lnTo>
                  <a:pt x="1199381" y="142615"/>
                </a:lnTo>
                <a:lnTo>
                  <a:pt x="1199381" y="139004"/>
                </a:lnTo>
                <a:lnTo>
                  <a:pt x="1201287" y="139004"/>
                </a:lnTo>
                <a:cubicBezTo>
                  <a:pt x="1205566" y="139004"/>
                  <a:pt x="1208558" y="138349"/>
                  <a:pt x="1210263" y="137039"/>
                </a:cubicBezTo>
                <a:cubicBezTo>
                  <a:pt x="1211968" y="135727"/>
                  <a:pt x="1213155" y="133793"/>
                  <a:pt x="1213823" y="131238"/>
                </a:cubicBezTo>
                <a:cubicBezTo>
                  <a:pt x="1214091" y="130229"/>
                  <a:pt x="1214224" y="127067"/>
                  <a:pt x="1214224" y="121754"/>
                </a:cubicBezTo>
                <a:lnTo>
                  <a:pt x="1214224" y="84207"/>
                </a:lnTo>
                <a:cubicBezTo>
                  <a:pt x="1214224" y="75862"/>
                  <a:pt x="1213138" y="69804"/>
                  <a:pt x="1210965" y="66033"/>
                </a:cubicBezTo>
                <a:cubicBezTo>
                  <a:pt x="1208792" y="62261"/>
                  <a:pt x="1205131" y="60376"/>
                  <a:pt x="1199983" y="60376"/>
                </a:cubicBezTo>
                <a:cubicBezTo>
                  <a:pt x="1192027" y="60376"/>
                  <a:pt x="1184103" y="64721"/>
                  <a:pt x="1176214" y="73413"/>
                </a:cubicBezTo>
                <a:lnTo>
                  <a:pt x="1176214" y="121754"/>
                </a:lnTo>
                <a:cubicBezTo>
                  <a:pt x="1176214" y="128008"/>
                  <a:pt x="1176582" y="131875"/>
                  <a:pt x="1177317" y="133356"/>
                </a:cubicBezTo>
                <a:cubicBezTo>
                  <a:pt x="1178253" y="135306"/>
                  <a:pt x="1179540" y="136735"/>
                  <a:pt x="1181178" y="137644"/>
                </a:cubicBezTo>
                <a:cubicBezTo>
                  <a:pt x="1182816" y="138551"/>
                  <a:pt x="1186143" y="139004"/>
                  <a:pt x="1191157" y="139004"/>
                </a:cubicBezTo>
                <a:lnTo>
                  <a:pt x="1191157" y="142615"/>
                </a:lnTo>
                <a:lnTo>
                  <a:pt x="1145725" y="142615"/>
                </a:lnTo>
                <a:lnTo>
                  <a:pt x="1145725" y="139004"/>
                </a:lnTo>
                <a:lnTo>
                  <a:pt x="1147731" y="139004"/>
                </a:lnTo>
                <a:cubicBezTo>
                  <a:pt x="1152411" y="139004"/>
                  <a:pt x="1155571" y="137811"/>
                  <a:pt x="1157209" y="135425"/>
                </a:cubicBezTo>
                <a:cubicBezTo>
                  <a:pt x="1158847" y="133037"/>
                  <a:pt x="1159666" y="128480"/>
                  <a:pt x="1159666" y="121754"/>
                </a:cubicBezTo>
                <a:lnTo>
                  <a:pt x="1159666" y="87855"/>
                </a:lnTo>
                <a:cubicBezTo>
                  <a:pt x="1159666" y="76823"/>
                  <a:pt x="1159415" y="70104"/>
                  <a:pt x="1158914" y="67697"/>
                </a:cubicBezTo>
                <a:cubicBezTo>
                  <a:pt x="1158412" y="65290"/>
                  <a:pt x="1157643" y="63652"/>
                  <a:pt x="1156607" y="62783"/>
                </a:cubicBezTo>
                <a:cubicBezTo>
                  <a:pt x="1155571" y="61913"/>
                  <a:pt x="1154183" y="61479"/>
                  <a:pt x="1152445" y="61479"/>
                </a:cubicBezTo>
                <a:cubicBezTo>
                  <a:pt x="1150573" y="61479"/>
                  <a:pt x="1148333" y="61980"/>
                  <a:pt x="1145725" y="62983"/>
                </a:cubicBezTo>
                <a:lnTo>
                  <a:pt x="1144221" y="59373"/>
                </a:lnTo>
                <a:lnTo>
                  <a:pt x="1171901" y="48140"/>
                </a:lnTo>
                <a:lnTo>
                  <a:pt x="1176214" y="48140"/>
                </a:lnTo>
                <a:lnTo>
                  <a:pt x="1176214" y="67496"/>
                </a:lnTo>
                <a:close/>
                <a:moveTo>
                  <a:pt x="1278912" y="67496"/>
                </a:moveTo>
                <a:cubicBezTo>
                  <a:pt x="1289677" y="54592"/>
                  <a:pt x="1299940" y="48140"/>
                  <a:pt x="1309702" y="48140"/>
                </a:cubicBezTo>
                <a:cubicBezTo>
                  <a:pt x="1314717" y="48140"/>
                  <a:pt x="1319029" y="49390"/>
                  <a:pt x="1322640" y="51891"/>
                </a:cubicBezTo>
                <a:cubicBezTo>
                  <a:pt x="1326250" y="54390"/>
                  <a:pt x="1329125" y="58508"/>
                  <a:pt x="1331265" y="64243"/>
                </a:cubicBezTo>
                <a:cubicBezTo>
                  <a:pt x="1332736" y="68244"/>
                  <a:pt x="1333471" y="74379"/>
                  <a:pt x="1333471" y="82647"/>
                </a:cubicBezTo>
                <a:lnTo>
                  <a:pt x="1333471" y="121754"/>
                </a:lnTo>
                <a:cubicBezTo>
                  <a:pt x="1333471" y="127604"/>
                  <a:pt x="1333939" y="131572"/>
                  <a:pt x="1334875" y="133657"/>
                </a:cubicBezTo>
                <a:cubicBezTo>
                  <a:pt x="1335611" y="135339"/>
                  <a:pt x="1336797" y="136651"/>
                  <a:pt x="1338435" y="137594"/>
                </a:cubicBezTo>
                <a:cubicBezTo>
                  <a:pt x="1340074" y="138534"/>
                  <a:pt x="1343099" y="139004"/>
                  <a:pt x="1347512" y="139004"/>
                </a:cubicBezTo>
                <a:lnTo>
                  <a:pt x="1347512" y="142615"/>
                </a:lnTo>
                <a:lnTo>
                  <a:pt x="1302080" y="142615"/>
                </a:lnTo>
                <a:lnTo>
                  <a:pt x="1302080" y="139004"/>
                </a:lnTo>
                <a:lnTo>
                  <a:pt x="1303985" y="139004"/>
                </a:lnTo>
                <a:cubicBezTo>
                  <a:pt x="1308264" y="139004"/>
                  <a:pt x="1311256" y="138349"/>
                  <a:pt x="1312961" y="137039"/>
                </a:cubicBezTo>
                <a:cubicBezTo>
                  <a:pt x="1314666" y="135727"/>
                  <a:pt x="1315853" y="133793"/>
                  <a:pt x="1316522" y="131238"/>
                </a:cubicBezTo>
                <a:cubicBezTo>
                  <a:pt x="1316789" y="130229"/>
                  <a:pt x="1316923" y="127067"/>
                  <a:pt x="1316923" y="121754"/>
                </a:cubicBezTo>
                <a:lnTo>
                  <a:pt x="1316923" y="84207"/>
                </a:lnTo>
                <a:cubicBezTo>
                  <a:pt x="1316923" y="75862"/>
                  <a:pt x="1315836" y="69804"/>
                  <a:pt x="1313663" y="66033"/>
                </a:cubicBezTo>
                <a:cubicBezTo>
                  <a:pt x="1311490" y="62261"/>
                  <a:pt x="1307830" y="60376"/>
                  <a:pt x="1302682" y="60376"/>
                </a:cubicBezTo>
                <a:cubicBezTo>
                  <a:pt x="1294725" y="60376"/>
                  <a:pt x="1286802" y="64721"/>
                  <a:pt x="1278912" y="73413"/>
                </a:cubicBezTo>
                <a:lnTo>
                  <a:pt x="1278912" y="121754"/>
                </a:lnTo>
                <a:cubicBezTo>
                  <a:pt x="1278912" y="128008"/>
                  <a:pt x="1279280" y="131875"/>
                  <a:pt x="1280016" y="133356"/>
                </a:cubicBezTo>
                <a:cubicBezTo>
                  <a:pt x="1280952" y="135306"/>
                  <a:pt x="1282239" y="136735"/>
                  <a:pt x="1283877" y="137644"/>
                </a:cubicBezTo>
                <a:cubicBezTo>
                  <a:pt x="1285515" y="138551"/>
                  <a:pt x="1288841" y="139004"/>
                  <a:pt x="1293856" y="139004"/>
                </a:cubicBezTo>
                <a:lnTo>
                  <a:pt x="1293856" y="142615"/>
                </a:lnTo>
                <a:lnTo>
                  <a:pt x="1248424" y="142615"/>
                </a:lnTo>
                <a:lnTo>
                  <a:pt x="1248424" y="139004"/>
                </a:lnTo>
                <a:lnTo>
                  <a:pt x="1250430" y="139004"/>
                </a:lnTo>
                <a:cubicBezTo>
                  <a:pt x="1255110" y="139004"/>
                  <a:pt x="1258269" y="137811"/>
                  <a:pt x="1259907" y="135425"/>
                </a:cubicBezTo>
                <a:cubicBezTo>
                  <a:pt x="1261545" y="133037"/>
                  <a:pt x="1262364" y="128480"/>
                  <a:pt x="1262364" y="121754"/>
                </a:cubicBezTo>
                <a:lnTo>
                  <a:pt x="1262364" y="87855"/>
                </a:lnTo>
                <a:cubicBezTo>
                  <a:pt x="1262364" y="76823"/>
                  <a:pt x="1262114" y="70104"/>
                  <a:pt x="1261612" y="67697"/>
                </a:cubicBezTo>
                <a:cubicBezTo>
                  <a:pt x="1261111" y="65290"/>
                  <a:pt x="1260342" y="63652"/>
                  <a:pt x="1259305" y="62783"/>
                </a:cubicBezTo>
                <a:cubicBezTo>
                  <a:pt x="1258269" y="61913"/>
                  <a:pt x="1256882" y="61479"/>
                  <a:pt x="1255143" y="61479"/>
                </a:cubicBezTo>
                <a:cubicBezTo>
                  <a:pt x="1253271" y="61479"/>
                  <a:pt x="1251031" y="61980"/>
                  <a:pt x="1248424" y="62983"/>
                </a:cubicBezTo>
                <a:lnTo>
                  <a:pt x="1246919" y="59373"/>
                </a:lnTo>
                <a:lnTo>
                  <a:pt x="1274600" y="48140"/>
                </a:lnTo>
                <a:lnTo>
                  <a:pt x="1278912" y="48140"/>
                </a:lnTo>
                <a:lnTo>
                  <a:pt x="1278912" y="67496"/>
                </a:lnTo>
                <a:close/>
                <a:moveTo>
                  <a:pt x="1370278" y="85448"/>
                </a:moveTo>
                <a:cubicBezTo>
                  <a:pt x="1370211" y="99025"/>
                  <a:pt x="1373521" y="109674"/>
                  <a:pt x="1380207" y="117394"/>
                </a:cubicBezTo>
                <a:cubicBezTo>
                  <a:pt x="1386893" y="125115"/>
                  <a:pt x="1394749" y="128975"/>
                  <a:pt x="1403775" y="128975"/>
                </a:cubicBezTo>
                <a:cubicBezTo>
                  <a:pt x="1409793" y="128975"/>
                  <a:pt x="1415025" y="127313"/>
                  <a:pt x="1419471" y="123989"/>
                </a:cubicBezTo>
                <a:cubicBezTo>
                  <a:pt x="1423917" y="120664"/>
                  <a:pt x="1427645" y="114972"/>
                  <a:pt x="1430653" y="106911"/>
                </a:cubicBezTo>
                <a:lnTo>
                  <a:pt x="1433762" y="108926"/>
                </a:lnTo>
                <a:cubicBezTo>
                  <a:pt x="1432358" y="118134"/>
                  <a:pt x="1428280" y="126519"/>
                  <a:pt x="1421527" y="134080"/>
                </a:cubicBezTo>
                <a:cubicBezTo>
                  <a:pt x="1414774" y="141642"/>
                  <a:pt x="1406316" y="145423"/>
                  <a:pt x="1396153" y="145423"/>
                </a:cubicBezTo>
                <a:cubicBezTo>
                  <a:pt x="1385121" y="145423"/>
                  <a:pt x="1375677" y="141136"/>
                  <a:pt x="1367821" y="132563"/>
                </a:cubicBezTo>
                <a:cubicBezTo>
                  <a:pt x="1359964" y="123989"/>
                  <a:pt x="1356036" y="112461"/>
                  <a:pt x="1356036" y="97982"/>
                </a:cubicBezTo>
                <a:cubicBezTo>
                  <a:pt x="1356036" y="82303"/>
                  <a:pt x="1360065" y="70077"/>
                  <a:pt x="1368121" y="61303"/>
                </a:cubicBezTo>
                <a:cubicBezTo>
                  <a:pt x="1376178" y="52528"/>
                  <a:pt x="1386291" y="48140"/>
                  <a:pt x="1398460" y="48140"/>
                </a:cubicBezTo>
                <a:cubicBezTo>
                  <a:pt x="1408756" y="48140"/>
                  <a:pt x="1417214" y="51525"/>
                  <a:pt x="1423833" y="58294"/>
                </a:cubicBezTo>
                <a:cubicBezTo>
                  <a:pt x="1430453" y="65062"/>
                  <a:pt x="1433762" y="74113"/>
                  <a:pt x="1433762" y="85448"/>
                </a:cubicBezTo>
                <a:lnTo>
                  <a:pt x="1370278" y="85448"/>
                </a:lnTo>
                <a:moveTo>
                  <a:pt x="1370278" y="79631"/>
                </a:moveTo>
                <a:lnTo>
                  <a:pt x="1412801" y="79631"/>
                </a:lnTo>
                <a:cubicBezTo>
                  <a:pt x="1412467" y="73796"/>
                  <a:pt x="1411765" y="69685"/>
                  <a:pt x="1410695" y="67299"/>
                </a:cubicBezTo>
                <a:cubicBezTo>
                  <a:pt x="1409024" y="63584"/>
                  <a:pt x="1406533" y="60666"/>
                  <a:pt x="1403224" y="58545"/>
                </a:cubicBezTo>
                <a:cubicBezTo>
                  <a:pt x="1399914" y="56422"/>
                  <a:pt x="1396454" y="55361"/>
                  <a:pt x="1392843" y="55361"/>
                </a:cubicBezTo>
                <a:cubicBezTo>
                  <a:pt x="1387294" y="55361"/>
                  <a:pt x="1382329" y="57499"/>
                  <a:pt x="1377950" y="61776"/>
                </a:cubicBezTo>
                <a:cubicBezTo>
                  <a:pt x="1373571" y="66053"/>
                  <a:pt x="1371013" y="72005"/>
                  <a:pt x="1370278" y="79631"/>
                </a:cubicBezTo>
                <a:close/>
                <a:moveTo>
                  <a:pt x="1477622" y="0"/>
                </a:moveTo>
                <a:lnTo>
                  <a:pt x="1477622" y="121754"/>
                </a:lnTo>
                <a:cubicBezTo>
                  <a:pt x="1477622" y="127537"/>
                  <a:pt x="1478040" y="131371"/>
                  <a:pt x="1478875" y="133256"/>
                </a:cubicBezTo>
                <a:cubicBezTo>
                  <a:pt x="1479711" y="135139"/>
                  <a:pt x="1480998" y="136568"/>
                  <a:pt x="1482737" y="137544"/>
                </a:cubicBezTo>
                <a:cubicBezTo>
                  <a:pt x="1484475" y="138517"/>
                  <a:pt x="1487718" y="139004"/>
                  <a:pt x="1492465" y="139004"/>
                </a:cubicBezTo>
                <a:lnTo>
                  <a:pt x="1492465" y="142615"/>
                </a:lnTo>
                <a:lnTo>
                  <a:pt x="1447434" y="142615"/>
                </a:lnTo>
                <a:lnTo>
                  <a:pt x="1447434" y="139004"/>
                </a:lnTo>
                <a:cubicBezTo>
                  <a:pt x="1451646" y="139004"/>
                  <a:pt x="1454521" y="138567"/>
                  <a:pt x="1456059" y="137694"/>
                </a:cubicBezTo>
                <a:cubicBezTo>
                  <a:pt x="1457597" y="136819"/>
                  <a:pt x="1458800" y="135373"/>
                  <a:pt x="1459670" y="133356"/>
                </a:cubicBezTo>
                <a:cubicBezTo>
                  <a:pt x="1460539" y="131338"/>
                  <a:pt x="1460973" y="127471"/>
                  <a:pt x="1460973" y="121754"/>
                </a:cubicBezTo>
                <a:lnTo>
                  <a:pt x="1460973" y="38512"/>
                </a:lnTo>
                <a:cubicBezTo>
                  <a:pt x="1460973" y="28148"/>
                  <a:pt x="1460739" y="21780"/>
                  <a:pt x="1460271" y="19406"/>
                </a:cubicBezTo>
                <a:cubicBezTo>
                  <a:pt x="1459803" y="17033"/>
                  <a:pt x="1459051" y="15411"/>
                  <a:pt x="1458015" y="14542"/>
                </a:cubicBezTo>
                <a:cubicBezTo>
                  <a:pt x="1456978" y="13673"/>
                  <a:pt x="1455658" y="13238"/>
                  <a:pt x="1454053" y="13238"/>
                </a:cubicBezTo>
                <a:cubicBezTo>
                  <a:pt x="1452315" y="13238"/>
                  <a:pt x="1450108" y="13773"/>
                  <a:pt x="1447434" y="14843"/>
                </a:cubicBezTo>
                <a:lnTo>
                  <a:pt x="1445729" y="11233"/>
                </a:lnTo>
                <a:lnTo>
                  <a:pt x="1473109" y="0"/>
                </a:lnTo>
                <a:lnTo>
                  <a:pt x="1477622" y="0"/>
                </a:lnTo>
                <a:close/>
                <a:moveTo>
                  <a:pt x="1632105" y="142615"/>
                </a:moveTo>
                <a:lnTo>
                  <a:pt x="1579552" y="28182"/>
                </a:lnTo>
                <a:lnTo>
                  <a:pt x="1579552" y="118946"/>
                </a:lnTo>
                <a:cubicBezTo>
                  <a:pt x="1579552" y="127303"/>
                  <a:pt x="1580455" y="132519"/>
                  <a:pt x="1582260" y="134591"/>
                </a:cubicBezTo>
                <a:cubicBezTo>
                  <a:pt x="1584734" y="137399"/>
                  <a:pt x="1588646" y="138804"/>
                  <a:pt x="1593994" y="138804"/>
                </a:cubicBezTo>
                <a:lnTo>
                  <a:pt x="1598808" y="138804"/>
                </a:lnTo>
                <a:lnTo>
                  <a:pt x="1598808" y="142615"/>
                </a:lnTo>
                <a:lnTo>
                  <a:pt x="1551471" y="142615"/>
                </a:lnTo>
                <a:lnTo>
                  <a:pt x="1551471" y="138804"/>
                </a:lnTo>
                <a:lnTo>
                  <a:pt x="1556285" y="138804"/>
                </a:lnTo>
                <a:cubicBezTo>
                  <a:pt x="1562035" y="138804"/>
                  <a:pt x="1566113" y="137065"/>
                  <a:pt x="1568520" y="133588"/>
                </a:cubicBezTo>
                <a:cubicBezTo>
                  <a:pt x="1569991" y="131449"/>
                  <a:pt x="1570727" y="126568"/>
                  <a:pt x="1570727" y="118946"/>
                </a:cubicBezTo>
                <a:lnTo>
                  <a:pt x="1570727" y="30288"/>
                </a:lnTo>
                <a:cubicBezTo>
                  <a:pt x="1570727" y="24271"/>
                  <a:pt x="1570058" y="19925"/>
                  <a:pt x="1568721" y="17250"/>
                </a:cubicBezTo>
                <a:cubicBezTo>
                  <a:pt x="1567785" y="15311"/>
                  <a:pt x="1566063" y="13690"/>
                  <a:pt x="1563556" y="12386"/>
                </a:cubicBezTo>
                <a:cubicBezTo>
                  <a:pt x="1561049" y="11082"/>
                  <a:pt x="1557020" y="10430"/>
                  <a:pt x="1551471" y="10430"/>
                </a:cubicBezTo>
                <a:lnTo>
                  <a:pt x="1551471" y="6619"/>
                </a:lnTo>
                <a:lnTo>
                  <a:pt x="1589983" y="6619"/>
                </a:lnTo>
                <a:lnTo>
                  <a:pt x="1639326" y="113007"/>
                </a:lnTo>
                <a:lnTo>
                  <a:pt x="1687867" y="6619"/>
                </a:lnTo>
                <a:lnTo>
                  <a:pt x="1726379" y="6619"/>
                </a:lnTo>
                <a:lnTo>
                  <a:pt x="1726379" y="10430"/>
                </a:lnTo>
                <a:lnTo>
                  <a:pt x="1721666" y="10430"/>
                </a:lnTo>
                <a:cubicBezTo>
                  <a:pt x="1715849" y="10430"/>
                  <a:pt x="1711737" y="12169"/>
                  <a:pt x="1709330" y="15645"/>
                </a:cubicBezTo>
                <a:cubicBezTo>
                  <a:pt x="1707859" y="17785"/>
                  <a:pt x="1707123" y="22666"/>
                  <a:pt x="1707123" y="30288"/>
                </a:cubicBezTo>
                <a:lnTo>
                  <a:pt x="1707123" y="118946"/>
                </a:lnTo>
                <a:cubicBezTo>
                  <a:pt x="1707123" y="127303"/>
                  <a:pt x="1708059" y="132519"/>
                  <a:pt x="1709931" y="134591"/>
                </a:cubicBezTo>
                <a:cubicBezTo>
                  <a:pt x="1712405" y="137399"/>
                  <a:pt x="1716317" y="138804"/>
                  <a:pt x="1721666" y="138804"/>
                </a:cubicBezTo>
                <a:lnTo>
                  <a:pt x="1726379" y="138804"/>
                </a:lnTo>
                <a:lnTo>
                  <a:pt x="1726379" y="142615"/>
                </a:lnTo>
                <a:lnTo>
                  <a:pt x="1668611" y="142615"/>
                </a:lnTo>
                <a:lnTo>
                  <a:pt x="1668611" y="138804"/>
                </a:lnTo>
                <a:lnTo>
                  <a:pt x="1673425" y="138804"/>
                </a:lnTo>
                <a:cubicBezTo>
                  <a:pt x="1679242" y="138804"/>
                  <a:pt x="1683321" y="137065"/>
                  <a:pt x="1685661" y="133588"/>
                </a:cubicBezTo>
                <a:cubicBezTo>
                  <a:pt x="1687132" y="131449"/>
                  <a:pt x="1687867" y="126568"/>
                  <a:pt x="1687867" y="118946"/>
                </a:cubicBezTo>
                <a:lnTo>
                  <a:pt x="1687867" y="28182"/>
                </a:lnTo>
                <a:lnTo>
                  <a:pt x="1635415" y="142615"/>
                </a:lnTo>
                <a:lnTo>
                  <a:pt x="1632105" y="142615"/>
                </a:lnTo>
                <a:close/>
                <a:moveTo>
                  <a:pt x="1782008" y="48140"/>
                </a:moveTo>
                <a:cubicBezTo>
                  <a:pt x="1795915" y="48140"/>
                  <a:pt x="1807081" y="53417"/>
                  <a:pt x="1815505" y="63970"/>
                </a:cubicBezTo>
                <a:cubicBezTo>
                  <a:pt x="1822660" y="72986"/>
                  <a:pt x="1826237" y="83339"/>
                  <a:pt x="1826237" y="95029"/>
                </a:cubicBezTo>
                <a:cubicBezTo>
                  <a:pt x="1826237" y="103245"/>
                  <a:pt x="1824264" y="111561"/>
                  <a:pt x="1820319" y="119977"/>
                </a:cubicBezTo>
                <a:cubicBezTo>
                  <a:pt x="1816375" y="128391"/>
                  <a:pt x="1810942" y="134735"/>
                  <a:pt x="1804022" y="139010"/>
                </a:cubicBezTo>
                <a:cubicBezTo>
                  <a:pt x="1797102" y="143285"/>
                  <a:pt x="1789396" y="145423"/>
                  <a:pt x="1780905" y="145423"/>
                </a:cubicBezTo>
                <a:cubicBezTo>
                  <a:pt x="1767065" y="145423"/>
                  <a:pt x="1756066" y="139912"/>
                  <a:pt x="1747909" y="128890"/>
                </a:cubicBezTo>
                <a:cubicBezTo>
                  <a:pt x="1741022" y="119607"/>
                  <a:pt x="1737579" y="109188"/>
                  <a:pt x="1737579" y="97634"/>
                </a:cubicBezTo>
                <a:cubicBezTo>
                  <a:pt x="1737579" y="89218"/>
                  <a:pt x="1739668" y="80852"/>
                  <a:pt x="1743847" y="72536"/>
                </a:cubicBezTo>
                <a:cubicBezTo>
                  <a:pt x="1748026" y="64220"/>
                  <a:pt x="1753525" y="58075"/>
                  <a:pt x="1760345" y="54101"/>
                </a:cubicBezTo>
                <a:cubicBezTo>
                  <a:pt x="1767165" y="50127"/>
                  <a:pt x="1774386" y="48140"/>
                  <a:pt x="1782008" y="48140"/>
                </a:cubicBezTo>
                <a:moveTo>
                  <a:pt x="1778899" y="54759"/>
                </a:moveTo>
                <a:cubicBezTo>
                  <a:pt x="1775355" y="54759"/>
                  <a:pt x="1771795" y="55809"/>
                  <a:pt x="1768218" y="57909"/>
                </a:cubicBezTo>
                <a:cubicBezTo>
                  <a:pt x="1764641" y="60007"/>
                  <a:pt x="1761749" y="63687"/>
                  <a:pt x="1759543" y="68950"/>
                </a:cubicBezTo>
                <a:cubicBezTo>
                  <a:pt x="1757336" y="74214"/>
                  <a:pt x="1756233" y="80975"/>
                  <a:pt x="1756233" y="89234"/>
                </a:cubicBezTo>
                <a:cubicBezTo>
                  <a:pt x="1756233" y="102559"/>
                  <a:pt x="1758891" y="114051"/>
                  <a:pt x="1764206" y="123713"/>
                </a:cubicBezTo>
                <a:cubicBezTo>
                  <a:pt x="1769522" y="133372"/>
                  <a:pt x="1776525" y="138202"/>
                  <a:pt x="1785217" y="138202"/>
                </a:cubicBezTo>
                <a:cubicBezTo>
                  <a:pt x="1791703" y="138202"/>
                  <a:pt x="1797052" y="135537"/>
                  <a:pt x="1801264" y="130207"/>
                </a:cubicBezTo>
                <a:cubicBezTo>
                  <a:pt x="1805476" y="124877"/>
                  <a:pt x="1807582" y="115717"/>
                  <a:pt x="1807582" y="102727"/>
                </a:cubicBezTo>
                <a:cubicBezTo>
                  <a:pt x="1807582" y="86471"/>
                  <a:pt x="1804072" y="73680"/>
                  <a:pt x="1797052" y="64353"/>
                </a:cubicBezTo>
                <a:cubicBezTo>
                  <a:pt x="1792305" y="57957"/>
                  <a:pt x="1786254" y="54759"/>
                  <a:pt x="1778899" y="54759"/>
                </a:cubicBezTo>
                <a:close/>
                <a:moveTo>
                  <a:pt x="1904665" y="132291"/>
                </a:moveTo>
                <a:cubicBezTo>
                  <a:pt x="1900185" y="136969"/>
                  <a:pt x="1895806" y="140328"/>
                  <a:pt x="1891526" y="142367"/>
                </a:cubicBezTo>
                <a:cubicBezTo>
                  <a:pt x="1887247" y="144404"/>
                  <a:pt x="1882634" y="145423"/>
                  <a:pt x="1877686" y="145423"/>
                </a:cubicBezTo>
                <a:cubicBezTo>
                  <a:pt x="1867657" y="145423"/>
                  <a:pt x="1858898" y="141237"/>
                  <a:pt x="1851410" y="132864"/>
                </a:cubicBezTo>
                <a:cubicBezTo>
                  <a:pt x="1843921" y="124490"/>
                  <a:pt x="1840177" y="113730"/>
                  <a:pt x="1840177" y="100583"/>
                </a:cubicBezTo>
                <a:cubicBezTo>
                  <a:pt x="1840177" y="87439"/>
                  <a:pt x="1844323" y="75412"/>
                  <a:pt x="1852613" y="64503"/>
                </a:cubicBezTo>
                <a:cubicBezTo>
                  <a:pt x="1860904" y="53594"/>
                  <a:pt x="1871568" y="48140"/>
                  <a:pt x="1884606" y="48140"/>
                </a:cubicBezTo>
                <a:cubicBezTo>
                  <a:pt x="1892697" y="48140"/>
                  <a:pt x="1899383" y="50713"/>
                  <a:pt x="1904665" y="55859"/>
                </a:cubicBezTo>
                <a:lnTo>
                  <a:pt x="1904665" y="38713"/>
                </a:lnTo>
                <a:cubicBezTo>
                  <a:pt x="1904665" y="28259"/>
                  <a:pt x="1904414" y="21834"/>
                  <a:pt x="1903912" y="19438"/>
                </a:cubicBezTo>
                <a:cubicBezTo>
                  <a:pt x="1903411" y="17041"/>
                  <a:pt x="1902625" y="15409"/>
                  <a:pt x="1901556" y="14542"/>
                </a:cubicBezTo>
                <a:cubicBezTo>
                  <a:pt x="1900486" y="13673"/>
                  <a:pt x="1899149" y="13238"/>
                  <a:pt x="1897544" y="13238"/>
                </a:cubicBezTo>
                <a:cubicBezTo>
                  <a:pt x="1895806" y="13238"/>
                  <a:pt x="1893499" y="13773"/>
                  <a:pt x="1890624" y="14843"/>
                </a:cubicBezTo>
                <a:lnTo>
                  <a:pt x="1889320" y="11233"/>
                </a:lnTo>
                <a:lnTo>
                  <a:pt x="1916700" y="0"/>
                </a:lnTo>
                <a:lnTo>
                  <a:pt x="1921213" y="0"/>
                </a:lnTo>
                <a:lnTo>
                  <a:pt x="1921213" y="106309"/>
                </a:lnTo>
                <a:cubicBezTo>
                  <a:pt x="1921213" y="117030"/>
                  <a:pt x="1921464" y="123572"/>
                  <a:pt x="1921965" y="125935"/>
                </a:cubicBezTo>
                <a:cubicBezTo>
                  <a:pt x="1922466" y="128298"/>
                  <a:pt x="1923269" y="129948"/>
                  <a:pt x="1924372" y="130884"/>
                </a:cubicBezTo>
                <a:cubicBezTo>
                  <a:pt x="1925475" y="131818"/>
                  <a:pt x="1926762" y="132285"/>
                  <a:pt x="1928233" y="132285"/>
                </a:cubicBezTo>
                <a:cubicBezTo>
                  <a:pt x="1930038" y="132285"/>
                  <a:pt x="1932445" y="131716"/>
                  <a:pt x="1935454" y="130580"/>
                </a:cubicBezTo>
                <a:lnTo>
                  <a:pt x="1936557" y="134190"/>
                </a:lnTo>
                <a:lnTo>
                  <a:pt x="1909278" y="145423"/>
                </a:lnTo>
                <a:lnTo>
                  <a:pt x="1904665" y="145423"/>
                </a:lnTo>
                <a:lnTo>
                  <a:pt x="1904665" y="132291"/>
                </a:lnTo>
                <a:moveTo>
                  <a:pt x="1904665" y="125286"/>
                </a:moveTo>
                <a:lnTo>
                  <a:pt x="1904665" y="78068"/>
                </a:lnTo>
                <a:cubicBezTo>
                  <a:pt x="1904264" y="73531"/>
                  <a:pt x="1903060" y="69397"/>
                  <a:pt x="1901054" y="65663"/>
                </a:cubicBezTo>
                <a:cubicBezTo>
                  <a:pt x="1899048" y="61927"/>
                  <a:pt x="1896391" y="59109"/>
                  <a:pt x="1893081" y="57210"/>
                </a:cubicBezTo>
                <a:cubicBezTo>
                  <a:pt x="1889771" y="55309"/>
                  <a:pt x="1886545" y="54358"/>
                  <a:pt x="1883403" y="54358"/>
                </a:cubicBezTo>
                <a:cubicBezTo>
                  <a:pt x="1877519" y="54358"/>
                  <a:pt x="1872270" y="56993"/>
                  <a:pt x="1867657" y="62262"/>
                </a:cubicBezTo>
                <a:cubicBezTo>
                  <a:pt x="1861573" y="69197"/>
                  <a:pt x="1858531" y="79334"/>
                  <a:pt x="1858531" y="92673"/>
                </a:cubicBezTo>
                <a:cubicBezTo>
                  <a:pt x="1858531" y="106145"/>
                  <a:pt x="1861472" y="116467"/>
                  <a:pt x="1867356" y="123638"/>
                </a:cubicBezTo>
                <a:cubicBezTo>
                  <a:pt x="1873240" y="130806"/>
                  <a:pt x="1879792" y="134391"/>
                  <a:pt x="1887013" y="134391"/>
                </a:cubicBezTo>
                <a:cubicBezTo>
                  <a:pt x="1893098" y="134391"/>
                  <a:pt x="1898981" y="131356"/>
                  <a:pt x="1904665" y="125286"/>
                </a:cubicBezTo>
                <a:close/>
                <a:moveTo>
                  <a:pt x="2023009" y="50748"/>
                </a:moveTo>
                <a:lnTo>
                  <a:pt x="2023009" y="106710"/>
                </a:lnTo>
                <a:cubicBezTo>
                  <a:pt x="2023009" y="117209"/>
                  <a:pt x="2023260" y="123631"/>
                  <a:pt x="2023761" y="125976"/>
                </a:cubicBezTo>
                <a:cubicBezTo>
                  <a:pt x="2024263" y="128318"/>
                  <a:pt x="2025065" y="129955"/>
                  <a:pt x="2026168" y="130887"/>
                </a:cubicBezTo>
                <a:cubicBezTo>
                  <a:pt x="2027272" y="131819"/>
                  <a:pt x="2028559" y="132285"/>
                  <a:pt x="2030030" y="132285"/>
                </a:cubicBezTo>
                <a:cubicBezTo>
                  <a:pt x="2032102" y="132285"/>
                  <a:pt x="2034443" y="131716"/>
                  <a:pt x="2037050" y="130580"/>
                </a:cubicBezTo>
                <a:lnTo>
                  <a:pt x="2038454" y="134190"/>
                </a:lnTo>
                <a:lnTo>
                  <a:pt x="2010974" y="145423"/>
                </a:lnTo>
                <a:lnTo>
                  <a:pt x="2006461" y="145423"/>
                </a:lnTo>
                <a:lnTo>
                  <a:pt x="2006461" y="126057"/>
                </a:lnTo>
                <a:cubicBezTo>
                  <a:pt x="1998572" y="134576"/>
                  <a:pt x="1992554" y="139933"/>
                  <a:pt x="1988409" y="142129"/>
                </a:cubicBezTo>
                <a:cubicBezTo>
                  <a:pt x="1984263" y="144325"/>
                  <a:pt x="1979884" y="145423"/>
                  <a:pt x="1975270" y="145423"/>
                </a:cubicBezTo>
                <a:cubicBezTo>
                  <a:pt x="1970122" y="145423"/>
                  <a:pt x="1965659" y="143935"/>
                  <a:pt x="1961882" y="140960"/>
                </a:cubicBezTo>
                <a:cubicBezTo>
                  <a:pt x="1958104" y="137984"/>
                  <a:pt x="1955480" y="134157"/>
                  <a:pt x="1954009" y="129476"/>
                </a:cubicBezTo>
                <a:cubicBezTo>
                  <a:pt x="1952538" y="124796"/>
                  <a:pt x="1951802" y="118177"/>
                  <a:pt x="1951802" y="109619"/>
                </a:cubicBezTo>
                <a:lnTo>
                  <a:pt x="1951802" y="68599"/>
                </a:lnTo>
                <a:cubicBezTo>
                  <a:pt x="1951802" y="64222"/>
                  <a:pt x="1951334" y="61192"/>
                  <a:pt x="1950398" y="59511"/>
                </a:cubicBezTo>
                <a:cubicBezTo>
                  <a:pt x="1949462" y="57826"/>
                  <a:pt x="1948075" y="56530"/>
                  <a:pt x="1946236" y="55621"/>
                </a:cubicBezTo>
                <a:cubicBezTo>
                  <a:pt x="1944397" y="54712"/>
                  <a:pt x="1941071" y="54291"/>
                  <a:pt x="1936257" y="54358"/>
                </a:cubicBezTo>
                <a:lnTo>
                  <a:pt x="1936257" y="50748"/>
                </a:lnTo>
                <a:lnTo>
                  <a:pt x="1968451" y="50748"/>
                </a:lnTo>
                <a:lnTo>
                  <a:pt x="1968451" y="112301"/>
                </a:lnTo>
                <a:cubicBezTo>
                  <a:pt x="1968451" y="120870"/>
                  <a:pt x="1969938" y="126494"/>
                  <a:pt x="1972914" y="129172"/>
                </a:cubicBezTo>
                <a:cubicBezTo>
                  <a:pt x="1975889" y="131849"/>
                  <a:pt x="1979483" y="133187"/>
                  <a:pt x="1983695" y="133187"/>
                </a:cubicBezTo>
                <a:cubicBezTo>
                  <a:pt x="1986570" y="133187"/>
                  <a:pt x="1989829" y="132284"/>
                  <a:pt x="1993473" y="130476"/>
                </a:cubicBezTo>
                <a:cubicBezTo>
                  <a:pt x="1997117" y="128669"/>
                  <a:pt x="2001447" y="125221"/>
                  <a:pt x="2006461" y="120134"/>
                </a:cubicBezTo>
                <a:lnTo>
                  <a:pt x="2006461" y="68198"/>
                </a:lnTo>
                <a:cubicBezTo>
                  <a:pt x="2006461" y="62868"/>
                  <a:pt x="2005508" y="59263"/>
                  <a:pt x="2003603" y="57382"/>
                </a:cubicBezTo>
                <a:cubicBezTo>
                  <a:pt x="2001697" y="55502"/>
                  <a:pt x="1997736" y="54494"/>
                  <a:pt x="1991718" y="54358"/>
                </a:cubicBezTo>
                <a:lnTo>
                  <a:pt x="1991718" y="50748"/>
                </a:lnTo>
                <a:lnTo>
                  <a:pt x="2023009" y="50748"/>
                </a:lnTo>
                <a:close/>
                <a:moveTo>
                  <a:pt x="2076766" y="0"/>
                </a:moveTo>
                <a:lnTo>
                  <a:pt x="2076766" y="121754"/>
                </a:lnTo>
                <a:cubicBezTo>
                  <a:pt x="2076766" y="127537"/>
                  <a:pt x="2077183" y="131371"/>
                  <a:pt x="2078019" y="133256"/>
                </a:cubicBezTo>
                <a:cubicBezTo>
                  <a:pt x="2078855" y="135139"/>
                  <a:pt x="2080142" y="136568"/>
                  <a:pt x="2081880" y="137544"/>
                </a:cubicBezTo>
                <a:cubicBezTo>
                  <a:pt x="2083619" y="138517"/>
                  <a:pt x="2086862" y="139004"/>
                  <a:pt x="2091609" y="139004"/>
                </a:cubicBezTo>
                <a:lnTo>
                  <a:pt x="2091609" y="142615"/>
                </a:lnTo>
                <a:lnTo>
                  <a:pt x="2046578" y="142615"/>
                </a:lnTo>
                <a:lnTo>
                  <a:pt x="2046578" y="139004"/>
                </a:lnTo>
                <a:cubicBezTo>
                  <a:pt x="2050790" y="139004"/>
                  <a:pt x="2053665" y="138567"/>
                  <a:pt x="2055203" y="137694"/>
                </a:cubicBezTo>
                <a:cubicBezTo>
                  <a:pt x="2056741" y="136819"/>
                  <a:pt x="2057944" y="135373"/>
                  <a:pt x="2058813" y="133356"/>
                </a:cubicBezTo>
                <a:cubicBezTo>
                  <a:pt x="2059683" y="131338"/>
                  <a:pt x="2060117" y="127471"/>
                  <a:pt x="2060117" y="121754"/>
                </a:cubicBezTo>
                <a:lnTo>
                  <a:pt x="2060117" y="38512"/>
                </a:lnTo>
                <a:cubicBezTo>
                  <a:pt x="2060117" y="28148"/>
                  <a:pt x="2059883" y="21780"/>
                  <a:pt x="2059415" y="19406"/>
                </a:cubicBezTo>
                <a:cubicBezTo>
                  <a:pt x="2058947" y="17033"/>
                  <a:pt x="2058195" y="15411"/>
                  <a:pt x="2057159" y="14542"/>
                </a:cubicBezTo>
                <a:cubicBezTo>
                  <a:pt x="2056122" y="13673"/>
                  <a:pt x="2054802" y="13238"/>
                  <a:pt x="2053197" y="13238"/>
                </a:cubicBezTo>
                <a:cubicBezTo>
                  <a:pt x="2051459" y="13238"/>
                  <a:pt x="2049252" y="13773"/>
                  <a:pt x="2046578" y="14843"/>
                </a:cubicBezTo>
                <a:lnTo>
                  <a:pt x="2044873" y="11233"/>
                </a:lnTo>
                <a:lnTo>
                  <a:pt x="2072252" y="0"/>
                </a:lnTo>
                <a:lnTo>
                  <a:pt x="2076766" y="0"/>
                </a:lnTo>
                <a:close/>
                <a:moveTo>
                  <a:pt x="2117719" y="85448"/>
                </a:moveTo>
                <a:cubicBezTo>
                  <a:pt x="2117652" y="99025"/>
                  <a:pt x="2120961" y="109674"/>
                  <a:pt x="2127647" y="117394"/>
                </a:cubicBezTo>
                <a:cubicBezTo>
                  <a:pt x="2134334" y="125115"/>
                  <a:pt x="2142190" y="128975"/>
                  <a:pt x="2151216" y="128975"/>
                </a:cubicBezTo>
                <a:cubicBezTo>
                  <a:pt x="2157233" y="128975"/>
                  <a:pt x="2162465" y="127313"/>
                  <a:pt x="2166912" y="123989"/>
                </a:cubicBezTo>
                <a:cubicBezTo>
                  <a:pt x="2171358" y="120664"/>
                  <a:pt x="2175085" y="114972"/>
                  <a:pt x="2178094" y="106911"/>
                </a:cubicBezTo>
                <a:lnTo>
                  <a:pt x="2181203" y="108926"/>
                </a:lnTo>
                <a:cubicBezTo>
                  <a:pt x="2179799" y="118134"/>
                  <a:pt x="2175721" y="126519"/>
                  <a:pt x="2168968" y="134080"/>
                </a:cubicBezTo>
                <a:cubicBezTo>
                  <a:pt x="2162215" y="141642"/>
                  <a:pt x="2153757" y="145423"/>
                  <a:pt x="2143594" y="145423"/>
                </a:cubicBezTo>
                <a:cubicBezTo>
                  <a:pt x="2132562" y="145423"/>
                  <a:pt x="2123118" y="141136"/>
                  <a:pt x="2115261" y="132563"/>
                </a:cubicBezTo>
                <a:cubicBezTo>
                  <a:pt x="2107405" y="123989"/>
                  <a:pt x="2103477" y="112461"/>
                  <a:pt x="2103477" y="97982"/>
                </a:cubicBezTo>
                <a:cubicBezTo>
                  <a:pt x="2103477" y="82303"/>
                  <a:pt x="2107506" y="70077"/>
                  <a:pt x="2115562" y="61303"/>
                </a:cubicBezTo>
                <a:cubicBezTo>
                  <a:pt x="2123619" y="52528"/>
                  <a:pt x="2133732" y="48140"/>
                  <a:pt x="2145901" y="48140"/>
                </a:cubicBezTo>
                <a:cubicBezTo>
                  <a:pt x="2156197" y="48140"/>
                  <a:pt x="2164655" y="51525"/>
                  <a:pt x="2171274" y="58294"/>
                </a:cubicBezTo>
                <a:cubicBezTo>
                  <a:pt x="2177894" y="65062"/>
                  <a:pt x="2181203" y="74113"/>
                  <a:pt x="2181203" y="85448"/>
                </a:cubicBezTo>
                <a:lnTo>
                  <a:pt x="2117719" y="85448"/>
                </a:lnTo>
                <a:moveTo>
                  <a:pt x="2117719" y="79631"/>
                </a:moveTo>
                <a:lnTo>
                  <a:pt x="2160242" y="79631"/>
                </a:lnTo>
                <a:cubicBezTo>
                  <a:pt x="2159908" y="73796"/>
                  <a:pt x="2159206" y="69685"/>
                  <a:pt x="2158136" y="67299"/>
                </a:cubicBezTo>
                <a:cubicBezTo>
                  <a:pt x="2156465" y="63584"/>
                  <a:pt x="2153974" y="60666"/>
                  <a:pt x="2150664" y="58545"/>
                </a:cubicBezTo>
                <a:cubicBezTo>
                  <a:pt x="2147355" y="56422"/>
                  <a:pt x="2143895" y="55361"/>
                  <a:pt x="2140284" y="55361"/>
                </a:cubicBezTo>
                <a:cubicBezTo>
                  <a:pt x="2134735" y="55361"/>
                  <a:pt x="2129770" y="57499"/>
                  <a:pt x="2125391" y="61776"/>
                </a:cubicBezTo>
                <a:cubicBezTo>
                  <a:pt x="2121012" y="66053"/>
                  <a:pt x="2118454" y="72005"/>
                  <a:pt x="2117719" y="79631"/>
                </a:cubicBezTo>
                <a:close/>
                <a:moveTo>
                  <a:pt x="2364467" y="3611"/>
                </a:moveTo>
                <a:lnTo>
                  <a:pt x="2367977" y="46535"/>
                </a:lnTo>
                <a:lnTo>
                  <a:pt x="2364467" y="46535"/>
                </a:lnTo>
                <a:cubicBezTo>
                  <a:pt x="2360923" y="35898"/>
                  <a:pt x="2356343" y="27886"/>
                  <a:pt x="2350727" y="22500"/>
                </a:cubicBezTo>
                <a:cubicBezTo>
                  <a:pt x="2342637" y="14721"/>
                  <a:pt x="2332240" y="10831"/>
                  <a:pt x="2319536" y="10831"/>
                </a:cubicBezTo>
                <a:cubicBezTo>
                  <a:pt x="2302219" y="10831"/>
                  <a:pt x="2289048" y="17664"/>
                  <a:pt x="2280022" y="31329"/>
                </a:cubicBezTo>
                <a:cubicBezTo>
                  <a:pt x="2272466" y="42858"/>
                  <a:pt x="2268689" y="56587"/>
                  <a:pt x="2268689" y="72517"/>
                </a:cubicBezTo>
                <a:cubicBezTo>
                  <a:pt x="2268689" y="85448"/>
                  <a:pt x="2271196" y="97246"/>
                  <a:pt x="2276210" y="107911"/>
                </a:cubicBezTo>
                <a:cubicBezTo>
                  <a:pt x="2281225" y="118575"/>
                  <a:pt x="2287794" y="126390"/>
                  <a:pt x="2295918" y="131357"/>
                </a:cubicBezTo>
                <a:cubicBezTo>
                  <a:pt x="2304041" y="136321"/>
                  <a:pt x="2312382" y="138804"/>
                  <a:pt x="2320941" y="138804"/>
                </a:cubicBezTo>
                <a:cubicBezTo>
                  <a:pt x="2325955" y="138804"/>
                  <a:pt x="2330803" y="138170"/>
                  <a:pt x="2335483" y="136904"/>
                </a:cubicBezTo>
                <a:cubicBezTo>
                  <a:pt x="2340163" y="135636"/>
                  <a:pt x="2344676" y="133767"/>
                  <a:pt x="2349022" y="131297"/>
                </a:cubicBezTo>
                <a:lnTo>
                  <a:pt x="2349022" y="92068"/>
                </a:lnTo>
                <a:cubicBezTo>
                  <a:pt x="2349022" y="85248"/>
                  <a:pt x="2348504" y="80785"/>
                  <a:pt x="2347468" y="78679"/>
                </a:cubicBezTo>
                <a:cubicBezTo>
                  <a:pt x="2346431" y="76573"/>
                  <a:pt x="2344827" y="74968"/>
                  <a:pt x="2342654" y="73865"/>
                </a:cubicBezTo>
                <a:cubicBezTo>
                  <a:pt x="2340481" y="72762"/>
                  <a:pt x="2336653" y="72210"/>
                  <a:pt x="2331170" y="72210"/>
                </a:cubicBezTo>
                <a:lnTo>
                  <a:pt x="2331170" y="68399"/>
                </a:lnTo>
                <a:lnTo>
                  <a:pt x="2383823" y="68399"/>
                </a:lnTo>
                <a:lnTo>
                  <a:pt x="2383823" y="72210"/>
                </a:lnTo>
                <a:lnTo>
                  <a:pt x="2381316" y="72210"/>
                </a:lnTo>
                <a:cubicBezTo>
                  <a:pt x="2376101" y="72210"/>
                  <a:pt x="2372524" y="73948"/>
                  <a:pt x="2370585" y="77425"/>
                </a:cubicBezTo>
                <a:cubicBezTo>
                  <a:pt x="2369248" y="79899"/>
                  <a:pt x="2368579" y="84780"/>
                  <a:pt x="2368579" y="92068"/>
                </a:cubicBezTo>
                <a:lnTo>
                  <a:pt x="2368579" y="133610"/>
                </a:lnTo>
                <a:cubicBezTo>
                  <a:pt x="2360890" y="137747"/>
                  <a:pt x="2353301" y="140783"/>
                  <a:pt x="2345813" y="142718"/>
                </a:cubicBezTo>
                <a:cubicBezTo>
                  <a:pt x="2338324" y="144655"/>
                  <a:pt x="2330000" y="145623"/>
                  <a:pt x="2320840" y="145623"/>
                </a:cubicBezTo>
                <a:cubicBezTo>
                  <a:pt x="2294564" y="145623"/>
                  <a:pt x="2274606" y="137210"/>
                  <a:pt x="2260966" y="120384"/>
                </a:cubicBezTo>
                <a:cubicBezTo>
                  <a:pt x="2250736" y="107766"/>
                  <a:pt x="2245622" y="93212"/>
                  <a:pt x="2245622" y="76720"/>
                </a:cubicBezTo>
                <a:cubicBezTo>
                  <a:pt x="2245622" y="64768"/>
                  <a:pt x="2248497" y="53319"/>
                  <a:pt x="2254247" y="42370"/>
                </a:cubicBezTo>
                <a:cubicBezTo>
                  <a:pt x="2261066" y="29349"/>
                  <a:pt x="2270427" y="19333"/>
                  <a:pt x="2282328" y="12323"/>
                </a:cubicBezTo>
                <a:cubicBezTo>
                  <a:pt x="2292291" y="6515"/>
                  <a:pt x="2304058" y="3611"/>
                  <a:pt x="2317631" y="3611"/>
                </a:cubicBezTo>
                <a:cubicBezTo>
                  <a:pt x="2322579" y="3611"/>
                  <a:pt x="2327075" y="4012"/>
                  <a:pt x="2331120" y="4814"/>
                </a:cubicBezTo>
                <a:cubicBezTo>
                  <a:pt x="2335165" y="5616"/>
                  <a:pt x="2340899" y="7388"/>
                  <a:pt x="2348320" y="10129"/>
                </a:cubicBezTo>
                <a:cubicBezTo>
                  <a:pt x="2352064" y="11534"/>
                  <a:pt x="2354572" y="12236"/>
                  <a:pt x="2355842" y="12236"/>
                </a:cubicBezTo>
                <a:cubicBezTo>
                  <a:pt x="2357112" y="12236"/>
                  <a:pt x="2358199" y="11651"/>
                  <a:pt x="2359101" y="10480"/>
                </a:cubicBezTo>
                <a:cubicBezTo>
                  <a:pt x="2360004" y="9310"/>
                  <a:pt x="2360556" y="7020"/>
                  <a:pt x="2360756" y="3611"/>
                </a:cubicBezTo>
                <a:lnTo>
                  <a:pt x="2364467" y="3611"/>
                </a:lnTo>
                <a:close/>
                <a:moveTo>
                  <a:pt x="2419994" y="48140"/>
                </a:moveTo>
                <a:lnTo>
                  <a:pt x="2419994" y="68800"/>
                </a:lnTo>
                <a:cubicBezTo>
                  <a:pt x="2427683" y="55027"/>
                  <a:pt x="2435573" y="48140"/>
                  <a:pt x="2443663" y="48140"/>
                </a:cubicBezTo>
                <a:cubicBezTo>
                  <a:pt x="2447340" y="48140"/>
                  <a:pt x="2450382" y="49260"/>
                  <a:pt x="2452789" y="51500"/>
                </a:cubicBezTo>
                <a:cubicBezTo>
                  <a:pt x="2455196" y="53740"/>
                  <a:pt x="2456400" y="56330"/>
                  <a:pt x="2456400" y="59272"/>
                </a:cubicBezTo>
                <a:cubicBezTo>
                  <a:pt x="2456400" y="61880"/>
                  <a:pt x="2455531" y="64086"/>
                  <a:pt x="2453792" y="65892"/>
                </a:cubicBezTo>
                <a:cubicBezTo>
                  <a:pt x="2452054" y="67697"/>
                  <a:pt x="2449981" y="68599"/>
                  <a:pt x="2447574" y="68599"/>
                </a:cubicBezTo>
                <a:cubicBezTo>
                  <a:pt x="2445234" y="68599"/>
                  <a:pt x="2442610" y="67463"/>
                  <a:pt x="2439701" y="65190"/>
                </a:cubicBezTo>
                <a:cubicBezTo>
                  <a:pt x="2436793" y="62916"/>
                  <a:pt x="2434636" y="61780"/>
                  <a:pt x="2433232" y="61780"/>
                </a:cubicBezTo>
                <a:cubicBezTo>
                  <a:pt x="2432029" y="61780"/>
                  <a:pt x="2430725" y="62443"/>
                  <a:pt x="2429321" y="63770"/>
                </a:cubicBezTo>
                <a:cubicBezTo>
                  <a:pt x="2426312" y="66492"/>
                  <a:pt x="2423203" y="70973"/>
                  <a:pt x="2419994" y="77212"/>
                </a:cubicBezTo>
                <a:lnTo>
                  <a:pt x="2419994" y="121152"/>
                </a:lnTo>
                <a:cubicBezTo>
                  <a:pt x="2419994" y="126238"/>
                  <a:pt x="2420629" y="130084"/>
                  <a:pt x="2421899" y="132692"/>
                </a:cubicBezTo>
                <a:cubicBezTo>
                  <a:pt x="2422769" y="134499"/>
                  <a:pt x="2424306" y="136004"/>
                  <a:pt x="2426513" y="137205"/>
                </a:cubicBezTo>
                <a:cubicBezTo>
                  <a:pt x="2428719" y="138404"/>
                  <a:pt x="2431895" y="139004"/>
                  <a:pt x="2436041" y="139004"/>
                </a:cubicBezTo>
                <a:lnTo>
                  <a:pt x="2436041" y="142615"/>
                </a:lnTo>
                <a:lnTo>
                  <a:pt x="2389004" y="142615"/>
                </a:lnTo>
                <a:lnTo>
                  <a:pt x="2389004" y="139004"/>
                </a:lnTo>
                <a:cubicBezTo>
                  <a:pt x="2393684" y="139004"/>
                  <a:pt x="2397161" y="138260"/>
                  <a:pt x="2399434" y="136773"/>
                </a:cubicBezTo>
                <a:cubicBezTo>
                  <a:pt x="2401106" y="135690"/>
                  <a:pt x="2402276" y="133965"/>
                  <a:pt x="2402944" y="131598"/>
                </a:cubicBezTo>
                <a:cubicBezTo>
                  <a:pt x="2403279" y="130447"/>
                  <a:pt x="2403446" y="127166"/>
                  <a:pt x="2403446" y="121754"/>
                </a:cubicBezTo>
                <a:lnTo>
                  <a:pt x="2403446" y="86451"/>
                </a:lnTo>
                <a:cubicBezTo>
                  <a:pt x="2403446" y="75754"/>
                  <a:pt x="2403228" y="69385"/>
                  <a:pt x="2402794" y="67346"/>
                </a:cubicBezTo>
                <a:cubicBezTo>
                  <a:pt x="2402359" y="65307"/>
                  <a:pt x="2401557" y="63819"/>
                  <a:pt x="2400387" y="62883"/>
                </a:cubicBezTo>
                <a:cubicBezTo>
                  <a:pt x="2399217" y="61947"/>
                  <a:pt x="2397763" y="61479"/>
                  <a:pt x="2396024" y="61479"/>
                </a:cubicBezTo>
                <a:cubicBezTo>
                  <a:pt x="2393952" y="61479"/>
                  <a:pt x="2391611" y="61980"/>
                  <a:pt x="2389004" y="62983"/>
                </a:cubicBezTo>
                <a:lnTo>
                  <a:pt x="2388001" y="59373"/>
                </a:lnTo>
                <a:lnTo>
                  <a:pt x="2415782" y="48140"/>
                </a:lnTo>
                <a:lnTo>
                  <a:pt x="2419994" y="48140"/>
                </a:lnTo>
                <a:close/>
                <a:moveTo>
                  <a:pt x="2513564" y="129483"/>
                </a:moveTo>
                <a:cubicBezTo>
                  <a:pt x="2504136" y="136768"/>
                  <a:pt x="2498219" y="140979"/>
                  <a:pt x="2495812" y="142113"/>
                </a:cubicBezTo>
                <a:cubicBezTo>
                  <a:pt x="2492202" y="143785"/>
                  <a:pt x="2488357" y="144620"/>
                  <a:pt x="2484278" y="144620"/>
                </a:cubicBezTo>
                <a:cubicBezTo>
                  <a:pt x="2477927" y="144620"/>
                  <a:pt x="2472695" y="142447"/>
                  <a:pt x="2468583" y="138101"/>
                </a:cubicBezTo>
                <a:cubicBezTo>
                  <a:pt x="2464471" y="133756"/>
                  <a:pt x="2462415" y="128039"/>
                  <a:pt x="2462415" y="120952"/>
                </a:cubicBezTo>
                <a:cubicBezTo>
                  <a:pt x="2462415" y="116472"/>
                  <a:pt x="2463418" y="112594"/>
                  <a:pt x="2465424" y="109318"/>
                </a:cubicBezTo>
                <a:cubicBezTo>
                  <a:pt x="2468165" y="104771"/>
                  <a:pt x="2472929" y="100492"/>
                  <a:pt x="2479715" y="96480"/>
                </a:cubicBezTo>
                <a:cubicBezTo>
                  <a:pt x="2486502" y="92469"/>
                  <a:pt x="2497784" y="87588"/>
                  <a:pt x="2513564" y="81838"/>
                </a:cubicBezTo>
                <a:lnTo>
                  <a:pt x="2513564" y="78240"/>
                </a:lnTo>
                <a:cubicBezTo>
                  <a:pt x="2513564" y="69113"/>
                  <a:pt x="2512109" y="62851"/>
                  <a:pt x="2509201" y="59454"/>
                </a:cubicBezTo>
                <a:cubicBezTo>
                  <a:pt x="2506292" y="56057"/>
                  <a:pt x="2502064" y="54358"/>
                  <a:pt x="2496514" y="54358"/>
                </a:cubicBezTo>
                <a:cubicBezTo>
                  <a:pt x="2492302" y="54358"/>
                  <a:pt x="2488959" y="55495"/>
                  <a:pt x="2486485" y="57768"/>
                </a:cubicBezTo>
                <a:cubicBezTo>
                  <a:pt x="2483944" y="60041"/>
                  <a:pt x="2482674" y="62649"/>
                  <a:pt x="2482674" y="65591"/>
                </a:cubicBezTo>
                <a:lnTo>
                  <a:pt x="2482874" y="71408"/>
                </a:lnTo>
                <a:cubicBezTo>
                  <a:pt x="2482874" y="74483"/>
                  <a:pt x="2482089" y="76857"/>
                  <a:pt x="2480518" y="78528"/>
                </a:cubicBezTo>
                <a:cubicBezTo>
                  <a:pt x="2478946" y="80200"/>
                  <a:pt x="2476890" y="81036"/>
                  <a:pt x="2474350" y="81036"/>
                </a:cubicBezTo>
                <a:cubicBezTo>
                  <a:pt x="2471876" y="81036"/>
                  <a:pt x="2469853" y="80164"/>
                  <a:pt x="2468282" y="78422"/>
                </a:cubicBezTo>
                <a:cubicBezTo>
                  <a:pt x="2466711" y="76677"/>
                  <a:pt x="2465925" y="74296"/>
                  <a:pt x="2465925" y="71279"/>
                </a:cubicBezTo>
                <a:cubicBezTo>
                  <a:pt x="2465925" y="65510"/>
                  <a:pt x="2468867" y="60211"/>
                  <a:pt x="2474751" y="55383"/>
                </a:cubicBezTo>
                <a:cubicBezTo>
                  <a:pt x="2480635" y="50554"/>
                  <a:pt x="2488892" y="48140"/>
                  <a:pt x="2499523" y="48140"/>
                </a:cubicBezTo>
                <a:cubicBezTo>
                  <a:pt x="2507680" y="48140"/>
                  <a:pt x="2514366" y="49509"/>
                  <a:pt x="2519581" y="52246"/>
                </a:cubicBezTo>
                <a:cubicBezTo>
                  <a:pt x="2523526" y="54316"/>
                  <a:pt x="2526434" y="57556"/>
                  <a:pt x="2528306" y="61965"/>
                </a:cubicBezTo>
                <a:cubicBezTo>
                  <a:pt x="2529510" y="64835"/>
                  <a:pt x="2530112" y="70712"/>
                  <a:pt x="2530112" y="79594"/>
                </a:cubicBezTo>
                <a:lnTo>
                  <a:pt x="2530112" y="110747"/>
                </a:lnTo>
                <a:cubicBezTo>
                  <a:pt x="2530112" y="119495"/>
                  <a:pt x="2530279" y="124855"/>
                  <a:pt x="2530613" y="126825"/>
                </a:cubicBezTo>
                <a:cubicBezTo>
                  <a:pt x="2530947" y="128795"/>
                  <a:pt x="2531499" y="130115"/>
                  <a:pt x="2532268" y="130783"/>
                </a:cubicBezTo>
                <a:cubicBezTo>
                  <a:pt x="2533037" y="131450"/>
                  <a:pt x="2533923" y="131783"/>
                  <a:pt x="2534926" y="131783"/>
                </a:cubicBezTo>
                <a:cubicBezTo>
                  <a:pt x="2535996" y="131783"/>
                  <a:pt x="2536932" y="131549"/>
                  <a:pt x="2537734" y="131081"/>
                </a:cubicBezTo>
                <a:cubicBezTo>
                  <a:pt x="2539138" y="130212"/>
                  <a:pt x="2541846" y="127771"/>
                  <a:pt x="2545858" y="123760"/>
                </a:cubicBezTo>
                <a:lnTo>
                  <a:pt x="2545858" y="129376"/>
                </a:lnTo>
                <a:cubicBezTo>
                  <a:pt x="2538369" y="139405"/>
                  <a:pt x="2531215" y="144420"/>
                  <a:pt x="2524395" y="144420"/>
                </a:cubicBezTo>
                <a:cubicBezTo>
                  <a:pt x="2521119" y="144420"/>
                  <a:pt x="2518511" y="143292"/>
                  <a:pt x="2516572" y="141035"/>
                </a:cubicBezTo>
                <a:cubicBezTo>
                  <a:pt x="2514633" y="138776"/>
                  <a:pt x="2513630" y="134926"/>
                  <a:pt x="2513564" y="129483"/>
                </a:cubicBezTo>
                <a:moveTo>
                  <a:pt x="2513564" y="122979"/>
                </a:moveTo>
                <a:lnTo>
                  <a:pt x="2513564" y="88056"/>
                </a:lnTo>
                <a:cubicBezTo>
                  <a:pt x="2503468" y="92059"/>
                  <a:pt x="2496949" y="94895"/>
                  <a:pt x="2494007" y="96562"/>
                </a:cubicBezTo>
                <a:cubicBezTo>
                  <a:pt x="2488725" y="99498"/>
                  <a:pt x="2484947" y="102567"/>
                  <a:pt x="2482674" y="105770"/>
                </a:cubicBezTo>
                <a:cubicBezTo>
                  <a:pt x="2480401" y="108971"/>
                  <a:pt x="2479264" y="112473"/>
                  <a:pt x="2479264" y="116276"/>
                </a:cubicBezTo>
                <a:cubicBezTo>
                  <a:pt x="2479264" y="121079"/>
                  <a:pt x="2480701" y="125066"/>
                  <a:pt x="2483576" y="128235"/>
                </a:cubicBezTo>
                <a:cubicBezTo>
                  <a:pt x="2486451" y="131403"/>
                  <a:pt x="2489761" y="132987"/>
                  <a:pt x="2493505" y="132987"/>
                </a:cubicBezTo>
                <a:cubicBezTo>
                  <a:pt x="2498587" y="132987"/>
                  <a:pt x="2505273" y="129651"/>
                  <a:pt x="2513564" y="122979"/>
                </a:cubicBezTo>
                <a:close/>
                <a:moveTo>
                  <a:pt x="2546090" y="59573"/>
                </a:moveTo>
                <a:lnTo>
                  <a:pt x="2574372" y="48341"/>
                </a:lnTo>
                <a:lnTo>
                  <a:pt x="2578183" y="48341"/>
                </a:lnTo>
                <a:lnTo>
                  <a:pt x="2578183" y="69903"/>
                </a:lnTo>
                <a:cubicBezTo>
                  <a:pt x="2582931" y="61851"/>
                  <a:pt x="2587694" y="56210"/>
                  <a:pt x="2592475" y="52982"/>
                </a:cubicBezTo>
                <a:cubicBezTo>
                  <a:pt x="2597256" y="49754"/>
                  <a:pt x="2602287" y="48140"/>
                  <a:pt x="2607569" y="48140"/>
                </a:cubicBezTo>
                <a:cubicBezTo>
                  <a:pt x="2616796" y="48140"/>
                  <a:pt x="2624485" y="51746"/>
                  <a:pt x="2630636" y="58959"/>
                </a:cubicBezTo>
                <a:cubicBezTo>
                  <a:pt x="2638191" y="67776"/>
                  <a:pt x="2641969" y="79265"/>
                  <a:pt x="2641969" y="93425"/>
                </a:cubicBezTo>
                <a:cubicBezTo>
                  <a:pt x="2641969" y="109254"/>
                  <a:pt x="2637422" y="122345"/>
                  <a:pt x="2628329" y="132698"/>
                </a:cubicBezTo>
                <a:cubicBezTo>
                  <a:pt x="2620841" y="141181"/>
                  <a:pt x="2611413" y="145423"/>
                  <a:pt x="2600047" y="145423"/>
                </a:cubicBezTo>
                <a:cubicBezTo>
                  <a:pt x="2595099" y="145423"/>
                  <a:pt x="2590820" y="144721"/>
                  <a:pt x="2587210" y="143317"/>
                </a:cubicBezTo>
                <a:cubicBezTo>
                  <a:pt x="2584535" y="142314"/>
                  <a:pt x="2581527" y="140308"/>
                  <a:pt x="2578183" y="137299"/>
                </a:cubicBezTo>
                <a:lnTo>
                  <a:pt x="2578183" y="165280"/>
                </a:lnTo>
                <a:cubicBezTo>
                  <a:pt x="2578183" y="171601"/>
                  <a:pt x="2578568" y="175619"/>
                  <a:pt x="2579337" y="177334"/>
                </a:cubicBezTo>
                <a:cubicBezTo>
                  <a:pt x="2580106" y="179050"/>
                  <a:pt x="2581443" y="180411"/>
                  <a:pt x="2583348" y="181418"/>
                </a:cubicBezTo>
                <a:cubicBezTo>
                  <a:pt x="2585254" y="182427"/>
                  <a:pt x="2588714" y="182932"/>
                  <a:pt x="2593729" y="182932"/>
                </a:cubicBezTo>
                <a:lnTo>
                  <a:pt x="2593729" y="186542"/>
                </a:lnTo>
                <a:lnTo>
                  <a:pt x="2545589" y="186542"/>
                </a:lnTo>
                <a:lnTo>
                  <a:pt x="2545589" y="182932"/>
                </a:lnTo>
                <a:lnTo>
                  <a:pt x="2548096" y="182932"/>
                </a:lnTo>
                <a:cubicBezTo>
                  <a:pt x="2551773" y="182999"/>
                  <a:pt x="2554916" y="182292"/>
                  <a:pt x="2557523" y="180813"/>
                </a:cubicBezTo>
                <a:cubicBezTo>
                  <a:pt x="2558794" y="180073"/>
                  <a:pt x="2559780" y="178880"/>
                  <a:pt x="2560482" y="177234"/>
                </a:cubicBezTo>
                <a:cubicBezTo>
                  <a:pt x="2561184" y="175588"/>
                  <a:pt x="2561535" y="171402"/>
                  <a:pt x="2561535" y="164679"/>
                </a:cubicBezTo>
                <a:lnTo>
                  <a:pt x="2561535" y="77626"/>
                </a:lnTo>
                <a:cubicBezTo>
                  <a:pt x="2561535" y="71635"/>
                  <a:pt x="2561268" y="67833"/>
                  <a:pt x="2560733" y="66217"/>
                </a:cubicBezTo>
                <a:cubicBezTo>
                  <a:pt x="2560198" y="64600"/>
                  <a:pt x="2559345" y="63389"/>
                  <a:pt x="2558175" y="62585"/>
                </a:cubicBezTo>
                <a:cubicBezTo>
                  <a:pt x="2557005" y="61781"/>
                  <a:pt x="2555417" y="61378"/>
                  <a:pt x="2553411" y="61378"/>
                </a:cubicBezTo>
                <a:cubicBezTo>
                  <a:pt x="2551807" y="61378"/>
                  <a:pt x="2549768" y="61846"/>
                  <a:pt x="2547294" y="62783"/>
                </a:cubicBezTo>
                <a:lnTo>
                  <a:pt x="2546090" y="59573"/>
                </a:lnTo>
                <a:moveTo>
                  <a:pt x="2578183" y="75820"/>
                </a:moveTo>
                <a:lnTo>
                  <a:pt x="2578183" y="110120"/>
                </a:lnTo>
                <a:cubicBezTo>
                  <a:pt x="2578183" y="117542"/>
                  <a:pt x="2578484" y="122423"/>
                  <a:pt x="2579086" y="124763"/>
                </a:cubicBezTo>
                <a:cubicBezTo>
                  <a:pt x="2580022" y="128641"/>
                  <a:pt x="2582312" y="132051"/>
                  <a:pt x="2585956" y="134992"/>
                </a:cubicBezTo>
                <a:cubicBezTo>
                  <a:pt x="2589600" y="137934"/>
                  <a:pt x="2594197" y="139405"/>
                  <a:pt x="2599746" y="139405"/>
                </a:cubicBezTo>
                <a:cubicBezTo>
                  <a:pt x="2606432" y="139405"/>
                  <a:pt x="2611848" y="136798"/>
                  <a:pt x="2615993" y="131583"/>
                </a:cubicBezTo>
                <a:cubicBezTo>
                  <a:pt x="2621409" y="124763"/>
                  <a:pt x="2624117" y="115168"/>
                  <a:pt x="2624117" y="102799"/>
                </a:cubicBezTo>
                <a:cubicBezTo>
                  <a:pt x="2624117" y="88758"/>
                  <a:pt x="2621041" y="77960"/>
                  <a:pt x="2614890" y="70405"/>
                </a:cubicBezTo>
                <a:cubicBezTo>
                  <a:pt x="2610611" y="65190"/>
                  <a:pt x="2605530" y="62582"/>
                  <a:pt x="2599646" y="62582"/>
                </a:cubicBezTo>
                <a:cubicBezTo>
                  <a:pt x="2596437" y="62582"/>
                  <a:pt x="2593261" y="63384"/>
                  <a:pt x="2590118" y="64989"/>
                </a:cubicBezTo>
                <a:cubicBezTo>
                  <a:pt x="2587711" y="66192"/>
                  <a:pt x="2583733" y="69803"/>
                  <a:pt x="2578183" y="75820"/>
                </a:cubicBezTo>
                <a:close/>
                <a:moveTo>
                  <a:pt x="2682386" y="0"/>
                </a:moveTo>
                <a:lnTo>
                  <a:pt x="2682386" y="67380"/>
                </a:lnTo>
                <a:cubicBezTo>
                  <a:pt x="2689808" y="59188"/>
                  <a:pt x="2695691" y="53933"/>
                  <a:pt x="2700037" y="51616"/>
                </a:cubicBezTo>
                <a:cubicBezTo>
                  <a:pt x="2704383" y="49299"/>
                  <a:pt x="2708729" y="48140"/>
                  <a:pt x="2713075" y="48140"/>
                </a:cubicBezTo>
                <a:cubicBezTo>
                  <a:pt x="2718290" y="48140"/>
                  <a:pt x="2722770" y="49574"/>
                  <a:pt x="2726514" y="52443"/>
                </a:cubicBezTo>
                <a:cubicBezTo>
                  <a:pt x="2730259" y="55310"/>
                  <a:pt x="2733033" y="59810"/>
                  <a:pt x="2734839" y="65945"/>
                </a:cubicBezTo>
                <a:cubicBezTo>
                  <a:pt x="2736109" y="70211"/>
                  <a:pt x="2736744" y="78012"/>
                  <a:pt x="2736744" y="89347"/>
                </a:cubicBezTo>
                <a:lnTo>
                  <a:pt x="2736744" y="121754"/>
                </a:lnTo>
                <a:cubicBezTo>
                  <a:pt x="2736744" y="127604"/>
                  <a:pt x="2737212" y="131606"/>
                  <a:pt x="2738148" y="133758"/>
                </a:cubicBezTo>
                <a:cubicBezTo>
                  <a:pt x="2738817" y="135373"/>
                  <a:pt x="2739953" y="136651"/>
                  <a:pt x="2741558" y="137594"/>
                </a:cubicBezTo>
                <a:cubicBezTo>
                  <a:pt x="2743163" y="138534"/>
                  <a:pt x="2746105" y="139004"/>
                  <a:pt x="2750384" y="139004"/>
                </a:cubicBezTo>
                <a:lnTo>
                  <a:pt x="2750384" y="142615"/>
                </a:lnTo>
                <a:lnTo>
                  <a:pt x="2705253" y="142615"/>
                </a:lnTo>
                <a:lnTo>
                  <a:pt x="2705253" y="139004"/>
                </a:lnTo>
                <a:lnTo>
                  <a:pt x="2707359" y="139004"/>
                </a:lnTo>
                <a:cubicBezTo>
                  <a:pt x="2711638" y="139004"/>
                  <a:pt x="2714613" y="138349"/>
                  <a:pt x="2716285" y="137039"/>
                </a:cubicBezTo>
                <a:cubicBezTo>
                  <a:pt x="2717956" y="135727"/>
                  <a:pt x="2719126" y="133793"/>
                  <a:pt x="2719795" y="131238"/>
                </a:cubicBezTo>
                <a:cubicBezTo>
                  <a:pt x="2719995" y="130162"/>
                  <a:pt x="2720096" y="127000"/>
                  <a:pt x="2720096" y="121754"/>
                </a:cubicBezTo>
                <a:lnTo>
                  <a:pt x="2720096" y="89419"/>
                </a:lnTo>
                <a:cubicBezTo>
                  <a:pt x="2720096" y="79438"/>
                  <a:pt x="2719578" y="72885"/>
                  <a:pt x="2718541" y="69759"/>
                </a:cubicBezTo>
                <a:cubicBezTo>
                  <a:pt x="2717505" y="66631"/>
                  <a:pt x="2715850" y="64286"/>
                  <a:pt x="2713577" y="62723"/>
                </a:cubicBezTo>
                <a:cubicBezTo>
                  <a:pt x="2711304" y="61158"/>
                  <a:pt x="2708562" y="60376"/>
                  <a:pt x="2705353" y="60376"/>
                </a:cubicBezTo>
                <a:cubicBezTo>
                  <a:pt x="2702077" y="60376"/>
                  <a:pt x="2698667" y="61243"/>
                  <a:pt x="2695123" y="62977"/>
                </a:cubicBezTo>
                <a:cubicBezTo>
                  <a:pt x="2691580" y="64711"/>
                  <a:pt x="2687334" y="68213"/>
                  <a:pt x="2682386" y="73482"/>
                </a:cubicBezTo>
                <a:lnTo>
                  <a:pt x="2682386" y="121754"/>
                </a:lnTo>
                <a:cubicBezTo>
                  <a:pt x="2682386" y="128076"/>
                  <a:pt x="2682737" y="132011"/>
                  <a:pt x="2683439" y="133557"/>
                </a:cubicBezTo>
                <a:cubicBezTo>
                  <a:pt x="2684141" y="135103"/>
                  <a:pt x="2685445" y="136398"/>
                  <a:pt x="2687351" y="137440"/>
                </a:cubicBezTo>
                <a:cubicBezTo>
                  <a:pt x="2689256" y="138483"/>
                  <a:pt x="2692549" y="139004"/>
                  <a:pt x="2697229" y="139004"/>
                </a:cubicBezTo>
                <a:lnTo>
                  <a:pt x="2697229" y="142615"/>
                </a:lnTo>
                <a:lnTo>
                  <a:pt x="2651697" y="142615"/>
                </a:lnTo>
                <a:lnTo>
                  <a:pt x="2651697" y="139004"/>
                </a:lnTo>
                <a:cubicBezTo>
                  <a:pt x="2655775" y="139004"/>
                  <a:pt x="2658985" y="138365"/>
                  <a:pt x="2661325" y="137086"/>
                </a:cubicBezTo>
                <a:cubicBezTo>
                  <a:pt x="2662662" y="136415"/>
                  <a:pt x="2663732" y="135139"/>
                  <a:pt x="2664534" y="133256"/>
                </a:cubicBezTo>
                <a:cubicBezTo>
                  <a:pt x="2665337" y="131371"/>
                  <a:pt x="2665738" y="127537"/>
                  <a:pt x="2665738" y="121754"/>
                </a:cubicBezTo>
                <a:lnTo>
                  <a:pt x="2665738" y="38713"/>
                </a:lnTo>
                <a:cubicBezTo>
                  <a:pt x="2665738" y="28259"/>
                  <a:pt x="2665487" y="21834"/>
                  <a:pt x="2664986" y="19438"/>
                </a:cubicBezTo>
                <a:cubicBezTo>
                  <a:pt x="2664484" y="17041"/>
                  <a:pt x="2663715" y="15409"/>
                  <a:pt x="2662679" y="14542"/>
                </a:cubicBezTo>
                <a:cubicBezTo>
                  <a:pt x="2661642" y="13673"/>
                  <a:pt x="2660255" y="13238"/>
                  <a:pt x="2658517" y="13238"/>
                </a:cubicBezTo>
                <a:cubicBezTo>
                  <a:pt x="2657113" y="13238"/>
                  <a:pt x="2654839" y="13773"/>
                  <a:pt x="2651697" y="14843"/>
                </a:cubicBezTo>
                <a:lnTo>
                  <a:pt x="2650293" y="11233"/>
                </a:lnTo>
                <a:lnTo>
                  <a:pt x="2677773" y="0"/>
                </a:lnTo>
                <a:lnTo>
                  <a:pt x="2682386" y="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042E9-64DC-4F39-8C74-5AD668082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793" y="2437383"/>
            <a:ext cx="81919" cy="99823"/>
          </a:xfrm>
          <a:custGeom xmlns:a="http://schemas.openxmlformats.org/drawingml/2006/main">
            <a:pathLst>
              <a:path w="81919" h="99823" fill="none">
                <a:moveTo>
                  <a:pt x="81919" y="0"/>
                </a:moveTo>
                <a:cubicBezTo>
                  <a:pt x="40258" y="17270"/>
                  <a:pt x="8969" y="54533"/>
                  <a:pt x="0" y="998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4EA64-F434-44F1-B69A-EE9D83CC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195" y="2615731"/>
            <a:ext cx="10" cy="2616211"/>
          </a:xfrm>
          <a:custGeom xmlns:a="http://schemas.openxmlformats.org/drawingml/2006/main">
            <a:pathLst>
              <a:path w="1" h="2616211" fill="none">
                <a:moveTo>
                  <a:pt x="0" y="0"/>
                </a:moveTo>
                <a:lnTo>
                  <a:pt x="0" y="2616211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02700"/>
            </a:custDash>
            <a:round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4A7ED3-D76C-4C80-B772-1FF6E6D8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584" y="5310265"/>
            <a:ext cx="99823" cy="81919"/>
          </a:xfrm>
          <a:custGeom xmlns:a="http://schemas.openxmlformats.org/drawingml/2006/main">
            <a:pathLst>
              <a:path w="99823" h="81919" fill="none">
                <a:moveTo>
                  <a:pt x="0" y="0"/>
                </a:moveTo>
                <a:cubicBezTo>
                  <a:pt x="17270" y="41661"/>
                  <a:pt x="54533" y="72950"/>
                  <a:pt x="99823" y="81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FCB8E-7C0A-4228-8433-69C69142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595" y="5394783"/>
            <a:ext cx="7282868" cy="10"/>
          </a:xfrm>
          <a:custGeom xmlns:a="http://schemas.openxmlformats.org/drawingml/2006/main">
            <a:pathLst>
              <a:path w="7282868" h="1" fill="none">
                <a:moveTo>
                  <a:pt x="0" y="0"/>
                </a:moveTo>
                <a:lnTo>
                  <a:pt x="72828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00700"/>
            </a:custDash>
            <a:round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0C29AE-B30B-4132-BAE6-266FD42D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603" y="5284570"/>
            <a:ext cx="81919" cy="99823"/>
          </a:xfrm>
          <a:custGeom xmlns:a="http://schemas.openxmlformats.org/drawingml/2006/main">
            <a:pathLst>
              <a:path w="81919" h="99823" fill="none">
                <a:moveTo>
                  <a:pt x="0" y="99823"/>
                </a:moveTo>
                <a:cubicBezTo>
                  <a:pt x="41661" y="82553"/>
                  <a:pt x="72950" y="45290"/>
                  <a:pt x="8191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A475D-1919-4C50-B0E5-9FFBA03C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120" y="2589834"/>
            <a:ext cx="10" cy="2616211"/>
          </a:xfrm>
          <a:custGeom xmlns:a="http://schemas.openxmlformats.org/drawingml/2006/main">
            <a:pathLst>
              <a:path w="1" h="2616211" fill="none">
                <a:moveTo>
                  <a:pt x="0" y="261621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02700"/>
            </a:custDash>
            <a:round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CDE1FC-F59D-44B4-94B6-612C7A4E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908" y="2429592"/>
            <a:ext cx="99823" cy="81919"/>
          </a:xfrm>
          <a:custGeom xmlns:a="http://schemas.openxmlformats.org/drawingml/2006/main">
            <a:pathLst>
              <a:path w="99823" h="81919" fill="none">
                <a:moveTo>
                  <a:pt x="99823" y="81919"/>
                </a:moveTo>
                <a:cubicBezTo>
                  <a:pt x="82553" y="40258"/>
                  <a:pt x="45290" y="896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293AA-395F-4294-B9C7-F2221123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52" y="2426993"/>
            <a:ext cx="7282868" cy="10"/>
          </a:xfrm>
          <a:custGeom xmlns:a="http://schemas.openxmlformats.org/drawingml/2006/main">
            <a:pathLst>
              <a:path w="7282868" h="1" fill="none">
                <a:moveTo>
                  <a:pt x="7282868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00700"/>
            </a:custDash>
            <a:round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791153-CEFB-4819-A329-853CD0B6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195" y="2426993"/>
            <a:ext cx="7633926" cy="2967783"/>
          </a:xfrm>
          <a:custGeom xmlns:a="http://schemas.openxmlformats.org/drawingml/2006/main">
            <a:pathLst>
              <a:path w="7633926" h="2967783" fill="none">
                <a:moveTo>
                  <a:pt x="0" y="136931"/>
                </a:moveTo>
                <a:lnTo>
                  <a:pt x="0" y="136931"/>
                </a:lnTo>
                <a:moveTo>
                  <a:pt x="0" y="2830851"/>
                </a:moveTo>
                <a:lnTo>
                  <a:pt x="0" y="2830851"/>
                </a:lnTo>
                <a:moveTo>
                  <a:pt x="136931" y="2967783"/>
                </a:moveTo>
                <a:lnTo>
                  <a:pt x="136931" y="2967783"/>
                </a:lnTo>
                <a:moveTo>
                  <a:pt x="7496994" y="2967783"/>
                </a:moveTo>
                <a:lnTo>
                  <a:pt x="7496994" y="2967783"/>
                </a:lnTo>
                <a:moveTo>
                  <a:pt x="7633926" y="2830851"/>
                </a:moveTo>
                <a:lnTo>
                  <a:pt x="7633926" y="2830851"/>
                </a:lnTo>
                <a:moveTo>
                  <a:pt x="7633926" y="136931"/>
                </a:moveTo>
                <a:lnTo>
                  <a:pt x="7633926" y="136931"/>
                </a:lnTo>
                <a:moveTo>
                  <a:pt x="7496994" y="0"/>
                </a:moveTo>
                <a:lnTo>
                  <a:pt x="7496994" y="0"/>
                </a:lnTo>
                <a:moveTo>
                  <a:pt x="136931" y="0"/>
                </a:moveTo>
                <a:lnTo>
                  <a:pt x="1369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round/>
          </a:ln>
        </p:spPr>
      </p:sp>
      <p:sp>
        <p:nvSpPr>
          <p:cNvPr id="235" name="Text Phase-III:InitialDeviatingModuleIdentifcation">
            <a:extLst xmlns:a="http://schemas.openxmlformats.org/drawingml/2006/main">
              <a:ext uri="{FF2B5EF4-FFF2-40B4-BE49-F238E27FC236}">
                <a16:creationId xmlns:a16="http://schemas.microsoft.com/office/drawing/2014/main" id="{5F412565-80AF-4F67-B24D-6844E6DD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210" y="2505076"/>
            <a:ext cx="4313846" cy="183333"/>
          </a:xfrm>
          <a:custGeom xmlns:a="http://schemas.openxmlformats.org/drawingml/2006/main">
            <a:pathLst>
              <a:path w="4313846" h="183333">
                <a:moveTo>
                  <a:pt x="50246" y="77425"/>
                </a:moveTo>
                <a:lnTo>
                  <a:pt x="50246" y="115135"/>
                </a:lnTo>
                <a:cubicBezTo>
                  <a:pt x="50246" y="122527"/>
                  <a:pt x="50697" y="127181"/>
                  <a:pt x="51600" y="129097"/>
                </a:cubicBezTo>
                <a:cubicBezTo>
                  <a:pt x="52503" y="131011"/>
                  <a:pt x="54107" y="132539"/>
                  <a:pt x="56414" y="133682"/>
                </a:cubicBezTo>
                <a:cubicBezTo>
                  <a:pt x="58721" y="134823"/>
                  <a:pt x="62950" y="135394"/>
                  <a:pt x="69101" y="135394"/>
                </a:cubicBezTo>
                <a:lnTo>
                  <a:pt x="69101" y="139004"/>
                </a:lnTo>
                <a:lnTo>
                  <a:pt x="0" y="139004"/>
                </a:lnTo>
                <a:lnTo>
                  <a:pt x="0" y="135394"/>
                </a:lnTo>
                <a:cubicBezTo>
                  <a:pt x="6285" y="135394"/>
                  <a:pt x="10547" y="134805"/>
                  <a:pt x="12787" y="133629"/>
                </a:cubicBezTo>
                <a:cubicBezTo>
                  <a:pt x="15027" y="132453"/>
                  <a:pt x="16598" y="130924"/>
                  <a:pt x="17501" y="129044"/>
                </a:cubicBezTo>
                <a:cubicBezTo>
                  <a:pt x="18404" y="127163"/>
                  <a:pt x="18855" y="122527"/>
                  <a:pt x="18855" y="115135"/>
                </a:cubicBezTo>
                <a:lnTo>
                  <a:pt x="18855" y="26878"/>
                </a:lnTo>
                <a:cubicBezTo>
                  <a:pt x="18855" y="19486"/>
                  <a:pt x="18404" y="14833"/>
                  <a:pt x="17501" y="12919"/>
                </a:cubicBezTo>
                <a:cubicBezTo>
                  <a:pt x="16598" y="11003"/>
                  <a:pt x="15010" y="9474"/>
                  <a:pt x="12737" y="8334"/>
                </a:cubicBezTo>
                <a:cubicBezTo>
                  <a:pt x="10464" y="7191"/>
                  <a:pt x="6218" y="6619"/>
                  <a:pt x="0" y="6619"/>
                </a:cubicBezTo>
                <a:lnTo>
                  <a:pt x="0" y="3009"/>
                </a:lnTo>
                <a:lnTo>
                  <a:pt x="59272" y="3009"/>
                </a:lnTo>
                <a:cubicBezTo>
                  <a:pt x="78796" y="3009"/>
                  <a:pt x="92803" y="6486"/>
                  <a:pt x="101294" y="13439"/>
                </a:cubicBezTo>
                <a:cubicBezTo>
                  <a:pt x="109786" y="20393"/>
                  <a:pt x="114031" y="29085"/>
                  <a:pt x="114031" y="39515"/>
                </a:cubicBezTo>
                <a:cubicBezTo>
                  <a:pt x="114031" y="48341"/>
                  <a:pt x="111290" y="55896"/>
                  <a:pt x="105808" y="62181"/>
                </a:cubicBezTo>
                <a:cubicBezTo>
                  <a:pt x="100325" y="68466"/>
                  <a:pt x="92770" y="72745"/>
                  <a:pt x="83142" y="75018"/>
                </a:cubicBezTo>
                <a:cubicBezTo>
                  <a:pt x="76656" y="76623"/>
                  <a:pt x="65691" y="77425"/>
                  <a:pt x="50246" y="77425"/>
                </a:cubicBezTo>
                <a:moveTo>
                  <a:pt x="50246" y="10831"/>
                </a:moveTo>
                <a:lnTo>
                  <a:pt x="50246" y="69602"/>
                </a:lnTo>
                <a:cubicBezTo>
                  <a:pt x="52452" y="69736"/>
                  <a:pt x="54124" y="69803"/>
                  <a:pt x="55261" y="69803"/>
                </a:cubicBezTo>
                <a:cubicBezTo>
                  <a:pt x="63418" y="69803"/>
                  <a:pt x="69703" y="67379"/>
                  <a:pt x="74115" y="62532"/>
                </a:cubicBezTo>
                <a:cubicBezTo>
                  <a:pt x="78528" y="57684"/>
                  <a:pt x="80735" y="50179"/>
                  <a:pt x="80735" y="40016"/>
                </a:cubicBezTo>
                <a:cubicBezTo>
                  <a:pt x="80735" y="29920"/>
                  <a:pt x="78528" y="22532"/>
                  <a:pt x="74115" y="17852"/>
                </a:cubicBezTo>
                <a:cubicBezTo>
                  <a:pt x="69703" y="13172"/>
                  <a:pt x="63117" y="10831"/>
                  <a:pt x="54358" y="10831"/>
                </a:cubicBezTo>
                <a:lnTo>
                  <a:pt x="50246" y="10831"/>
                </a:lnTo>
                <a:close/>
                <a:moveTo>
                  <a:pt x="165514" y="3009"/>
                </a:moveTo>
                <a:lnTo>
                  <a:pt x="165514" y="57266"/>
                </a:lnTo>
                <a:cubicBezTo>
                  <a:pt x="170662" y="51813"/>
                  <a:pt x="175376" y="47959"/>
                  <a:pt x="179655" y="45705"/>
                </a:cubicBezTo>
                <a:cubicBezTo>
                  <a:pt x="183934" y="43450"/>
                  <a:pt x="188380" y="42323"/>
                  <a:pt x="192994" y="42323"/>
                </a:cubicBezTo>
                <a:cubicBezTo>
                  <a:pt x="198878" y="42323"/>
                  <a:pt x="203909" y="43995"/>
                  <a:pt x="208088" y="47338"/>
                </a:cubicBezTo>
                <a:cubicBezTo>
                  <a:pt x="212267" y="50681"/>
                  <a:pt x="215041" y="54609"/>
                  <a:pt x="216412" y="59122"/>
                </a:cubicBezTo>
                <a:cubicBezTo>
                  <a:pt x="217783" y="63635"/>
                  <a:pt x="218468" y="71240"/>
                  <a:pt x="218468" y="81938"/>
                </a:cubicBezTo>
                <a:lnTo>
                  <a:pt x="218468" y="118545"/>
                </a:lnTo>
                <a:cubicBezTo>
                  <a:pt x="218468" y="125743"/>
                  <a:pt x="219137" y="130233"/>
                  <a:pt x="220474" y="132015"/>
                </a:cubicBezTo>
                <a:cubicBezTo>
                  <a:pt x="221811" y="133797"/>
                  <a:pt x="224519" y="134923"/>
                  <a:pt x="228597" y="135394"/>
                </a:cubicBezTo>
                <a:lnTo>
                  <a:pt x="228597" y="139004"/>
                </a:lnTo>
                <a:lnTo>
                  <a:pt x="181059" y="139004"/>
                </a:lnTo>
                <a:lnTo>
                  <a:pt x="181059" y="135394"/>
                </a:lnTo>
                <a:cubicBezTo>
                  <a:pt x="184402" y="134923"/>
                  <a:pt x="186910" y="133578"/>
                  <a:pt x="188581" y="131357"/>
                </a:cubicBezTo>
                <a:cubicBezTo>
                  <a:pt x="189785" y="129608"/>
                  <a:pt x="190386" y="125337"/>
                  <a:pt x="190386" y="118545"/>
                </a:cubicBezTo>
                <a:lnTo>
                  <a:pt x="190386" y="76789"/>
                </a:lnTo>
                <a:cubicBezTo>
                  <a:pt x="190386" y="69046"/>
                  <a:pt x="190085" y="64190"/>
                  <a:pt x="189484" y="62222"/>
                </a:cubicBezTo>
                <a:cubicBezTo>
                  <a:pt x="188882" y="60251"/>
                  <a:pt x="187862" y="58715"/>
                  <a:pt x="186425" y="57614"/>
                </a:cubicBezTo>
                <a:cubicBezTo>
                  <a:pt x="184987" y="56513"/>
                  <a:pt x="183366" y="55963"/>
                  <a:pt x="181561" y="55963"/>
                </a:cubicBezTo>
                <a:cubicBezTo>
                  <a:pt x="178886" y="55963"/>
                  <a:pt x="176279" y="56882"/>
                  <a:pt x="173738" y="58721"/>
                </a:cubicBezTo>
                <a:cubicBezTo>
                  <a:pt x="171197" y="60559"/>
                  <a:pt x="168456" y="63785"/>
                  <a:pt x="165514" y="68399"/>
                </a:cubicBezTo>
                <a:lnTo>
                  <a:pt x="165514" y="118545"/>
                </a:lnTo>
                <a:cubicBezTo>
                  <a:pt x="165514" y="125270"/>
                  <a:pt x="166015" y="129474"/>
                  <a:pt x="167018" y="131156"/>
                </a:cubicBezTo>
                <a:cubicBezTo>
                  <a:pt x="168289" y="133442"/>
                  <a:pt x="170896" y="134855"/>
                  <a:pt x="174841" y="135394"/>
                </a:cubicBezTo>
                <a:lnTo>
                  <a:pt x="174841" y="139004"/>
                </a:lnTo>
                <a:lnTo>
                  <a:pt x="127303" y="139004"/>
                </a:lnTo>
                <a:lnTo>
                  <a:pt x="127303" y="135394"/>
                </a:lnTo>
                <a:cubicBezTo>
                  <a:pt x="131248" y="134990"/>
                  <a:pt x="134056" y="133713"/>
                  <a:pt x="135727" y="131561"/>
                </a:cubicBezTo>
                <a:cubicBezTo>
                  <a:pt x="136864" y="130081"/>
                  <a:pt x="137432" y="125743"/>
                  <a:pt x="137432" y="118545"/>
                </a:cubicBezTo>
                <a:lnTo>
                  <a:pt x="137432" y="23468"/>
                </a:lnTo>
                <a:cubicBezTo>
                  <a:pt x="137432" y="16295"/>
                  <a:pt x="136780" y="11829"/>
                  <a:pt x="135477" y="10070"/>
                </a:cubicBezTo>
                <a:cubicBezTo>
                  <a:pt x="134173" y="8311"/>
                  <a:pt x="131448" y="7160"/>
                  <a:pt x="127303" y="6619"/>
                </a:cubicBezTo>
                <a:lnTo>
                  <a:pt x="127303" y="3009"/>
                </a:lnTo>
                <a:lnTo>
                  <a:pt x="165514" y="3009"/>
                </a:lnTo>
                <a:close/>
                <a:moveTo>
                  <a:pt x="293154" y="125164"/>
                </a:moveTo>
                <a:cubicBezTo>
                  <a:pt x="281720" y="135327"/>
                  <a:pt x="271457" y="140408"/>
                  <a:pt x="262364" y="140408"/>
                </a:cubicBezTo>
                <a:cubicBezTo>
                  <a:pt x="257015" y="140408"/>
                  <a:pt x="252569" y="138648"/>
                  <a:pt x="249025" y="135127"/>
                </a:cubicBezTo>
                <a:cubicBezTo>
                  <a:pt x="245482" y="131604"/>
                  <a:pt x="243710" y="127194"/>
                  <a:pt x="243710" y="121895"/>
                </a:cubicBezTo>
                <a:cubicBezTo>
                  <a:pt x="243710" y="114716"/>
                  <a:pt x="246786" y="108258"/>
                  <a:pt x="252937" y="102523"/>
                </a:cubicBezTo>
                <a:cubicBezTo>
                  <a:pt x="259088" y="96788"/>
                  <a:pt x="272494" y="89157"/>
                  <a:pt x="293154" y="79631"/>
                </a:cubicBezTo>
                <a:lnTo>
                  <a:pt x="293154" y="70204"/>
                </a:lnTo>
                <a:cubicBezTo>
                  <a:pt x="293154" y="63117"/>
                  <a:pt x="292769" y="58654"/>
                  <a:pt x="292000" y="56815"/>
                </a:cubicBezTo>
                <a:cubicBezTo>
                  <a:pt x="291231" y="54976"/>
                  <a:pt x="289777" y="53372"/>
                  <a:pt x="287638" y="52001"/>
                </a:cubicBezTo>
                <a:cubicBezTo>
                  <a:pt x="285498" y="50631"/>
                  <a:pt x="283091" y="49945"/>
                  <a:pt x="280417" y="49945"/>
                </a:cubicBezTo>
                <a:cubicBezTo>
                  <a:pt x="276071" y="49945"/>
                  <a:pt x="272494" y="50915"/>
                  <a:pt x="269685" y="52854"/>
                </a:cubicBezTo>
                <a:cubicBezTo>
                  <a:pt x="267947" y="54057"/>
                  <a:pt x="267078" y="55461"/>
                  <a:pt x="267078" y="57066"/>
                </a:cubicBezTo>
                <a:cubicBezTo>
                  <a:pt x="267078" y="58470"/>
                  <a:pt x="268014" y="60208"/>
                  <a:pt x="269886" y="62281"/>
                </a:cubicBezTo>
                <a:cubicBezTo>
                  <a:pt x="272427" y="65156"/>
                  <a:pt x="273697" y="67931"/>
                  <a:pt x="273697" y="70605"/>
                </a:cubicBezTo>
                <a:cubicBezTo>
                  <a:pt x="273697" y="73881"/>
                  <a:pt x="272477" y="76673"/>
                  <a:pt x="270036" y="78980"/>
                </a:cubicBezTo>
                <a:cubicBezTo>
                  <a:pt x="267596" y="81286"/>
                  <a:pt x="264403" y="82440"/>
                  <a:pt x="260459" y="82440"/>
                </a:cubicBezTo>
                <a:cubicBezTo>
                  <a:pt x="256246" y="82440"/>
                  <a:pt x="252719" y="81169"/>
                  <a:pt x="249878" y="78629"/>
                </a:cubicBezTo>
                <a:cubicBezTo>
                  <a:pt x="247036" y="76088"/>
                  <a:pt x="245615" y="73113"/>
                  <a:pt x="245615" y="69703"/>
                </a:cubicBezTo>
                <a:cubicBezTo>
                  <a:pt x="245615" y="64889"/>
                  <a:pt x="247521" y="60292"/>
                  <a:pt x="251332" y="55913"/>
                </a:cubicBezTo>
                <a:cubicBezTo>
                  <a:pt x="255143" y="51533"/>
                  <a:pt x="260459" y="48173"/>
                  <a:pt x="267278" y="45833"/>
                </a:cubicBezTo>
                <a:cubicBezTo>
                  <a:pt x="274098" y="43493"/>
                  <a:pt x="281186" y="42323"/>
                  <a:pt x="288540" y="42323"/>
                </a:cubicBezTo>
                <a:cubicBezTo>
                  <a:pt x="297433" y="42323"/>
                  <a:pt x="304470" y="44217"/>
                  <a:pt x="309652" y="48005"/>
                </a:cubicBezTo>
                <a:cubicBezTo>
                  <a:pt x="314833" y="51791"/>
                  <a:pt x="318193" y="55896"/>
                  <a:pt x="319731" y="60319"/>
                </a:cubicBezTo>
                <a:cubicBezTo>
                  <a:pt x="320667" y="63134"/>
                  <a:pt x="321135" y="69600"/>
                  <a:pt x="321135" y="79719"/>
                </a:cubicBezTo>
                <a:lnTo>
                  <a:pt x="321135" y="116210"/>
                </a:lnTo>
                <a:cubicBezTo>
                  <a:pt x="321135" y="120499"/>
                  <a:pt x="321302" y="123198"/>
                  <a:pt x="321636" y="124305"/>
                </a:cubicBezTo>
                <a:cubicBezTo>
                  <a:pt x="321971" y="125410"/>
                  <a:pt x="322472" y="126232"/>
                  <a:pt x="323141" y="126769"/>
                </a:cubicBezTo>
                <a:cubicBezTo>
                  <a:pt x="323809" y="127303"/>
                  <a:pt x="324578" y="127571"/>
                  <a:pt x="325448" y="127571"/>
                </a:cubicBezTo>
                <a:cubicBezTo>
                  <a:pt x="327186" y="127571"/>
                  <a:pt x="328958" y="126334"/>
                  <a:pt x="330763" y="123860"/>
                </a:cubicBezTo>
                <a:lnTo>
                  <a:pt x="333772" y="126267"/>
                </a:lnTo>
                <a:cubicBezTo>
                  <a:pt x="330429" y="131215"/>
                  <a:pt x="326969" y="134809"/>
                  <a:pt x="323392" y="137048"/>
                </a:cubicBezTo>
                <a:cubicBezTo>
                  <a:pt x="319814" y="139288"/>
                  <a:pt x="315753" y="140408"/>
                  <a:pt x="311206" y="140408"/>
                </a:cubicBezTo>
                <a:cubicBezTo>
                  <a:pt x="305857" y="140408"/>
                  <a:pt x="301678" y="139146"/>
                  <a:pt x="298670" y="136622"/>
                </a:cubicBezTo>
                <a:cubicBezTo>
                  <a:pt x="295661" y="134098"/>
                  <a:pt x="293822" y="130279"/>
                  <a:pt x="293154" y="125164"/>
                </a:cubicBezTo>
                <a:moveTo>
                  <a:pt x="293154" y="117742"/>
                </a:moveTo>
                <a:lnTo>
                  <a:pt x="293154" y="86370"/>
                </a:lnTo>
                <a:cubicBezTo>
                  <a:pt x="285063" y="91140"/>
                  <a:pt x="279046" y="96246"/>
                  <a:pt x="275101" y="101689"/>
                </a:cubicBezTo>
                <a:cubicBezTo>
                  <a:pt x="272494" y="105317"/>
                  <a:pt x="271190" y="108978"/>
                  <a:pt x="271190" y="112674"/>
                </a:cubicBezTo>
                <a:cubicBezTo>
                  <a:pt x="271190" y="115765"/>
                  <a:pt x="272293" y="118486"/>
                  <a:pt x="274499" y="120839"/>
                </a:cubicBezTo>
                <a:cubicBezTo>
                  <a:pt x="276171" y="122652"/>
                  <a:pt x="278511" y="123559"/>
                  <a:pt x="281520" y="123559"/>
                </a:cubicBezTo>
                <a:cubicBezTo>
                  <a:pt x="284863" y="123559"/>
                  <a:pt x="288741" y="121620"/>
                  <a:pt x="293154" y="117742"/>
                </a:cubicBezTo>
                <a:close/>
                <a:moveTo>
                  <a:pt x="403374" y="42724"/>
                </a:moveTo>
                <a:lnTo>
                  <a:pt x="404878" y="74817"/>
                </a:lnTo>
                <a:lnTo>
                  <a:pt x="401469" y="74817"/>
                </a:lnTo>
                <a:cubicBezTo>
                  <a:pt x="397390" y="65246"/>
                  <a:pt x="393161" y="58708"/>
                  <a:pt x="388782" y="55204"/>
                </a:cubicBezTo>
                <a:cubicBezTo>
                  <a:pt x="384402" y="51698"/>
                  <a:pt x="380040" y="49945"/>
                  <a:pt x="375694" y="49945"/>
                </a:cubicBezTo>
                <a:cubicBezTo>
                  <a:pt x="372952" y="49945"/>
                  <a:pt x="370612" y="50865"/>
                  <a:pt x="368673" y="52703"/>
                </a:cubicBezTo>
                <a:cubicBezTo>
                  <a:pt x="366734" y="54542"/>
                  <a:pt x="365765" y="56665"/>
                  <a:pt x="365765" y="59072"/>
                </a:cubicBezTo>
                <a:cubicBezTo>
                  <a:pt x="365765" y="60877"/>
                  <a:pt x="366433" y="62615"/>
                  <a:pt x="367771" y="64287"/>
                </a:cubicBezTo>
                <a:cubicBezTo>
                  <a:pt x="369910" y="67028"/>
                  <a:pt x="375894" y="71725"/>
                  <a:pt x="385723" y="78378"/>
                </a:cubicBezTo>
                <a:cubicBezTo>
                  <a:pt x="395551" y="85031"/>
                  <a:pt x="402020" y="90680"/>
                  <a:pt x="405129" y="95327"/>
                </a:cubicBezTo>
                <a:cubicBezTo>
                  <a:pt x="408238" y="99974"/>
                  <a:pt x="409793" y="105172"/>
                  <a:pt x="409793" y="110922"/>
                </a:cubicBezTo>
                <a:cubicBezTo>
                  <a:pt x="409793" y="116138"/>
                  <a:pt x="408489" y="121252"/>
                  <a:pt x="405881" y="126267"/>
                </a:cubicBezTo>
                <a:cubicBezTo>
                  <a:pt x="403274" y="131282"/>
                  <a:pt x="399596" y="135126"/>
                  <a:pt x="394849" y="137801"/>
                </a:cubicBezTo>
                <a:cubicBezTo>
                  <a:pt x="390102" y="140475"/>
                  <a:pt x="384854" y="141812"/>
                  <a:pt x="379104" y="141812"/>
                </a:cubicBezTo>
                <a:cubicBezTo>
                  <a:pt x="374624" y="141812"/>
                  <a:pt x="368640" y="140382"/>
                  <a:pt x="361151" y="137522"/>
                </a:cubicBezTo>
                <a:cubicBezTo>
                  <a:pt x="359146" y="136772"/>
                  <a:pt x="357775" y="136397"/>
                  <a:pt x="357039" y="136397"/>
                </a:cubicBezTo>
                <a:cubicBezTo>
                  <a:pt x="354833" y="136397"/>
                  <a:pt x="352994" y="138068"/>
                  <a:pt x="351523" y="141411"/>
                </a:cubicBezTo>
                <a:lnTo>
                  <a:pt x="348214" y="141411"/>
                </a:lnTo>
                <a:lnTo>
                  <a:pt x="346609" y="107713"/>
                </a:lnTo>
                <a:lnTo>
                  <a:pt x="350019" y="107713"/>
                </a:lnTo>
                <a:cubicBezTo>
                  <a:pt x="353028" y="116539"/>
                  <a:pt x="357156" y="123158"/>
                  <a:pt x="362405" y="127571"/>
                </a:cubicBezTo>
                <a:cubicBezTo>
                  <a:pt x="367654" y="131984"/>
                  <a:pt x="372618" y="134190"/>
                  <a:pt x="377298" y="134190"/>
                </a:cubicBezTo>
                <a:cubicBezTo>
                  <a:pt x="380508" y="134190"/>
                  <a:pt x="383132" y="133204"/>
                  <a:pt x="385171" y="131231"/>
                </a:cubicBezTo>
                <a:cubicBezTo>
                  <a:pt x="387210" y="129259"/>
                  <a:pt x="388230" y="126869"/>
                  <a:pt x="388230" y="124061"/>
                </a:cubicBezTo>
                <a:cubicBezTo>
                  <a:pt x="388230" y="120851"/>
                  <a:pt x="387227" y="118077"/>
                  <a:pt x="385221" y="115736"/>
                </a:cubicBezTo>
                <a:cubicBezTo>
                  <a:pt x="383215" y="113396"/>
                  <a:pt x="378736" y="109853"/>
                  <a:pt x="371782" y="105106"/>
                </a:cubicBezTo>
                <a:cubicBezTo>
                  <a:pt x="361553" y="98018"/>
                  <a:pt x="354933" y="92603"/>
                  <a:pt x="351925" y="88858"/>
                </a:cubicBezTo>
                <a:cubicBezTo>
                  <a:pt x="347512" y="83376"/>
                  <a:pt x="345305" y="77325"/>
                  <a:pt x="345305" y="70706"/>
                </a:cubicBezTo>
                <a:cubicBezTo>
                  <a:pt x="345305" y="63485"/>
                  <a:pt x="347796" y="56949"/>
                  <a:pt x="352777" y="51099"/>
                </a:cubicBezTo>
                <a:cubicBezTo>
                  <a:pt x="357758" y="45248"/>
                  <a:pt x="364962" y="42323"/>
                  <a:pt x="374390" y="42323"/>
                </a:cubicBezTo>
                <a:cubicBezTo>
                  <a:pt x="379471" y="42323"/>
                  <a:pt x="384386" y="43608"/>
                  <a:pt x="389133" y="46178"/>
                </a:cubicBezTo>
                <a:cubicBezTo>
                  <a:pt x="390938" y="47219"/>
                  <a:pt x="392409" y="47739"/>
                  <a:pt x="393546" y="47739"/>
                </a:cubicBezTo>
                <a:cubicBezTo>
                  <a:pt x="394749" y="47739"/>
                  <a:pt x="395718" y="47488"/>
                  <a:pt x="396454" y="46987"/>
                </a:cubicBezTo>
                <a:cubicBezTo>
                  <a:pt x="397189" y="46485"/>
                  <a:pt x="398360" y="45064"/>
                  <a:pt x="399964" y="42724"/>
                </a:cubicBezTo>
                <a:lnTo>
                  <a:pt x="403374" y="42724"/>
                </a:lnTo>
                <a:close/>
                <a:moveTo>
                  <a:pt x="503432" y="88658"/>
                </a:moveTo>
                <a:lnTo>
                  <a:pt x="451983" y="88658"/>
                </a:lnTo>
                <a:cubicBezTo>
                  <a:pt x="452584" y="101127"/>
                  <a:pt x="455894" y="110982"/>
                  <a:pt x="461911" y="118222"/>
                </a:cubicBezTo>
                <a:cubicBezTo>
                  <a:pt x="466525" y="123786"/>
                  <a:pt x="472074" y="126568"/>
                  <a:pt x="478560" y="126568"/>
                </a:cubicBezTo>
                <a:cubicBezTo>
                  <a:pt x="482571" y="126568"/>
                  <a:pt x="486215" y="125448"/>
                  <a:pt x="489492" y="123208"/>
                </a:cubicBezTo>
                <a:cubicBezTo>
                  <a:pt x="492768" y="120968"/>
                  <a:pt x="496278" y="116940"/>
                  <a:pt x="500022" y="111123"/>
                </a:cubicBezTo>
                <a:lnTo>
                  <a:pt x="503432" y="113329"/>
                </a:lnTo>
                <a:cubicBezTo>
                  <a:pt x="498351" y="123693"/>
                  <a:pt x="492734" y="131031"/>
                  <a:pt x="486583" y="135343"/>
                </a:cubicBezTo>
                <a:cubicBezTo>
                  <a:pt x="480432" y="139656"/>
                  <a:pt x="473311" y="141812"/>
                  <a:pt x="465221" y="141812"/>
                </a:cubicBezTo>
                <a:cubicBezTo>
                  <a:pt x="451314" y="141812"/>
                  <a:pt x="440783" y="136458"/>
                  <a:pt x="433629" y="125750"/>
                </a:cubicBezTo>
                <a:cubicBezTo>
                  <a:pt x="427879" y="117117"/>
                  <a:pt x="425004" y="106408"/>
                  <a:pt x="425004" y="93625"/>
                </a:cubicBezTo>
                <a:cubicBezTo>
                  <a:pt x="425004" y="77963"/>
                  <a:pt x="429233" y="65498"/>
                  <a:pt x="437691" y="56229"/>
                </a:cubicBezTo>
                <a:cubicBezTo>
                  <a:pt x="446149" y="46958"/>
                  <a:pt x="456061" y="42323"/>
                  <a:pt x="467427" y="42323"/>
                </a:cubicBezTo>
                <a:cubicBezTo>
                  <a:pt x="476922" y="42323"/>
                  <a:pt x="485162" y="46218"/>
                  <a:pt x="492149" y="54007"/>
                </a:cubicBezTo>
                <a:cubicBezTo>
                  <a:pt x="499136" y="61796"/>
                  <a:pt x="502897" y="73347"/>
                  <a:pt x="503432" y="88658"/>
                </a:cubicBezTo>
                <a:moveTo>
                  <a:pt x="478760" y="82038"/>
                </a:moveTo>
                <a:cubicBezTo>
                  <a:pt x="478760" y="71274"/>
                  <a:pt x="478175" y="63886"/>
                  <a:pt x="477005" y="59874"/>
                </a:cubicBezTo>
                <a:cubicBezTo>
                  <a:pt x="475835" y="55862"/>
                  <a:pt x="474013" y="52820"/>
                  <a:pt x="471539" y="50748"/>
                </a:cubicBezTo>
                <a:cubicBezTo>
                  <a:pt x="470135" y="49544"/>
                  <a:pt x="468263" y="48942"/>
                  <a:pt x="465923" y="48942"/>
                </a:cubicBezTo>
                <a:cubicBezTo>
                  <a:pt x="462446" y="48942"/>
                  <a:pt x="459605" y="50647"/>
                  <a:pt x="457398" y="54057"/>
                </a:cubicBezTo>
                <a:cubicBezTo>
                  <a:pt x="453453" y="60008"/>
                  <a:pt x="451481" y="68165"/>
                  <a:pt x="451481" y="78528"/>
                </a:cubicBezTo>
                <a:lnTo>
                  <a:pt x="451481" y="82038"/>
                </a:lnTo>
                <a:lnTo>
                  <a:pt x="478760" y="82038"/>
                </a:lnTo>
                <a:close/>
                <a:moveTo>
                  <a:pt x="571762" y="102097"/>
                </a:moveTo>
                <a:lnTo>
                  <a:pt x="513292" y="102097"/>
                </a:lnTo>
                <a:lnTo>
                  <a:pt x="513292" y="81236"/>
                </a:lnTo>
                <a:lnTo>
                  <a:pt x="571762" y="81236"/>
                </a:lnTo>
                <a:lnTo>
                  <a:pt x="571762" y="102097"/>
                </a:lnTo>
                <a:close/>
                <a:moveTo>
                  <a:pt x="651893" y="135394"/>
                </a:moveTo>
                <a:lnTo>
                  <a:pt x="651893" y="139004"/>
                </a:lnTo>
                <a:lnTo>
                  <a:pt x="580787" y="139004"/>
                </a:lnTo>
                <a:lnTo>
                  <a:pt x="580787" y="135394"/>
                </a:lnTo>
                <a:lnTo>
                  <a:pt x="585300" y="135394"/>
                </a:lnTo>
                <a:cubicBezTo>
                  <a:pt x="589245" y="135394"/>
                  <a:pt x="592421" y="134688"/>
                  <a:pt x="594828" y="133278"/>
                </a:cubicBezTo>
                <a:cubicBezTo>
                  <a:pt x="596566" y="132336"/>
                  <a:pt x="597903" y="130723"/>
                  <a:pt x="598839" y="128439"/>
                </a:cubicBezTo>
                <a:cubicBezTo>
                  <a:pt x="599575" y="126826"/>
                  <a:pt x="599942" y="122592"/>
                  <a:pt x="599942" y="115736"/>
                </a:cubicBezTo>
                <a:lnTo>
                  <a:pt x="599942" y="26276"/>
                </a:lnTo>
                <a:cubicBezTo>
                  <a:pt x="599942" y="19287"/>
                  <a:pt x="599575" y="14919"/>
                  <a:pt x="598839" y="13173"/>
                </a:cubicBezTo>
                <a:cubicBezTo>
                  <a:pt x="598104" y="11424"/>
                  <a:pt x="596616" y="9894"/>
                  <a:pt x="594376" y="8584"/>
                </a:cubicBezTo>
                <a:cubicBezTo>
                  <a:pt x="592136" y="7274"/>
                  <a:pt x="589111" y="6619"/>
                  <a:pt x="585300" y="6619"/>
                </a:cubicBezTo>
                <a:lnTo>
                  <a:pt x="580787" y="6619"/>
                </a:lnTo>
                <a:lnTo>
                  <a:pt x="580787" y="3009"/>
                </a:lnTo>
                <a:lnTo>
                  <a:pt x="651893" y="3009"/>
                </a:lnTo>
                <a:lnTo>
                  <a:pt x="651893" y="6619"/>
                </a:lnTo>
                <a:lnTo>
                  <a:pt x="647380" y="6619"/>
                </a:lnTo>
                <a:cubicBezTo>
                  <a:pt x="643435" y="6619"/>
                  <a:pt x="640260" y="7324"/>
                  <a:pt x="637853" y="8735"/>
                </a:cubicBezTo>
                <a:cubicBezTo>
                  <a:pt x="636114" y="9677"/>
                  <a:pt x="634744" y="11290"/>
                  <a:pt x="633741" y="13574"/>
                </a:cubicBezTo>
                <a:cubicBezTo>
                  <a:pt x="633005" y="15187"/>
                  <a:pt x="632637" y="19421"/>
                  <a:pt x="632637" y="26276"/>
                </a:cubicBezTo>
                <a:lnTo>
                  <a:pt x="632637" y="115736"/>
                </a:lnTo>
                <a:cubicBezTo>
                  <a:pt x="632637" y="122726"/>
                  <a:pt x="633022" y="127094"/>
                  <a:pt x="633791" y="128843"/>
                </a:cubicBezTo>
                <a:cubicBezTo>
                  <a:pt x="634560" y="130590"/>
                  <a:pt x="636064" y="132118"/>
                  <a:pt x="638304" y="133429"/>
                </a:cubicBezTo>
                <a:cubicBezTo>
                  <a:pt x="640544" y="134739"/>
                  <a:pt x="643569" y="135394"/>
                  <a:pt x="647380" y="135394"/>
                </a:cubicBezTo>
                <a:lnTo>
                  <a:pt x="651893" y="135394"/>
                </a:lnTo>
                <a:close/>
                <a:moveTo>
                  <a:pt x="731793" y="135394"/>
                </a:moveTo>
                <a:lnTo>
                  <a:pt x="731793" y="139004"/>
                </a:lnTo>
                <a:lnTo>
                  <a:pt x="660686" y="139004"/>
                </a:lnTo>
                <a:lnTo>
                  <a:pt x="660686" y="135394"/>
                </a:lnTo>
                <a:lnTo>
                  <a:pt x="665200" y="135394"/>
                </a:lnTo>
                <a:cubicBezTo>
                  <a:pt x="669144" y="135394"/>
                  <a:pt x="672320" y="134688"/>
                  <a:pt x="674727" y="133278"/>
                </a:cubicBezTo>
                <a:cubicBezTo>
                  <a:pt x="676466" y="132336"/>
                  <a:pt x="677803" y="130723"/>
                  <a:pt x="678739" y="128439"/>
                </a:cubicBezTo>
                <a:cubicBezTo>
                  <a:pt x="679474" y="126826"/>
                  <a:pt x="679842" y="122592"/>
                  <a:pt x="679842" y="115736"/>
                </a:cubicBezTo>
                <a:lnTo>
                  <a:pt x="679842" y="26276"/>
                </a:lnTo>
                <a:cubicBezTo>
                  <a:pt x="679842" y="19287"/>
                  <a:pt x="679474" y="14919"/>
                  <a:pt x="678739" y="13173"/>
                </a:cubicBezTo>
                <a:cubicBezTo>
                  <a:pt x="678003" y="11424"/>
                  <a:pt x="676516" y="9894"/>
                  <a:pt x="674276" y="8584"/>
                </a:cubicBezTo>
                <a:cubicBezTo>
                  <a:pt x="672036" y="7274"/>
                  <a:pt x="669011" y="6619"/>
                  <a:pt x="665200" y="6619"/>
                </a:cubicBezTo>
                <a:lnTo>
                  <a:pt x="660686" y="6619"/>
                </a:lnTo>
                <a:lnTo>
                  <a:pt x="660686" y="3009"/>
                </a:lnTo>
                <a:lnTo>
                  <a:pt x="731793" y="3009"/>
                </a:lnTo>
                <a:lnTo>
                  <a:pt x="731793" y="6619"/>
                </a:lnTo>
                <a:lnTo>
                  <a:pt x="727280" y="6619"/>
                </a:lnTo>
                <a:cubicBezTo>
                  <a:pt x="723335" y="6619"/>
                  <a:pt x="720159" y="7324"/>
                  <a:pt x="717752" y="8735"/>
                </a:cubicBezTo>
                <a:cubicBezTo>
                  <a:pt x="716014" y="9677"/>
                  <a:pt x="714643" y="11290"/>
                  <a:pt x="713640" y="13574"/>
                </a:cubicBezTo>
                <a:cubicBezTo>
                  <a:pt x="712905" y="15187"/>
                  <a:pt x="712537" y="19421"/>
                  <a:pt x="712537" y="26276"/>
                </a:cubicBezTo>
                <a:lnTo>
                  <a:pt x="712537" y="115736"/>
                </a:lnTo>
                <a:cubicBezTo>
                  <a:pt x="712537" y="122726"/>
                  <a:pt x="712922" y="127094"/>
                  <a:pt x="713690" y="128843"/>
                </a:cubicBezTo>
                <a:cubicBezTo>
                  <a:pt x="714459" y="130590"/>
                  <a:pt x="715964" y="132118"/>
                  <a:pt x="718204" y="133429"/>
                </a:cubicBezTo>
                <a:cubicBezTo>
                  <a:pt x="720443" y="134739"/>
                  <a:pt x="723469" y="135394"/>
                  <a:pt x="727280" y="135394"/>
                </a:cubicBezTo>
                <a:lnTo>
                  <a:pt x="731793" y="135394"/>
                </a:lnTo>
                <a:close/>
                <a:moveTo>
                  <a:pt x="811692" y="135394"/>
                </a:moveTo>
                <a:lnTo>
                  <a:pt x="811692" y="139004"/>
                </a:lnTo>
                <a:lnTo>
                  <a:pt x="740585" y="139004"/>
                </a:lnTo>
                <a:lnTo>
                  <a:pt x="740585" y="135394"/>
                </a:lnTo>
                <a:lnTo>
                  <a:pt x="745098" y="135394"/>
                </a:lnTo>
                <a:cubicBezTo>
                  <a:pt x="749043" y="135394"/>
                  <a:pt x="752219" y="134688"/>
                  <a:pt x="754626" y="133278"/>
                </a:cubicBezTo>
                <a:cubicBezTo>
                  <a:pt x="756364" y="132336"/>
                  <a:pt x="757702" y="130723"/>
                  <a:pt x="758638" y="128439"/>
                </a:cubicBezTo>
                <a:cubicBezTo>
                  <a:pt x="759373" y="126826"/>
                  <a:pt x="759741" y="122592"/>
                  <a:pt x="759741" y="115736"/>
                </a:cubicBezTo>
                <a:lnTo>
                  <a:pt x="759741" y="26276"/>
                </a:lnTo>
                <a:cubicBezTo>
                  <a:pt x="759741" y="19287"/>
                  <a:pt x="759373" y="14919"/>
                  <a:pt x="758638" y="13173"/>
                </a:cubicBezTo>
                <a:cubicBezTo>
                  <a:pt x="757902" y="11424"/>
                  <a:pt x="756415" y="9894"/>
                  <a:pt x="754175" y="8584"/>
                </a:cubicBezTo>
                <a:cubicBezTo>
                  <a:pt x="751935" y="7274"/>
                  <a:pt x="748909" y="6619"/>
                  <a:pt x="745098" y="6619"/>
                </a:cubicBezTo>
                <a:lnTo>
                  <a:pt x="740585" y="6619"/>
                </a:lnTo>
                <a:lnTo>
                  <a:pt x="740585" y="3009"/>
                </a:lnTo>
                <a:lnTo>
                  <a:pt x="811692" y="3009"/>
                </a:lnTo>
                <a:lnTo>
                  <a:pt x="811692" y="6619"/>
                </a:lnTo>
                <a:lnTo>
                  <a:pt x="807179" y="6619"/>
                </a:lnTo>
                <a:cubicBezTo>
                  <a:pt x="803234" y="6619"/>
                  <a:pt x="800058" y="7324"/>
                  <a:pt x="797651" y="8735"/>
                </a:cubicBezTo>
                <a:cubicBezTo>
                  <a:pt x="795913" y="9677"/>
                  <a:pt x="794542" y="11290"/>
                  <a:pt x="793539" y="13574"/>
                </a:cubicBezTo>
                <a:cubicBezTo>
                  <a:pt x="792804" y="15187"/>
                  <a:pt x="792436" y="19421"/>
                  <a:pt x="792436" y="26276"/>
                </a:cubicBezTo>
                <a:lnTo>
                  <a:pt x="792436" y="115736"/>
                </a:lnTo>
                <a:cubicBezTo>
                  <a:pt x="792436" y="122726"/>
                  <a:pt x="792820" y="127094"/>
                  <a:pt x="793589" y="128843"/>
                </a:cubicBezTo>
                <a:cubicBezTo>
                  <a:pt x="794358" y="130590"/>
                  <a:pt x="795863" y="132118"/>
                  <a:pt x="798102" y="133429"/>
                </a:cubicBezTo>
                <a:cubicBezTo>
                  <a:pt x="800342" y="134739"/>
                  <a:pt x="803368" y="135394"/>
                  <a:pt x="807179" y="135394"/>
                </a:cubicBezTo>
                <a:lnTo>
                  <a:pt x="811692" y="135394"/>
                </a:lnTo>
                <a:close/>
                <a:moveTo>
                  <a:pt x="850673" y="42524"/>
                </a:moveTo>
                <a:cubicBezTo>
                  <a:pt x="855286" y="42524"/>
                  <a:pt x="859214" y="44145"/>
                  <a:pt x="862457" y="47388"/>
                </a:cubicBezTo>
                <a:cubicBezTo>
                  <a:pt x="865700" y="50631"/>
                  <a:pt x="867321" y="54559"/>
                  <a:pt x="867321" y="59172"/>
                </a:cubicBezTo>
                <a:cubicBezTo>
                  <a:pt x="867321" y="63785"/>
                  <a:pt x="865700" y="67714"/>
                  <a:pt x="862457" y="70956"/>
                </a:cubicBezTo>
                <a:cubicBezTo>
                  <a:pt x="859214" y="74199"/>
                  <a:pt x="855286" y="75820"/>
                  <a:pt x="850673" y="75820"/>
                </a:cubicBezTo>
                <a:cubicBezTo>
                  <a:pt x="846060" y="75820"/>
                  <a:pt x="842131" y="74199"/>
                  <a:pt x="838889" y="70956"/>
                </a:cubicBezTo>
                <a:cubicBezTo>
                  <a:pt x="835646" y="67714"/>
                  <a:pt x="834025" y="63785"/>
                  <a:pt x="834025" y="59172"/>
                </a:cubicBezTo>
                <a:cubicBezTo>
                  <a:pt x="834025" y="54559"/>
                  <a:pt x="835646" y="50631"/>
                  <a:pt x="838889" y="47388"/>
                </a:cubicBezTo>
                <a:cubicBezTo>
                  <a:pt x="842131" y="44145"/>
                  <a:pt x="846060" y="42524"/>
                  <a:pt x="850673" y="42524"/>
                </a:cubicBezTo>
                <a:moveTo>
                  <a:pt x="850573" y="108114"/>
                </a:moveTo>
                <a:cubicBezTo>
                  <a:pt x="855253" y="108114"/>
                  <a:pt x="859214" y="109758"/>
                  <a:pt x="862457" y="113044"/>
                </a:cubicBezTo>
                <a:cubicBezTo>
                  <a:pt x="865700" y="116329"/>
                  <a:pt x="867321" y="120285"/>
                  <a:pt x="867321" y="124913"/>
                </a:cubicBezTo>
                <a:cubicBezTo>
                  <a:pt x="867321" y="129541"/>
                  <a:pt x="865683" y="133482"/>
                  <a:pt x="862407" y="136735"/>
                </a:cubicBezTo>
                <a:cubicBezTo>
                  <a:pt x="859131" y="139986"/>
                  <a:pt x="855186" y="141612"/>
                  <a:pt x="850573" y="141612"/>
                </a:cubicBezTo>
                <a:cubicBezTo>
                  <a:pt x="845959" y="141612"/>
                  <a:pt x="842031" y="139986"/>
                  <a:pt x="838788" y="136735"/>
                </a:cubicBezTo>
                <a:cubicBezTo>
                  <a:pt x="835546" y="133482"/>
                  <a:pt x="833924" y="129541"/>
                  <a:pt x="833924" y="124913"/>
                </a:cubicBezTo>
                <a:cubicBezTo>
                  <a:pt x="833924" y="120285"/>
                  <a:pt x="835546" y="116329"/>
                  <a:pt x="838788" y="113044"/>
                </a:cubicBezTo>
                <a:cubicBezTo>
                  <a:pt x="842031" y="109758"/>
                  <a:pt x="845959" y="108114"/>
                  <a:pt x="850573" y="108114"/>
                </a:cubicBezTo>
                <a:close/>
                <a:moveTo>
                  <a:pt x="1011339" y="135394"/>
                </a:moveTo>
                <a:lnTo>
                  <a:pt x="1011339" y="139004"/>
                </a:lnTo>
                <a:lnTo>
                  <a:pt x="940232" y="139004"/>
                </a:lnTo>
                <a:lnTo>
                  <a:pt x="940232" y="135394"/>
                </a:lnTo>
                <a:lnTo>
                  <a:pt x="944745" y="135394"/>
                </a:lnTo>
                <a:cubicBezTo>
                  <a:pt x="948690" y="135394"/>
                  <a:pt x="951866" y="134688"/>
                  <a:pt x="954273" y="133278"/>
                </a:cubicBezTo>
                <a:cubicBezTo>
                  <a:pt x="956011" y="132336"/>
                  <a:pt x="957348" y="130723"/>
                  <a:pt x="958284" y="128439"/>
                </a:cubicBezTo>
                <a:cubicBezTo>
                  <a:pt x="959020" y="126826"/>
                  <a:pt x="959388" y="122592"/>
                  <a:pt x="959388" y="115736"/>
                </a:cubicBezTo>
                <a:lnTo>
                  <a:pt x="959388" y="26276"/>
                </a:lnTo>
                <a:cubicBezTo>
                  <a:pt x="959388" y="19287"/>
                  <a:pt x="959020" y="14919"/>
                  <a:pt x="958284" y="13173"/>
                </a:cubicBezTo>
                <a:cubicBezTo>
                  <a:pt x="957549" y="11424"/>
                  <a:pt x="956061" y="9894"/>
                  <a:pt x="953821" y="8584"/>
                </a:cubicBezTo>
                <a:cubicBezTo>
                  <a:pt x="951582" y="7274"/>
                  <a:pt x="948556" y="6619"/>
                  <a:pt x="944745" y="6619"/>
                </a:cubicBezTo>
                <a:lnTo>
                  <a:pt x="940232" y="6619"/>
                </a:lnTo>
                <a:lnTo>
                  <a:pt x="940232" y="3009"/>
                </a:lnTo>
                <a:lnTo>
                  <a:pt x="1011339" y="3009"/>
                </a:lnTo>
                <a:lnTo>
                  <a:pt x="1011339" y="6619"/>
                </a:lnTo>
                <a:lnTo>
                  <a:pt x="1006825" y="6619"/>
                </a:lnTo>
                <a:cubicBezTo>
                  <a:pt x="1002881" y="6619"/>
                  <a:pt x="999705" y="7324"/>
                  <a:pt x="997298" y="8735"/>
                </a:cubicBezTo>
                <a:cubicBezTo>
                  <a:pt x="995559" y="9677"/>
                  <a:pt x="994189" y="11290"/>
                  <a:pt x="993186" y="13574"/>
                </a:cubicBezTo>
                <a:cubicBezTo>
                  <a:pt x="992450" y="15187"/>
                  <a:pt x="992083" y="19421"/>
                  <a:pt x="992083" y="26276"/>
                </a:cubicBezTo>
                <a:lnTo>
                  <a:pt x="992083" y="115736"/>
                </a:lnTo>
                <a:cubicBezTo>
                  <a:pt x="992083" y="122726"/>
                  <a:pt x="992467" y="127094"/>
                  <a:pt x="993236" y="128843"/>
                </a:cubicBezTo>
                <a:cubicBezTo>
                  <a:pt x="994005" y="130590"/>
                  <a:pt x="995509" y="132118"/>
                  <a:pt x="997749" y="133429"/>
                </a:cubicBezTo>
                <a:cubicBezTo>
                  <a:pt x="999989" y="134739"/>
                  <a:pt x="1003014" y="135394"/>
                  <a:pt x="1006825" y="135394"/>
                </a:cubicBezTo>
                <a:lnTo>
                  <a:pt x="1011339" y="135394"/>
                </a:lnTo>
                <a:close/>
                <a:moveTo>
                  <a:pt x="1061250" y="45131"/>
                </a:moveTo>
                <a:lnTo>
                  <a:pt x="1061250" y="57367"/>
                </a:lnTo>
                <a:cubicBezTo>
                  <a:pt x="1066064" y="52116"/>
                  <a:pt x="1070678" y="48297"/>
                  <a:pt x="1075091" y="45908"/>
                </a:cubicBezTo>
                <a:cubicBezTo>
                  <a:pt x="1079503" y="43518"/>
                  <a:pt x="1084250" y="42323"/>
                  <a:pt x="1089332" y="42323"/>
                </a:cubicBezTo>
                <a:cubicBezTo>
                  <a:pt x="1095416" y="42323"/>
                  <a:pt x="1100464" y="44013"/>
                  <a:pt x="1104476" y="47394"/>
                </a:cubicBezTo>
                <a:cubicBezTo>
                  <a:pt x="1108488" y="50775"/>
                  <a:pt x="1111162" y="54975"/>
                  <a:pt x="1112499" y="59996"/>
                </a:cubicBezTo>
                <a:cubicBezTo>
                  <a:pt x="1113569" y="63814"/>
                  <a:pt x="1114104" y="71145"/>
                  <a:pt x="1114104" y="81991"/>
                </a:cubicBezTo>
                <a:lnTo>
                  <a:pt x="1114104" y="118545"/>
                </a:lnTo>
                <a:cubicBezTo>
                  <a:pt x="1114104" y="125766"/>
                  <a:pt x="1114756" y="130262"/>
                  <a:pt x="1116060" y="132034"/>
                </a:cubicBezTo>
                <a:cubicBezTo>
                  <a:pt x="1117363" y="133806"/>
                  <a:pt x="1120088" y="134926"/>
                  <a:pt x="1124233" y="135394"/>
                </a:cubicBezTo>
                <a:lnTo>
                  <a:pt x="1124233" y="139004"/>
                </a:lnTo>
                <a:lnTo>
                  <a:pt x="1076795" y="139004"/>
                </a:lnTo>
                <a:lnTo>
                  <a:pt x="1076795" y="135394"/>
                </a:lnTo>
                <a:cubicBezTo>
                  <a:pt x="1080339" y="134926"/>
                  <a:pt x="1082880" y="133455"/>
                  <a:pt x="1084418" y="130981"/>
                </a:cubicBezTo>
                <a:cubicBezTo>
                  <a:pt x="1085487" y="129309"/>
                  <a:pt x="1086022" y="125164"/>
                  <a:pt x="1086022" y="118545"/>
                </a:cubicBezTo>
                <a:lnTo>
                  <a:pt x="1086022" y="76823"/>
                </a:lnTo>
                <a:cubicBezTo>
                  <a:pt x="1086022" y="69134"/>
                  <a:pt x="1085721" y="64287"/>
                  <a:pt x="1085120" y="62281"/>
                </a:cubicBezTo>
                <a:cubicBezTo>
                  <a:pt x="1084518" y="60275"/>
                  <a:pt x="1083498" y="58721"/>
                  <a:pt x="1082061" y="57617"/>
                </a:cubicBezTo>
                <a:cubicBezTo>
                  <a:pt x="1080623" y="56514"/>
                  <a:pt x="1079035" y="55963"/>
                  <a:pt x="1077297" y="55963"/>
                </a:cubicBezTo>
                <a:cubicBezTo>
                  <a:pt x="1071547" y="55963"/>
                  <a:pt x="1066198" y="60108"/>
                  <a:pt x="1061250" y="68399"/>
                </a:cubicBezTo>
                <a:lnTo>
                  <a:pt x="1061250" y="118545"/>
                </a:lnTo>
                <a:cubicBezTo>
                  <a:pt x="1061250" y="125565"/>
                  <a:pt x="1061902" y="130011"/>
                  <a:pt x="1063206" y="131883"/>
                </a:cubicBezTo>
                <a:cubicBezTo>
                  <a:pt x="1064510" y="133755"/>
                  <a:pt x="1066933" y="134926"/>
                  <a:pt x="1070477" y="135394"/>
                </a:cubicBezTo>
                <a:lnTo>
                  <a:pt x="1070477" y="139004"/>
                </a:lnTo>
                <a:lnTo>
                  <a:pt x="1023039" y="139004"/>
                </a:lnTo>
                <a:lnTo>
                  <a:pt x="1023039" y="135394"/>
                </a:lnTo>
                <a:cubicBezTo>
                  <a:pt x="1026984" y="134992"/>
                  <a:pt x="1029792" y="133722"/>
                  <a:pt x="1031464" y="131583"/>
                </a:cubicBezTo>
                <a:cubicBezTo>
                  <a:pt x="1032600" y="130112"/>
                  <a:pt x="1033169" y="125766"/>
                  <a:pt x="1033169" y="118545"/>
                </a:cubicBezTo>
                <a:lnTo>
                  <a:pt x="1033169" y="65591"/>
                </a:lnTo>
                <a:cubicBezTo>
                  <a:pt x="1033169" y="58418"/>
                  <a:pt x="1032517" y="53952"/>
                  <a:pt x="1031213" y="52192"/>
                </a:cubicBezTo>
                <a:cubicBezTo>
                  <a:pt x="1029909" y="50433"/>
                  <a:pt x="1027185" y="49283"/>
                  <a:pt x="1023039" y="48742"/>
                </a:cubicBezTo>
                <a:lnTo>
                  <a:pt x="1023039" y="45131"/>
                </a:lnTo>
                <a:lnTo>
                  <a:pt x="1061250" y="45131"/>
                </a:lnTo>
                <a:close/>
                <a:moveTo>
                  <a:pt x="1159706" y="0"/>
                </a:moveTo>
                <a:cubicBezTo>
                  <a:pt x="1164052" y="0"/>
                  <a:pt x="1167729" y="1526"/>
                  <a:pt x="1170738" y="4579"/>
                </a:cubicBezTo>
                <a:cubicBezTo>
                  <a:pt x="1173747" y="7629"/>
                  <a:pt x="1175251" y="11302"/>
                  <a:pt x="1175251" y="15595"/>
                </a:cubicBezTo>
                <a:cubicBezTo>
                  <a:pt x="1175251" y="19889"/>
                  <a:pt x="1173730" y="23546"/>
                  <a:pt x="1170688" y="26565"/>
                </a:cubicBezTo>
                <a:cubicBezTo>
                  <a:pt x="1167646" y="29582"/>
                  <a:pt x="1163985" y="31090"/>
                  <a:pt x="1159706" y="31090"/>
                </a:cubicBezTo>
                <a:cubicBezTo>
                  <a:pt x="1155427" y="31090"/>
                  <a:pt x="1151783" y="29582"/>
                  <a:pt x="1148774" y="26565"/>
                </a:cubicBezTo>
                <a:cubicBezTo>
                  <a:pt x="1145765" y="23546"/>
                  <a:pt x="1144261" y="19889"/>
                  <a:pt x="1144261" y="15595"/>
                </a:cubicBezTo>
                <a:cubicBezTo>
                  <a:pt x="1144261" y="11302"/>
                  <a:pt x="1145765" y="7629"/>
                  <a:pt x="1148774" y="4579"/>
                </a:cubicBezTo>
                <a:cubicBezTo>
                  <a:pt x="1151783" y="1526"/>
                  <a:pt x="1155427" y="0"/>
                  <a:pt x="1159706" y="0"/>
                </a:cubicBezTo>
                <a:moveTo>
                  <a:pt x="1173747" y="45131"/>
                </a:moveTo>
                <a:lnTo>
                  <a:pt x="1173747" y="119548"/>
                </a:lnTo>
                <a:cubicBezTo>
                  <a:pt x="1173747" y="126167"/>
                  <a:pt x="1174516" y="130396"/>
                  <a:pt x="1176053" y="132234"/>
                </a:cubicBezTo>
                <a:cubicBezTo>
                  <a:pt x="1177591" y="134073"/>
                  <a:pt x="1180600" y="135126"/>
                  <a:pt x="1185080" y="135394"/>
                </a:cubicBezTo>
                <a:lnTo>
                  <a:pt x="1185080" y="139004"/>
                </a:lnTo>
                <a:lnTo>
                  <a:pt x="1134432" y="139004"/>
                </a:lnTo>
                <a:lnTo>
                  <a:pt x="1134432" y="135394"/>
                </a:lnTo>
                <a:cubicBezTo>
                  <a:pt x="1138578" y="135260"/>
                  <a:pt x="1141653" y="134056"/>
                  <a:pt x="1143659" y="131783"/>
                </a:cubicBezTo>
                <a:cubicBezTo>
                  <a:pt x="1144996" y="130245"/>
                  <a:pt x="1145665" y="126167"/>
                  <a:pt x="1145665" y="119548"/>
                </a:cubicBezTo>
                <a:lnTo>
                  <a:pt x="1145665" y="64788"/>
                </a:lnTo>
                <a:cubicBezTo>
                  <a:pt x="1145665" y="58086"/>
                  <a:pt x="1144896" y="53803"/>
                  <a:pt x="1143358" y="51942"/>
                </a:cubicBezTo>
                <a:cubicBezTo>
                  <a:pt x="1141821" y="50080"/>
                  <a:pt x="1138845" y="49013"/>
                  <a:pt x="1134432" y="48742"/>
                </a:cubicBezTo>
                <a:lnTo>
                  <a:pt x="1134432" y="45131"/>
                </a:lnTo>
                <a:lnTo>
                  <a:pt x="1173747" y="45131"/>
                </a:lnTo>
                <a:close/>
                <a:moveTo>
                  <a:pt x="1231449" y="10631"/>
                </a:moveTo>
                <a:lnTo>
                  <a:pt x="1231449" y="45131"/>
                </a:lnTo>
                <a:lnTo>
                  <a:pt x="1253713" y="45131"/>
                </a:lnTo>
                <a:lnTo>
                  <a:pt x="1253713" y="54960"/>
                </a:lnTo>
                <a:lnTo>
                  <a:pt x="1231449" y="54960"/>
                </a:lnTo>
                <a:lnTo>
                  <a:pt x="1231449" y="112985"/>
                </a:lnTo>
                <a:cubicBezTo>
                  <a:pt x="1231449" y="118415"/>
                  <a:pt x="1231700" y="121918"/>
                  <a:pt x="1232201" y="123493"/>
                </a:cubicBezTo>
                <a:cubicBezTo>
                  <a:pt x="1232702" y="125069"/>
                  <a:pt x="1233588" y="126343"/>
                  <a:pt x="1234859" y="127317"/>
                </a:cubicBezTo>
                <a:cubicBezTo>
                  <a:pt x="1236129" y="128289"/>
                  <a:pt x="1237299" y="128774"/>
                  <a:pt x="1238369" y="128774"/>
                </a:cubicBezTo>
                <a:cubicBezTo>
                  <a:pt x="1242715" y="128774"/>
                  <a:pt x="1246827" y="125431"/>
                  <a:pt x="1250705" y="118745"/>
                </a:cubicBezTo>
                <a:lnTo>
                  <a:pt x="1253713" y="120974"/>
                </a:lnTo>
                <a:cubicBezTo>
                  <a:pt x="1248298" y="133930"/>
                  <a:pt x="1239506" y="140408"/>
                  <a:pt x="1227337" y="140408"/>
                </a:cubicBezTo>
                <a:cubicBezTo>
                  <a:pt x="1221386" y="140408"/>
                  <a:pt x="1216355" y="138748"/>
                  <a:pt x="1212243" y="135428"/>
                </a:cubicBezTo>
                <a:cubicBezTo>
                  <a:pt x="1208131" y="132106"/>
                  <a:pt x="1205507" y="128398"/>
                  <a:pt x="1204370" y="124305"/>
                </a:cubicBezTo>
                <a:cubicBezTo>
                  <a:pt x="1203701" y="122023"/>
                  <a:pt x="1203367" y="115850"/>
                  <a:pt x="1203367" y="105786"/>
                </a:cubicBezTo>
                <a:lnTo>
                  <a:pt x="1203367" y="54960"/>
                </a:lnTo>
                <a:lnTo>
                  <a:pt x="1191132" y="54960"/>
                </a:lnTo>
                <a:lnTo>
                  <a:pt x="1191132" y="51440"/>
                </a:lnTo>
                <a:cubicBezTo>
                  <a:pt x="1199556" y="45477"/>
                  <a:pt x="1206727" y="39212"/>
                  <a:pt x="1212644" y="32645"/>
                </a:cubicBezTo>
                <a:cubicBezTo>
                  <a:pt x="1218561" y="26078"/>
                  <a:pt x="1223726" y="18740"/>
                  <a:pt x="1228139" y="10631"/>
                </a:cubicBezTo>
                <a:lnTo>
                  <a:pt x="1231449" y="10631"/>
                </a:lnTo>
                <a:close/>
                <a:moveTo>
                  <a:pt x="1285204" y="0"/>
                </a:moveTo>
                <a:cubicBezTo>
                  <a:pt x="1289550" y="0"/>
                  <a:pt x="1293227" y="1526"/>
                  <a:pt x="1296236" y="4579"/>
                </a:cubicBezTo>
                <a:cubicBezTo>
                  <a:pt x="1299245" y="7629"/>
                  <a:pt x="1300749" y="11302"/>
                  <a:pt x="1300749" y="15595"/>
                </a:cubicBezTo>
                <a:cubicBezTo>
                  <a:pt x="1300749" y="19889"/>
                  <a:pt x="1299228" y="23546"/>
                  <a:pt x="1296186" y="26565"/>
                </a:cubicBezTo>
                <a:cubicBezTo>
                  <a:pt x="1293144" y="29582"/>
                  <a:pt x="1289483" y="31090"/>
                  <a:pt x="1285204" y="31090"/>
                </a:cubicBezTo>
                <a:cubicBezTo>
                  <a:pt x="1280925" y="31090"/>
                  <a:pt x="1277281" y="29582"/>
                  <a:pt x="1274272" y="26565"/>
                </a:cubicBezTo>
                <a:cubicBezTo>
                  <a:pt x="1271263" y="23546"/>
                  <a:pt x="1269759" y="19889"/>
                  <a:pt x="1269759" y="15595"/>
                </a:cubicBezTo>
                <a:cubicBezTo>
                  <a:pt x="1269759" y="11302"/>
                  <a:pt x="1271263" y="7629"/>
                  <a:pt x="1274272" y="4579"/>
                </a:cubicBezTo>
                <a:cubicBezTo>
                  <a:pt x="1277281" y="1526"/>
                  <a:pt x="1280925" y="0"/>
                  <a:pt x="1285204" y="0"/>
                </a:cubicBezTo>
                <a:moveTo>
                  <a:pt x="1299245" y="45131"/>
                </a:moveTo>
                <a:lnTo>
                  <a:pt x="1299245" y="119548"/>
                </a:lnTo>
                <a:cubicBezTo>
                  <a:pt x="1299245" y="126167"/>
                  <a:pt x="1300014" y="130396"/>
                  <a:pt x="1301551" y="132234"/>
                </a:cubicBezTo>
                <a:cubicBezTo>
                  <a:pt x="1303089" y="134073"/>
                  <a:pt x="1306098" y="135126"/>
                  <a:pt x="1310578" y="135394"/>
                </a:cubicBezTo>
                <a:lnTo>
                  <a:pt x="1310578" y="139004"/>
                </a:lnTo>
                <a:lnTo>
                  <a:pt x="1259930" y="139004"/>
                </a:lnTo>
                <a:lnTo>
                  <a:pt x="1259930" y="135394"/>
                </a:lnTo>
                <a:cubicBezTo>
                  <a:pt x="1264076" y="135260"/>
                  <a:pt x="1267151" y="134056"/>
                  <a:pt x="1269157" y="131783"/>
                </a:cubicBezTo>
                <a:cubicBezTo>
                  <a:pt x="1270494" y="130245"/>
                  <a:pt x="1271163" y="126167"/>
                  <a:pt x="1271163" y="119548"/>
                </a:cubicBezTo>
                <a:lnTo>
                  <a:pt x="1271163" y="64788"/>
                </a:lnTo>
                <a:cubicBezTo>
                  <a:pt x="1271163" y="58086"/>
                  <a:pt x="1270394" y="53803"/>
                  <a:pt x="1268856" y="51942"/>
                </a:cubicBezTo>
                <a:cubicBezTo>
                  <a:pt x="1267319" y="50080"/>
                  <a:pt x="1264343" y="49013"/>
                  <a:pt x="1259930" y="48742"/>
                </a:cubicBezTo>
                <a:lnTo>
                  <a:pt x="1259930" y="45131"/>
                </a:lnTo>
                <a:lnTo>
                  <a:pt x="1299245" y="45131"/>
                </a:lnTo>
                <a:close/>
                <a:moveTo>
                  <a:pt x="1371489" y="125164"/>
                </a:moveTo>
                <a:cubicBezTo>
                  <a:pt x="1360056" y="135327"/>
                  <a:pt x="1349793" y="140408"/>
                  <a:pt x="1340700" y="140408"/>
                </a:cubicBezTo>
                <a:cubicBezTo>
                  <a:pt x="1335351" y="140408"/>
                  <a:pt x="1330904" y="138648"/>
                  <a:pt x="1327361" y="135127"/>
                </a:cubicBezTo>
                <a:cubicBezTo>
                  <a:pt x="1323817" y="131604"/>
                  <a:pt x="1322045" y="127194"/>
                  <a:pt x="1322045" y="121895"/>
                </a:cubicBezTo>
                <a:cubicBezTo>
                  <a:pt x="1322045" y="114716"/>
                  <a:pt x="1325121" y="108258"/>
                  <a:pt x="1331272" y="102523"/>
                </a:cubicBezTo>
                <a:cubicBezTo>
                  <a:pt x="1337423" y="96788"/>
                  <a:pt x="1350829" y="89157"/>
                  <a:pt x="1371489" y="79631"/>
                </a:cubicBezTo>
                <a:lnTo>
                  <a:pt x="1371489" y="70204"/>
                </a:lnTo>
                <a:cubicBezTo>
                  <a:pt x="1371489" y="63117"/>
                  <a:pt x="1371105" y="58654"/>
                  <a:pt x="1370336" y="56815"/>
                </a:cubicBezTo>
                <a:cubicBezTo>
                  <a:pt x="1369567" y="54976"/>
                  <a:pt x="1368113" y="53372"/>
                  <a:pt x="1365973" y="52001"/>
                </a:cubicBezTo>
                <a:cubicBezTo>
                  <a:pt x="1363833" y="50631"/>
                  <a:pt x="1361426" y="49945"/>
                  <a:pt x="1358752" y="49945"/>
                </a:cubicBezTo>
                <a:cubicBezTo>
                  <a:pt x="1354406" y="49945"/>
                  <a:pt x="1350829" y="50915"/>
                  <a:pt x="1348021" y="52854"/>
                </a:cubicBezTo>
                <a:cubicBezTo>
                  <a:pt x="1346282" y="54057"/>
                  <a:pt x="1345413" y="55461"/>
                  <a:pt x="1345413" y="57066"/>
                </a:cubicBezTo>
                <a:cubicBezTo>
                  <a:pt x="1345413" y="58470"/>
                  <a:pt x="1346349" y="60208"/>
                  <a:pt x="1348221" y="62281"/>
                </a:cubicBezTo>
                <a:cubicBezTo>
                  <a:pt x="1350762" y="65156"/>
                  <a:pt x="1352032" y="67931"/>
                  <a:pt x="1352032" y="70605"/>
                </a:cubicBezTo>
                <a:cubicBezTo>
                  <a:pt x="1352032" y="73881"/>
                  <a:pt x="1350812" y="76673"/>
                  <a:pt x="1348372" y="78980"/>
                </a:cubicBezTo>
                <a:cubicBezTo>
                  <a:pt x="1345931" y="81286"/>
                  <a:pt x="1342739" y="82440"/>
                  <a:pt x="1338794" y="82440"/>
                </a:cubicBezTo>
                <a:cubicBezTo>
                  <a:pt x="1334582" y="82440"/>
                  <a:pt x="1331055" y="81169"/>
                  <a:pt x="1328213" y="78629"/>
                </a:cubicBezTo>
                <a:cubicBezTo>
                  <a:pt x="1325372" y="76088"/>
                  <a:pt x="1323951" y="73113"/>
                  <a:pt x="1323951" y="69703"/>
                </a:cubicBezTo>
                <a:cubicBezTo>
                  <a:pt x="1323951" y="64889"/>
                  <a:pt x="1325856" y="60292"/>
                  <a:pt x="1329667" y="55913"/>
                </a:cubicBezTo>
                <a:cubicBezTo>
                  <a:pt x="1333479" y="51533"/>
                  <a:pt x="1338794" y="48173"/>
                  <a:pt x="1345614" y="45833"/>
                </a:cubicBezTo>
                <a:cubicBezTo>
                  <a:pt x="1352434" y="43493"/>
                  <a:pt x="1359521" y="42323"/>
                  <a:pt x="1366876" y="42323"/>
                </a:cubicBezTo>
                <a:cubicBezTo>
                  <a:pt x="1375768" y="42323"/>
                  <a:pt x="1382805" y="44217"/>
                  <a:pt x="1387987" y="48005"/>
                </a:cubicBezTo>
                <a:cubicBezTo>
                  <a:pt x="1393169" y="51791"/>
                  <a:pt x="1396528" y="55896"/>
                  <a:pt x="1398066" y="60319"/>
                </a:cubicBezTo>
                <a:cubicBezTo>
                  <a:pt x="1399002" y="63134"/>
                  <a:pt x="1399470" y="69600"/>
                  <a:pt x="1399470" y="79719"/>
                </a:cubicBezTo>
                <a:lnTo>
                  <a:pt x="1399470" y="116210"/>
                </a:lnTo>
                <a:cubicBezTo>
                  <a:pt x="1399470" y="120499"/>
                  <a:pt x="1399638" y="123198"/>
                  <a:pt x="1399972" y="124305"/>
                </a:cubicBezTo>
                <a:cubicBezTo>
                  <a:pt x="1400306" y="125410"/>
                  <a:pt x="1400808" y="126232"/>
                  <a:pt x="1401476" y="126769"/>
                </a:cubicBezTo>
                <a:cubicBezTo>
                  <a:pt x="1402145" y="127303"/>
                  <a:pt x="1402914" y="127571"/>
                  <a:pt x="1403783" y="127571"/>
                </a:cubicBezTo>
                <a:cubicBezTo>
                  <a:pt x="1405521" y="127571"/>
                  <a:pt x="1407293" y="126334"/>
                  <a:pt x="1409098" y="123860"/>
                </a:cubicBezTo>
                <a:lnTo>
                  <a:pt x="1412107" y="126267"/>
                </a:lnTo>
                <a:cubicBezTo>
                  <a:pt x="1408764" y="131215"/>
                  <a:pt x="1405304" y="134809"/>
                  <a:pt x="1401727" y="137048"/>
                </a:cubicBezTo>
                <a:cubicBezTo>
                  <a:pt x="1398150" y="139288"/>
                  <a:pt x="1394088" y="140408"/>
                  <a:pt x="1389541" y="140408"/>
                </a:cubicBezTo>
                <a:cubicBezTo>
                  <a:pt x="1384193" y="140408"/>
                  <a:pt x="1380014" y="139146"/>
                  <a:pt x="1377005" y="136622"/>
                </a:cubicBezTo>
                <a:cubicBezTo>
                  <a:pt x="1373996" y="134098"/>
                  <a:pt x="1372158" y="130279"/>
                  <a:pt x="1371489" y="125164"/>
                </a:cubicBezTo>
                <a:moveTo>
                  <a:pt x="1371489" y="117742"/>
                </a:moveTo>
                <a:lnTo>
                  <a:pt x="1371489" y="86370"/>
                </a:lnTo>
                <a:cubicBezTo>
                  <a:pt x="1363399" y="91140"/>
                  <a:pt x="1357381" y="96246"/>
                  <a:pt x="1353437" y="101689"/>
                </a:cubicBezTo>
                <a:cubicBezTo>
                  <a:pt x="1350829" y="105317"/>
                  <a:pt x="1349525" y="108978"/>
                  <a:pt x="1349525" y="112674"/>
                </a:cubicBezTo>
                <a:cubicBezTo>
                  <a:pt x="1349525" y="115765"/>
                  <a:pt x="1350628" y="118486"/>
                  <a:pt x="1352835" y="120839"/>
                </a:cubicBezTo>
                <a:cubicBezTo>
                  <a:pt x="1354506" y="122652"/>
                  <a:pt x="1356846" y="123559"/>
                  <a:pt x="1359855" y="123559"/>
                </a:cubicBezTo>
                <a:cubicBezTo>
                  <a:pt x="1363198" y="123559"/>
                  <a:pt x="1367076" y="121620"/>
                  <a:pt x="1371489" y="117742"/>
                </a:cubicBezTo>
                <a:close/>
                <a:moveTo>
                  <a:pt x="1459144" y="3009"/>
                </a:moveTo>
                <a:lnTo>
                  <a:pt x="1459144" y="119548"/>
                </a:lnTo>
                <a:cubicBezTo>
                  <a:pt x="1459144" y="126167"/>
                  <a:pt x="1459912" y="130396"/>
                  <a:pt x="1461450" y="132234"/>
                </a:cubicBezTo>
                <a:cubicBezTo>
                  <a:pt x="1462988" y="134073"/>
                  <a:pt x="1465997" y="135126"/>
                  <a:pt x="1470476" y="135394"/>
                </a:cubicBezTo>
                <a:lnTo>
                  <a:pt x="1470476" y="139004"/>
                </a:lnTo>
                <a:lnTo>
                  <a:pt x="1419829" y="139004"/>
                </a:lnTo>
                <a:lnTo>
                  <a:pt x="1419829" y="135394"/>
                </a:lnTo>
                <a:cubicBezTo>
                  <a:pt x="1423975" y="135260"/>
                  <a:pt x="1427050" y="134056"/>
                  <a:pt x="1429056" y="131783"/>
                </a:cubicBezTo>
                <a:cubicBezTo>
                  <a:pt x="1430393" y="130245"/>
                  <a:pt x="1431062" y="126167"/>
                  <a:pt x="1431062" y="119548"/>
                </a:cubicBezTo>
                <a:lnTo>
                  <a:pt x="1431062" y="22465"/>
                </a:lnTo>
                <a:cubicBezTo>
                  <a:pt x="1431062" y="15871"/>
                  <a:pt x="1430293" y="11649"/>
                  <a:pt x="1428755" y="9800"/>
                </a:cubicBezTo>
                <a:cubicBezTo>
                  <a:pt x="1427217" y="7949"/>
                  <a:pt x="1424242" y="6889"/>
                  <a:pt x="1419829" y="6619"/>
                </a:cubicBezTo>
                <a:lnTo>
                  <a:pt x="1419829" y="3009"/>
                </a:lnTo>
                <a:lnTo>
                  <a:pt x="1459144" y="3009"/>
                </a:lnTo>
                <a:close/>
                <a:moveTo>
                  <a:pt x="1526674" y="139004"/>
                </a:moveTo>
                <a:lnTo>
                  <a:pt x="1526674" y="135394"/>
                </a:lnTo>
                <a:lnTo>
                  <a:pt x="1531187" y="135394"/>
                </a:lnTo>
                <a:cubicBezTo>
                  <a:pt x="1535132" y="135394"/>
                  <a:pt x="1538158" y="134772"/>
                  <a:pt x="1540264" y="133529"/>
                </a:cubicBezTo>
                <a:cubicBezTo>
                  <a:pt x="1542370" y="132286"/>
                  <a:pt x="1543924" y="130589"/>
                  <a:pt x="1544927" y="128439"/>
                </a:cubicBezTo>
                <a:cubicBezTo>
                  <a:pt x="1545529" y="127027"/>
                  <a:pt x="1545830" y="122792"/>
                  <a:pt x="1545830" y="115736"/>
                </a:cubicBezTo>
                <a:lnTo>
                  <a:pt x="1545830" y="26276"/>
                </a:lnTo>
                <a:cubicBezTo>
                  <a:pt x="1545830" y="19287"/>
                  <a:pt x="1545462" y="14919"/>
                  <a:pt x="1544727" y="13173"/>
                </a:cubicBezTo>
                <a:cubicBezTo>
                  <a:pt x="1543991" y="11424"/>
                  <a:pt x="1542503" y="9894"/>
                  <a:pt x="1540264" y="8584"/>
                </a:cubicBezTo>
                <a:cubicBezTo>
                  <a:pt x="1538024" y="7274"/>
                  <a:pt x="1534998" y="6619"/>
                  <a:pt x="1531187" y="6619"/>
                </a:cubicBezTo>
                <a:lnTo>
                  <a:pt x="1526674" y="6619"/>
                </a:lnTo>
                <a:lnTo>
                  <a:pt x="1526674" y="3009"/>
                </a:lnTo>
                <a:lnTo>
                  <a:pt x="1587551" y="3009"/>
                </a:lnTo>
                <a:cubicBezTo>
                  <a:pt x="1603798" y="3009"/>
                  <a:pt x="1616870" y="5215"/>
                  <a:pt x="1626765" y="9628"/>
                </a:cubicBezTo>
                <a:cubicBezTo>
                  <a:pt x="1638867" y="15044"/>
                  <a:pt x="1648044" y="23234"/>
                  <a:pt x="1654295" y="34199"/>
                </a:cubicBezTo>
                <a:cubicBezTo>
                  <a:pt x="1660547" y="45165"/>
                  <a:pt x="1663672" y="57567"/>
                  <a:pt x="1663672" y="71408"/>
                </a:cubicBezTo>
                <a:cubicBezTo>
                  <a:pt x="1663672" y="80969"/>
                  <a:pt x="1662135" y="89778"/>
                  <a:pt x="1659059" y="97834"/>
                </a:cubicBezTo>
                <a:cubicBezTo>
                  <a:pt x="1655983" y="105891"/>
                  <a:pt x="1652005" y="112544"/>
                  <a:pt x="1647124" y="117792"/>
                </a:cubicBezTo>
                <a:cubicBezTo>
                  <a:pt x="1642243" y="123041"/>
                  <a:pt x="1636610" y="127253"/>
                  <a:pt x="1630225" y="130429"/>
                </a:cubicBezTo>
                <a:cubicBezTo>
                  <a:pt x="1623840" y="133605"/>
                  <a:pt x="1616034" y="136062"/>
                  <a:pt x="1606807" y="137801"/>
                </a:cubicBezTo>
                <a:cubicBezTo>
                  <a:pt x="1602729" y="138603"/>
                  <a:pt x="1596310" y="139004"/>
                  <a:pt x="1587551" y="139004"/>
                </a:cubicBezTo>
                <a:lnTo>
                  <a:pt x="1526674" y="139004"/>
                </a:lnTo>
                <a:moveTo>
                  <a:pt x="1578525" y="10631"/>
                </a:moveTo>
                <a:lnTo>
                  <a:pt x="1578525" y="116652"/>
                </a:lnTo>
                <a:cubicBezTo>
                  <a:pt x="1578525" y="122264"/>
                  <a:pt x="1578792" y="125705"/>
                  <a:pt x="1579327" y="126975"/>
                </a:cubicBezTo>
                <a:cubicBezTo>
                  <a:pt x="1579862" y="128244"/>
                  <a:pt x="1580765" y="129211"/>
                  <a:pt x="1582035" y="129878"/>
                </a:cubicBezTo>
                <a:cubicBezTo>
                  <a:pt x="1583840" y="130880"/>
                  <a:pt x="1586448" y="131382"/>
                  <a:pt x="1589858" y="131382"/>
                </a:cubicBezTo>
                <a:cubicBezTo>
                  <a:pt x="1601024" y="131382"/>
                  <a:pt x="1609548" y="127574"/>
                  <a:pt x="1615432" y="119958"/>
                </a:cubicBezTo>
                <a:cubicBezTo>
                  <a:pt x="1623455" y="109670"/>
                  <a:pt x="1627467" y="93704"/>
                  <a:pt x="1627467" y="72059"/>
                </a:cubicBezTo>
                <a:cubicBezTo>
                  <a:pt x="1627467" y="54623"/>
                  <a:pt x="1624726" y="40694"/>
                  <a:pt x="1619243" y="30272"/>
                </a:cubicBezTo>
                <a:cubicBezTo>
                  <a:pt x="1614897" y="22122"/>
                  <a:pt x="1609314" y="16576"/>
                  <a:pt x="1602495" y="13637"/>
                </a:cubicBezTo>
                <a:cubicBezTo>
                  <a:pt x="1597681" y="11566"/>
                  <a:pt x="1589691" y="10564"/>
                  <a:pt x="1578525" y="10631"/>
                </a:cubicBezTo>
                <a:close/>
                <a:moveTo>
                  <a:pt x="1758614" y="88658"/>
                </a:moveTo>
                <a:lnTo>
                  <a:pt x="1707164" y="88658"/>
                </a:lnTo>
                <a:cubicBezTo>
                  <a:pt x="1707766" y="101127"/>
                  <a:pt x="1711076" y="110982"/>
                  <a:pt x="1717093" y="118222"/>
                </a:cubicBezTo>
                <a:cubicBezTo>
                  <a:pt x="1721707" y="123786"/>
                  <a:pt x="1727256" y="126568"/>
                  <a:pt x="1733742" y="126568"/>
                </a:cubicBezTo>
                <a:cubicBezTo>
                  <a:pt x="1737753" y="126568"/>
                  <a:pt x="1741397" y="125448"/>
                  <a:pt x="1744673" y="123208"/>
                </a:cubicBezTo>
                <a:cubicBezTo>
                  <a:pt x="1747950" y="120968"/>
                  <a:pt x="1751460" y="116940"/>
                  <a:pt x="1755204" y="111123"/>
                </a:cubicBezTo>
                <a:lnTo>
                  <a:pt x="1758614" y="113329"/>
                </a:lnTo>
                <a:cubicBezTo>
                  <a:pt x="1753532" y="123693"/>
                  <a:pt x="1747916" y="131031"/>
                  <a:pt x="1741765" y="135343"/>
                </a:cubicBezTo>
                <a:cubicBezTo>
                  <a:pt x="1735614" y="139656"/>
                  <a:pt x="1728493" y="141812"/>
                  <a:pt x="1720403" y="141812"/>
                </a:cubicBezTo>
                <a:cubicBezTo>
                  <a:pt x="1706496" y="141812"/>
                  <a:pt x="1695965" y="136458"/>
                  <a:pt x="1688811" y="125750"/>
                </a:cubicBezTo>
                <a:cubicBezTo>
                  <a:pt x="1683061" y="117117"/>
                  <a:pt x="1680186" y="106408"/>
                  <a:pt x="1680186" y="93625"/>
                </a:cubicBezTo>
                <a:cubicBezTo>
                  <a:pt x="1680186" y="77963"/>
                  <a:pt x="1684415" y="65498"/>
                  <a:pt x="1692873" y="56229"/>
                </a:cubicBezTo>
                <a:cubicBezTo>
                  <a:pt x="1701331" y="46958"/>
                  <a:pt x="1711243" y="42323"/>
                  <a:pt x="1722609" y="42323"/>
                </a:cubicBezTo>
                <a:cubicBezTo>
                  <a:pt x="1732103" y="42323"/>
                  <a:pt x="1740344" y="46218"/>
                  <a:pt x="1747331" y="54007"/>
                </a:cubicBezTo>
                <a:cubicBezTo>
                  <a:pt x="1754318" y="61796"/>
                  <a:pt x="1758079" y="73347"/>
                  <a:pt x="1758614" y="88658"/>
                </a:cubicBezTo>
                <a:moveTo>
                  <a:pt x="1733942" y="82038"/>
                </a:moveTo>
                <a:cubicBezTo>
                  <a:pt x="1733942" y="71274"/>
                  <a:pt x="1733357" y="63886"/>
                  <a:pt x="1732187" y="59874"/>
                </a:cubicBezTo>
                <a:cubicBezTo>
                  <a:pt x="1731017" y="55862"/>
                  <a:pt x="1729195" y="52820"/>
                  <a:pt x="1726721" y="50748"/>
                </a:cubicBezTo>
                <a:cubicBezTo>
                  <a:pt x="1725317" y="49544"/>
                  <a:pt x="1723445" y="48942"/>
                  <a:pt x="1721105" y="48942"/>
                </a:cubicBezTo>
                <a:cubicBezTo>
                  <a:pt x="1717628" y="48942"/>
                  <a:pt x="1714786" y="50647"/>
                  <a:pt x="1712580" y="54057"/>
                </a:cubicBezTo>
                <a:cubicBezTo>
                  <a:pt x="1708635" y="60008"/>
                  <a:pt x="1706663" y="68165"/>
                  <a:pt x="1706663" y="78528"/>
                </a:cubicBezTo>
                <a:lnTo>
                  <a:pt x="1706663" y="82038"/>
                </a:lnTo>
                <a:lnTo>
                  <a:pt x="1733942" y="82038"/>
                </a:lnTo>
                <a:close/>
                <a:moveTo>
                  <a:pt x="1812702" y="141812"/>
                </a:moveTo>
                <a:lnTo>
                  <a:pt x="1781110" y="69057"/>
                </a:lnTo>
                <a:cubicBezTo>
                  <a:pt x="1777299" y="60229"/>
                  <a:pt x="1774324" y="54637"/>
                  <a:pt x="1772184" y="52280"/>
                </a:cubicBezTo>
                <a:cubicBezTo>
                  <a:pt x="1770647" y="50527"/>
                  <a:pt x="1768373" y="49348"/>
                  <a:pt x="1765365" y="48742"/>
                </a:cubicBezTo>
                <a:lnTo>
                  <a:pt x="1765365" y="45131"/>
                </a:lnTo>
                <a:lnTo>
                  <a:pt x="1815210" y="45131"/>
                </a:lnTo>
                <a:lnTo>
                  <a:pt x="1815210" y="48742"/>
                </a:lnTo>
                <a:cubicBezTo>
                  <a:pt x="1812067" y="48742"/>
                  <a:pt x="1809927" y="49313"/>
                  <a:pt x="1808791" y="50456"/>
                </a:cubicBezTo>
                <a:cubicBezTo>
                  <a:pt x="1807186" y="51937"/>
                  <a:pt x="1806384" y="53686"/>
                  <a:pt x="1806384" y="55703"/>
                </a:cubicBezTo>
                <a:cubicBezTo>
                  <a:pt x="1806384" y="58191"/>
                  <a:pt x="1807855" y="62866"/>
                  <a:pt x="1810797" y="69728"/>
                </a:cubicBezTo>
                <a:lnTo>
                  <a:pt x="1826242" y="104968"/>
                </a:lnTo>
                <a:lnTo>
                  <a:pt x="1838577" y="74548"/>
                </a:lnTo>
                <a:cubicBezTo>
                  <a:pt x="1842121" y="65812"/>
                  <a:pt x="1843893" y="59630"/>
                  <a:pt x="1843893" y="56000"/>
                </a:cubicBezTo>
                <a:cubicBezTo>
                  <a:pt x="1843893" y="53917"/>
                  <a:pt x="1843141" y="52221"/>
                  <a:pt x="1841636" y="50910"/>
                </a:cubicBezTo>
                <a:cubicBezTo>
                  <a:pt x="1840132" y="49598"/>
                  <a:pt x="1837474" y="48875"/>
                  <a:pt x="1833663" y="48742"/>
                </a:cubicBezTo>
                <a:lnTo>
                  <a:pt x="1833663" y="45131"/>
                </a:lnTo>
                <a:lnTo>
                  <a:pt x="1864352" y="45131"/>
                </a:lnTo>
                <a:lnTo>
                  <a:pt x="1864352" y="48742"/>
                </a:lnTo>
                <a:cubicBezTo>
                  <a:pt x="1861410" y="49145"/>
                  <a:pt x="1859003" y="50253"/>
                  <a:pt x="1857131" y="52067"/>
                </a:cubicBezTo>
                <a:cubicBezTo>
                  <a:pt x="1855259" y="53881"/>
                  <a:pt x="1852451" y="59220"/>
                  <a:pt x="1848707" y="68085"/>
                </a:cubicBezTo>
                <a:lnTo>
                  <a:pt x="1817416" y="141812"/>
                </a:lnTo>
                <a:lnTo>
                  <a:pt x="1812702" y="141812"/>
                </a:lnTo>
                <a:close/>
                <a:moveTo>
                  <a:pt x="1895644" y="0"/>
                </a:moveTo>
                <a:cubicBezTo>
                  <a:pt x="1899990" y="0"/>
                  <a:pt x="1903667" y="1526"/>
                  <a:pt x="1906676" y="4579"/>
                </a:cubicBezTo>
                <a:cubicBezTo>
                  <a:pt x="1909685" y="7629"/>
                  <a:pt x="1911189" y="11302"/>
                  <a:pt x="1911189" y="15595"/>
                </a:cubicBezTo>
                <a:cubicBezTo>
                  <a:pt x="1911189" y="19889"/>
                  <a:pt x="1909668" y="23546"/>
                  <a:pt x="1906626" y="26565"/>
                </a:cubicBezTo>
                <a:cubicBezTo>
                  <a:pt x="1903584" y="29582"/>
                  <a:pt x="1899923" y="31090"/>
                  <a:pt x="1895644" y="31090"/>
                </a:cubicBezTo>
                <a:cubicBezTo>
                  <a:pt x="1891365" y="31090"/>
                  <a:pt x="1887721" y="29582"/>
                  <a:pt x="1884712" y="26565"/>
                </a:cubicBezTo>
                <a:cubicBezTo>
                  <a:pt x="1881703" y="23546"/>
                  <a:pt x="1880199" y="19889"/>
                  <a:pt x="1880199" y="15595"/>
                </a:cubicBezTo>
                <a:cubicBezTo>
                  <a:pt x="1880199" y="11302"/>
                  <a:pt x="1881703" y="7629"/>
                  <a:pt x="1884712" y="4579"/>
                </a:cubicBezTo>
                <a:cubicBezTo>
                  <a:pt x="1887721" y="1526"/>
                  <a:pt x="1891365" y="0"/>
                  <a:pt x="1895644" y="0"/>
                </a:cubicBezTo>
                <a:moveTo>
                  <a:pt x="1909685" y="45131"/>
                </a:moveTo>
                <a:lnTo>
                  <a:pt x="1909685" y="119548"/>
                </a:lnTo>
                <a:cubicBezTo>
                  <a:pt x="1909685" y="126167"/>
                  <a:pt x="1910454" y="130396"/>
                  <a:pt x="1911991" y="132234"/>
                </a:cubicBezTo>
                <a:cubicBezTo>
                  <a:pt x="1913529" y="134073"/>
                  <a:pt x="1916538" y="135126"/>
                  <a:pt x="1921018" y="135394"/>
                </a:cubicBezTo>
                <a:lnTo>
                  <a:pt x="1921018" y="139004"/>
                </a:lnTo>
                <a:lnTo>
                  <a:pt x="1870370" y="139004"/>
                </a:lnTo>
                <a:lnTo>
                  <a:pt x="1870370" y="135394"/>
                </a:lnTo>
                <a:cubicBezTo>
                  <a:pt x="1874516" y="135260"/>
                  <a:pt x="1877591" y="134056"/>
                  <a:pt x="1879597" y="131783"/>
                </a:cubicBezTo>
                <a:cubicBezTo>
                  <a:pt x="1880934" y="130245"/>
                  <a:pt x="1881603" y="126167"/>
                  <a:pt x="1881603" y="119548"/>
                </a:cubicBezTo>
                <a:lnTo>
                  <a:pt x="1881603" y="64788"/>
                </a:lnTo>
                <a:cubicBezTo>
                  <a:pt x="1881603" y="58086"/>
                  <a:pt x="1880834" y="53803"/>
                  <a:pt x="1879296" y="51942"/>
                </a:cubicBezTo>
                <a:cubicBezTo>
                  <a:pt x="1877759" y="50080"/>
                  <a:pt x="1874783" y="49013"/>
                  <a:pt x="1870370" y="48742"/>
                </a:cubicBezTo>
                <a:lnTo>
                  <a:pt x="1870370" y="45131"/>
                </a:lnTo>
                <a:lnTo>
                  <a:pt x="1909685" y="45131"/>
                </a:lnTo>
                <a:close/>
                <a:moveTo>
                  <a:pt x="1981929" y="125164"/>
                </a:moveTo>
                <a:cubicBezTo>
                  <a:pt x="1970496" y="135327"/>
                  <a:pt x="1960233" y="140408"/>
                  <a:pt x="1951140" y="140408"/>
                </a:cubicBezTo>
                <a:cubicBezTo>
                  <a:pt x="1945791" y="140408"/>
                  <a:pt x="1941344" y="138648"/>
                  <a:pt x="1937801" y="135127"/>
                </a:cubicBezTo>
                <a:cubicBezTo>
                  <a:pt x="1934257" y="131604"/>
                  <a:pt x="1932485" y="127194"/>
                  <a:pt x="1932485" y="121895"/>
                </a:cubicBezTo>
                <a:cubicBezTo>
                  <a:pt x="1932485" y="114716"/>
                  <a:pt x="1935561" y="108258"/>
                  <a:pt x="1941712" y="102523"/>
                </a:cubicBezTo>
                <a:cubicBezTo>
                  <a:pt x="1947863" y="96788"/>
                  <a:pt x="1961269" y="89157"/>
                  <a:pt x="1981929" y="79631"/>
                </a:cubicBezTo>
                <a:lnTo>
                  <a:pt x="1981929" y="70204"/>
                </a:lnTo>
                <a:cubicBezTo>
                  <a:pt x="1981929" y="63117"/>
                  <a:pt x="1981545" y="58654"/>
                  <a:pt x="1980776" y="56815"/>
                </a:cubicBezTo>
                <a:cubicBezTo>
                  <a:pt x="1980007" y="54976"/>
                  <a:pt x="1978553" y="53372"/>
                  <a:pt x="1976413" y="52001"/>
                </a:cubicBezTo>
                <a:cubicBezTo>
                  <a:pt x="1974273" y="50631"/>
                  <a:pt x="1971866" y="49945"/>
                  <a:pt x="1969192" y="49945"/>
                </a:cubicBezTo>
                <a:cubicBezTo>
                  <a:pt x="1964846" y="49945"/>
                  <a:pt x="1961269" y="50915"/>
                  <a:pt x="1958461" y="52854"/>
                </a:cubicBezTo>
                <a:cubicBezTo>
                  <a:pt x="1956722" y="54057"/>
                  <a:pt x="1955853" y="55461"/>
                  <a:pt x="1955853" y="57066"/>
                </a:cubicBezTo>
                <a:cubicBezTo>
                  <a:pt x="1955853" y="58470"/>
                  <a:pt x="1956789" y="60208"/>
                  <a:pt x="1958661" y="62281"/>
                </a:cubicBezTo>
                <a:cubicBezTo>
                  <a:pt x="1961202" y="65156"/>
                  <a:pt x="1962472" y="67931"/>
                  <a:pt x="1962472" y="70605"/>
                </a:cubicBezTo>
                <a:cubicBezTo>
                  <a:pt x="1962472" y="73881"/>
                  <a:pt x="1961252" y="76673"/>
                  <a:pt x="1958812" y="78980"/>
                </a:cubicBezTo>
                <a:cubicBezTo>
                  <a:pt x="1956371" y="81286"/>
                  <a:pt x="1953179" y="82440"/>
                  <a:pt x="1949234" y="82440"/>
                </a:cubicBezTo>
                <a:cubicBezTo>
                  <a:pt x="1945022" y="82440"/>
                  <a:pt x="1941495" y="81169"/>
                  <a:pt x="1938653" y="78629"/>
                </a:cubicBezTo>
                <a:cubicBezTo>
                  <a:pt x="1935812" y="76088"/>
                  <a:pt x="1934391" y="73113"/>
                  <a:pt x="1934391" y="69703"/>
                </a:cubicBezTo>
                <a:cubicBezTo>
                  <a:pt x="1934391" y="64889"/>
                  <a:pt x="1936296" y="60292"/>
                  <a:pt x="1940107" y="55913"/>
                </a:cubicBezTo>
                <a:cubicBezTo>
                  <a:pt x="1943919" y="51533"/>
                  <a:pt x="1949234" y="48173"/>
                  <a:pt x="1956054" y="45833"/>
                </a:cubicBezTo>
                <a:cubicBezTo>
                  <a:pt x="1962874" y="43493"/>
                  <a:pt x="1969961" y="42323"/>
                  <a:pt x="1977316" y="42323"/>
                </a:cubicBezTo>
                <a:cubicBezTo>
                  <a:pt x="1986208" y="42323"/>
                  <a:pt x="1993245" y="44217"/>
                  <a:pt x="1998427" y="48005"/>
                </a:cubicBezTo>
                <a:cubicBezTo>
                  <a:pt x="2003609" y="51791"/>
                  <a:pt x="2006968" y="55896"/>
                  <a:pt x="2008506" y="60319"/>
                </a:cubicBezTo>
                <a:cubicBezTo>
                  <a:pt x="2009442" y="63134"/>
                  <a:pt x="2009910" y="69600"/>
                  <a:pt x="2009910" y="79719"/>
                </a:cubicBezTo>
                <a:lnTo>
                  <a:pt x="2009910" y="116210"/>
                </a:lnTo>
                <a:cubicBezTo>
                  <a:pt x="2009910" y="120499"/>
                  <a:pt x="2010078" y="123198"/>
                  <a:pt x="2010412" y="124305"/>
                </a:cubicBezTo>
                <a:cubicBezTo>
                  <a:pt x="2010746" y="125410"/>
                  <a:pt x="2011248" y="126232"/>
                  <a:pt x="2011916" y="126769"/>
                </a:cubicBezTo>
                <a:cubicBezTo>
                  <a:pt x="2012585" y="127303"/>
                  <a:pt x="2013354" y="127571"/>
                  <a:pt x="2014223" y="127571"/>
                </a:cubicBezTo>
                <a:cubicBezTo>
                  <a:pt x="2015961" y="127571"/>
                  <a:pt x="2017733" y="126334"/>
                  <a:pt x="2019538" y="123860"/>
                </a:cubicBezTo>
                <a:lnTo>
                  <a:pt x="2022547" y="126267"/>
                </a:lnTo>
                <a:cubicBezTo>
                  <a:pt x="2019204" y="131215"/>
                  <a:pt x="2015744" y="134809"/>
                  <a:pt x="2012167" y="137048"/>
                </a:cubicBezTo>
                <a:cubicBezTo>
                  <a:pt x="2008590" y="139288"/>
                  <a:pt x="2004528" y="140408"/>
                  <a:pt x="1999982" y="140408"/>
                </a:cubicBezTo>
                <a:cubicBezTo>
                  <a:pt x="1994633" y="140408"/>
                  <a:pt x="1990454" y="139146"/>
                  <a:pt x="1987445" y="136622"/>
                </a:cubicBezTo>
                <a:cubicBezTo>
                  <a:pt x="1984436" y="134098"/>
                  <a:pt x="1982598" y="130279"/>
                  <a:pt x="1981929" y="125164"/>
                </a:cubicBezTo>
                <a:moveTo>
                  <a:pt x="1981929" y="117742"/>
                </a:moveTo>
                <a:lnTo>
                  <a:pt x="1981929" y="86370"/>
                </a:lnTo>
                <a:cubicBezTo>
                  <a:pt x="1973839" y="91140"/>
                  <a:pt x="1967821" y="96246"/>
                  <a:pt x="1963877" y="101689"/>
                </a:cubicBezTo>
                <a:cubicBezTo>
                  <a:pt x="1961269" y="105317"/>
                  <a:pt x="1959965" y="108978"/>
                  <a:pt x="1959965" y="112674"/>
                </a:cubicBezTo>
                <a:cubicBezTo>
                  <a:pt x="1959965" y="115765"/>
                  <a:pt x="1961068" y="118486"/>
                  <a:pt x="1963275" y="120839"/>
                </a:cubicBezTo>
                <a:cubicBezTo>
                  <a:pt x="1964946" y="122652"/>
                  <a:pt x="1967286" y="123559"/>
                  <a:pt x="1970295" y="123559"/>
                </a:cubicBezTo>
                <a:cubicBezTo>
                  <a:pt x="1973638" y="123559"/>
                  <a:pt x="1977516" y="121620"/>
                  <a:pt x="1981929" y="117742"/>
                </a:cubicBezTo>
                <a:close/>
                <a:moveTo>
                  <a:pt x="2070085" y="10631"/>
                </a:moveTo>
                <a:lnTo>
                  <a:pt x="2070085" y="45131"/>
                </a:lnTo>
                <a:lnTo>
                  <a:pt x="2092350" y="45131"/>
                </a:lnTo>
                <a:lnTo>
                  <a:pt x="2092350" y="54960"/>
                </a:lnTo>
                <a:lnTo>
                  <a:pt x="2070085" y="54960"/>
                </a:lnTo>
                <a:lnTo>
                  <a:pt x="2070085" y="112985"/>
                </a:lnTo>
                <a:cubicBezTo>
                  <a:pt x="2070085" y="118415"/>
                  <a:pt x="2070336" y="121918"/>
                  <a:pt x="2070837" y="123493"/>
                </a:cubicBezTo>
                <a:cubicBezTo>
                  <a:pt x="2071339" y="125069"/>
                  <a:pt x="2072225" y="126343"/>
                  <a:pt x="2073495" y="127317"/>
                </a:cubicBezTo>
                <a:cubicBezTo>
                  <a:pt x="2074765" y="128289"/>
                  <a:pt x="2075935" y="128774"/>
                  <a:pt x="2077005" y="128774"/>
                </a:cubicBezTo>
                <a:cubicBezTo>
                  <a:pt x="2081351" y="128774"/>
                  <a:pt x="2085463" y="125431"/>
                  <a:pt x="2089341" y="118745"/>
                </a:cubicBezTo>
                <a:lnTo>
                  <a:pt x="2092350" y="120974"/>
                </a:lnTo>
                <a:cubicBezTo>
                  <a:pt x="2086934" y="133930"/>
                  <a:pt x="2078142" y="140408"/>
                  <a:pt x="2065973" y="140408"/>
                </a:cubicBezTo>
                <a:cubicBezTo>
                  <a:pt x="2060022" y="140408"/>
                  <a:pt x="2054991" y="138748"/>
                  <a:pt x="2050879" y="135428"/>
                </a:cubicBezTo>
                <a:cubicBezTo>
                  <a:pt x="2046767" y="132106"/>
                  <a:pt x="2044143" y="128398"/>
                  <a:pt x="2043006" y="124305"/>
                </a:cubicBezTo>
                <a:cubicBezTo>
                  <a:pt x="2042338" y="122023"/>
                  <a:pt x="2042003" y="115850"/>
                  <a:pt x="2042003" y="105786"/>
                </a:cubicBezTo>
                <a:lnTo>
                  <a:pt x="2042003" y="54960"/>
                </a:lnTo>
                <a:lnTo>
                  <a:pt x="2029768" y="54960"/>
                </a:lnTo>
                <a:lnTo>
                  <a:pt x="2029768" y="51440"/>
                </a:lnTo>
                <a:cubicBezTo>
                  <a:pt x="2038192" y="45477"/>
                  <a:pt x="2045363" y="39212"/>
                  <a:pt x="2051280" y="32645"/>
                </a:cubicBezTo>
                <a:cubicBezTo>
                  <a:pt x="2057198" y="26078"/>
                  <a:pt x="2062363" y="18740"/>
                  <a:pt x="2066775" y="10631"/>
                </a:cubicBezTo>
                <a:lnTo>
                  <a:pt x="2070085" y="10631"/>
                </a:lnTo>
                <a:close/>
                <a:moveTo>
                  <a:pt x="2123840" y="0"/>
                </a:moveTo>
                <a:cubicBezTo>
                  <a:pt x="2128186" y="0"/>
                  <a:pt x="2131863" y="1526"/>
                  <a:pt x="2134872" y="4579"/>
                </a:cubicBezTo>
                <a:cubicBezTo>
                  <a:pt x="2137881" y="7629"/>
                  <a:pt x="2139385" y="11302"/>
                  <a:pt x="2139385" y="15595"/>
                </a:cubicBezTo>
                <a:cubicBezTo>
                  <a:pt x="2139385" y="19889"/>
                  <a:pt x="2137864" y="23546"/>
                  <a:pt x="2134822" y="26565"/>
                </a:cubicBezTo>
                <a:cubicBezTo>
                  <a:pt x="2131780" y="29582"/>
                  <a:pt x="2128119" y="31090"/>
                  <a:pt x="2123840" y="31090"/>
                </a:cubicBezTo>
                <a:cubicBezTo>
                  <a:pt x="2119561" y="31090"/>
                  <a:pt x="2115917" y="29582"/>
                  <a:pt x="2112908" y="26565"/>
                </a:cubicBezTo>
                <a:cubicBezTo>
                  <a:pt x="2109900" y="23546"/>
                  <a:pt x="2108395" y="19889"/>
                  <a:pt x="2108395" y="15595"/>
                </a:cubicBezTo>
                <a:cubicBezTo>
                  <a:pt x="2108395" y="11302"/>
                  <a:pt x="2109900" y="7629"/>
                  <a:pt x="2112908" y="4579"/>
                </a:cubicBezTo>
                <a:cubicBezTo>
                  <a:pt x="2115917" y="1526"/>
                  <a:pt x="2119561" y="0"/>
                  <a:pt x="2123840" y="0"/>
                </a:cubicBezTo>
                <a:moveTo>
                  <a:pt x="2137881" y="45131"/>
                </a:moveTo>
                <a:lnTo>
                  <a:pt x="2137881" y="119548"/>
                </a:lnTo>
                <a:cubicBezTo>
                  <a:pt x="2137881" y="126167"/>
                  <a:pt x="2138650" y="130396"/>
                  <a:pt x="2140188" y="132234"/>
                </a:cubicBezTo>
                <a:cubicBezTo>
                  <a:pt x="2141725" y="134073"/>
                  <a:pt x="2144734" y="135126"/>
                  <a:pt x="2149214" y="135394"/>
                </a:cubicBezTo>
                <a:lnTo>
                  <a:pt x="2149214" y="139004"/>
                </a:lnTo>
                <a:lnTo>
                  <a:pt x="2098567" y="139004"/>
                </a:lnTo>
                <a:lnTo>
                  <a:pt x="2098567" y="135394"/>
                </a:lnTo>
                <a:cubicBezTo>
                  <a:pt x="2102712" y="135260"/>
                  <a:pt x="2105788" y="134056"/>
                  <a:pt x="2107793" y="131783"/>
                </a:cubicBezTo>
                <a:cubicBezTo>
                  <a:pt x="2109131" y="130245"/>
                  <a:pt x="2109799" y="126167"/>
                  <a:pt x="2109799" y="119548"/>
                </a:cubicBezTo>
                <a:lnTo>
                  <a:pt x="2109799" y="64788"/>
                </a:lnTo>
                <a:cubicBezTo>
                  <a:pt x="2109799" y="58086"/>
                  <a:pt x="2109030" y="53803"/>
                  <a:pt x="2107493" y="51942"/>
                </a:cubicBezTo>
                <a:cubicBezTo>
                  <a:pt x="2105955" y="50080"/>
                  <a:pt x="2102979" y="49013"/>
                  <a:pt x="2098567" y="48742"/>
                </a:cubicBezTo>
                <a:lnTo>
                  <a:pt x="2098567" y="45131"/>
                </a:lnTo>
                <a:lnTo>
                  <a:pt x="2137881" y="45131"/>
                </a:lnTo>
                <a:close/>
                <a:moveTo>
                  <a:pt x="2196686" y="45131"/>
                </a:moveTo>
                <a:lnTo>
                  <a:pt x="2196686" y="57367"/>
                </a:lnTo>
                <a:cubicBezTo>
                  <a:pt x="2201500" y="52116"/>
                  <a:pt x="2206114" y="48297"/>
                  <a:pt x="2210526" y="45908"/>
                </a:cubicBezTo>
                <a:cubicBezTo>
                  <a:pt x="2214939" y="43518"/>
                  <a:pt x="2219686" y="42323"/>
                  <a:pt x="2224768" y="42323"/>
                </a:cubicBezTo>
                <a:cubicBezTo>
                  <a:pt x="2230852" y="42323"/>
                  <a:pt x="2235900" y="44013"/>
                  <a:pt x="2239912" y="47394"/>
                </a:cubicBezTo>
                <a:cubicBezTo>
                  <a:pt x="2243924" y="50775"/>
                  <a:pt x="2246598" y="54975"/>
                  <a:pt x="2247935" y="59996"/>
                </a:cubicBezTo>
                <a:cubicBezTo>
                  <a:pt x="2249005" y="63814"/>
                  <a:pt x="2249540" y="71145"/>
                  <a:pt x="2249540" y="81991"/>
                </a:cubicBezTo>
                <a:lnTo>
                  <a:pt x="2249540" y="118545"/>
                </a:lnTo>
                <a:cubicBezTo>
                  <a:pt x="2249540" y="125766"/>
                  <a:pt x="2250192" y="130262"/>
                  <a:pt x="2251496" y="132034"/>
                </a:cubicBezTo>
                <a:cubicBezTo>
                  <a:pt x="2252799" y="133806"/>
                  <a:pt x="2255524" y="134926"/>
                  <a:pt x="2259669" y="135394"/>
                </a:cubicBezTo>
                <a:lnTo>
                  <a:pt x="2259669" y="139004"/>
                </a:lnTo>
                <a:lnTo>
                  <a:pt x="2212231" y="139004"/>
                </a:lnTo>
                <a:lnTo>
                  <a:pt x="2212231" y="135394"/>
                </a:lnTo>
                <a:cubicBezTo>
                  <a:pt x="2215775" y="134926"/>
                  <a:pt x="2218316" y="133455"/>
                  <a:pt x="2219854" y="130981"/>
                </a:cubicBezTo>
                <a:cubicBezTo>
                  <a:pt x="2220923" y="129309"/>
                  <a:pt x="2221458" y="125164"/>
                  <a:pt x="2221458" y="118545"/>
                </a:cubicBezTo>
                <a:lnTo>
                  <a:pt x="2221458" y="76823"/>
                </a:lnTo>
                <a:cubicBezTo>
                  <a:pt x="2221458" y="69134"/>
                  <a:pt x="2221157" y="64287"/>
                  <a:pt x="2220556" y="62281"/>
                </a:cubicBezTo>
                <a:cubicBezTo>
                  <a:pt x="2219954" y="60275"/>
                  <a:pt x="2218934" y="58721"/>
                  <a:pt x="2217497" y="57617"/>
                </a:cubicBezTo>
                <a:cubicBezTo>
                  <a:pt x="2216059" y="56514"/>
                  <a:pt x="2214471" y="55963"/>
                  <a:pt x="2212733" y="55963"/>
                </a:cubicBezTo>
                <a:cubicBezTo>
                  <a:pt x="2206983" y="55963"/>
                  <a:pt x="2201634" y="60108"/>
                  <a:pt x="2196686" y="68399"/>
                </a:cubicBezTo>
                <a:lnTo>
                  <a:pt x="2196686" y="118545"/>
                </a:lnTo>
                <a:cubicBezTo>
                  <a:pt x="2196686" y="125565"/>
                  <a:pt x="2197338" y="130011"/>
                  <a:pt x="2198642" y="131883"/>
                </a:cubicBezTo>
                <a:cubicBezTo>
                  <a:pt x="2199946" y="133755"/>
                  <a:pt x="2202369" y="134926"/>
                  <a:pt x="2205913" y="135394"/>
                </a:cubicBezTo>
                <a:lnTo>
                  <a:pt x="2205913" y="139004"/>
                </a:lnTo>
                <a:lnTo>
                  <a:pt x="2158475" y="139004"/>
                </a:lnTo>
                <a:lnTo>
                  <a:pt x="2158475" y="135394"/>
                </a:lnTo>
                <a:cubicBezTo>
                  <a:pt x="2162420" y="134992"/>
                  <a:pt x="2165228" y="133722"/>
                  <a:pt x="2166900" y="131583"/>
                </a:cubicBezTo>
                <a:cubicBezTo>
                  <a:pt x="2168036" y="130112"/>
                  <a:pt x="2168605" y="125766"/>
                  <a:pt x="2168605" y="118545"/>
                </a:cubicBezTo>
                <a:lnTo>
                  <a:pt x="2168605" y="65591"/>
                </a:lnTo>
                <a:cubicBezTo>
                  <a:pt x="2168605" y="58418"/>
                  <a:pt x="2167953" y="53952"/>
                  <a:pt x="2166649" y="52192"/>
                </a:cubicBezTo>
                <a:cubicBezTo>
                  <a:pt x="2165345" y="50433"/>
                  <a:pt x="2162620" y="49283"/>
                  <a:pt x="2158475" y="48742"/>
                </a:cubicBezTo>
                <a:lnTo>
                  <a:pt x="2158475" y="45131"/>
                </a:lnTo>
                <a:lnTo>
                  <a:pt x="2196686" y="45131"/>
                </a:lnTo>
                <a:close/>
                <a:moveTo>
                  <a:pt x="2332750" y="46335"/>
                </a:moveTo>
                <a:lnTo>
                  <a:pt x="2364342" y="46335"/>
                </a:lnTo>
                <a:lnTo>
                  <a:pt x="2364342" y="57367"/>
                </a:lnTo>
                <a:lnTo>
                  <a:pt x="2346390" y="57367"/>
                </a:lnTo>
                <a:cubicBezTo>
                  <a:pt x="2349666" y="60643"/>
                  <a:pt x="2351939" y="63618"/>
                  <a:pt x="2353210" y="66293"/>
                </a:cubicBezTo>
                <a:cubicBezTo>
                  <a:pt x="2354814" y="69903"/>
                  <a:pt x="2355617" y="73681"/>
                  <a:pt x="2355617" y="77626"/>
                </a:cubicBezTo>
                <a:cubicBezTo>
                  <a:pt x="2355617" y="84312"/>
                  <a:pt x="2353761" y="90112"/>
                  <a:pt x="2350051" y="95026"/>
                </a:cubicBezTo>
                <a:cubicBezTo>
                  <a:pt x="2346340" y="99941"/>
                  <a:pt x="2341292" y="103785"/>
                  <a:pt x="2334907" y="106560"/>
                </a:cubicBezTo>
                <a:cubicBezTo>
                  <a:pt x="2328521" y="109335"/>
                  <a:pt x="2322855" y="110722"/>
                  <a:pt x="2317907" y="110722"/>
                </a:cubicBezTo>
                <a:cubicBezTo>
                  <a:pt x="2317506" y="110722"/>
                  <a:pt x="2313494" y="110555"/>
                  <a:pt x="2305872" y="110220"/>
                </a:cubicBezTo>
                <a:cubicBezTo>
                  <a:pt x="2302863" y="110220"/>
                  <a:pt x="2300339" y="111201"/>
                  <a:pt x="2298300" y="113163"/>
                </a:cubicBezTo>
                <a:cubicBezTo>
                  <a:pt x="2296261" y="115125"/>
                  <a:pt x="2295241" y="117469"/>
                  <a:pt x="2295241" y="120193"/>
                </a:cubicBezTo>
                <a:cubicBezTo>
                  <a:pt x="2295241" y="122588"/>
                  <a:pt x="2296161" y="124550"/>
                  <a:pt x="2297999" y="126079"/>
                </a:cubicBezTo>
                <a:cubicBezTo>
                  <a:pt x="2299838" y="127608"/>
                  <a:pt x="2302830" y="128373"/>
                  <a:pt x="2306975" y="128373"/>
                </a:cubicBezTo>
                <a:lnTo>
                  <a:pt x="2324326" y="128173"/>
                </a:lnTo>
                <a:cubicBezTo>
                  <a:pt x="2338367" y="128173"/>
                  <a:pt x="2348028" y="129714"/>
                  <a:pt x="2353310" y="132795"/>
                </a:cubicBezTo>
                <a:cubicBezTo>
                  <a:pt x="2360865" y="137081"/>
                  <a:pt x="2364643" y="143678"/>
                  <a:pt x="2364643" y="152587"/>
                </a:cubicBezTo>
                <a:cubicBezTo>
                  <a:pt x="2364643" y="158281"/>
                  <a:pt x="2362905" y="163455"/>
                  <a:pt x="2359428" y="168111"/>
                </a:cubicBezTo>
                <a:cubicBezTo>
                  <a:pt x="2355951" y="172766"/>
                  <a:pt x="2351371" y="176199"/>
                  <a:pt x="2345688" y="178409"/>
                </a:cubicBezTo>
                <a:cubicBezTo>
                  <a:pt x="2337063" y="181692"/>
                  <a:pt x="2327134" y="183333"/>
                  <a:pt x="2315901" y="183333"/>
                </a:cubicBezTo>
                <a:cubicBezTo>
                  <a:pt x="2307477" y="183333"/>
                  <a:pt x="2299788" y="182514"/>
                  <a:pt x="2292834" y="180876"/>
                </a:cubicBezTo>
                <a:cubicBezTo>
                  <a:pt x="2285881" y="179238"/>
                  <a:pt x="2280900" y="176963"/>
                  <a:pt x="2277891" y="174053"/>
                </a:cubicBezTo>
                <a:cubicBezTo>
                  <a:pt x="2274882" y="171144"/>
                  <a:pt x="2273378" y="168084"/>
                  <a:pt x="2273378" y="164873"/>
                </a:cubicBezTo>
                <a:cubicBezTo>
                  <a:pt x="2273378" y="161797"/>
                  <a:pt x="2274531" y="159038"/>
                  <a:pt x="2276838" y="156596"/>
                </a:cubicBezTo>
                <a:cubicBezTo>
                  <a:pt x="2279144" y="154155"/>
                  <a:pt x="2283440" y="152099"/>
                  <a:pt x="2289725" y="150428"/>
                </a:cubicBezTo>
                <a:cubicBezTo>
                  <a:pt x="2281033" y="146149"/>
                  <a:pt x="2276687" y="140199"/>
                  <a:pt x="2276687" y="132579"/>
                </a:cubicBezTo>
                <a:cubicBezTo>
                  <a:pt x="2276687" y="127966"/>
                  <a:pt x="2278459" y="123487"/>
                  <a:pt x="2282003" y="119143"/>
                </a:cubicBezTo>
                <a:cubicBezTo>
                  <a:pt x="2285546" y="114797"/>
                  <a:pt x="2291163" y="111020"/>
                  <a:pt x="2298852" y="107810"/>
                </a:cubicBezTo>
                <a:cubicBezTo>
                  <a:pt x="2289892" y="104530"/>
                  <a:pt x="2283407" y="100211"/>
                  <a:pt x="2279395" y="94854"/>
                </a:cubicBezTo>
                <a:cubicBezTo>
                  <a:pt x="2275384" y="89497"/>
                  <a:pt x="2273378" y="83303"/>
                  <a:pt x="2273378" y="76272"/>
                </a:cubicBezTo>
                <a:cubicBezTo>
                  <a:pt x="2273378" y="67099"/>
                  <a:pt x="2277122" y="59148"/>
                  <a:pt x="2284610" y="52418"/>
                </a:cubicBezTo>
                <a:cubicBezTo>
                  <a:pt x="2292099" y="45688"/>
                  <a:pt x="2301727" y="42323"/>
                  <a:pt x="2313494" y="42323"/>
                </a:cubicBezTo>
                <a:cubicBezTo>
                  <a:pt x="2319712" y="42323"/>
                  <a:pt x="2326131" y="43660"/>
                  <a:pt x="2332750" y="46335"/>
                </a:cubicBezTo>
                <a:moveTo>
                  <a:pt x="2315400" y="48742"/>
                </a:moveTo>
                <a:cubicBezTo>
                  <a:pt x="2311522" y="48742"/>
                  <a:pt x="2308246" y="50694"/>
                  <a:pt x="2305571" y="54599"/>
                </a:cubicBezTo>
                <a:cubicBezTo>
                  <a:pt x="2302897" y="58502"/>
                  <a:pt x="2301560" y="66595"/>
                  <a:pt x="2301560" y="78876"/>
                </a:cubicBezTo>
                <a:cubicBezTo>
                  <a:pt x="2301560" y="88820"/>
                  <a:pt x="2302880" y="95644"/>
                  <a:pt x="2305521" y="99348"/>
                </a:cubicBezTo>
                <a:cubicBezTo>
                  <a:pt x="2308162" y="103053"/>
                  <a:pt x="2311288" y="104905"/>
                  <a:pt x="2314898" y="104905"/>
                </a:cubicBezTo>
                <a:cubicBezTo>
                  <a:pt x="2318910" y="104905"/>
                  <a:pt x="2322253" y="103069"/>
                  <a:pt x="2324928" y="99398"/>
                </a:cubicBezTo>
                <a:cubicBezTo>
                  <a:pt x="2327602" y="95727"/>
                  <a:pt x="2328939" y="88586"/>
                  <a:pt x="2328939" y="77974"/>
                </a:cubicBezTo>
                <a:cubicBezTo>
                  <a:pt x="2328939" y="66028"/>
                  <a:pt x="2327435" y="57886"/>
                  <a:pt x="2324426" y="53546"/>
                </a:cubicBezTo>
                <a:cubicBezTo>
                  <a:pt x="2322287" y="50343"/>
                  <a:pt x="2319278" y="48742"/>
                  <a:pt x="2315400" y="48742"/>
                </a:cubicBezTo>
                <a:moveTo>
                  <a:pt x="2309483" y="152844"/>
                </a:moveTo>
                <a:cubicBezTo>
                  <a:pt x="2302663" y="152844"/>
                  <a:pt x="2298150" y="153411"/>
                  <a:pt x="2295943" y="154543"/>
                </a:cubicBezTo>
                <a:cubicBezTo>
                  <a:pt x="2292132" y="156605"/>
                  <a:pt x="2290227" y="159401"/>
                  <a:pt x="2290227" y="162930"/>
                </a:cubicBezTo>
                <a:cubicBezTo>
                  <a:pt x="2290227" y="166325"/>
                  <a:pt x="2292199" y="169404"/>
                  <a:pt x="2296144" y="172166"/>
                </a:cubicBezTo>
                <a:cubicBezTo>
                  <a:pt x="2300089" y="174930"/>
                  <a:pt x="2307510" y="176313"/>
                  <a:pt x="2318409" y="176313"/>
                </a:cubicBezTo>
                <a:cubicBezTo>
                  <a:pt x="2327702" y="176313"/>
                  <a:pt x="2335007" y="175081"/>
                  <a:pt x="2340322" y="172617"/>
                </a:cubicBezTo>
                <a:cubicBezTo>
                  <a:pt x="2345638" y="170154"/>
                  <a:pt x="2348296" y="166692"/>
                  <a:pt x="2348296" y="162231"/>
                </a:cubicBezTo>
                <a:cubicBezTo>
                  <a:pt x="2348296" y="160568"/>
                  <a:pt x="2347794" y="159170"/>
                  <a:pt x="2346791" y="158038"/>
                </a:cubicBezTo>
                <a:cubicBezTo>
                  <a:pt x="2344986" y="156040"/>
                  <a:pt x="2342261" y="154675"/>
                  <a:pt x="2338617" y="153941"/>
                </a:cubicBezTo>
                <a:cubicBezTo>
                  <a:pt x="2334973" y="153210"/>
                  <a:pt x="2325262" y="152844"/>
                  <a:pt x="2309483" y="152844"/>
                </a:cubicBezTo>
                <a:close/>
                <a:moveTo>
                  <a:pt x="2517587" y="92550"/>
                </a:moveTo>
                <a:lnTo>
                  <a:pt x="2554495" y="3009"/>
                </a:lnTo>
                <a:lnTo>
                  <a:pt x="2609856" y="3009"/>
                </a:lnTo>
                <a:lnTo>
                  <a:pt x="2609856" y="6619"/>
                </a:lnTo>
                <a:lnTo>
                  <a:pt x="2605443" y="6619"/>
                </a:lnTo>
                <a:cubicBezTo>
                  <a:pt x="2601431" y="6619"/>
                  <a:pt x="2598222" y="7332"/>
                  <a:pt x="2595815" y="8757"/>
                </a:cubicBezTo>
                <a:cubicBezTo>
                  <a:pt x="2594143" y="9707"/>
                  <a:pt x="2592806" y="11304"/>
                  <a:pt x="2591803" y="13546"/>
                </a:cubicBezTo>
                <a:cubicBezTo>
                  <a:pt x="2591068" y="15175"/>
                  <a:pt x="2590700" y="19419"/>
                  <a:pt x="2590700" y="26276"/>
                </a:cubicBezTo>
                <a:lnTo>
                  <a:pt x="2590700" y="115736"/>
                </a:lnTo>
                <a:cubicBezTo>
                  <a:pt x="2590700" y="122726"/>
                  <a:pt x="2591068" y="127094"/>
                  <a:pt x="2591803" y="128843"/>
                </a:cubicBezTo>
                <a:cubicBezTo>
                  <a:pt x="2592539" y="130590"/>
                  <a:pt x="2594043" y="132118"/>
                  <a:pt x="2596316" y="133429"/>
                </a:cubicBezTo>
                <a:cubicBezTo>
                  <a:pt x="2598589" y="134739"/>
                  <a:pt x="2601632" y="135394"/>
                  <a:pt x="2605443" y="135394"/>
                </a:cubicBezTo>
                <a:lnTo>
                  <a:pt x="2609856" y="135394"/>
                </a:lnTo>
                <a:lnTo>
                  <a:pt x="2609856" y="139004"/>
                </a:lnTo>
                <a:lnTo>
                  <a:pt x="2538849" y="139004"/>
                </a:lnTo>
                <a:lnTo>
                  <a:pt x="2538849" y="135394"/>
                </a:lnTo>
                <a:lnTo>
                  <a:pt x="2543262" y="135394"/>
                </a:lnTo>
                <a:cubicBezTo>
                  <a:pt x="2547274" y="135394"/>
                  <a:pt x="2550483" y="134688"/>
                  <a:pt x="2552890" y="133278"/>
                </a:cubicBezTo>
                <a:cubicBezTo>
                  <a:pt x="2554562" y="132336"/>
                  <a:pt x="2555899" y="130723"/>
                  <a:pt x="2556902" y="128439"/>
                </a:cubicBezTo>
                <a:cubicBezTo>
                  <a:pt x="2557637" y="126826"/>
                  <a:pt x="2558005" y="122592"/>
                  <a:pt x="2558005" y="115736"/>
                </a:cubicBezTo>
                <a:lnTo>
                  <a:pt x="2558005" y="14943"/>
                </a:lnTo>
                <a:lnTo>
                  <a:pt x="2505853" y="139004"/>
                </a:lnTo>
                <a:lnTo>
                  <a:pt x="2503446" y="139004"/>
                </a:lnTo>
                <a:lnTo>
                  <a:pt x="2450492" y="15746"/>
                </a:lnTo>
                <a:lnTo>
                  <a:pt x="2450492" y="111524"/>
                </a:lnTo>
                <a:cubicBezTo>
                  <a:pt x="2450492" y="118267"/>
                  <a:pt x="2450659" y="122413"/>
                  <a:pt x="2450994" y="123963"/>
                </a:cubicBezTo>
                <a:cubicBezTo>
                  <a:pt x="2451863" y="127336"/>
                  <a:pt x="2453752" y="130084"/>
                  <a:pt x="2456660" y="132209"/>
                </a:cubicBezTo>
                <a:cubicBezTo>
                  <a:pt x="2459569" y="134332"/>
                  <a:pt x="2464132" y="135394"/>
                  <a:pt x="2470350" y="135394"/>
                </a:cubicBezTo>
                <a:lnTo>
                  <a:pt x="2470350" y="139004"/>
                </a:lnTo>
                <a:lnTo>
                  <a:pt x="2423815" y="139004"/>
                </a:lnTo>
                <a:lnTo>
                  <a:pt x="2423815" y="135394"/>
                </a:lnTo>
                <a:lnTo>
                  <a:pt x="2425219" y="135394"/>
                </a:lnTo>
                <a:cubicBezTo>
                  <a:pt x="2428228" y="135460"/>
                  <a:pt x="2431036" y="134969"/>
                  <a:pt x="2433643" y="133921"/>
                </a:cubicBezTo>
                <a:cubicBezTo>
                  <a:pt x="2436251" y="132872"/>
                  <a:pt x="2438223" y="131467"/>
                  <a:pt x="2439561" y="129705"/>
                </a:cubicBezTo>
                <a:cubicBezTo>
                  <a:pt x="2440898" y="127944"/>
                  <a:pt x="2441934" y="125471"/>
                  <a:pt x="2442670" y="122287"/>
                </a:cubicBezTo>
                <a:cubicBezTo>
                  <a:pt x="2442803" y="121543"/>
                  <a:pt x="2442870" y="118089"/>
                  <a:pt x="2442870" y="111925"/>
                </a:cubicBezTo>
                <a:lnTo>
                  <a:pt x="2442870" y="26276"/>
                </a:lnTo>
                <a:cubicBezTo>
                  <a:pt x="2442870" y="19283"/>
                  <a:pt x="2442502" y="14920"/>
                  <a:pt x="2441767" y="13188"/>
                </a:cubicBezTo>
                <a:cubicBezTo>
                  <a:pt x="2441031" y="11456"/>
                  <a:pt x="2439527" y="9929"/>
                  <a:pt x="2437254" y="8606"/>
                </a:cubicBezTo>
                <a:cubicBezTo>
                  <a:pt x="2434981" y="7282"/>
                  <a:pt x="2431938" y="6619"/>
                  <a:pt x="2428127" y="6619"/>
                </a:cubicBezTo>
                <a:lnTo>
                  <a:pt x="2423815" y="6619"/>
                </a:lnTo>
                <a:lnTo>
                  <a:pt x="2423815" y="3009"/>
                </a:lnTo>
                <a:lnTo>
                  <a:pt x="2479376" y="3009"/>
                </a:lnTo>
                <a:lnTo>
                  <a:pt x="2517587" y="92550"/>
                </a:lnTo>
                <a:close/>
                <a:moveTo>
                  <a:pt x="2664747" y="42323"/>
                </a:moveTo>
                <a:cubicBezTo>
                  <a:pt x="2672904" y="42323"/>
                  <a:pt x="2680493" y="44431"/>
                  <a:pt x="2687513" y="48648"/>
                </a:cubicBezTo>
                <a:cubicBezTo>
                  <a:pt x="2694534" y="52864"/>
                  <a:pt x="2699866" y="58854"/>
                  <a:pt x="2703510" y="66619"/>
                </a:cubicBezTo>
                <a:cubicBezTo>
                  <a:pt x="2707154" y="74383"/>
                  <a:pt x="2708976" y="82883"/>
                  <a:pt x="2708976" y="92118"/>
                </a:cubicBezTo>
                <a:cubicBezTo>
                  <a:pt x="2708976" y="105436"/>
                  <a:pt x="2705599" y="116580"/>
                  <a:pt x="2698846" y="125549"/>
                </a:cubicBezTo>
                <a:cubicBezTo>
                  <a:pt x="2690689" y="136391"/>
                  <a:pt x="2679423" y="141812"/>
                  <a:pt x="2665048" y="141812"/>
                </a:cubicBezTo>
                <a:cubicBezTo>
                  <a:pt x="2650940" y="141812"/>
                  <a:pt x="2640075" y="136859"/>
                  <a:pt x="2632453" y="126953"/>
                </a:cubicBezTo>
                <a:cubicBezTo>
                  <a:pt x="2624831" y="117048"/>
                  <a:pt x="2621020" y="105569"/>
                  <a:pt x="2621020" y="92519"/>
                </a:cubicBezTo>
                <a:cubicBezTo>
                  <a:pt x="2621020" y="79067"/>
                  <a:pt x="2624915" y="67338"/>
                  <a:pt x="2632704" y="57332"/>
                </a:cubicBezTo>
                <a:cubicBezTo>
                  <a:pt x="2640493" y="47326"/>
                  <a:pt x="2651174" y="42323"/>
                  <a:pt x="2664747" y="42323"/>
                </a:cubicBezTo>
                <a:moveTo>
                  <a:pt x="2665148" y="49343"/>
                </a:moveTo>
                <a:cubicBezTo>
                  <a:pt x="2661738" y="49343"/>
                  <a:pt x="2658813" y="50633"/>
                  <a:pt x="2656373" y="53211"/>
                </a:cubicBezTo>
                <a:cubicBezTo>
                  <a:pt x="2653932" y="55787"/>
                  <a:pt x="2652328" y="60874"/>
                  <a:pt x="2651559" y="68471"/>
                </a:cubicBezTo>
                <a:cubicBezTo>
                  <a:pt x="2650790" y="76068"/>
                  <a:pt x="2650405" y="86628"/>
                  <a:pt x="2650405" y="100151"/>
                </a:cubicBezTo>
                <a:cubicBezTo>
                  <a:pt x="2650405" y="107313"/>
                  <a:pt x="2650873" y="114007"/>
                  <a:pt x="2651810" y="120234"/>
                </a:cubicBezTo>
                <a:cubicBezTo>
                  <a:pt x="2652545" y="124985"/>
                  <a:pt x="2654116" y="128600"/>
                  <a:pt x="2656523" y="131078"/>
                </a:cubicBezTo>
                <a:cubicBezTo>
                  <a:pt x="2658930" y="133554"/>
                  <a:pt x="2661672" y="134792"/>
                  <a:pt x="2664747" y="134792"/>
                </a:cubicBezTo>
                <a:cubicBezTo>
                  <a:pt x="2667756" y="134792"/>
                  <a:pt x="2670263" y="133955"/>
                  <a:pt x="2672269" y="132281"/>
                </a:cubicBezTo>
                <a:cubicBezTo>
                  <a:pt x="2674877" y="130006"/>
                  <a:pt x="2676615" y="126826"/>
                  <a:pt x="2677484" y="122741"/>
                </a:cubicBezTo>
                <a:cubicBezTo>
                  <a:pt x="2678821" y="116383"/>
                  <a:pt x="2679490" y="103531"/>
                  <a:pt x="2679490" y="84185"/>
                </a:cubicBezTo>
                <a:cubicBezTo>
                  <a:pt x="2679490" y="72806"/>
                  <a:pt x="2678855" y="64992"/>
                  <a:pt x="2677584" y="60742"/>
                </a:cubicBezTo>
                <a:cubicBezTo>
                  <a:pt x="2676314" y="56490"/>
                  <a:pt x="2674442" y="53394"/>
                  <a:pt x="2671968" y="51453"/>
                </a:cubicBezTo>
                <a:cubicBezTo>
                  <a:pt x="2670230" y="50047"/>
                  <a:pt x="2667956" y="49343"/>
                  <a:pt x="2665148" y="49343"/>
                </a:cubicBezTo>
                <a:close/>
                <a:moveTo>
                  <a:pt x="2814382" y="3009"/>
                </a:moveTo>
                <a:lnTo>
                  <a:pt x="2814382" y="110922"/>
                </a:lnTo>
                <a:cubicBezTo>
                  <a:pt x="2814382" y="118137"/>
                  <a:pt x="2814582" y="122406"/>
                  <a:pt x="2814984" y="123728"/>
                </a:cubicBezTo>
                <a:cubicBezTo>
                  <a:pt x="2815519" y="125914"/>
                  <a:pt x="2816538" y="127536"/>
                  <a:pt x="2818043" y="128596"/>
                </a:cubicBezTo>
                <a:cubicBezTo>
                  <a:pt x="2819547" y="129653"/>
                  <a:pt x="2822171" y="130314"/>
                  <a:pt x="2825915" y="130580"/>
                </a:cubicBezTo>
                <a:lnTo>
                  <a:pt x="2825915" y="134190"/>
                </a:lnTo>
                <a:lnTo>
                  <a:pt x="2786300" y="141812"/>
                </a:lnTo>
                <a:lnTo>
                  <a:pt x="2786300" y="126969"/>
                </a:lnTo>
                <a:cubicBezTo>
                  <a:pt x="2781553" y="132719"/>
                  <a:pt x="2777324" y="136631"/>
                  <a:pt x="2773613" y="138703"/>
                </a:cubicBezTo>
                <a:cubicBezTo>
                  <a:pt x="2769903" y="140776"/>
                  <a:pt x="2765707" y="141812"/>
                  <a:pt x="2761027" y="141812"/>
                </a:cubicBezTo>
                <a:cubicBezTo>
                  <a:pt x="2749059" y="141812"/>
                  <a:pt x="2739598" y="136458"/>
                  <a:pt x="2732644" y="125750"/>
                </a:cubicBezTo>
                <a:cubicBezTo>
                  <a:pt x="2727028" y="117050"/>
                  <a:pt x="2724220" y="106375"/>
                  <a:pt x="2724220" y="93726"/>
                </a:cubicBezTo>
                <a:cubicBezTo>
                  <a:pt x="2724220" y="83619"/>
                  <a:pt x="2725958" y="74567"/>
                  <a:pt x="2729435" y="66569"/>
                </a:cubicBezTo>
                <a:cubicBezTo>
                  <a:pt x="2732912" y="58570"/>
                  <a:pt x="2737676" y="52530"/>
                  <a:pt x="2743726" y="48447"/>
                </a:cubicBezTo>
                <a:cubicBezTo>
                  <a:pt x="2749777" y="44364"/>
                  <a:pt x="2756280" y="42323"/>
                  <a:pt x="2763233" y="42323"/>
                </a:cubicBezTo>
                <a:cubicBezTo>
                  <a:pt x="2767713" y="42323"/>
                  <a:pt x="2771691" y="43200"/>
                  <a:pt x="2775168" y="44953"/>
                </a:cubicBezTo>
                <a:cubicBezTo>
                  <a:pt x="2778645" y="46706"/>
                  <a:pt x="2782355" y="49774"/>
                  <a:pt x="2786300" y="54157"/>
                </a:cubicBezTo>
                <a:lnTo>
                  <a:pt x="2786300" y="25875"/>
                </a:lnTo>
                <a:cubicBezTo>
                  <a:pt x="2786300" y="18721"/>
                  <a:pt x="2785999" y="14409"/>
                  <a:pt x="2785398" y="12938"/>
                </a:cubicBezTo>
                <a:cubicBezTo>
                  <a:pt x="2784595" y="10999"/>
                  <a:pt x="2783392" y="9561"/>
                  <a:pt x="2781787" y="8625"/>
                </a:cubicBezTo>
                <a:cubicBezTo>
                  <a:pt x="2780182" y="7689"/>
                  <a:pt x="2777174" y="7221"/>
                  <a:pt x="2772761" y="7221"/>
                </a:cubicBezTo>
                <a:lnTo>
                  <a:pt x="2772761" y="3009"/>
                </a:lnTo>
                <a:lnTo>
                  <a:pt x="2814382" y="3009"/>
                </a:lnTo>
                <a:moveTo>
                  <a:pt x="2786300" y="66393"/>
                </a:moveTo>
                <a:cubicBezTo>
                  <a:pt x="2781353" y="57032"/>
                  <a:pt x="2775302" y="52352"/>
                  <a:pt x="2768147" y="52352"/>
                </a:cubicBezTo>
                <a:cubicBezTo>
                  <a:pt x="2765674" y="52352"/>
                  <a:pt x="2763634" y="53021"/>
                  <a:pt x="2762030" y="54358"/>
                </a:cubicBezTo>
                <a:cubicBezTo>
                  <a:pt x="2759556" y="56431"/>
                  <a:pt x="2757533" y="60075"/>
                  <a:pt x="2755962" y="65290"/>
                </a:cubicBezTo>
                <a:cubicBezTo>
                  <a:pt x="2754391" y="70505"/>
                  <a:pt x="2753605" y="78495"/>
                  <a:pt x="2753605" y="89259"/>
                </a:cubicBezTo>
                <a:cubicBezTo>
                  <a:pt x="2753605" y="101094"/>
                  <a:pt x="2754474" y="109853"/>
                  <a:pt x="2756213" y="115536"/>
                </a:cubicBezTo>
                <a:cubicBezTo>
                  <a:pt x="2757951" y="121219"/>
                  <a:pt x="2760325" y="125331"/>
                  <a:pt x="2763333" y="127872"/>
                </a:cubicBezTo>
                <a:cubicBezTo>
                  <a:pt x="2764871" y="129142"/>
                  <a:pt x="2766977" y="129777"/>
                  <a:pt x="2769652" y="129777"/>
                </a:cubicBezTo>
                <a:cubicBezTo>
                  <a:pt x="2775536" y="129777"/>
                  <a:pt x="2781085" y="125149"/>
                  <a:pt x="2786300" y="115893"/>
                </a:cubicBezTo>
                <a:lnTo>
                  <a:pt x="2786300" y="66393"/>
                </a:lnTo>
                <a:close/>
                <a:moveTo>
                  <a:pt x="2927981" y="45131"/>
                </a:moveTo>
                <a:lnTo>
                  <a:pt x="2927981" y="118545"/>
                </a:lnTo>
                <a:cubicBezTo>
                  <a:pt x="2927981" y="125743"/>
                  <a:pt x="2928649" y="130233"/>
                  <a:pt x="2929987" y="132015"/>
                </a:cubicBezTo>
                <a:cubicBezTo>
                  <a:pt x="2931324" y="133797"/>
                  <a:pt x="2934032" y="134923"/>
                  <a:pt x="2938110" y="135394"/>
                </a:cubicBezTo>
                <a:lnTo>
                  <a:pt x="2938110" y="139004"/>
                </a:lnTo>
                <a:lnTo>
                  <a:pt x="2899899" y="139004"/>
                </a:lnTo>
                <a:lnTo>
                  <a:pt x="2899899" y="126468"/>
                </a:lnTo>
                <a:cubicBezTo>
                  <a:pt x="2895419" y="131817"/>
                  <a:pt x="2890940" y="135711"/>
                  <a:pt x="2886460" y="138152"/>
                </a:cubicBezTo>
                <a:cubicBezTo>
                  <a:pt x="2881980" y="140592"/>
                  <a:pt x="2876966" y="141812"/>
                  <a:pt x="2871416" y="141812"/>
                </a:cubicBezTo>
                <a:cubicBezTo>
                  <a:pt x="2866134" y="141812"/>
                  <a:pt x="2861437" y="140191"/>
                  <a:pt x="2857325" y="136948"/>
                </a:cubicBezTo>
                <a:cubicBezTo>
                  <a:pt x="2853213" y="133705"/>
                  <a:pt x="2850455" y="129911"/>
                  <a:pt x="2849051" y="125565"/>
                </a:cubicBezTo>
                <a:cubicBezTo>
                  <a:pt x="2847647" y="121219"/>
                  <a:pt x="2846945" y="113630"/>
                  <a:pt x="2846945" y="102799"/>
                </a:cubicBezTo>
                <a:lnTo>
                  <a:pt x="2846945" y="65591"/>
                </a:lnTo>
                <a:cubicBezTo>
                  <a:pt x="2846945" y="58418"/>
                  <a:pt x="2846293" y="53952"/>
                  <a:pt x="2844989" y="52192"/>
                </a:cubicBezTo>
                <a:cubicBezTo>
                  <a:pt x="2843686" y="50433"/>
                  <a:pt x="2840961" y="49283"/>
                  <a:pt x="2836816" y="48742"/>
                </a:cubicBezTo>
                <a:lnTo>
                  <a:pt x="2836816" y="45131"/>
                </a:lnTo>
                <a:lnTo>
                  <a:pt x="2875027" y="45131"/>
                </a:lnTo>
                <a:lnTo>
                  <a:pt x="2875027" y="109296"/>
                </a:lnTo>
                <a:cubicBezTo>
                  <a:pt x="2875027" y="115990"/>
                  <a:pt x="2875344" y="120308"/>
                  <a:pt x="2875980" y="122249"/>
                </a:cubicBezTo>
                <a:cubicBezTo>
                  <a:pt x="2876615" y="124190"/>
                  <a:pt x="2877618" y="125663"/>
                  <a:pt x="2878988" y="126668"/>
                </a:cubicBezTo>
                <a:cubicBezTo>
                  <a:pt x="2880359" y="127671"/>
                  <a:pt x="2881947" y="128173"/>
                  <a:pt x="2883752" y="128173"/>
                </a:cubicBezTo>
                <a:cubicBezTo>
                  <a:pt x="2886159" y="128173"/>
                  <a:pt x="2888332" y="127537"/>
                  <a:pt x="2890271" y="126267"/>
                </a:cubicBezTo>
                <a:cubicBezTo>
                  <a:pt x="2892945" y="124529"/>
                  <a:pt x="2896155" y="121018"/>
                  <a:pt x="2899899" y="115736"/>
                </a:cubicBezTo>
                <a:lnTo>
                  <a:pt x="2899899" y="65591"/>
                </a:lnTo>
                <a:cubicBezTo>
                  <a:pt x="2899899" y="58418"/>
                  <a:pt x="2899247" y="53952"/>
                  <a:pt x="2897943" y="52192"/>
                </a:cubicBezTo>
                <a:cubicBezTo>
                  <a:pt x="2896640" y="50433"/>
                  <a:pt x="2893915" y="49283"/>
                  <a:pt x="2889770" y="48742"/>
                </a:cubicBezTo>
                <a:lnTo>
                  <a:pt x="2889770" y="45131"/>
                </a:lnTo>
                <a:lnTo>
                  <a:pt x="2927981" y="45131"/>
                </a:lnTo>
                <a:close/>
                <a:moveTo>
                  <a:pt x="2988325" y="3009"/>
                </a:moveTo>
                <a:lnTo>
                  <a:pt x="2988325" y="119548"/>
                </a:lnTo>
                <a:cubicBezTo>
                  <a:pt x="2988325" y="126167"/>
                  <a:pt x="2989094" y="130396"/>
                  <a:pt x="2990631" y="132234"/>
                </a:cubicBezTo>
                <a:cubicBezTo>
                  <a:pt x="2992169" y="134073"/>
                  <a:pt x="2995178" y="135126"/>
                  <a:pt x="2999658" y="135394"/>
                </a:cubicBezTo>
                <a:lnTo>
                  <a:pt x="2999658" y="139004"/>
                </a:lnTo>
                <a:lnTo>
                  <a:pt x="2949010" y="139004"/>
                </a:lnTo>
                <a:lnTo>
                  <a:pt x="2949010" y="135394"/>
                </a:lnTo>
                <a:cubicBezTo>
                  <a:pt x="2953156" y="135260"/>
                  <a:pt x="2956231" y="134056"/>
                  <a:pt x="2958237" y="131783"/>
                </a:cubicBezTo>
                <a:cubicBezTo>
                  <a:pt x="2959574" y="130245"/>
                  <a:pt x="2960243" y="126167"/>
                  <a:pt x="2960243" y="119548"/>
                </a:cubicBezTo>
                <a:lnTo>
                  <a:pt x="2960243" y="22465"/>
                </a:lnTo>
                <a:cubicBezTo>
                  <a:pt x="2960243" y="15871"/>
                  <a:pt x="2959474" y="11649"/>
                  <a:pt x="2957936" y="9800"/>
                </a:cubicBezTo>
                <a:cubicBezTo>
                  <a:pt x="2956399" y="7949"/>
                  <a:pt x="2953423" y="6889"/>
                  <a:pt x="2949010" y="6619"/>
                </a:cubicBezTo>
                <a:lnTo>
                  <a:pt x="2949010" y="3009"/>
                </a:lnTo>
                <a:lnTo>
                  <a:pt x="2988325" y="3009"/>
                </a:lnTo>
                <a:close/>
                <a:moveTo>
                  <a:pt x="3088149" y="88658"/>
                </a:moveTo>
                <a:lnTo>
                  <a:pt x="3036700" y="88658"/>
                </a:lnTo>
                <a:cubicBezTo>
                  <a:pt x="3037301" y="101127"/>
                  <a:pt x="3040611" y="110982"/>
                  <a:pt x="3046628" y="118222"/>
                </a:cubicBezTo>
                <a:cubicBezTo>
                  <a:pt x="3051242" y="123786"/>
                  <a:pt x="3056791" y="126568"/>
                  <a:pt x="3063277" y="126568"/>
                </a:cubicBezTo>
                <a:cubicBezTo>
                  <a:pt x="3067289" y="126568"/>
                  <a:pt x="3070932" y="125448"/>
                  <a:pt x="3074209" y="123208"/>
                </a:cubicBezTo>
                <a:cubicBezTo>
                  <a:pt x="3077485" y="120968"/>
                  <a:pt x="3080995" y="116940"/>
                  <a:pt x="3084739" y="111123"/>
                </a:cubicBezTo>
                <a:lnTo>
                  <a:pt x="3088149" y="113329"/>
                </a:lnTo>
                <a:cubicBezTo>
                  <a:pt x="3083068" y="123693"/>
                  <a:pt x="3077451" y="131031"/>
                  <a:pt x="3071300" y="135343"/>
                </a:cubicBezTo>
                <a:cubicBezTo>
                  <a:pt x="3065149" y="139656"/>
                  <a:pt x="3058028" y="141812"/>
                  <a:pt x="3049938" y="141812"/>
                </a:cubicBezTo>
                <a:cubicBezTo>
                  <a:pt x="3036031" y="141812"/>
                  <a:pt x="3025500" y="136458"/>
                  <a:pt x="3018346" y="125750"/>
                </a:cubicBezTo>
                <a:cubicBezTo>
                  <a:pt x="3012596" y="117117"/>
                  <a:pt x="3009721" y="106408"/>
                  <a:pt x="3009721" y="93625"/>
                </a:cubicBezTo>
                <a:cubicBezTo>
                  <a:pt x="3009721" y="77963"/>
                  <a:pt x="3013950" y="65498"/>
                  <a:pt x="3022408" y="56229"/>
                </a:cubicBezTo>
                <a:cubicBezTo>
                  <a:pt x="3030866" y="46958"/>
                  <a:pt x="3040778" y="42323"/>
                  <a:pt x="3052144" y="42323"/>
                </a:cubicBezTo>
                <a:cubicBezTo>
                  <a:pt x="3061639" y="42323"/>
                  <a:pt x="3069879" y="46218"/>
                  <a:pt x="3076866" y="54007"/>
                </a:cubicBezTo>
                <a:cubicBezTo>
                  <a:pt x="3083853" y="61796"/>
                  <a:pt x="3087614" y="73347"/>
                  <a:pt x="3088149" y="88658"/>
                </a:cubicBezTo>
                <a:moveTo>
                  <a:pt x="3063477" y="82038"/>
                </a:moveTo>
                <a:cubicBezTo>
                  <a:pt x="3063477" y="71274"/>
                  <a:pt x="3062892" y="63886"/>
                  <a:pt x="3061722" y="59874"/>
                </a:cubicBezTo>
                <a:cubicBezTo>
                  <a:pt x="3060552" y="55862"/>
                  <a:pt x="3058730" y="52820"/>
                  <a:pt x="3056256" y="50748"/>
                </a:cubicBezTo>
                <a:cubicBezTo>
                  <a:pt x="3054852" y="49544"/>
                  <a:pt x="3052980" y="48942"/>
                  <a:pt x="3050640" y="48942"/>
                </a:cubicBezTo>
                <a:cubicBezTo>
                  <a:pt x="3047163" y="48942"/>
                  <a:pt x="3044322" y="50647"/>
                  <a:pt x="3042115" y="54057"/>
                </a:cubicBezTo>
                <a:cubicBezTo>
                  <a:pt x="3038171" y="60008"/>
                  <a:pt x="3036198" y="68165"/>
                  <a:pt x="3036198" y="78528"/>
                </a:cubicBezTo>
                <a:lnTo>
                  <a:pt x="3036198" y="82038"/>
                </a:lnTo>
                <a:lnTo>
                  <a:pt x="3063477" y="82038"/>
                </a:lnTo>
                <a:close/>
                <a:moveTo>
                  <a:pt x="3219562" y="135394"/>
                </a:moveTo>
                <a:lnTo>
                  <a:pt x="3219562" y="139004"/>
                </a:lnTo>
                <a:lnTo>
                  <a:pt x="3148456" y="139004"/>
                </a:lnTo>
                <a:lnTo>
                  <a:pt x="3148456" y="135394"/>
                </a:lnTo>
                <a:lnTo>
                  <a:pt x="3152969" y="135394"/>
                </a:lnTo>
                <a:cubicBezTo>
                  <a:pt x="3156914" y="135394"/>
                  <a:pt x="3160089" y="134688"/>
                  <a:pt x="3162496" y="133278"/>
                </a:cubicBezTo>
                <a:cubicBezTo>
                  <a:pt x="3164235" y="132336"/>
                  <a:pt x="3165572" y="130723"/>
                  <a:pt x="3166508" y="128439"/>
                </a:cubicBezTo>
                <a:cubicBezTo>
                  <a:pt x="3167244" y="126826"/>
                  <a:pt x="3167611" y="122592"/>
                  <a:pt x="3167611" y="115736"/>
                </a:cubicBezTo>
                <a:lnTo>
                  <a:pt x="3167611" y="26276"/>
                </a:lnTo>
                <a:cubicBezTo>
                  <a:pt x="3167611" y="19287"/>
                  <a:pt x="3167244" y="14919"/>
                  <a:pt x="3166508" y="13173"/>
                </a:cubicBezTo>
                <a:cubicBezTo>
                  <a:pt x="3165773" y="11424"/>
                  <a:pt x="3164285" y="9894"/>
                  <a:pt x="3162045" y="8584"/>
                </a:cubicBezTo>
                <a:cubicBezTo>
                  <a:pt x="3159805" y="7274"/>
                  <a:pt x="3156780" y="6619"/>
                  <a:pt x="3152969" y="6619"/>
                </a:cubicBezTo>
                <a:lnTo>
                  <a:pt x="3148456" y="6619"/>
                </a:lnTo>
                <a:lnTo>
                  <a:pt x="3148456" y="3009"/>
                </a:lnTo>
                <a:lnTo>
                  <a:pt x="3219562" y="3009"/>
                </a:lnTo>
                <a:lnTo>
                  <a:pt x="3219562" y="6619"/>
                </a:lnTo>
                <a:lnTo>
                  <a:pt x="3215049" y="6619"/>
                </a:lnTo>
                <a:cubicBezTo>
                  <a:pt x="3211104" y="6619"/>
                  <a:pt x="3207928" y="7324"/>
                  <a:pt x="3205522" y="8735"/>
                </a:cubicBezTo>
                <a:cubicBezTo>
                  <a:pt x="3203783" y="9677"/>
                  <a:pt x="3202412" y="11290"/>
                  <a:pt x="3201410" y="13574"/>
                </a:cubicBezTo>
                <a:cubicBezTo>
                  <a:pt x="3200674" y="15187"/>
                  <a:pt x="3200306" y="19421"/>
                  <a:pt x="3200306" y="26276"/>
                </a:cubicBezTo>
                <a:lnTo>
                  <a:pt x="3200306" y="115736"/>
                </a:lnTo>
                <a:cubicBezTo>
                  <a:pt x="3200306" y="122726"/>
                  <a:pt x="3200691" y="127094"/>
                  <a:pt x="3201460" y="128843"/>
                </a:cubicBezTo>
                <a:cubicBezTo>
                  <a:pt x="3202229" y="130590"/>
                  <a:pt x="3203733" y="132118"/>
                  <a:pt x="3205973" y="133429"/>
                </a:cubicBezTo>
                <a:cubicBezTo>
                  <a:pt x="3208213" y="134739"/>
                  <a:pt x="3211238" y="135394"/>
                  <a:pt x="3215049" y="135394"/>
                </a:cubicBezTo>
                <a:lnTo>
                  <a:pt x="3219562" y="135394"/>
                </a:lnTo>
                <a:close/>
                <a:moveTo>
                  <a:pt x="3322328" y="3009"/>
                </a:moveTo>
                <a:lnTo>
                  <a:pt x="3322328" y="110922"/>
                </a:lnTo>
                <a:cubicBezTo>
                  <a:pt x="3322328" y="118137"/>
                  <a:pt x="3322529" y="122406"/>
                  <a:pt x="3322930" y="123728"/>
                </a:cubicBezTo>
                <a:cubicBezTo>
                  <a:pt x="3323465" y="125914"/>
                  <a:pt x="3324485" y="127536"/>
                  <a:pt x="3325989" y="128596"/>
                </a:cubicBezTo>
                <a:cubicBezTo>
                  <a:pt x="3327494" y="129653"/>
                  <a:pt x="3330118" y="130314"/>
                  <a:pt x="3333862" y="130580"/>
                </a:cubicBezTo>
                <a:lnTo>
                  <a:pt x="3333862" y="134190"/>
                </a:lnTo>
                <a:lnTo>
                  <a:pt x="3294247" y="141812"/>
                </a:lnTo>
                <a:lnTo>
                  <a:pt x="3294247" y="126969"/>
                </a:lnTo>
                <a:cubicBezTo>
                  <a:pt x="3289500" y="132719"/>
                  <a:pt x="3285271" y="136631"/>
                  <a:pt x="3281560" y="138703"/>
                </a:cubicBezTo>
                <a:cubicBezTo>
                  <a:pt x="3277849" y="140776"/>
                  <a:pt x="3273654" y="141812"/>
                  <a:pt x="3268973" y="141812"/>
                </a:cubicBezTo>
                <a:cubicBezTo>
                  <a:pt x="3257005" y="141812"/>
                  <a:pt x="3247544" y="136458"/>
                  <a:pt x="3240591" y="125750"/>
                </a:cubicBezTo>
                <a:cubicBezTo>
                  <a:pt x="3234975" y="117050"/>
                  <a:pt x="3232166" y="106375"/>
                  <a:pt x="3232166" y="93726"/>
                </a:cubicBezTo>
                <a:cubicBezTo>
                  <a:pt x="3232166" y="83619"/>
                  <a:pt x="3233905" y="74567"/>
                  <a:pt x="3237382" y="66569"/>
                </a:cubicBezTo>
                <a:cubicBezTo>
                  <a:pt x="3240858" y="58570"/>
                  <a:pt x="3245622" y="52530"/>
                  <a:pt x="3251673" y="48447"/>
                </a:cubicBezTo>
                <a:cubicBezTo>
                  <a:pt x="3257724" y="44364"/>
                  <a:pt x="3264226" y="42323"/>
                  <a:pt x="3271180" y="42323"/>
                </a:cubicBezTo>
                <a:cubicBezTo>
                  <a:pt x="3275659" y="42323"/>
                  <a:pt x="3279638" y="43200"/>
                  <a:pt x="3283114" y="44953"/>
                </a:cubicBezTo>
                <a:cubicBezTo>
                  <a:pt x="3286591" y="46706"/>
                  <a:pt x="3290302" y="49774"/>
                  <a:pt x="3294247" y="54157"/>
                </a:cubicBezTo>
                <a:lnTo>
                  <a:pt x="3294247" y="25875"/>
                </a:lnTo>
                <a:cubicBezTo>
                  <a:pt x="3294247" y="18721"/>
                  <a:pt x="3293946" y="14409"/>
                  <a:pt x="3293344" y="12938"/>
                </a:cubicBezTo>
                <a:cubicBezTo>
                  <a:pt x="3292542" y="10999"/>
                  <a:pt x="3291338" y="9561"/>
                  <a:pt x="3289734" y="8625"/>
                </a:cubicBezTo>
                <a:cubicBezTo>
                  <a:pt x="3288129" y="7689"/>
                  <a:pt x="3285120" y="7221"/>
                  <a:pt x="3280708" y="7221"/>
                </a:cubicBezTo>
                <a:lnTo>
                  <a:pt x="3280708" y="3009"/>
                </a:lnTo>
                <a:lnTo>
                  <a:pt x="3322328" y="3009"/>
                </a:lnTo>
                <a:moveTo>
                  <a:pt x="3294247" y="66393"/>
                </a:moveTo>
                <a:cubicBezTo>
                  <a:pt x="3289299" y="57032"/>
                  <a:pt x="3283248" y="52352"/>
                  <a:pt x="3276094" y="52352"/>
                </a:cubicBezTo>
                <a:cubicBezTo>
                  <a:pt x="3273620" y="52352"/>
                  <a:pt x="3271581" y="53021"/>
                  <a:pt x="3269976" y="54358"/>
                </a:cubicBezTo>
                <a:cubicBezTo>
                  <a:pt x="3267502" y="56431"/>
                  <a:pt x="3265480" y="60075"/>
                  <a:pt x="3263909" y="65290"/>
                </a:cubicBezTo>
                <a:cubicBezTo>
                  <a:pt x="3262337" y="70505"/>
                  <a:pt x="3261552" y="78495"/>
                  <a:pt x="3261552" y="89259"/>
                </a:cubicBezTo>
                <a:cubicBezTo>
                  <a:pt x="3261552" y="101094"/>
                  <a:pt x="3262421" y="109853"/>
                  <a:pt x="3264159" y="115536"/>
                </a:cubicBezTo>
                <a:cubicBezTo>
                  <a:pt x="3265898" y="121219"/>
                  <a:pt x="3268271" y="125331"/>
                  <a:pt x="3271280" y="127872"/>
                </a:cubicBezTo>
                <a:cubicBezTo>
                  <a:pt x="3272818" y="129142"/>
                  <a:pt x="3274924" y="129777"/>
                  <a:pt x="3277598" y="129777"/>
                </a:cubicBezTo>
                <a:cubicBezTo>
                  <a:pt x="3283482" y="129777"/>
                  <a:pt x="3289032" y="125149"/>
                  <a:pt x="3294247" y="115893"/>
                </a:cubicBezTo>
                <a:lnTo>
                  <a:pt x="3294247" y="66393"/>
                </a:lnTo>
                <a:close/>
                <a:moveTo>
                  <a:pt x="3424795" y="88658"/>
                </a:moveTo>
                <a:lnTo>
                  <a:pt x="3373345" y="88658"/>
                </a:lnTo>
                <a:cubicBezTo>
                  <a:pt x="3373947" y="101127"/>
                  <a:pt x="3377257" y="110982"/>
                  <a:pt x="3383274" y="118222"/>
                </a:cubicBezTo>
                <a:cubicBezTo>
                  <a:pt x="3387888" y="123786"/>
                  <a:pt x="3393437" y="126568"/>
                  <a:pt x="3399923" y="126568"/>
                </a:cubicBezTo>
                <a:cubicBezTo>
                  <a:pt x="3403934" y="126568"/>
                  <a:pt x="3407578" y="125448"/>
                  <a:pt x="3410854" y="123208"/>
                </a:cubicBezTo>
                <a:cubicBezTo>
                  <a:pt x="3414131" y="120968"/>
                  <a:pt x="3417641" y="116940"/>
                  <a:pt x="3421385" y="111123"/>
                </a:cubicBezTo>
                <a:lnTo>
                  <a:pt x="3424795" y="113329"/>
                </a:lnTo>
                <a:cubicBezTo>
                  <a:pt x="3419714" y="123693"/>
                  <a:pt x="3414097" y="131031"/>
                  <a:pt x="3407946" y="135343"/>
                </a:cubicBezTo>
                <a:cubicBezTo>
                  <a:pt x="3401795" y="139656"/>
                  <a:pt x="3394674" y="141812"/>
                  <a:pt x="3386584" y="141812"/>
                </a:cubicBezTo>
                <a:cubicBezTo>
                  <a:pt x="3372677" y="141812"/>
                  <a:pt x="3362146" y="136458"/>
                  <a:pt x="3354992" y="125750"/>
                </a:cubicBezTo>
                <a:cubicBezTo>
                  <a:pt x="3349242" y="117117"/>
                  <a:pt x="3346367" y="106408"/>
                  <a:pt x="3346367" y="93625"/>
                </a:cubicBezTo>
                <a:cubicBezTo>
                  <a:pt x="3346367" y="77963"/>
                  <a:pt x="3350596" y="65498"/>
                  <a:pt x="3359054" y="56229"/>
                </a:cubicBezTo>
                <a:cubicBezTo>
                  <a:pt x="3367512" y="46958"/>
                  <a:pt x="3377424" y="42323"/>
                  <a:pt x="3388790" y="42323"/>
                </a:cubicBezTo>
                <a:cubicBezTo>
                  <a:pt x="3398285" y="42323"/>
                  <a:pt x="3406525" y="46218"/>
                  <a:pt x="3413512" y="54007"/>
                </a:cubicBezTo>
                <a:cubicBezTo>
                  <a:pt x="3420499" y="61796"/>
                  <a:pt x="3424260" y="73347"/>
                  <a:pt x="3424795" y="88658"/>
                </a:cubicBezTo>
                <a:moveTo>
                  <a:pt x="3400123" y="82038"/>
                </a:moveTo>
                <a:cubicBezTo>
                  <a:pt x="3400123" y="71274"/>
                  <a:pt x="3399538" y="63886"/>
                  <a:pt x="3398368" y="59874"/>
                </a:cubicBezTo>
                <a:cubicBezTo>
                  <a:pt x="3397198" y="55862"/>
                  <a:pt x="3395376" y="52820"/>
                  <a:pt x="3392902" y="50748"/>
                </a:cubicBezTo>
                <a:cubicBezTo>
                  <a:pt x="3391498" y="49544"/>
                  <a:pt x="3389626" y="48942"/>
                  <a:pt x="3387286" y="48942"/>
                </a:cubicBezTo>
                <a:cubicBezTo>
                  <a:pt x="3383809" y="48942"/>
                  <a:pt x="3380968" y="50647"/>
                  <a:pt x="3378761" y="54057"/>
                </a:cubicBezTo>
                <a:cubicBezTo>
                  <a:pt x="3374816" y="60008"/>
                  <a:pt x="3372844" y="68165"/>
                  <a:pt x="3372844" y="78528"/>
                </a:cubicBezTo>
                <a:lnTo>
                  <a:pt x="3372844" y="82038"/>
                </a:lnTo>
                <a:lnTo>
                  <a:pt x="3400123" y="82038"/>
                </a:lnTo>
                <a:close/>
                <a:moveTo>
                  <a:pt x="3474872" y="45131"/>
                </a:moveTo>
                <a:lnTo>
                  <a:pt x="3474872" y="57367"/>
                </a:lnTo>
                <a:cubicBezTo>
                  <a:pt x="3479686" y="52116"/>
                  <a:pt x="3484299" y="48297"/>
                  <a:pt x="3488712" y="45908"/>
                </a:cubicBezTo>
                <a:cubicBezTo>
                  <a:pt x="3493125" y="43518"/>
                  <a:pt x="3497872" y="42323"/>
                  <a:pt x="3502953" y="42323"/>
                </a:cubicBezTo>
                <a:cubicBezTo>
                  <a:pt x="3509038" y="42323"/>
                  <a:pt x="3514086" y="44013"/>
                  <a:pt x="3518097" y="47394"/>
                </a:cubicBezTo>
                <a:cubicBezTo>
                  <a:pt x="3522109" y="50775"/>
                  <a:pt x="3524783" y="54975"/>
                  <a:pt x="3526121" y="59996"/>
                </a:cubicBezTo>
                <a:cubicBezTo>
                  <a:pt x="3527190" y="63814"/>
                  <a:pt x="3527725" y="71145"/>
                  <a:pt x="3527725" y="81991"/>
                </a:cubicBezTo>
                <a:lnTo>
                  <a:pt x="3527725" y="118545"/>
                </a:lnTo>
                <a:cubicBezTo>
                  <a:pt x="3527725" y="125766"/>
                  <a:pt x="3528377" y="130262"/>
                  <a:pt x="3529681" y="132034"/>
                </a:cubicBezTo>
                <a:cubicBezTo>
                  <a:pt x="3530985" y="133806"/>
                  <a:pt x="3533709" y="134926"/>
                  <a:pt x="3537855" y="135394"/>
                </a:cubicBezTo>
                <a:lnTo>
                  <a:pt x="3537855" y="139004"/>
                </a:lnTo>
                <a:lnTo>
                  <a:pt x="3490417" y="139004"/>
                </a:lnTo>
                <a:lnTo>
                  <a:pt x="3490417" y="135394"/>
                </a:lnTo>
                <a:cubicBezTo>
                  <a:pt x="3493960" y="134926"/>
                  <a:pt x="3496501" y="133455"/>
                  <a:pt x="3498039" y="130981"/>
                </a:cubicBezTo>
                <a:cubicBezTo>
                  <a:pt x="3499109" y="129309"/>
                  <a:pt x="3499644" y="125164"/>
                  <a:pt x="3499644" y="118545"/>
                </a:cubicBezTo>
                <a:lnTo>
                  <a:pt x="3499644" y="76823"/>
                </a:lnTo>
                <a:cubicBezTo>
                  <a:pt x="3499644" y="69134"/>
                  <a:pt x="3499343" y="64287"/>
                  <a:pt x="3498741" y="62281"/>
                </a:cubicBezTo>
                <a:cubicBezTo>
                  <a:pt x="3498139" y="60275"/>
                  <a:pt x="3497120" y="58721"/>
                  <a:pt x="3495682" y="57617"/>
                </a:cubicBezTo>
                <a:cubicBezTo>
                  <a:pt x="3494245" y="56514"/>
                  <a:pt x="3492657" y="55963"/>
                  <a:pt x="3490918" y="55963"/>
                </a:cubicBezTo>
                <a:cubicBezTo>
                  <a:pt x="3485168" y="55963"/>
                  <a:pt x="3479819" y="60108"/>
                  <a:pt x="3474872" y="68399"/>
                </a:cubicBezTo>
                <a:lnTo>
                  <a:pt x="3474872" y="118545"/>
                </a:lnTo>
                <a:cubicBezTo>
                  <a:pt x="3474872" y="125565"/>
                  <a:pt x="3475524" y="130011"/>
                  <a:pt x="3476827" y="131883"/>
                </a:cubicBezTo>
                <a:cubicBezTo>
                  <a:pt x="3478131" y="133755"/>
                  <a:pt x="3480555" y="134926"/>
                  <a:pt x="3484098" y="135394"/>
                </a:cubicBezTo>
                <a:lnTo>
                  <a:pt x="3484098" y="139004"/>
                </a:lnTo>
                <a:lnTo>
                  <a:pt x="3436661" y="139004"/>
                </a:lnTo>
                <a:lnTo>
                  <a:pt x="3436661" y="135394"/>
                </a:lnTo>
                <a:cubicBezTo>
                  <a:pt x="3440605" y="134992"/>
                  <a:pt x="3443414" y="133722"/>
                  <a:pt x="3445085" y="131583"/>
                </a:cubicBezTo>
                <a:cubicBezTo>
                  <a:pt x="3446222" y="130112"/>
                  <a:pt x="3446790" y="125766"/>
                  <a:pt x="3446790" y="118545"/>
                </a:cubicBezTo>
                <a:lnTo>
                  <a:pt x="3446790" y="65591"/>
                </a:lnTo>
                <a:cubicBezTo>
                  <a:pt x="3446790" y="58418"/>
                  <a:pt x="3446138" y="53952"/>
                  <a:pt x="3444834" y="52192"/>
                </a:cubicBezTo>
                <a:cubicBezTo>
                  <a:pt x="3443531" y="50433"/>
                  <a:pt x="3440806" y="49283"/>
                  <a:pt x="3436661" y="48742"/>
                </a:cubicBezTo>
                <a:lnTo>
                  <a:pt x="3436661" y="45131"/>
                </a:lnTo>
                <a:lnTo>
                  <a:pt x="3474872" y="45131"/>
                </a:lnTo>
                <a:close/>
                <a:moveTo>
                  <a:pt x="3587970" y="10631"/>
                </a:moveTo>
                <a:lnTo>
                  <a:pt x="3587970" y="45131"/>
                </a:lnTo>
                <a:lnTo>
                  <a:pt x="3610235" y="45131"/>
                </a:lnTo>
                <a:lnTo>
                  <a:pt x="3610235" y="54960"/>
                </a:lnTo>
                <a:lnTo>
                  <a:pt x="3587970" y="54960"/>
                </a:lnTo>
                <a:lnTo>
                  <a:pt x="3587970" y="112985"/>
                </a:lnTo>
                <a:cubicBezTo>
                  <a:pt x="3587970" y="118415"/>
                  <a:pt x="3588221" y="121918"/>
                  <a:pt x="3588722" y="123493"/>
                </a:cubicBezTo>
                <a:cubicBezTo>
                  <a:pt x="3589224" y="125069"/>
                  <a:pt x="3590109" y="126343"/>
                  <a:pt x="3591380" y="127317"/>
                </a:cubicBezTo>
                <a:cubicBezTo>
                  <a:pt x="3592650" y="128289"/>
                  <a:pt x="3593820" y="128774"/>
                  <a:pt x="3594890" y="128774"/>
                </a:cubicBezTo>
                <a:cubicBezTo>
                  <a:pt x="3599236" y="128774"/>
                  <a:pt x="3603348" y="125431"/>
                  <a:pt x="3607226" y="118745"/>
                </a:cubicBezTo>
                <a:lnTo>
                  <a:pt x="3610235" y="120974"/>
                </a:lnTo>
                <a:cubicBezTo>
                  <a:pt x="3604819" y="133930"/>
                  <a:pt x="3596027" y="140408"/>
                  <a:pt x="3583858" y="140408"/>
                </a:cubicBezTo>
                <a:cubicBezTo>
                  <a:pt x="3577907" y="140408"/>
                  <a:pt x="3572876" y="138748"/>
                  <a:pt x="3568764" y="135428"/>
                </a:cubicBezTo>
                <a:cubicBezTo>
                  <a:pt x="3564652" y="132106"/>
                  <a:pt x="3562028" y="128398"/>
                  <a:pt x="3560891" y="124305"/>
                </a:cubicBezTo>
                <a:cubicBezTo>
                  <a:pt x="3560223" y="122023"/>
                  <a:pt x="3559888" y="115850"/>
                  <a:pt x="3559888" y="105786"/>
                </a:cubicBezTo>
                <a:lnTo>
                  <a:pt x="3559888" y="54960"/>
                </a:lnTo>
                <a:lnTo>
                  <a:pt x="3547653" y="54960"/>
                </a:lnTo>
                <a:lnTo>
                  <a:pt x="3547653" y="51440"/>
                </a:lnTo>
                <a:cubicBezTo>
                  <a:pt x="3556077" y="45477"/>
                  <a:pt x="3563248" y="39212"/>
                  <a:pt x="3569165" y="32645"/>
                </a:cubicBezTo>
                <a:cubicBezTo>
                  <a:pt x="3575082" y="26078"/>
                  <a:pt x="3580247" y="18740"/>
                  <a:pt x="3584660" y="10631"/>
                </a:cubicBezTo>
                <a:lnTo>
                  <a:pt x="3587970" y="10631"/>
                </a:lnTo>
                <a:close/>
                <a:moveTo>
                  <a:pt x="3641724" y="0"/>
                </a:moveTo>
                <a:cubicBezTo>
                  <a:pt x="3646070" y="0"/>
                  <a:pt x="3649747" y="1526"/>
                  <a:pt x="3652756" y="4579"/>
                </a:cubicBezTo>
                <a:cubicBezTo>
                  <a:pt x="3655765" y="7629"/>
                  <a:pt x="3657269" y="11302"/>
                  <a:pt x="3657269" y="15595"/>
                </a:cubicBezTo>
                <a:cubicBezTo>
                  <a:pt x="3657269" y="19889"/>
                  <a:pt x="3655748" y="23546"/>
                  <a:pt x="3652706" y="26565"/>
                </a:cubicBezTo>
                <a:cubicBezTo>
                  <a:pt x="3649664" y="29582"/>
                  <a:pt x="3646003" y="31090"/>
                  <a:pt x="3641724" y="31090"/>
                </a:cubicBezTo>
                <a:cubicBezTo>
                  <a:pt x="3637445" y="31090"/>
                  <a:pt x="3633801" y="29582"/>
                  <a:pt x="3630792" y="26565"/>
                </a:cubicBezTo>
                <a:cubicBezTo>
                  <a:pt x="3627784" y="23546"/>
                  <a:pt x="3626279" y="19889"/>
                  <a:pt x="3626279" y="15595"/>
                </a:cubicBezTo>
                <a:cubicBezTo>
                  <a:pt x="3626279" y="11302"/>
                  <a:pt x="3627784" y="7629"/>
                  <a:pt x="3630792" y="4579"/>
                </a:cubicBezTo>
                <a:cubicBezTo>
                  <a:pt x="3633801" y="1526"/>
                  <a:pt x="3637445" y="0"/>
                  <a:pt x="3641724" y="0"/>
                </a:cubicBezTo>
                <a:moveTo>
                  <a:pt x="3655765" y="45131"/>
                </a:moveTo>
                <a:lnTo>
                  <a:pt x="3655765" y="119548"/>
                </a:lnTo>
                <a:cubicBezTo>
                  <a:pt x="3655765" y="126167"/>
                  <a:pt x="3656534" y="130396"/>
                  <a:pt x="3658072" y="132234"/>
                </a:cubicBezTo>
                <a:cubicBezTo>
                  <a:pt x="3659609" y="134073"/>
                  <a:pt x="3662618" y="135126"/>
                  <a:pt x="3667098" y="135394"/>
                </a:cubicBezTo>
                <a:lnTo>
                  <a:pt x="3667098" y="139004"/>
                </a:lnTo>
                <a:lnTo>
                  <a:pt x="3616451" y="139004"/>
                </a:lnTo>
                <a:lnTo>
                  <a:pt x="3616451" y="135394"/>
                </a:lnTo>
                <a:cubicBezTo>
                  <a:pt x="3620596" y="135260"/>
                  <a:pt x="3623672" y="134056"/>
                  <a:pt x="3625677" y="131783"/>
                </a:cubicBezTo>
                <a:cubicBezTo>
                  <a:pt x="3627015" y="130245"/>
                  <a:pt x="3627683" y="126167"/>
                  <a:pt x="3627683" y="119548"/>
                </a:cubicBezTo>
                <a:lnTo>
                  <a:pt x="3627683" y="64788"/>
                </a:lnTo>
                <a:cubicBezTo>
                  <a:pt x="3627683" y="58086"/>
                  <a:pt x="3626914" y="53803"/>
                  <a:pt x="3625377" y="51942"/>
                </a:cubicBezTo>
                <a:cubicBezTo>
                  <a:pt x="3623839" y="50080"/>
                  <a:pt x="3620863" y="49013"/>
                  <a:pt x="3616451" y="48742"/>
                </a:cubicBezTo>
                <a:lnTo>
                  <a:pt x="3616451" y="45131"/>
                </a:lnTo>
                <a:lnTo>
                  <a:pt x="3655765" y="45131"/>
                </a:lnTo>
                <a:close/>
                <a:moveTo>
                  <a:pt x="3714169" y="45733"/>
                </a:moveTo>
                <a:lnTo>
                  <a:pt x="3768527" y="45733"/>
                </a:lnTo>
                <a:lnTo>
                  <a:pt x="3768527" y="119146"/>
                </a:lnTo>
                <a:cubicBezTo>
                  <a:pt x="3768527" y="125498"/>
                  <a:pt x="3769212" y="129727"/>
                  <a:pt x="3770583" y="131833"/>
                </a:cubicBezTo>
                <a:cubicBezTo>
                  <a:pt x="3771954" y="133939"/>
                  <a:pt x="3774779" y="135126"/>
                  <a:pt x="3779058" y="135394"/>
                </a:cubicBezTo>
                <a:lnTo>
                  <a:pt x="3779058" y="139004"/>
                </a:lnTo>
                <a:lnTo>
                  <a:pt x="3730316" y="139004"/>
                </a:lnTo>
                <a:lnTo>
                  <a:pt x="3730316" y="135394"/>
                </a:lnTo>
                <a:cubicBezTo>
                  <a:pt x="3734528" y="134926"/>
                  <a:pt x="3737470" y="133388"/>
                  <a:pt x="3739142" y="130780"/>
                </a:cubicBezTo>
                <a:cubicBezTo>
                  <a:pt x="3740145" y="129309"/>
                  <a:pt x="3740646" y="125431"/>
                  <a:pt x="3740646" y="119146"/>
                </a:cubicBezTo>
                <a:lnTo>
                  <a:pt x="3740646" y="55762"/>
                </a:lnTo>
                <a:lnTo>
                  <a:pt x="3714169" y="55762"/>
                </a:lnTo>
                <a:lnTo>
                  <a:pt x="3714169" y="119146"/>
                </a:lnTo>
                <a:cubicBezTo>
                  <a:pt x="3714169" y="125231"/>
                  <a:pt x="3714637" y="129042"/>
                  <a:pt x="3715573" y="130580"/>
                </a:cubicBezTo>
                <a:cubicBezTo>
                  <a:pt x="3717044" y="132920"/>
                  <a:pt x="3719986" y="134524"/>
                  <a:pt x="3724399" y="135394"/>
                </a:cubicBezTo>
                <a:lnTo>
                  <a:pt x="3724399" y="139004"/>
                </a:lnTo>
                <a:lnTo>
                  <a:pt x="3675256" y="139004"/>
                </a:lnTo>
                <a:lnTo>
                  <a:pt x="3675256" y="135394"/>
                </a:lnTo>
                <a:cubicBezTo>
                  <a:pt x="3679869" y="135193"/>
                  <a:pt x="3683112" y="133789"/>
                  <a:pt x="3684984" y="131181"/>
                </a:cubicBezTo>
                <a:cubicBezTo>
                  <a:pt x="3685987" y="129777"/>
                  <a:pt x="3686489" y="125766"/>
                  <a:pt x="3686489" y="119146"/>
                </a:cubicBezTo>
                <a:lnTo>
                  <a:pt x="3686489" y="55762"/>
                </a:lnTo>
                <a:lnTo>
                  <a:pt x="3675256" y="55762"/>
                </a:lnTo>
                <a:lnTo>
                  <a:pt x="3675256" y="45733"/>
                </a:lnTo>
                <a:lnTo>
                  <a:pt x="3686489" y="45733"/>
                </a:lnTo>
                <a:cubicBezTo>
                  <a:pt x="3686489" y="35326"/>
                  <a:pt x="3688110" y="26953"/>
                  <a:pt x="3691353" y="20616"/>
                </a:cubicBezTo>
                <a:cubicBezTo>
                  <a:pt x="3694595" y="14277"/>
                  <a:pt x="3699928" y="9256"/>
                  <a:pt x="3707349" y="5554"/>
                </a:cubicBezTo>
                <a:cubicBezTo>
                  <a:pt x="3714771" y="1851"/>
                  <a:pt x="3723362" y="0"/>
                  <a:pt x="3733124" y="0"/>
                </a:cubicBezTo>
                <a:cubicBezTo>
                  <a:pt x="3739677" y="0"/>
                  <a:pt x="3745410" y="872"/>
                  <a:pt x="3750324" y="2617"/>
                </a:cubicBezTo>
                <a:cubicBezTo>
                  <a:pt x="3755238" y="4360"/>
                  <a:pt x="3758815" y="6724"/>
                  <a:pt x="3761055" y="9709"/>
                </a:cubicBezTo>
                <a:cubicBezTo>
                  <a:pt x="3763295" y="12695"/>
                  <a:pt x="3764415" y="15630"/>
                  <a:pt x="3764415" y="18513"/>
                </a:cubicBezTo>
                <a:cubicBezTo>
                  <a:pt x="3764415" y="21867"/>
                  <a:pt x="3763145" y="24768"/>
                  <a:pt x="3760604" y="27217"/>
                </a:cubicBezTo>
                <a:cubicBezTo>
                  <a:pt x="3758063" y="29665"/>
                  <a:pt x="3754587" y="30890"/>
                  <a:pt x="3750174" y="30890"/>
                </a:cubicBezTo>
                <a:cubicBezTo>
                  <a:pt x="3745961" y="30890"/>
                  <a:pt x="3743020" y="30118"/>
                  <a:pt x="3741348" y="28574"/>
                </a:cubicBezTo>
                <a:cubicBezTo>
                  <a:pt x="3739008" y="26359"/>
                  <a:pt x="3737838" y="23976"/>
                  <a:pt x="3737838" y="21425"/>
                </a:cubicBezTo>
                <a:cubicBezTo>
                  <a:pt x="3737838" y="19477"/>
                  <a:pt x="3738506" y="17581"/>
                  <a:pt x="3739844" y="15736"/>
                </a:cubicBezTo>
                <a:cubicBezTo>
                  <a:pt x="3741181" y="13889"/>
                  <a:pt x="3741849" y="12496"/>
                  <a:pt x="3741849" y="11555"/>
                </a:cubicBezTo>
                <a:cubicBezTo>
                  <a:pt x="3741849" y="10078"/>
                  <a:pt x="3741281" y="8970"/>
                  <a:pt x="3740145" y="8230"/>
                </a:cubicBezTo>
                <a:cubicBezTo>
                  <a:pt x="3738406" y="7022"/>
                  <a:pt x="3735431" y="6419"/>
                  <a:pt x="3731219" y="6419"/>
                </a:cubicBezTo>
                <a:cubicBezTo>
                  <a:pt x="3726939" y="6419"/>
                  <a:pt x="3723697" y="7185"/>
                  <a:pt x="3721490" y="8719"/>
                </a:cubicBezTo>
                <a:cubicBezTo>
                  <a:pt x="3718615" y="10854"/>
                  <a:pt x="3716609" y="13556"/>
                  <a:pt x="3715473" y="16824"/>
                </a:cubicBezTo>
                <a:cubicBezTo>
                  <a:pt x="3714604" y="19356"/>
                  <a:pt x="3714169" y="24524"/>
                  <a:pt x="3714169" y="32328"/>
                </a:cubicBezTo>
                <a:lnTo>
                  <a:pt x="3714169" y="45733"/>
                </a:lnTo>
                <a:close/>
                <a:moveTo>
                  <a:pt x="3866982" y="114755"/>
                </a:moveTo>
                <a:lnTo>
                  <a:pt x="3870091" y="117159"/>
                </a:lnTo>
                <a:cubicBezTo>
                  <a:pt x="3865678" y="125477"/>
                  <a:pt x="3860179" y="131666"/>
                  <a:pt x="3853593" y="135726"/>
                </a:cubicBezTo>
                <a:cubicBezTo>
                  <a:pt x="3847007" y="139783"/>
                  <a:pt x="3840003" y="141812"/>
                  <a:pt x="3832582" y="141812"/>
                </a:cubicBezTo>
                <a:cubicBezTo>
                  <a:pt x="3820079" y="141812"/>
                  <a:pt x="3810083" y="137094"/>
                  <a:pt x="3802595" y="127659"/>
                </a:cubicBezTo>
                <a:cubicBezTo>
                  <a:pt x="3795106" y="118221"/>
                  <a:pt x="3791362" y="106876"/>
                  <a:pt x="3791362" y="93625"/>
                </a:cubicBezTo>
                <a:cubicBezTo>
                  <a:pt x="3791362" y="80840"/>
                  <a:pt x="3794772" y="69596"/>
                  <a:pt x="3801592" y="59893"/>
                </a:cubicBezTo>
                <a:cubicBezTo>
                  <a:pt x="3809816" y="48180"/>
                  <a:pt x="3821149" y="42323"/>
                  <a:pt x="3835591" y="42323"/>
                </a:cubicBezTo>
                <a:cubicBezTo>
                  <a:pt x="3845285" y="42323"/>
                  <a:pt x="3852991" y="44771"/>
                  <a:pt x="3858708" y="49666"/>
                </a:cubicBezTo>
                <a:cubicBezTo>
                  <a:pt x="3864424" y="54560"/>
                  <a:pt x="3867283" y="60023"/>
                  <a:pt x="3867283" y="66058"/>
                </a:cubicBezTo>
                <a:cubicBezTo>
                  <a:pt x="3867283" y="69879"/>
                  <a:pt x="3866129" y="72930"/>
                  <a:pt x="3863823" y="75209"/>
                </a:cubicBezTo>
                <a:cubicBezTo>
                  <a:pt x="3861516" y="77489"/>
                  <a:pt x="3858490" y="78629"/>
                  <a:pt x="3854746" y="78629"/>
                </a:cubicBezTo>
                <a:cubicBezTo>
                  <a:pt x="3850801" y="78629"/>
                  <a:pt x="3847542" y="77321"/>
                  <a:pt x="3844968" y="74705"/>
                </a:cubicBezTo>
                <a:cubicBezTo>
                  <a:pt x="3842394" y="72087"/>
                  <a:pt x="3840806" y="67423"/>
                  <a:pt x="3840204" y="60714"/>
                </a:cubicBezTo>
                <a:cubicBezTo>
                  <a:pt x="3839803" y="56487"/>
                  <a:pt x="3838833" y="53535"/>
                  <a:pt x="3837296" y="51857"/>
                </a:cubicBezTo>
                <a:cubicBezTo>
                  <a:pt x="3835758" y="50181"/>
                  <a:pt x="3833952" y="49343"/>
                  <a:pt x="3831880" y="49343"/>
                </a:cubicBezTo>
                <a:cubicBezTo>
                  <a:pt x="3828670" y="49343"/>
                  <a:pt x="3825929" y="51048"/>
                  <a:pt x="3823656" y="54458"/>
                </a:cubicBezTo>
                <a:cubicBezTo>
                  <a:pt x="3820179" y="59607"/>
                  <a:pt x="3818441" y="67496"/>
                  <a:pt x="3818441" y="78127"/>
                </a:cubicBezTo>
                <a:cubicBezTo>
                  <a:pt x="3818441" y="86953"/>
                  <a:pt x="3819845" y="95394"/>
                  <a:pt x="3822653" y="103451"/>
                </a:cubicBezTo>
                <a:cubicBezTo>
                  <a:pt x="3825461" y="111507"/>
                  <a:pt x="3829306" y="117508"/>
                  <a:pt x="3834186" y="121453"/>
                </a:cubicBezTo>
                <a:cubicBezTo>
                  <a:pt x="3837864" y="124328"/>
                  <a:pt x="3842210" y="125766"/>
                  <a:pt x="3847224" y="125766"/>
                </a:cubicBezTo>
                <a:cubicBezTo>
                  <a:pt x="3850501" y="125766"/>
                  <a:pt x="3853610" y="124999"/>
                  <a:pt x="3856552" y="123465"/>
                </a:cubicBezTo>
                <a:cubicBezTo>
                  <a:pt x="3859493" y="121929"/>
                  <a:pt x="3862970" y="119026"/>
                  <a:pt x="3866982" y="114755"/>
                </a:cubicBezTo>
                <a:close/>
                <a:moveTo>
                  <a:pt x="3933407" y="125164"/>
                </a:moveTo>
                <a:cubicBezTo>
                  <a:pt x="3921973" y="135327"/>
                  <a:pt x="3911710" y="140408"/>
                  <a:pt x="3902617" y="140408"/>
                </a:cubicBezTo>
                <a:cubicBezTo>
                  <a:pt x="3897268" y="140408"/>
                  <a:pt x="3892822" y="138648"/>
                  <a:pt x="3889278" y="135127"/>
                </a:cubicBezTo>
                <a:cubicBezTo>
                  <a:pt x="3885735" y="131604"/>
                  <a:pt x="3883963" y="127194"/>
                  <a:pt x="3883963" y="121895"/>
                </a:cubicBezTo>
                <a:cubicBezTo>
                  <a:pt x="3883963" y="114716"/>
                  <a:pt x="3887039" y="108258"/>
                  <a:pt x="3893190" y="102523"/>
                </a:cubicBezTo>
                <a:cubicBezTo>
                  <a:pt x="3899341" y="96788"/>
                  <a:pt x="3912747" y="89157"/>
                  <a:pt x="3933407" y="79631"/>
                </a:cubicBezTo>
                <a:lnTo>
                  <a:pt x="3933407" y="70204"/>
                </a:lnTo>
                <a:cubicBezTo>
                  <a:pt x="3933407" y="63117"/>
                  <a:pt x="3933022" y="58654"/>
                  <a:pt x="3932253" y="56815"/>
                </a:cubicBezTo>
                <a:cubicBezTo>
                  <a:pt x="3931484" y="54976"/>
                  <a:pt x="3930030" y="53372"/>
                  <a:pt x="3927891" y="52001"/>
                </a:cubicBezTo>
                <a:cubicBezTo>
                  <a:pt x="3925751" y="50631"/>
                  <a:pt x="3923344" y="49945"/>
                  <a:pt x="3920670" y="49945"/>
                </a:cubicBezTo>
                <a:cubicBezTo>
                  <a:pt x="3916324" y="49945"/>
                  <a:pt x="3912747" y="50915"/>
                  <a:pt x="3909938" y="52854"/>
                </a:cubicBezTo>
                <a:cubicBezTo>
                  <a:pt x="3908200" y="54057"/>
                  <a:pt x="3907331" y="55461"/>
                  <a:pt x="3907331" y="57066"/>
                </a:cubicBezTo>
                <a:cubicBezTo>
                  <a:pt x="3907331" y="58470"/>
                  <a:pt x="3908267" y="60208"/>
                  <a:pt x="3910139" y="62281"/>
                </a:cubicBezTo>
                <a:cubicBezTo>
                  <a:pt x="3912680" y="65156"/>
                  <a:pt x="3913950" y="67931"/>
                  <a:pt x="3913950" y="70605"/>
                </a:cubicBezTo>
                <a:cubicBezTo>
                  <a:pt x="3913950" y="73881"/>
                  <a:pt x="3912730" y="76673"/>
                  <a:pt x="3910289" y="78980"/>
                </a:cubicBezTo>
                <a:cubicBezTo>
                  <a:pt x="3907849" y="81286"/>
                  <a:pt x="3904656" y="82440"/>
                  <a:pt x="3900712" y="82440"/>
                </a:cubicBezTo>
                <a:cubicBezTo>
                  <a:pt x="3896499" y="82440"/>
                  <a:pt x="3892972" y="81169"/>
                  <a:pt x="3890131" y="78629"/>
                </a:cubicBezTo>
                <a:cubicBezTo>
                  <a:pt x="3887289" y="76088"/>
                  <a:pt x="3885868" y="73113"/>
                  <a:pt x="3885868" y="69703"/>
                </a:cubicBezTo>
                <a:cubicBezTo>
                  <a:pt x="3885868" y="64889"/>
                  <a:pt x="3887774" y="60292"/>
                  <a:pt x="3891585" y="55913"/>
                </a:cubicBezTo>
                <a:cubicBezTo>
                  <a:pt x="3895396" y="51533"/>
                  <a:pt x="3900712" y="48173"/>
                  <a:pt x="3907531" y="45833"/>
                </a:cubicBezTo>
                <a:cubicBezTo>
                  <a:pt x="3914351" y="43493"/>
                  <a:pt x="3921439" y="42323"/>
                  <a:pt x="3928793" y="42323"/>
                </a:cubicBezTo>
                <a:cubicBezTo>
                  <a:pt x="3937686" y="42323"/>
                  <a:pt x="3944723" y="44217"/>
                  <a:pt x="3949905" y="48005"/>
                </a:cubicBezTo>
                <a:cubicBezTo>
                  <a:pt x="3955086" y="51791"/>
                  <a:pt x="3958446" y="55896"/>
                  <a:pt x="3959984" y="60319"/>
                </a:cubicBezTo>
                <a:cubicBezTo>
                  <a:pt x="3960920" y="63134"/>
                  <a:pt x="3961388" y="69600"/>
                  <a:pt x="3961388" y="79719"/>
                </a:cubicBezTo>
                <a:lnTo>
                  <a:pt x="3961388" y="116210"/>
                </a:lnTo>
                <a:cubicBezTo>
                  <a:pt x="3961388" y="120499"/>
                  <a:pt x="3961555" y="123198"/>
                  <a:pt x="3961889" y="124305"/>
                </a:cubicBezTo>
                <a:cubicBezTo>
                  <a:pt x="3962224" y="125410"/>
                  <a:pt x="3962725" y="126232"/>
                  <a:pt x="3963394" y="126769"/>
                </a:cubicBezTo>
                <a:cubicBezTo>
                  <a:pt x="3964062" y="127303"/>
                  <a:pt x="3964831" y="127571"/>
                  <a:pt x="3965701" y="127571"/>
                </a:cubicBezTo>
                <a:cubicBezTo>
                  <a:pt x="3967439" y="127571"/>
                  <a:pt x="3969211" y="126334"/>
                  <a:pt x="3971016" y="123860"/>
                </a:cubicBezTo>
                <a:lnTo>
                  <a:pt x="3974025" y="126267"/>
                </a:lnTo>
                <a:cubicBezTo>
                  <a:pt x="3970682" y="131215"/>
                  <a:pt x="3967222" y="134809"/>
                  <a:pt x="3963645" y="137048"/>
                </a:cubicBezTo>
                <a:cubicBezTo>
                  <a:pt x="3960067" y="139288"/>
                  <a:pt x="3956006" y="140408"/>
                  <a:pt x="3951459" y="140408"/>
                </a:cubicBezTo>
                <a:cubicBezTo>
                  <a:pt x="3946110" y="140408"/>
                  <a:pt x="3941931" y="139146"/>
                  <a:pt x="3938923" y="136622"/>
                </a:cubicBezTo>
                <a:cubicBezTo>
                  <a:pt x="3935914" y="134098"/>
                  <a:pt x="3934075" y="130279"/>
                  <a:pt x="3933407" y="125164"/>
                </a:cubicBezTo>
                <a:moveTo>
                  <a:pt x="3933407" y="117742"/>
                </a:moveTo>
                <a:lnTo>
                  <a:pt x="3933407" y="86370"/>
                </a:lnTo>
                <a:cubicBezTo>
                  <a:pt x="3925316" y="91140"/>
                  <a:pt x="3919299" y="96246"/>
                  <a:pt x="3915354" y="101689"/>
                </a:cubicBezTo>
                <a:cubicBezTo>
                  <a:pt x="3912747" y="105317"/>
                  <a:pt x="3911443" y="108978"/>
                  <a:pt x="3911443" y="112674"/>
                </a:cubicBezTo>
                <a:cubicBezTo>
                  <a:pt x="3911443" y="115765"/>
                  <a:pt x="3912546" y="118486"/>
                  <a:pt x="3914752" y="120839"/>
                </a:cubicBezTo>
                <a:cubicBezTo>
                  <a:pt x="3916424" y="122652"/>
                  <a:pt x="3918764" y="123559"/>
                  <a:pt x="3921773" y="123559"/>
                </a:cubicBezTo>
                <a:cubicBezTo>
                  <a:pt x="3925116" y="123559"/>
                  <a:pt x="3928994" y="121620"/>
                  <a:pt x="3933407" y="117742"/>
                </a:cubicBezTo>
                <a:close/>
                <a:moveTo>
                  <a:pt x="4021563" y="10631"/>
                </a:moveTo>
                <a:lnTo>
                  <a:pt x="4021563" y="45131"/>
                </a:lnTo>
                <a:lnTo>
                  <a:pt x="4043828" y="45131"/>
                </a:lnTo>
                <a:lnTo>
                  <a:pt x="4043828" y="54960"/>
                </a:lnTo>
                <a:lnTo>
                  <a:pt x="4021563" y="54960"/>
                </a:lnTo>
                <a:lnTo>
                  <a:pt x="4021563" y="112985"/>
                </a:lnTo>
                <a:cubicBezTo>
                  <a:pt x="4021563" y="118415"/>
                  <a:pt x="4021814" y="121918"/>
                  <a:pt x="4022315" y="123493"/>
                </a:cubicBezTo>
                <a:cubicBezTo>
                  <a:pt x="4022817" y="125069"/>
                  <a:pt x="4023702" y="126343"/>
                  <a:pt x="4024973" y="127317"/>
                </a:cubicBezTo>
                <a:cubicBezTo>
                  <a:pt x="4026243" y="128289"/>
                  <a:pt x="4027413" y="128774"/>
                  <a:pt x="4028483" y="128774"/>
                </a:cubicBezTo>
                <a:cubicBezTo>
                  <a:pt x="4032829" y="128774"/>
                  <a:pt x="4036941" y="125431"/>
                  <a:pt x="4040819" y="118745"/>
                </a:cubicBezTo>
                <a:lnTo>
                  <a:pt x="4043828" y="120974"/>
                </a:lnTo>
                <a:cubicBezTo>
                  <a:pt x="4038412" y="133930"/>
                  <a:pt x="4029620" y="140408"/>
                  <a:pt x="4017451" y="140408"/>
                </a:cubicBezTo>
                <a:cubicBezTo>
                  <a:pt x="4011500" y="140408"/>
                  <a:pt x="4006469" y="138748"/>
                  <a:pt x="4002357" y="135428"/>
                </a:cubicBezTo>
                <a:cubicBezTo>
                  <a:pt x="3998245" y="132106"/>
                  <a:pt x="3995621" y="128398"/>
                  <a:pt x="3994484" y="124305"/>
                </a:cubicBezTo>
                <a:cubicBezTo>
                  <a:pt x="3993816" y="122023"/>
                  <a:pt x="3993481" y="115850"/>
                  <a:pt x="3993481" y="105786"/>
                </a:cubicBezTo>
                <a:lnTo>
                  <a:pt x="3993481" y="54960"/>
                </a:lnTo>
                <a:lnTo>
                  <a:pt x="3981246" y="54960"/>
                </a:lnTo>
                <a:lnTo>
                  <a:pt x="3981246" y="51440"/>
                </a:lnTo>
                <a:cubicBezTo>
                  <a:pt x="3989670" y="45477"/>
                  <a:pt x="3996841" y="39212"/>
                  <a:pt x="4002758" y="32645"/>
                </a:cubicBezTo>
                <a:cubicBezTo>
                  <a:pt x="4008675" y="26078"/>
                  <a:pt x="4013840" y="18740"/>
                  <a:pt x="4018253" y="10631"/>
                </a:cubicBezTo>
                <a:lnTo>
                  <a:pt x="4021563" y="10631"/>
                </a:lnTo>
                <a:close/>
                <a:moveTo>
                  <a:pt x="4075317" y="0"/>
                </a:moveTo>
                <a:cubicBezTo>
                  <a:pt x="4079663" y="0"/>
                  <a:pt x="4083341" y="1526"/>
                  <a:pt x="4086349" y="4579"/>
                </a:cubicBezTo>
                <a:cubicBezTo>
                  <a:pt x="4089358" y="7629"/>
                  <a:pt x="4090862" y="11302"/>
                  <a:pt x="4090862" y="15595"/>
                </a:cubicBezTo>
                <a:cubicBezTo>
                  <a:pt x="4090862" y="19889"/>
                  <a:pt x="4089341" y="23546"/>
                  <a:pt x="4086299" y="26565"/>
                </a:cubicBezTo>
                <a:cubicBezTo>
                  <a:pt x="4083257" y="29582"/>
                  <a:pt x="4079596" y="31090"/>
                  <a:pt x="4075317" y="31090"/>
                </a:cubicBezTo>
                <a:cubicBezTo>
                  <a:pt x="4071038" y="31090"/>
                  <a:pt x="4067394" y="29582"/>
                  <a:pt x="4064385" y="26565"/>
                </a:cubicBezTo>
                <a:cubicBezTo>
                  <a:pt x="4061377" y="23546"/>
                  <a:pt x="4059872" y="19889"/>
                  <a:pt x="4059872" y="15595"/>
                </a:cubicBezTo>
                <a:cubicBezTo>
                  <a:pt x="4059872" y="11302"/>
                  <a:pt x="4061377" y="7629"/>
                  <a:pt x="4064385" y="4579"/>
                </a:cubicBezTo>
                <a:cubicBezTo>
                  <a:pt x="4067394" y="1526"/>
                  <a:pt x="4071038" y="0"/>
                  <a:pt x="4075317" y="0"/>
                </a:cubicBezTo>
                <a:moveTo>
                  <a:pt x="4089358" y="45131"/>
                </a:moveTo>
                <a:lnTo>
                  <a:pt x="4089358" y="119548"/>
                </a:lnTo>
                <a:cubicBezTo>
                  <a:pt x="4089358" y="126167"/>
                  <a:pt x="4090127" y="130396"/>
                  <a:pt x="4091665" y="132234"/>
                </a:cubicBezTo>
                <a:cubicBezTo>
                  <a:pt x="4093203" y="134073"/>
                  <a:pt x="4096211" y="135126"/>
                  <a:pt x="4100691" y="135394"/>
                </a:cubicBezTo>
                <a:lnTo>
                  <a:pt x="4100691" y="139004"/>
                </a:lnTo>
                <a:lnTo>
                  <a:pt x="4050044" y="139004"/>
                </a:lnTo>
                <a:lnTo>
                  <a:pt x="4050044" y="135394"/>
                </a:lnTo>
                <a:cubicBezTo>
                  <a:pt x="4054189" y="135260"/>
                  <a:pt x="4057265" y="134056"/>
                  <a:pt x="4059271" y="131783"/>
                </a:cubicBezTo>
                <a:cubicBezTo>
                  <a:pt x="4060608" y="130245"/>
                  <a:pt x="4061276" y="126167"/>
                  <a:pt x="4061276" y="119548"/>
                </a:cubicBezTo>
                <a:lnTo>
                  <a:pt x="4061276" y="64788"/>
                </a:lnTo>
                <a:cubicBezTo>
                  <a:pt x="4061276" y="58086"/>
                  <a:pt x="4060507" y="53803"/>
                  <a:pt x="4058970" y="51942"/>
                </a:cubicBezTo>
                <a:cubicBezTo>
                  <a:pt x="4057432" y="50080"/>
                  <a:pt x="4054457" y="49013"/>
                  <a:pt x="4050044" y="48742"/>
                </a:cubicBezTo>
                <a:lnTo>
                  <a:pt x="4050044" y="45131"/>
                </a:lnTo>
                <a:lnTo>
                  <a:pt x="4089358" y="45131"/>
                </a:lnTo>
                <a:close/>
                <a:moveTo>
                  <a:pt x="4154080" y="42323"/>
                </a:moveTo>
                <a:cubicBezTo>
                  <a:pt x="4162237" y="42323"/>
                  <a:pt x="4169826" y="44431"/>
                  <a:pt x="4176847" y="48648"/>
                </a:cubicBezTo>
                <a:cubicBezTo>
                  <a:pt x="4183867" y="52864"/>
                  <a:pt x="4189199" y="58854"/>
                  <a:pt x="4192843" y="66619"/>
                </a:cubicBezTo>
                <a:cubicBezTo>
                  <a:pt x="4196487" y="74383"/>
                  <a:pt x="4198309" y="82883"/>
                  <a:pt x="4198309" y="92118"/>
                </a:cubicBezTo>
                <a:cubicBezTo>
                  <a:pt x="4198309" y="105436"/>
                  <a:pt x="4194933" y="116580"/>
                  <a:pt x="4188180" y="125549"/>
                </a:cubicBezTo>
                <a:cubicBezTo>
                  <a:pt x="4180023" y="136391"/>
                  <a:pt x="4168756" y="141812"/>
                  <a:pt x="4154381" y="141812"/>
                </a:cubicBezTo>
                <a:cubicBezTo>
                  <a:pt x="4140274" y="141812"/>
                  <a:pt x="4129409" y="136859"/>
                  <a:pt x="4121787" y="126953"/>
                </a:cubicBezTo>
                <a:cubicBezTo>
                  <a:pt x="4114164" y="117048"/>
                  <a:pt x="4110353" y="105569"/>
                  <a:pt x="4110353" y="92519"/>
                </a:cubicBezTo>
                <a:cubicBezTo>
                  <a:pt x="4110353" y="79067"/>
                  <a:pt x="4114248" y="67338"/>
                  <a:pt x="4122037" y="57332"/>
                </a:cubicBezTo>
                <a:cubicBezTo>
                  <a:pt x="4129827" y="47326"/>
                  <a:pt x="4140508" y="42323"/>
                  <a:pt x="4154080" y="42323"/>
                </a:cubicBezTo>
                <a:moveTo>
                  <a:pt x="4154482" y="49343"/>
                </a:moveTo>
                <a:cubicBezTo>
                  <a:pt x="4151072" y="49343"/>
                  <a:pt x="4148147" y="50633"/>
                  <a:pt x="4145706" y="53211"/>
                </a:cubicBezTo>
                <a:cubicBezTo>
                  <a:pt x="4143266" y="55787"/>
                  <a:pt x="4141661" y="60874"/>
                  <a:pt x="4140892" y="68471"/>
                </a:cubicBezTo>
                <a:cubicBezTo>
                  <a:pt x="4140123" y="76068"/>
                  <a:pt x="4139739" y="86628"/>
                  <a:pt x="4139739" y="100151"/>
                </a:cubicBezTo>
                <a:cubicBezTo>
                  <a:pt x="4139739" y="107313"/>
                  <a:pt x="4140207" y="114007"/>
                  <a:pt x="4141143" y="120234"/>
                </a:cubicBezTo>
                <a:cubicBezTo>
                  <a:pt x="4141878" y="124985"/>
                  <a:pt x="4143450" y="128600"/>
                  <a:pt x="4145857" y="131078"/>
                </a:cubicBezTo>
                <a:cubicBezTo>
                  <a:pt x="4148264" y="133554"/>
                  <a:pt x="4151005" y="134792"/>
                  <a:pt x="4154080" y="134792"/>
                </a:cubicBezTo>
                <a:cubicBezTo>
                  <a:pt x="4157089" y="134792"/>
                  <a:pt x="4159596" y="133955"/>
                  <a:pt x="4161602" y="132281"/>
                </a:cubicBezTo>
                <a:cubicBezTo>
                  <a:pt x="4164210" y="130006"/>
                  <a:pt x="4165948" y="126826"/>
                  <a:pt x="4166817" y="122741"/>
                </a:cubicBezTo>
                <a:cubicBezTo>
                  <a:pt x="4168155" y="116383"/>
                  <a:pt x="4168823" y="103531"/>
                  <a:pt x="4168823" y="84185"/>
                </a:cubicBezTo>
                <a:cubicBezTo>
                  <a:pt x="4168823" y="72806"/>
                  <a:pt x="4168188" y="64992"/>
                  <a:pt x="4166918" y="60742"/>
                </a:cubicBezTo>
                <a:cubicBezTo>
                  <a:pt x="4165647" y="56490"/>
                  <a:pt x="4163775" y="53394"/>
                  <a:pt x="4161301" y="51453"/>
                </a:cubicBezTo>
                <a:cubicBezTo>
                  <a:pt x="4159563" y="50047"/>
                  <a:pt x="4157290" y="49343"/>
                  <a:pt x="4154482" y="49343"/>
                </a:cubicBezTo>
                <a:close/>
                <a:moveTo>
                  <a:pt x="4250863" y="45131"/>
                </a:moveTo>
                <a:lnTo>
                  <a:pt x="4250863" y="57367"/>
                </a:lnTo>
                <a:cubicBezTo>
                  <a:pt x="4255677" y="52116"/>
                  <a:pt x="4260290" y="48297"/>
                  <a:pt x="4264703" y="45908"/>
                </a:cubicBezTo>
                <a:cubicBezTo>
                  <a:pt x="4269116" y="43518"/>
                  <a:pt x="4273863" y="42323"/>
                  <a:pt x="4278944" y="42323"/>
                </a:cubicBezTo>
                <a:cubicBezTo>
                  <a:pt x="4285029" y="42323"/>
                  <a:pt x="4290077" y="44013"/>
                  <a:pt x="4294088" y="47394"/>
                </a:cubicBezTo>
                <a:cubicBezTo>
                  <a:pt x="4298100" y="50775"/>
                  <a:pt x="4300774" y="54975"/>
                  <a:pt x="4302112" y="59996"/>
                </a:cubicBezTo>
                <a:cubicBezTo>
                  <a:pt x="4303181" y="63814"/>
                  <a:pt x="4303716" y="71145"/>
                  <a:pt x="4303716" y="81991"/>
                </a:cubicBezTo>
                <a:lnTo>
                  <a:pt x="4303716" y="118545"/>
                </a:lnTo>
                <a:cubicBezTo>
                  <a:pt x="4303716" y="125766"/>
                  <a:pt x="4304368" y="130262"/>
                  <a:pt x="4305672" y="132034"/>
                </a:cubicBezTo>
                <a:cubicBezTo>
                  <a:pt x="4306976" y="133806"/>
                  <a:pt x="4309700" y="134926"/>
                  <a:pt x="4313846" y="135394"/>
                </a:cubicBezTo>
                <a:lnTo>
                  <a:pt x="4313846" y="139004"/>
                </a:lnTo>
                <a:lnTo>
                  <a:pt x="4266408" y="139004"/>
                </a:lnTo>
                <a:lnTo>
                  <a:pt x="4266408" y="135394"/>
                </a:lnTo>
                <a:cubicBezTo>
                  <a:pt x="4269951" y="134926"/>
                  <a:pt x="4272492" y="133455"/>
                  <a:pt x="4274030" y="130981"/>
                </a:cubicBezTo>
                <a:cubicBezTo>
                  <a:pt x="4275100" y="129309"/>
                  <a:pt x="4275635" y="125164"/>
                  <a:pt x="4275635" y="118545"/>
                </a:cubicBezTo>
                <a:lnTo>
                  <a:pt x="4275635" y="76823"/>
                </a:lnTo>
                <a:cubicBezTo>
                  <a:pt x="4275635" y="69134"/>
                  <a:pt x="4275334" y="64287"/>
                  <a:pt x="4274732" y="62281"/>
                </a:cubicBezTo>
                <a:cubicBezTo>
                  <a:pt x="4274130" y="60275"/>
                  <a:pt x="4273111" y="58721"/>
                  <a:pt x="4271673" y="57617"/>
                </a:cubicBezTo>
                <a:cubicBezTo>
                  <a:pt x="4270236" y="56514"/>
                  <a:pt x="4268648" y="55963"/>
                  <a:pt x="4266909" y="55963"/>
                </a:cubicBezTo>
                <a:cubicBezTo>
                  <a:pt x="4261159" y="55963"/>
                  <a:pt x="4255810" y="60108"/>
                  <a:pt x="4250863" y="68399"/>
                </a:cubicBezTo>
                <a:lnTo>
                  <a:pt x="4250863" y="118545"/>
                </a:lnTo>
                <a:cubicBezTo>
                  <a:pt x="4250863" y="125565"/>
                  <a:pt x="4251515" y="130011"/>
                  <a:pt x="4252818" y="131883"/>
                </a:cubicBezTo>
                <a:cubicBezTo>
                  <a:pt x="4254122" y="133755"/>
                  <a:pt x="4256546" y="134926"/>
                  <a:pt x="4260089" y="135394"/>
                </a:cubicBezTo>
                <a:lnTo>
                  <a:pt x="4260089" y="139004"/>
                </a:lnTo>
                <a:lnTo>
                  <a:pt x="4212652" y="139004"/>
                </a:lnTo>
                <a:lnTo>
                  <a:pt x="4212652" y="135394"/>
                </a:lnTo>
                <a:cubicBezTo>
                  <a:pt x="4216596" y="134992"/>
                  <a:pt x="4219405" y="133722"/>
                  <a:pt x="4221076" y="131583"/>
                </a:cubicBezTo>
                <a:cubicBezTo>
                  <a:pt x="4222213" y="130112"/>
                  <a:pt x="4222781" y="125766"/>
                  <a:pt x="4222781" y="118545"/>
                </a:cubicBezTo>
                <a:lnTo>
                  <a:pt x="4222781" y="65591"/>
                </a:lnTo>
                <a:cubicBezTo>
                  <a:pt x="4222781" y="58418"/>
                  <a:pt x="4222129" y="53952"/>
                  <a:pt x="4220825" y="52192"/>
                </a:cubicBezTo>
                <a:cubicBezTo>
                  <a:pt x="4219522" y="50433"/>
                  <a:pt x="4216797" y="49283"/>
                  <a:pt x="4212652" y="48742"/>
                </a:cubicBezTo>
                <a:lnTo>
                  <a:pt x="4212652" y="45131"/>
                </a:lnTo>
                <a:lnTo>
                  <a:pt x="4250863" y="4513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267219-43C2-448A-BACA-2B7BCB10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266" y="2080161"/>
            <a:ext cx="1010571" cy="1017435"/>
          </a:xfrm>
          <a:custGeom xmlns:a="http://schemas.openxmlformats.org/drawingml/2006/main">
            <a:pathLst>
              <a:path w="1010571" h="1017435">
                <a:moveTo>
                  <a:pt x="0" y="1017435"/>
                </a:moveTo>
                <a:lnTo>
                  <a:pt x="1010571" y="1017435"/>
                </a:lnTo>
                <a:lnTo>
                  <a:pt x="1010571" y="0"/>
                </a:lnTo>
                <a:lnTo>
                  <a:pt x="0" y="0"/>
                </a:lnTo>
                <a:lnTo>
                  <a:pt x="0" y="101743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548984-5E8E-4317-AD81-E8F9413F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266" y="2080161"/>
            <a:ext cx="1010571" cy="1017435"/>
          </a:xfrm>
          <a:custGeom xmlns:a="http://schemas.openxmlformats.org/drawingml/2006/main">
            <a:pathLst>
              <a:path w="1010571" h="1017435">
                <a:moveTo>
                  <a:pt x="0" y="1017435"/>
                </a:moveTo>
                <a:lnTo>
                  <a:pt x="1010571" y="1017435"/>
                </a:lnTo>
                <a:lnTo>
                  <a:pt x="1010571" y="0"/>
                </a:lnTo>
                <a:lnTo>
                  <a:pt x="0" y="0"/>
                </a:lnTo>
                <a:lnTo>
                  <a:pt x="0" y="101743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757946b6b64429"/>
          <a:stretch xmlns:a="http://schemas.openxmlformats.org/drawingml/2006/main"/>
        </p:blipFill>
        <p:spPr>
          <a:xfrm xmlns:a="http://schemas.openxmlformats.org/drawingml/2006/main">
            <a:off x="911233" y="2093719"/>
            <a:ext cx="690942" cy="813595"/>
          </a:xfrm>
          <a:prstGeom xmlns:a="http://schemas.openxmlformats.org/drawingml/2006/main" prst="rect">
            <a:avLst/>
          </a:prstGeom>
        </p:spPr>
      </p:pic>
      <p:pic>
        <p:nvPicPr>
          <p:cNvPr id="6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f463911394cc4"/>
          <a:stretch xmlns:a="http://schemas.openxmlformats.org/drawingml/2006/main"/>
        </p:blipFill>
        <p:spPr>
          <a:xfrm xmlns:a="http://schemas.openxmlformats.org/drawingml/2006/main">
            <a:off x="981765" y="2148978"/>
            <a:ext cx="690934" cy="813585"/>
          </a:xfrm>
          <a:prstGeom xmlns:a="http://schemas.openxmlformats.org/drawingml/2006/main" prst="rect">
            <a:avLst/>
          </a:prstGeom>
        </p:spPr>
      </p:pic>
      <p:pic>
        <p:nvPicPr>
          <p:cNvPr id="6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ce010c14b4378"/>
          <a:stretch xmlns:a="http://schemas.openxmlformats.org/drawingml/2006/main"/>
        </p:blipFill>
        <p:spPr>
          <a:xfrm xmlns:a="http://schemas.openxmlformats.org/drawingml/2006/main">
            <a:off x="1059035" y="2210520"/>
            <a:ext cx="690942" cy="813595"/>
          </a:xfrm>
          <a:prstGeom xmlns:a="http://schemas.openxmlformats.org/drawingml/2006/main" prst="rect">
            <a:avLst/>
          </a:prstGeom>
        </p:spPr>
      </p:pic>
      <p:pic>
        <p:nvPicPr>
          <p:cNvPr id="6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ae822c25ac442e"/>
          <a:stretch xmlns:a="http://schemas.openxmlformats.org/drawingml/2006/main"/>
        </p:blipFill>
        <p:spPr>
          <a:xfrm xmlns:a="http://schemas.openxmlformats.org/drawingml/2006/main">
            <a:off x="1139002" y="2272066"/>
            <a:ext cx="690942" cy="813595"/>
          </a:xfrm>
          <a:prstGeom xmlns:a="http://schemas.openxmlformats.org/drawingml/2006/main" prst="rect">
            <a:avLst/>
          </a:prstGeom>
        </p:spPr>
      </p:pic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574B7B-C133-45BC-B84B-ED0D90DD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95" y="2856924"/>
            <a:ext cx="312409" cy="267941"/>
          </a:xfrm>
          <a:custGeom xmlns:a="http://schemas.openxmlformats.org/drawingml/2006/main">
            <a:pathLst>
              <a:path w="312409" h="267941" fill="none">
                <a:moveTo>
                  <a:pt x="0" y="0"/>
                </a:moveTo>
                <a:lnTo>
                  <a:pt x="312409" y="267941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8F628F-931E-4B4A-8D45-70E5CA4D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639" y="3074439"/>
            <a:ext cx="119541" cy="111291"/>
          </a:xfrm>
          <a:custGeom xmlns:a="http://schemas.openxmlformats.org/drawingml/2006/main">
            <a:pathLst>
              <a:path w="119541" h="111291">
                <a:moveTo>
                  <a:pt x="119541" y="111291"/>
                </a:moveTo>
                <a:lnTo>
                  <a:pt x="56861" y="0"/>
                </a:lnTo>
                <a:lnTo>
                  <a:pt x="0" y="66309"/>
                </a:lnTo>
                <a:lnTo>
                  <a:pt x="119541" y="11129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Text Time">
            <a:extLst xmlns:a="http://schemas.openxmlformats.org/drawingml/2006/main">
              <a:ext uri="{FF2B5EF4-FFF2-40B4-BE49-F238E27FC236}">
                <a16:creationId xmlns:a16="http://schemas.microsoft.com/office/drawing/2014/main" id="{186821D0-8B0A-45A4-A7FA-F2142352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665" y="2890571"/>
            <a:ext cx="440408" cy="141812"/>
          </a:xfrm>
          <a:custGeom xmlns:a="http://schemas.openxmlformats.org/drawingml/2006/main">
            <a:pathLst>
              <a:path w="440408" h="141812">
                <a:moveTo>
                  <a:pt x="122155" y="3009"/>
                </a:moveTo>
                <a:lnTo>
                  <a:pt x="122155" y="39916"/>
                </a:lnTo>
                <a:lnTo>
                  <a:pt x="118545" y="39916"/>
                </a:lnTo>
                <a:cubicBezTo>
                  <a:pt x="116405" y="31395"/>
                  <a:pt x="114031" y="25273"/>
                  <a:pt x="111424" y="21550"/>
                </a:cubicBezTo>
                <a:cubicBezTo>
                  <a:pt x="108816" y="17827"/>
                  <a:pt x="105239" y="14858"/>
                  <a:pt x="100693" y="12643"/>
                </a:cubicBezTo>
                <a:cubicBezTo>
                  <a:pt x="98152" y="11435"/>
                  <a:pt x="93706" y="10831"/>
                  <a:pt x="87354" y="10831"/>
                </a:cubicBezTo>
                <a:lnTo>
                  <a:pt x="77224" y="10831"/>
                </a:lnTo>
                <a:lnTo>
                  <a:pt x="77224" y="115736"/>
                </a:lnTo>
                <a:cubicBezTo>
                  <a:pt x="77224" y="122726"/>
                  <a:pt x="77609" y="127094"/>
                  <a:pt x="78378" y="128843"/>
                </a:cubicBezTo>
                <a:cubicBezTo>
                  <a:pt x="79147" y="130590"/>
                  <a:pt x="80651" y="132118"/>
                  <a:pt x="82891" y="133429"/>
                </a:cubicBezTo>
                <a:cubicBezTo>
                  <a:pt x="85131" y="134739"/>
                  <a:pt x="88190" y="135394"/>
                  <a:pt x="92068" y="135394"/>
                </a:cubicBezTo>
                <a:lnTo>
                  <a:pt x="96581" y="135394"/>
                </a:lnTo>
                <a:lnTo>
                  <a:pt x="96581" y="139004"/>
                </a:lnTo>
                <a:lnTo>
                  <a:pt x="25374" y="139004"/>
                </a:lnTo>
                <a:lnTo>
                  <a:pt x="25374" y="135394"/>
                </a:lnTo>
                <a:lnTo>
                  <a:pt x="29887" y="135394"/>
                </a:lnTo>
                <a:cubicBezTo>
                  <a:pt x="33832" y="135394"/>
                  <a:pt x="37008" y="134688"/>
                  <a:pt x="39415" y="133278"/>
                </a:cubicBezTo>
                <a:cubicBezTo>
                  <a:pt x="41153" y="132336"/>
                  <a:pt x="42524" y="130723"/>
                  <a:pt x="43527" y="128439"/>
                </a:cubicBezTo>
                <a:cubicBezTo>
                  <a:pt x="44262" y="126826"/>
                  <a:pt x="44630" y="122592"/>
                  <a:pt x="44630" y="115736"/>
                </a:cubicBezTo>
                <a:lnTo>
                  <a:pt x="44630" y="10831"/>
                </a:lnTo>
                <a:lnTo>
                  <a:pt x="34801" y="10831"/>
                </a:lnTo>
                <a:cubicBezTo>
                  <a:pt x="25641" y="10831"/>
                  <a:pt x="18989" y="12777"/>
                  <a:pt x="14843" y="16667"/>
                </a:cubicBezTo>
                <a:cubicBezTo>
                  <a:pt x="9026" y="22102"/>
                  <a:pt x="5349" y="29851"/>
                  <a:pt x="3811" y="39916"/>
                </a:cubicBezTo>
                <a:lnTo>
                  <a:pt x="0" y="39916"/>
                </a:lnTo>
                <a:lnTo>
                  <a:pt x="0" y="3009"/>
                </a:lnTo>
                <a:lnTo>
                  <a:pt x="122155" y="3009"/>
                </a:lnTo>
                <a:close/>
                <a:moveTo>
                  <a:pt x="155346" y="0"/>
                </a:moveTo>
                <a:cubicBezTo>
                  <a:pt x="159692" y="0"/>
                  <a:pt x="163370" y="1526"/>
                  <a:pt x="166378" y="4579"/>
                </a:cubicBezTo>
                <a:cubicBezTo>
                  <a:pt x="169387" y="7629"/>
                  <a:pt x="170891" y="11302"/>
                  <a:pt x="170891" y="15595"/>
                </a:cubicBezTo>
                <a:cubicBezTo>
                  <a:pt x="170891" y="19889"/>
                  <a:pt x="169370" y="23546"/>
                  <a:pt x="166328" y="26565"/>
                </a:cubicBezTo>
                <a:cubicBezTo>
                  <a:pt x="163286" y="29582"/>
                  <a:pt x="159625" y="31090"/>
                  <a:pt x="155346" y="31090"/>
                </a:cubicBezTo>
                <a:cubicBezTo>
                  <a:pt x="151067" y="31090"/>
                  <a:pt x="147423" y="29582"/>
                  <a:pt x="144415" y="26565"/>
                </a:cubicBezTo>
                <a:cubicBezTo>
                  <a:pt x="141406" y="23546"/>
                  <a:pt x="139901" y="19889"/>
                  <a:pt x="139901" y="15595"/>
                </a:cubicBezTo>
                <a:cubicBezTo>
                  <a:pt x="139901" y="11302"/>
                  <a:pt x="141406" y="7629"/>
                  <a:pt x="144415" y="4579"/>
                </a:cubicBezTo>
                <a:cubicBezTo>
                  <a:pt x="147423" y="1526"/>
                  <a:pt x="151067" y="0"/>
                  <a:pt x="155346" y="0"/>
                </a:cubicBezTo>
                <a:moveTo>
                  <a:pt x="169387" y="45131"/>
                </a:moveTo>
                <a:lnTo>
                  <a:pt x="169387" y="119548"/>
                </a:lnTo>
                <a:cubicBezTo>
                  <a:pt x="169387" y="126167"/>
                  <a:pt x="170156" y="130396"/>
                  <a:pt x="171694" y="132234"/>
                </a:cubicBezTo>
                <a:cubicBezTo>
                  <a:pt x="173232" y="134073"/>
                  <a:pt x="176240" y="135126"/>
                  <a:pt x="180720" y="135394"/>
                </a:cubicBezTo>
                <a:lnTo>
                  <a:pt x="180720" y="139004"/>
                </a:lnTo>
                <a:lnTo>
                  <a:pt x="130073" y="139004"/>
                </a:lnTo>
                <a:lnTo>
                  <a:pt x="130073" y="135394"/>
                </a:lnTo>
                <a:cubicBezTo>
                  <a:pt x="134218" y="135260"/>
                  <a:pt x="137294" y="134056"/>
                  <a:pt x="139300" y="131783"/>
                </a:cubicBezTo>
                <a:cubicBezTo>
                  <a:pt x="140637" y="130245"/>
                  <a:pt x="141305" y="126167"/>
                  <a:pt x="141305" y="119548"/>
                </a:cubicBezTo>
                <a:lnTo>
                  <a:pt x="141305" y="64788"/>
                </a:lnTo>
                <a:cubicBezTo>
                  <a:pt x="141305" y="58086"/>
                  <a:pt x="140537" y="53803"/>
                  <a:pt x="138999" y="51942"/>
                </a:cubicBezTo>
                <a:cubicBezTo>
                  <a:pt x="137461" y="50080"/>
                  <a:pt x="134486" y="49013"/>
                  <a:pt x="130073" y="48742"/>
                </a:cubicBezTo>
                <a:lnTo>
                  <a:pt x="130073" y="45131"/>
                </a:lnTo>
                <a:lnTo>
                  <a:pt x="169387" y="45131"/>
                </a:lnTo>
                <a:close/>
                <a:moveTo>
                  <a:pt x="228794" y="45131"/>
                </a:moveTo>
                <a:lnTo>
                  <a:pt x="228794" y="57567"/>
                </a:lnTo>
                <a:cubicBezTo>
                  <a:pt x="233943" y="51913"/>
                  <a:pt x="238706" y="47959"/>
                  <a:pt x="243086" y="45705"/>
                </a:cubicBezTo>
                <a:cubicBezTo>
                  <a:pt x="247465" y="43450"/>
                  <a:pt x="252262" y="42323"/>
                  <a:pt x="257478" y="42323"/>
                </a:cubicBezTo>
                <a:cubicBezTo>
                  <a:pt x="263495" y="42323"/>
                  <a:pt x="268543" y="43735"/>
                  <a:pt x="272622" y="46560"/>
                </a:cubicBezTo>
                <a:cubicBezTo>
                  <a:pt x="276700" y="49385"/>
                  <a:pt x="279843" y="53689"/>
                  <a:pt x="282049" y="59473"/>
                </a:cubicBezTo>
                <a:cubicBezTo>
                  <a:pt x="287398" y="53420"/>
                  <a:pt x="292529" y="49049"/>
                  <a:pt x="297444" y="46360"/>
                </a:cubicBezTo>
                <a:cubicBezTo>
                  <a:pt x="302358" y="43669"/>
                  <a:pt x="307490" y="42323"/>
                  <a:pt x="312839" y="42323"/>
                </a:cubicBezTo>
                <a:cubicBezTo>
                  <a:pt x="319324" y="42323"/>
                  <a:pt x="324489" y="43813"/>
                  <a:pt x="328334" y="46792"/>
                </a:cubicBezTo>
                <a:cubicBezTo>
                  <a:pt x="332178" y="49772"/>
                  <a:pt x="334853" y="53555"/>
                  <a:pt x="336357" y="58141"/>
                </a:cubicBezTo>
                <a:cubicBezTo>
                  <a:pt x="337861" y="62727"/>
                  <a:pt x="338613" y="70041"/>
                  <a:pt x="338613" y="80083"/>
                </a:cubicBezTo>
                <a:lnTo>
                  <a:pt x="338613" y="118545"/>
                </a:lnTo>
                <a:cubicBezTo>
                  <a:pt x="338613" y="125766"/>
                  <a:pt x="339265" y="130245"/>
                  <a:pt x="340569" y="131984"/>
                </a:cubicBezTo>
                <a:cubicBezTo>
                  <a:pt x="341873" y="133722"/>
                  <a:pt x="344598" y="134859"/>
                  <a:pt x="348743" y="135394"/>
                </a:cubicBezTo>
                <a:lnTo>
                  <a:pt x="348743" y="139004"/>
                </a:lnTo>
                <a:lnTo>
                  <a:pt x="300302" y="139004"/>
                </a:lnTo>
                <a:lnTo>
                  <a:pt x="300302" y="135394"/>
                </a:lnTo>
                <a:cubicBezTo>
                  <a:pt x="304113" y="135059"/>
                  <a:pt x="306921" y="133588"/>
                  <a:pt x="308727" y="130981"/>
                </a:cubicBezTo>
                <a:cubicBezTo>
                  <a:pt x="309930" y="129176"/>
                  <a:pt x="310532" y="125030"/>
                  <a:pt x="310532" y="118545"/>
                </a:cubicBezTo>
                <a:lnTo>
                  <a:pt x="310532" y="78227"/>
                </a:lnTo>
                <a:cubicBezTo>
                  <a:pt x="310532" y="69870"/>
                  <a:pt x="310198" y="64554"/>
                  <a:pt x="309529" y="62281"/>
                </a:cubicBezTo>
                <a:cubicBezTo>
                  <a:pt x="308860" y="60008"/>
                  <a:pt x="307807" y="58320"/>
                  <a:pt x="306370" y="57216"/>
                </a:cubicBezTo>
                <a:cubicBezTo>
                  <a:pt x="304932" y="56113"/>
                  <a:pt x="303244" y="55562"/>
                  <a:pt x="301305" y="55562"/>
                </a:cubicBezTo>
                <a:cubicBezTo>
                  <a:pt x="298430" y="55562"/>
                  <a:pt x="295522" y="56615"/>
                  <a:pt x="292580" y="58721"/>
                </a:cubicBezTo>
                <a:cubicBezTo>
                  <a:pt x="289638" y="60827"/>
                  <a:pt x="286662" y="63986"/>
                  <a:pt x="283654" y="68198"/>
                </a:cubicBezTo>
                <a:lnTo>
                  <a:pt x="283654" y="118545"/>
                </a:lnTo>
                <a:cubicBezTo>
                  <a:pt x="283654" y="125298"/>
                  <a:pt x="284222" y="129543"/>
                  <a:pt x="285359" y="131282"/>
                </a:cubicBezTo>
                <a:cubicBezTo>
                  <a:pt x="286896" y="133755"/>
                  <a:pt x="289838" y="135126"/>
                  <a:pt x="294184" y="135394"/>
                </a:cubicBezTo>
                <a:lnTo>
                  <a:pt x="294184" y="139004"/>
                </a:lnTo>
                <a:lnTo>
                  <a:pt x="245643" y="139004"/>
                </a:lnTo>
                <a:lnTo>
                  <a:pt x="245643" y="135394"/>
                </a:lnTo>
                <a:cubicBezTo>
                  <a:pt x="248251" y="135260"/>
                  <a:pt x="250307" y="134608"/>
                  <a:pt x="251811" y="133438"/>
                </a:cubicBezTo>
                <a:cubicBezTo>
                  <a:pt x="253315" y="132268"/>
                  <a:pt x="254318" y="130864"/>
                  <a:pt x="254820" y="129226"/>
                </a:cubicBezTo>
                <a:cubicBezTo>
                  <a:pt x="255321" y="127588"/>
                  <a:pt x="255572" y="124027"/>
                  <a:pt x="255572" y="118545"/>
                </a:cubicBezTo>
                <a:lnTo>
                  <a:pt x="255572" y="78165"/>
                </a:lnTo>
                <a:cubicBezTo>
                  <a:pt x="255572" y="69659"/>
                  <a:pt x="255238" y="64335"/>
                  <a:pt x="254569" y="62193"/>
                </a:cubicBezTo>
                <a:cubicBezTo>
                  <a:pt x="253901" y="60050"/>
                  <a:pt x="252781" y="58375"/>
                  <a:pt x="251209" y="57169"/>
                </a:cubicBezTo>
                <a:cubicBezTo>
                  <a:pt x="249638" y="55964"/>
                  <a:pt x="247950" y="55361"/>
                  <a:pt x="246145" y="55361"/>
                </a:cubicBezTo>
                <a:cubicBezTo>
                  <a:pt x="243470" y="55361"/>
                  <a:pt x="241030" y="56068"/>
                  <a:pt x="238823" y="57483"/>
                </a:cubicBezTo>
                <a:cubicBezTo>
                  <a:pt x="235681" y="59572"/>
                  <a:pt x="232338" y="63144"/>
                  <a:pt x="228794" y="68198"/>
                </a:cubicBezTo>
                <a:lnTo>
                  <a:pt x="228794" y="118545"/>
                </a:lnTo>
                <a:cubicBezTo>
                  <a:pt x="228794" y="125164"/>
                  <a:pt x="229446" y="129527"/>
                  <a:pt x="230750" y="131633"/>
                </a:cubicBezTo>
                <a:cubicBezTo>
                  <a:pt x="232054" y="133739"/>
                  <a:pt x="234778" y="134992"/>
                  <a:pt x="238924" y="135394"/>
                </a:cubicBezTo>
                <a:lnTo>
                  <a:pt x="238924" y="139004"/>
                </a:lnTo>
                <a:lnTo>
                  <a:pt x="190583" y="139004"/>
                </a:lnTo>
                <a:lnTo>
                  <a:pt x="190583" y="135394"/>
                </a:lnTo>
                <a:cubicBezTo>
                  <a:pt x="194528" y="134992"/>
                  <a:pt x="197336" y="133722"/>
                  <a:pt x="199008" y="131583"/>
                </a:cubicBezTo>
                <a:cubicBezTo>
                  <a:pt x="200144" y="130112"/>
                  <a:pt x="200713" y="125766"/>
                  <a:pt x="200713" y="118545"/>
                </a:cubicBezTo>
                <a:lnTo>
                  <a:pt x="200713" y="65591"/>
                </a:lnTo>
                <a:cubicBezTo>
                  <a:pt x="200713" y="58418"/>
                  <a:pt x="200061" y="53952"/>
                  <a:pt x="198757" y="52192"/>
                </a:cubicBezTo>
                <a:cubicBezTo>
                  <a:pt x="197453" y="50433"/>
                  <a:pt x="194729" y="49283"/>
                  <a:pt x="190583" y="48742"/>
                </a:cubicBezTo>
                <a:lnTo>
                  <a:pt x="190583" y="45131"/>
                </a:lnTo>
                <a:lnTo>
                  <a:pt x="228794" y="45131"/>
                </a:lnTo>
                <a:close/>
                <a:moveTo>
                  <a:pt x="440408" y="88658"/>
                </a:moveTo>
                <a:lnTo>
                  <a:pt x="388958" y="88658"/>
                </a:lnTo>
                <a:cubicBezTo>
                  <a:pt x="389560" y="101127"/>
                  <a:pt x="392870" y="110982"/>
                  <a:pt x="398887" y="118222"/>
                </a:cubicBezTo>
                <a:cubicBezTo>
                  <a:pt x="403500" y="123786"/>
                  <a:pt x="409050" y="126568"/>
                  <a:pt x="415535" y="126568"/>
                </a:cubicBezTo>
                <a:cubicBezTo>
                  <a:pt x="419547" y="126568"/>
                  <a:pt x="423191" y="125448"/>
                  <a:pt x="426467" y="123208"/>
                </a:cubicBezTo>
                <a:cubicBezTo>
                  <a:pt x="429743" y="120968"/>
                  <a:pt x="433254" y="116940"/>
                  <a:pt x="436998" y="111123"/>
                </a:cubicBezTo>
                <a:lnTo>
                  <a:pt x="440408" y="113329"/>
                </a:lnTo>
                <a:cubicBezTo>
                  <a:pt x="435326" y="123693"/>
                  <a:pt x="429710" y="131031"/>
                  <a:pt x="423559" y="135343"/>
                </a:cubicBezTo>
                <a:cubicBezTo>
                  <a:pt x="417408" y="139656"/>
                  <a:pt x="410287" y="141812"/>
                  <a:pt x="402197" y="141812"/>
                </a:cubicBezTo>
                <a:cubicBezTo>
                  <a:pt x="388290" y="141812"/>
                  <a:pt x="377759" y="136458"/>
                  <a:pt x="370605" y="125750"/>
                </a:cubicBezTo>
                <a:cubicBezTo>
                  <a:pt x="364855" y="117117"/>
                  <a:pt x="361980" y="106408"/>
                  <a:pt x="361980" y="93625"/>
                </a:cubicBezTo>
                <a:cubicBezTo>
                  <a:pt x="361980" y="77963"/>
                  <a:pt x="366209" y="65498"/>
                  <a:pt x="374667" y="56229"/>
                </a:cubicBezTo>
                <a:cubicBezTo>
                  <a:pt x="383125" y="46958"/>
                  <a:pt x="393037" y="42323"/>
                  <a:pt x="404403" y="42323"/>
                </a:cubicBezTo>
                <a:cubicBezTo>
                  <a:pt x="413897" y="42323"/>
                  <a:pt x="422138" y="46218"/>
                  <a:pt x="429125" y="54007"/>
                </a:cubicBezTo>
                <a:cubicBezTo>
                  <a:pt x="436112" y="61796"/>
                  <a:pt x="439873" y="73347"/>
                  <a:pt x="440408" y="88658"/>
                </a:cubicBezTo>
                <a:moveTo>
                  <a:pt x="415736" y="82038"/>
                </a:moveTo>
                <a:cubicBezTo>
                  <a:pt x="415736" y="71274"/>
                  <a:pt x="415151" y="63886"/>
                  <a:pt x="413981" y="59874"/>
                </a:cubicBezTo>
                <a:cubicBezTo>
                  <a:pt x="412811" y="55862"/>
                  <a:pt x="410989" y="52820"/>
                  <a:pt x="408515" y="50748"/>
                </a:cubicBezTo>
                <a:cubicBezTo>
                  <a:pt x="407111" y="49544"/>
                  <a:pt x="405239" y="48942"/>
                  <a:pt x="402899" y="48942"/>
                </a:cubicBezTo>
                <a:cubicBezTo>
                  <a:pt x="399422" y="48942"/>
                  <a:pt x="396580" y="50647"/>
                  <a:pt x="394374" y="54057"/>
                </a:cubicBezTo>
                <a:cubicBezTo>
                  <a:pt x="390429" y="60008"/>
                  <a:pt x="388457" y="68165"/>
                  <a:pt x="388457" y="78528"/>
                </a:cubicBezTo>
                <a:lnTo>
                  <a:pt x="388457" y="82038"/>
                </a:lnTo>
                <a:lnTo>
                  <a:pt x="415736" y="8203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C7CB72-E51C-4CDB-818F-D51BE967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970" y="3263342"/>
            <a:ext cx="1690247" cy="1770386"/>
          </a:xfrm>
          <a:custGeom xmlns:a="http://schemas.openxmlformats.org/drawingml/2006/main">
            <a:pathLst>
              <a:path w="1690247" h="1770386">
                <a:moveTo>
                  <a:pt x="102699" y="0"/>
                </a:moveTo>
                <a:cubicBezTo>
                  <a:pt x="45975" y="0"/>
                  <a:pt x="0" y="45975"/>
                  <a:pt x="0" y="102699"/>
                </a:cubicBezTo>
                <a:lnTo>
                  <a:pt x="0" y="1667688"/>
                </a:lnTo>
                <a:cubicBezTo>
                  <a:pt x="0" y="1724411"/>
                  <a:pt x="45975" y="1770386"/>
                  <a:pt x="102699" y="1770386"/>
                </a:cubicBezTo>
                <a:lnTo>
                  <a:pt x="1587548" y="1770386"/>
                </a:lnTo>
                <a:cubicBezTo>
                  <a:pt x="1644272" y="1770386"/>
                  <a:pt x="1690247" y="1724411"/>
                  <a:pt x="1690247" y="1667688"/>
                </a:cubicBezTo>
                <a:lnTo>
                  <a:pt x="1690247" y="102699"/>
                </a:lnTo>
                <a:cubicBezTo>
                  <a:pt x="1690247" y="45975"/>
                  <a:pt x="1644272" y="0"/>
                  <a:pt x="1587548" y="0"/>
                </a:cubicBezTo>
                <a:lnTo>
                  <a:pt x="102699" y="0"/>
                </a:lnTo>
                <a:close/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5C38D8-009A-40B4-8CC8-C63031C9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970" y="3263342"/>
            <a:ext cx="1690247" cy="1770386"/>
          </a:xfrm>
          <a:custGeom xmlns:a="http://schemas.openxmlformats.org/drawingml/2006/main">
            <a:pathLst>
              <a:path w="1690247" h="1770386" fill="none">
                <a:moveTo>
                  <a:pt x="102699" y="0"/>
                </a:moveTo>
                <a:cubicBezTo>
                  <a:pt x="45975" y="0"/>
                  <a:pt x="0" y="45975"/>
                  <a:pt x="0" y="102699"/>
                </a:cubicBezTo>
                <a:lnTo>
                  <a:pt x="0" y="1667688"/>
                </a:lnTo>
                <a:cubicBezTo>
                  <a:pt x="0" y="1724411"/>
                  <a:pt x="45975" y="1770386"/>
                  <a:pt x="102699" y="1770386"/>
                </a:cubicBezTo>
                <a:lnTo>
                  <a:pt x="1587548" y="1770386"/>
                </a:lnTo>
                <a:cubicBezTo>
                  <a:pt x="1644272" y="1770386"/>
                  <a:pt x="1690247" y="1724411"/>
                  <a:pt x="1690247" y="1667688"/>
                </a:cubicBezTo>
                <a:lnTo>
                  <a:pt x="1690247" y="102699"/>
                </a:lnTo>
                <a:cubicBezTo>
                  <a:pt x="1690247" y="45975"/>
                  <a:pt x="1644272" y="0"/>
                  <a:pt x="1587548" y="0"/>
                </a:cubicBezTo>
                <a:lnTo>
                  <a:pt x="10269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B9360-6FA5-4790-B67F-84EC789B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0" y="3379581"/>
            <a:ext cx="1510525" cy="313795"/>
          </a:xfrm>
          <a:custGeom xmlns:a="http://schemas.openxmlformats.org/drawingml/2006/main">
            <a:pathLst>
              <a:path w="1510525" h="313795">
                <a:moveTo>
                  <a:pt x="42791" y="0"/>
                </a:moveTo>
                <a:cubicBezTo>
                  <a:pt x="19153" y="0"/>
                  <a:pt x="0" y="19153"/>
                  <a:pt x="0" y="42791"/>
                </a:cubicBezTo>
                <a:lnTo>
                  <a:pt x="0" y="271004"/>
                </a:lnTo>
                <a:cubicBezTo>
                  <a:pt x="0" y="294642"/>
                  <a:pt x="19153" y="313795"/>
                  <a:pt x="42791" y="313795"/>
                </a:cubicBezTo>
                <a:lnTo>
                  <a:pt x="1467733" y="313795"/>
                </a:lnTo>
                <a:cubicBezTo>
                  <a:pt x="1491371" y="313795"/>
                  <a:pt x="1510525" y="294642"/>
                  <a:pt x="1510525" y="271004"/>
                </a:cubicBezTo>
                <a:lnTo>
                  <a:pt x="1510525" y="42791"/>
                </a:lnTo>
                <a:cubicBezTo>
                  <a:pt x="1510525" y="19153"/>
                  <a:pt x="1491371" y="0"/>
                  <a:pt x="1467733" y="0"/>
                </a:cubicBezTo>
                <a:lnTo>
                  <a:pt x="42791" y="0"/>
                </a:lnTo>
                <a:close/>
              </a:path>
            </a:pathLst>
          </a:custGeom>
          <a:solidFill xmlns:a="http://schemas.openxmlformats.org/drawingml/2006/main">
            <a:srgbClr val="E1EBF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Channel1Record">
            <a:extLst xmlns:a="http://schemas.openxmlformats.org/drawingml/2006/main">
              <a:ext uri="{FF2B5EF4-FFF2-40B4-BE49-F238E27FC236}">
                <a16:creationId xmlns:a16="http://schemas.microsoft.com/office/drawing/2014/main" id="{BE4D1145-0B5B-4E2E-8AB8-F6D812BA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98" y="3473554"/>
            <a:ext cx="1230210" cy="121353"/>
          </a:xfrm>
          <a:custGeom xmlns:a="http://schemas.openxmlformats.org/drawingml/2006/main">
            <a:pathLst>
              <a:path w="1230210" h="121353">
                <a:moveTo>
                  <a:pt x="96865" y="3009"/>
                </a:moveTo>
                <a:lnTo>
                  <a:pt x="99456" y="41621"/>
                </a:lnTo>
                <a:lnTo>
                  <a:pt x="96865" y="41621"/>
                </a:lnTo>
                <a:cubicBezTo>
                  <a:pt x="93410" y="30058"/>
                  <a:pt x="88479" y="21735"/>
                  <a:pt x="82072" y="16653"/>
                </a:cubicBezTo>
                <a:cubicBezTo>
                  <a:pt x="75664" y="11568"/>
                  <a:pt x="67975" y="9026"/>
                  <a:pt x="59005" y="9026"/>
                </a:cubicBezTo>
                <a:cubicBezTo>
                  <a:pt x="51483" y="9026"/>
                  <a:pt x="44685" y="10932"/>
                  <a:pt x="38612" y="14743"/>
                </a:cubicBezTo>
                <a:cubicBezTo>
                  <a:pt x="32539" y="18553"/>
                  <a:pt x="27761" y="24631"/>
                  <a:pt x="24279" y="32976"/>
                </a:cubicBezTo>
                <a:cubicBezTo>
                  <a:pt x="20797" y="41320"/>
                  <a:pt x="19055" y="51694"/>
                  <a:pt x="19055" y="64098"/>
                </a:cubicBezTo>
                <a:cubicBezTo>
                  <a:pt x="19055" y="74334"/>
                  <a:pt x="20699" y="83207"/>
                  <a:pt x="23986" y="90717"/>
                </a:cubicBezTo>
                <a:cubicBezTo>
                  <a:pt x="27274" y="98227"/>
                  <a:pt x="32219" y="103985"/>
                  <a:pt x="38821" y="107991"/>
                </a:cubicBezTo>
                <a:cubicBezTo>
                  <a:pt x="45424" y="111996"/>
                  <a:pt x="52960" y="113998"/>
                  <a:pt x="61429" y="113998"/>
                </a:cubicBezTo>
                <a:cubicBezTo>
                  <a:pt x="68783" y="113998"/>
                  <a:pt x="75274" y="112419"/>
                  <a:pt x="80902" y="109260"/>
                </a:cubicBezTo>
                <a:cubicBezTo>
                  <a:pt x="86529" y="106100"/>
                  <a:pt x="92714" y="99823"/>
                  <a:pt x="99456" y="90430"/>
                </a:cubicBezTo>
                <a:lnTo>
                  <a:pt x="102047" y="92101"/>
                </a:lnTo>
                <a:cubicBezTo>
                  <a:pt x="96363" y="102216"/>
                  <a:pt x="89733" y="109620"/>
                  <a:pt x="82155" y="114314"/>
                </a:cubicBezTo>
                <a:cubicBezTo>
                  <a:pt x="74578" y="119007"/>
                  <a:pt x="65580" y="121353"/>
                  <a:pt x="55160" y="121353"/>
                </a:cubicBezTo>
                <a:cubicBezTo>
                  <a:pt x="36384" y="121353"/>
                  <a:pt x="21841" y="114398"/>
                  <a:pt x="11534" y="100487"/>
                </a:cubicBezTo>
                <a:cubicBezTo>
                  <a:pt x="3845" y="90140"/>
                  <a:pt x="0" y="77955"/>
                  <a:pt x="0" y="63933"/>
                </a:cubicBezTo>
                <a:cubicBezTo>
                  <a:pt x="0" y="52638"/>
                  <a:pt x="2535" y="42262"/>
                  <a:pt x="7605" y="32804"/>
                </a:cubicBezTo>
                <a:cubicBezTo>
                  <a:pt x="12676" y="23346"/>
                  <a:pt x="19654" y="16015"/>
                  <a:pt x="28541" y="10813"/>
                </a:cubicBezTo>
                <a:cubicBezTo>
                  <a:pt x="37428" y="5610"/>
                  <a:pt x="47137" y="3009"/>
                  <a:pt x="57668" y="3009"/>
                </a:cubicBezTo>
                <a:cubicBezTo>
                  <a:pt x="65858" y="3009"/>
                  <a:pt x="73937" y="5015"/>
                  <a:pt x="81905" y="9026"/>
                </a:cubicBezTo>
                <a:cubicBezTo>
                  <a:pt x="84245" y="10252"/>
                  <a:pt x="85916" y="10865"/>
                  <a:pt x="86919" y="10865"/>
                </a:cubicBezTo>
                <a:cubicBezTo>
                  <a:pt x="88424" y="10865"/>
                  <a:pt x="89733" y="10336"/>
                  <a:pt x="90847" y="9277"/>
                </a:cubicBezTo>
                <a:cubicBezTo>
                  <a:pt x="92296" y="7773"/>
                  <a:pt x="93327" y="5683"/>
                  <a:pt x="93940" y="3009"/>
                </a:cubicBezTo>
                <a:lnTo>
                  <a:pt x="96865" y="3009"/>
                </a:lnTo>
                <a:close/>
                <a:moveTo>
                  <a:pt x="135813" y="0"/>
                </a:moveTo>
                <a:lnTo>
                  <a:pt x="135813" y="56150"/>
                </a:lnTo>
                <a:cubicBezTo>
                  <a:pt x="141998" y="49323"/>
                  <a:pt x="146901" y="44944"/>
                  <a:pt x="150522" y="43013"/>
                </a:cubicBezTo>
                <a:cubicBezTo>
                  <a:pt x="154144" y="41082"/>
                  <a:pt x="157766" y="40117"/>
                  <a:pt x="161387" y="40117"/>
                </a:cubicBezTo>
                <a:cubicBezTo>
                  <a:pt x="165733" y="40117"/>
                  <a:pt x="169466" y="41312"/>
                  <a:pt x="172586" y="43703"/>
                </a:cubicBezTo>
                <a:cubicBezTo>
                  <a:pt x="175707" y="46091"/>
                  <a:pt x="178019" y="49842"/>
                  <a:pt x="179523" y="54954"/>
                </a:cubicBezTo>
                <a:cubicBezTo>
                  <a:pt x="180582" y="58510"/>
                  <a:pt x="181111" y="65010"/>
                  <a:pt x="181111" y="74456"/>
                </a:cubicBezTo>
                <a:lnTo>
                  <a:pt x="181111" y="101462"/>
                </a:lnTo>
                <a:cubicBezTo>
                  <a:pt x="181111" y="106337"/>
                  <a:pt x="181501" y="109671"/>
                  <a:pt x="182281" y="111465"/>
                </a:cubicBezTo>
                <a:cubicBezTo>
                  <a:pt x="182838" y="112811"/>
                  <a:pt x="183786" y="113876"/>
                  <a:pt x="185123" y="114661"/>
                </a:cubicBezTo>
                <a:cubicBezTo>
                  <a:pt x="186460" y="115445"/>
                  <a:pt x="188912" y="115837"/>
                  <a:pt x="192478" y="115837"/>
                </a:cubicBezTo>
                <a:lnTo>
                  <a:pt x="192478" y="118845"/>
                </a:lnTo>
                <a:lnTo>
                  <a:pt x="154868" y="118845"/>
                </a:lnTo>
                <a:lnTo>
                  <a:pt x="154868" y="115837"/>
                </a:lnTo>
                <a:lnTo>
                  <a:pt x="156623" y="115837"/>
                </a:lnTo>
                <a:cubicBezTo>
                  <a:pt x="160189" y="115837"/>
                  <a:pt x="162669" y="115291"/>
                  <a:pt x="164062" y="114199"/>
                </a:cubicBezTo>
                <a:cubicBezTo>
                  <a:pt x="165455" y="113106"/>
                  <a:pt x="166430" y="111494"/>
                  <a:pt x="166987" y="109365"/>
                </a:cubicBezTo>
                <a:cubicBezTo>
                  <a:pt x="167154" y="108468"/>
                  <a:pt x="167238" y="105834"/>
                  <a:pt x="167238" y="101462"/>
                </a:cubicBezTo>
                <a:lnTo>
                  <a:pt x="167238" y="74516"/>
                </a:lnTo>
                <a:cubicBezTo>
                  <a:pt x="167238" y="66199"/>
                  <a:pt x="166806" y="60737"/>
                  <a:pt x="165942" y="58133"/>
                </a:cubicBezTo>
                <a:cubicBezTo>
                  <a:pt x="165079" y="55526"/>
                  <a:pt x="163699" y="53572"/>
                  <a:pt x="161805" y="52269"/>
                </a:cubicBezTo>
                <a:cubicBezTo>
                  <a:pt x="159911" y="50965"/>
                  <a:pt x="157626" y="50313"/>
                  <a:pt x="154952" y="50313"/>
                </a:cubicBezTo>
                <a:cubicBezTo>
                  <a:pt x="152222" y="50313"/>
                  <a:pt x="149380" y="51036"/>
                  <a:pt x="146427" y="52481"/>
                </a:cubicBezTo>
                <a:cubicBezTo>
                  <a:pt x="143474" y="53926"/>
                  <a:pt x="139936" y="56844"/>
                  <a:pt x="135813" y="61235"/>
                </a:cubicBezTo>
                <a:lnTo>
                  <a:pt x="135813" y="101462"/>
                </a:lnTo>
                <a:cubicBezTo>
                  <a:pt x="135813" y="106730"/>
                  <a:pt x="136105" y="110009"/>
                  <a:pt x="136690" y="111298"/>
                </a:cubicBezTo>
                <a:cubicBezTo>
                  <a:pt x="137275" y="112586"/>
                  <a:pt x="138362" y="113665"/>
                  <a:pt x="139950" y="114533"/>
                </a:cubicBezTo>
                <a:cubicBezTo>
                  <a:pt x="141538" y="115402"/>
                  <a:pt x="144282" y="115837"/>
                  <a:pt x="148182" y="115837"/>
                </a:cubicBezTo>
                <a:lnTo>
                  <a:pt x="148182" y="118845"/>
                </a:lnTo>
                <a:lnTo>
                  <a:pt x="110239" y="118845"/>
                </a:lnTo>
                <a:lnTo>
                  <a:pt x="110239" y="115837"/>
                </a:lnTo>
                <a:cubicBezTo>
                  <a:pt x="113637" y="115837"/>
                  <a:pt x="116312" y="115304"/>
                  <a:pt x="118262" y="114238"/>
                </a:cubicBezTo>
                <a:cubicBezTo>
                  <a:pt x="119376" y="113679"/>
                  <a:pt x="120268" y="112616"/>
                  <a:pt x="120936" y="111047"/>
                </a:cubicBezTo>
                <a:cubicBezTo>
                  <a:pt x="121605" y="109476"/>
                  <a:pt x="121939" y="106281"/>
                  <a:pt x="121939" y="101462"/>
                </a:cubicBezTo>
                <a:lnTo>
                  <a:pt x="121939" y="32260"/>
                </a:lnTo>
                <a:cubicBezTo>
                  <a:pt x="121939" y="23549"/>
                  <a:pt x="121730" y="18195"/>
                  <a:pt x="121312" y="16198"/>
                </a:cubicBezTo>
                <a:cubicBezTo>
                  <a:pt x="120895" y="14201"/>
                  <a:pt x="120254" y="12841"/>
                  <a:pt x="119390" y="12119"/>
                </a:cubicBezTo>
                <a:cubicBezTo>
                  <a:pt x="118527" y="11394"/>
                  <a:pt x="117370" y="11032"/>
                  <a:pt x="115922" y="11032"/>
                </a:cubicBezTo>
                <a:cubicBezTo>
                  <a:pt x="114752" y="11032"/>
                  <a:pt x="112857" y="11478"/>
                  <a:pt x="110239" y="12369"/>
                </a:cubicBezTo>
                <a:lnTo>
                  <a:pt x="109068" y="9361"/>
                </a:lnTo>
                <a:lnTo>
                  <a:pt x="131968" y="0"/>
                </a:lnTo>
                <a:lnTo>
                  <a:pt x="135813" y="0"/>
                </a:lnTo>
                <a:close/>
                <a:moveTo>
                  <a:pt x="242289" y="107902"/>
                </a:moveTo>
                <a:cubicBezTo>
                  <a:pt x="234433" y="113974"/>
                  <a:pt x="229502" y="117482"/>
                  <a:pt x="227496" y="118428"/>
                </a:cubicBezTo>
                <a:cubicBezTo>
                  <a:pt x="224487" y="119821"/>
                  <a:pt x="221284" y="120517"/>
                  <a:pt x="217885" y="120517"/>
                </a:cubicBezTo>
                <a:cubicBezTo>
                  <a:pt x="212592" y="120517"/>
                  <a:pt x="208232" y="118706"/>
                  <a:pt x="204805" y="115085"/>
                </a:cubicBezTo>
                <a:cubicBezTo>
                  <a:pt x="201378" y="111463"/>
                  <a:pt x="199665" y="106699"/>
                  <a:pt x="199665" y="100793"/>
                </a:cubicBezTo>
                <a:cubicBezTo>
                  <a:pt x="199665" y="97060"/>
                  <a:pt x="200501" y="93828"/>
                  <a:pt x="202172" y="91098"/>
                </a:cubicBezTo>
                <a:cubicBezTo>
                  <a:pt x="204457" y="87309"/>
                  <a:pt x="208427" y="83743"/>
                  <a:pt x="214082" y="80400"/>
                </a:cubicBezTo>
                <a:cubicBezTo>
                  <a:pt x="219737" y="77057"/>
                  <a:pt x="229140" y="72990"/>
                  <a:pt x="242289" y="68198"/>
                </a:cubicBezTo>
                <a:lnTo>
                  <a:pt x="242289" y="65200"/>
                </a:lnTo>
                <a:cubicBezTo>
                  <a:pt x="242289" y="57595"/>
                  <a:pt x="241077" y="52376"/>
                  <a:pt x="238653" y="49545"/>
                </a:cubicBezTo>
                <a:cubicBezTo>
                  <a:pt x="236230" y="46714"/>
                  <a:pt x="232706" y="45298"/>
                  <a:pt x="228081" y="45298"/>
                </a:cubicBezTo>
                <a:cubicBezTo>
                  <a:pt x="224571" y="45298"/>
                  <a:pt x="221785" y="46246"/>
                  <a:pt x="219723" y="48140"/>
                </a:cubicBezTo>
                <a:cubicBezTo>
                  <a:pt x="217606" y="50034"/>
                  <a:pt x="216548" y="52207"/>
                  <a:pt x="216548" y="54659"/>
                </a:cubicBezTo>
                <a:lnTo>
                  <a:pt x="216715" y="59506"/>
                </a:lnTo>
                <a:cubicBezTo>
                  <a:pt x="216715" y="62069"/>
                  <a:pt x="216060" y="64047"/>
                  <a:pt x="214751" y="65440"/>
                </a:cubicBezTo>
                <a:cubicBezTo>
                  <a:pt x="213441" y="66833"/>
                  <a:pt x="211728" y="67530"/>
                  <a:pt x="209611" y="67530"/>
                </a:cubicBezTo>
                <a:cubicBezTo>
                  <a:pt x="207549" y="67530"/>
                  <a:pt x="205864" y="66804"/>
                  <a:pt x="204554" y="65351"/>
                </a:cubicBezTo>
                <a:cubicBezTo>
                  <a:pt x="203245" y="63898"/>
                  <a:pt x="202590" y="61913"/>
                  <a:pt x="202590" y="59399"/>
                </a:cubicBezTo>
                <a:cubicBezTo>
                  <a:pt x="202590" y="54592"/>
                  <a:pt x="205042" y="50176"/>
                  <a:pt x="209945" y="46152"/>
                </a:cubicBezTo>
                <a:cubicBezTo>
                  <a:pt x="214848" y="42129"/>
                  <a:pt x="221729" y="40117"/>
                  <a:pt x="230588" y="40117"/>
                </a:cubicBezTo>
                <a:cubicBezTo>
                  <a:pt x="237386" y="40117"/>
                  <a:pt x="242958" y="41257"/>
                  <a:pt x="247304" y="43538"/>
                </a:cubicBezTo>
                <a:cubicBezTo>
                  <a:pt x="250591" y="45264"/>
                  <a:pt x="253015" y="47963"/>
                  <a:pt x="254575" y="51637"/>
                </a:cubicBezTo>
                <a:cubicBezTo>
                  <a:pt x="255578" y="54029"/>
                  <a:pt x="256079" y="58927"/>
                  <a:pt x="256079" y="66328"/>
                </a:cubicBezTo>
                <a:lnTo>
                  <a:pt x="256079" y="92289"/>
                </a:lnTo>
                <a:cubicBezTo>
                  <a:pt x="256079" y="99579"/>
                  <a:pt x="256218" y="104046"/>
                  <a:pt x="256497" y="105687"/>
                </a:cubicBezTo>
                <a:cubicBezTo>
                  <a:pt x="256776" y="107329"/>
                  <a:pt x="257235" y="108429"/>
                  <a:pt x="257876" y="108986"/>
                </a:cubicBezTo>
                <a:cubicBezTo>
                  <a:pt x="258517" y="109542"/>
                  <a:pt x="259255" y="109819"/>
                  <a:pt x="260091" y="109819"/>
                </a:cubicBezTo>
                <a:cubicBezTo>
                  <a:pt x="260982" y="109819"/>
                  <a:pt x="261762" y="109624"/>
                  <a:pt x="262431" y="109234"/>
                </a:cubicBezTo>
                <a:cubicBezTo>
                  <a:pt x="263601" y="108510"/>
                  <a:pt x="265858" y="106476"/>
                  <a:pt x="269201" y="103133"/>
                </a:cubicBezTo>
                <a:lnTo>
                  <a:pt x="269201" y="107813"/>
                </a:lnTo>
                <a:cubicBezTo>
                  <a:pt x="262960" y="116171"/>
                  <a:pt x="256998" y="120350"/>
                  <a:pt x="251315" y="120350"/>
                </a:cubicBezTo>
                <a:cubicBezTo>
                  <a:pt x="248585" y="120350"/>
                  <a:pt x="246412" y="119410"/>
                  <a:pt x="244796" y="117529"/>
                </a:cubicBezTo>
                <a:cubicBezTo>
                  <a:pt x="243181" y="115647"/>
                  <a:pt x="242345" y="112438"/>
                  <a:pt x="242289" y="107902"/>
                </a:cubicBezTo>
                <a:moveTo>
                  <a:pt x="242289" y="102483"/>
                </a:moveTo>
                <a:lnTo>
                  <a:pt x="242289" y="73380"/>
                </a:lnTo>
                <a:cubicBezTo>
                  <a:pt x="233876" y="76716"/>
                  <a:pt x="228443" y="79079"/>
                  <a:pt x="225992" y="80468"/>
                </a:cubicBezTo>
                <a:cubicBezTo>
                  <a:pt x="221590" y="82915"/>
                  <a:pt x="218442" y="85472"/>
                  <a:pt x="216548" y="88142"/>
                </a:cubicBezTo>
                <a:cubicBezTo>
                  <a:pt x="214653" y="90809"/>
                  <a:pt x="213706" y="93727"/>
                  <a:pt x="213706" y="96896"/>
                </a:cubicBezTo>
                <a:cubicBezTo>
                  <a:pt x="213706" y="100899"/>
                  <a:pt x="214904" y="104221"/>
                  <a:pt x="217300" y="106863"/>
                </a:cubicBezTo>
                <a:cubicBezTo>
                  <a:pt x="219696" y="109502"/>
                  <a:pt x="222454" y="110822"/>
                  <a:pt x="225574" y="110822"/>
                </a:cubicBezTo>
                <a:cubicBezTo>
                  <a:pt x="229808" y="110822"/>
                  <a:pt x="235380" y="108042"/>
                  <a:pt x="242289" y="102483"/>
                </a:cubicBezTo>
                <a:close/>
                <a:moveTo>
                  <a:pt x="297225" y="56247"/>
                </a:moveTo>
                <a:cubicBezTo>
                  <a:pt x="306195" y="45493"/>
                  <a:pt x="314748" y="40117"/>
                  <a:pt x="322883" y="40117"/>
                </a:cubicBezTo>
                <a:cubicBezTo>
                  <a:pt x="327062" y="40117"/>
                  <a:pt x="330655" y="41159"/>
                  <a:pt x="333664" y="43243"/>
                </a:cubicBezTo>
                <a:cubicBezTo>
                  <a:pt x="336673" y="45325"/>
                  <a:pt x="339069" y="48756"/>
                  <a:pt x="340852" y="53536"/>
                </a:cubicBezTo>
                <a:cubicBezTo>
                  <a:pt x="342077" y="56870"/>
                  <a:pt x="342690" y="61982"/>
                  <a:pt x="342690" y="68872"/>
                </a:cubicBezTo>
                <a:lnTo>
                  <a:pt x="342690" y="101462"/>
                </a:lnTo>
                <a:cubicBezTo>
                  <a:pt x="342690" y="106337"/>
                  <a:pt x="343080" y="109643"/>
                  <a:pt x="343860" y="111381"/>
                </a:cubicBezTo>
                <a:cubicBezTo>
                  <a:pt x="344473" y="112783"/>
                  <a:pt x="345462" y="113876"/>
                  <a:pt x="346827" y="114661"/>
                </a:cubicBezTo>
                <a:cubicBezTo>
                  <a:pt x="348192" y="115445"/>
                  <a:pt x="350714" y="115837"/>
                  <a:pt x="354391" y="115837"/>
                </a:cubicBezTo>
                <a:lnTo>
                  <a:pt x="354391" y="118845"/>
                </a:lnTo>
                <a:lnTo>
                  <a:pt x="316531" y="118845"/>
                </a:lnTo>
                <a:lnTo>
                  <a:pt x="316531" y="115837"/>
                </a:lnTo>
                <a:lnTo>
                  <a:pt x="318119" y="115837"/>
                </a:lnTo>
                <a:cubicBezTo>
                  <a:pt x="321685" y="115837"/>
                  <a:pt x="324178" y="115291"/>
                  <a:pt x="325599" y="114199"/>
                </a:cubicBezTo>
                <a:cubicBezTo>
                  <a:pt x="327020" y="113106"/>
                  <a:pt x="328009" y="111494"/>
                  <a:pt x="328566" y="109365"/>
                </a:cubicBezTo>
                <a:cubicBezTo>
                  <a:pt x="328789" y="108524"/>
                  <a:pt x="328900" y="105889"/>
                  <a:pt x="328900" y="101462"/>
                </a:cubicBezTo>
                <a:lnTo>
                  <a:pt x="328900" y="70173"/>
                </a:lnTo>
                <a:cubicBezTo>
                  <a:pt x="328900" y="63219"/>
                  <a:pt x="327995" y="58170"/>
                  <a:pt x="326184" y="55027"/>
                </a:cubicBezTo>
                <a:cubicBezTo>
                  <a:pt x="324373" y="51884"/>
                  <a:pt x="321323" y="50313"/>
                  <a:pt x="317032" y="50313"/>
                </a:cubicBezTo>
                <a:cubicBezTo>
                  <a:pt x="310402" y="50313"/>
                  <a:pt x="303799" y="53935"/>
                  <a:pt x="297225" y="61178"/>
                </a:cubicBezTo>
                <a:lnTo>
                  <a:pt x="297225" y="101462"/>
                </a:lnTo>
                <a:cubicBezTo>
                  <a:pt x="297225" y="106673"/>
                  <a:pt x="297531" y="109896"/>
                  <a:pt x="298144" y="111130"/>
                </a:cubicBezTo>
                <a:cubicBezTo>
                  <a:pt x="298924" y="112755"/>
                  <a:pt x="299997" y="113946"/>
                  <a:pt x="301362" y="114703"/>
                </a:cubicBezTo>
                <a:cubicBezTo>
                  <a:pt x="302727" y="115459"/>
                  <a:pt x="305499" y="115837"/>
                  <a:pt x="309678" y="115837"/>
                </a:cubicBezTo>
                <a:lnTo>
                  <a:pt x="309678" y="118845"/>
                </a:lnTo>
                <a:lnTo>
                  <a:pt x="271818" y="118845"/>
                </a:lnTo>
                <a:lnTo>
                  <a:pt x="271818" y="115837"/>
                </a:lnTo>
                <a:lnTo>
                  <a:pt x="273489" y="115837"/>
                </a:lnTo>
                <a:cubicBezTo>
                  <a:pt x="277389" y="115837"/>
                  <a:pt x="280022" y="114843"/>
                  <a:pt x="281387" y="112854"/>
                </a:cubicBezTo>
                <a:cubicBezTo>
                  <a:pt x="282752" y="110864"/>
                  <a:pt x="283435" y="107066"/>
                  <a:pt x="283435" y="101462"/>
                </a:cubicBezTo>
                <a:lnTo>
                  <a:pt x="283435" y="73213"/>
                </a:lnTo>
                <a:cubicBezTo>
                  <a:pt x="283435" y="64019"/>
                  <a:pt x="283226" y="58420"/>
                  <a:pt x="282808" y="56414"/>
                </a:cubicBezTo>
                <a:cubicBezTo>
                  <a:pt x="282390" y="54408"/>
                  <a:pt x="281749" y="53043"/>
                  <a:pt x="280886" y="52319"/>
                </a:cubicBezTo>
                <a:cubicBezTo>
                  <a:pt x="280022" y="51594"/>
                  <a:pt x="278866" y="51232"/>
                  <a:pt x="277417" y="51232"/>
                </a:cubicBezTo>
                <a:cubicBezTo>
                  <a:pt x="275857" y="51232"/>
                  <a:pt x="273991" y="51650"/>
                  <a:pt x="271818" y="52486"/>
                </a:cubicBezTo>
                <a:lnTo>
                  <a:pt x="270564" y="49477"/>
                </a:lnTo>
                <a:lnTo>
                  <a:pt x="293631" y="40117"/>
                </a:lnTo>
                <a:lnTo>
                  <a:pt x="297225" y="40117"/>
                </a:lnTo>
                <a:lnTo>
                  <a:pt x="297225" y="56247"/>
                </a:lnTo>
                <a:close/>
                <a:moveTo>
                  <a:pt x="382807" y="56247"/>
                </a:moveTo>
                <a:cubicBezTo>
                  <a:pt x="391777" y="45493"/>
                  <a:pt x="400330" y="40117"/>
                  <a:pt x="408465" y="40117"/>
                </a:cubicBezTo>
                <a:cubicBezTo>
                  <a:pt x="412644" y="40117"/>
                  <a:pt x="416237" y="41159"/>
                  <a:pt x="419246" y="43243"/>
                </a:cubicBezTo>
                <a:cubicBezTo>
                  <a:pt x="422255" y="45325"/>
                  <a:pt x="424651" y="48756"/>
                  <a:pt x="426434" y="53536"/>
                </a:cubicBezTo>
                <a:cubicBezTo>
                  <a:pt x="427659" y="56870"/>
                  <a:pt x="428272" y="61982"/>
                  <a:pt x="428272" y="68872"/>
                </a:cubicBezTo>
                <a:lnTo>
                  <a:pt x="428272" y="101462"/>
                </a:lnTo>
                <a:cubicBezTo>
                  <a:pt x="428272" y="106337"/>
                  <a:pt x="428662" y="109643"/>
                  <a:pt x="429442" y="111381"/>
                </a:cubicBezTo>
                <a:cubicBezTo>
                  <a:pt x="430055" y="112783"/>
                  <a:pt x="431044" y="113876"/>
                  <a:pt x="432409" y="114661"/>
                </a:cubicBezTo>
                <a:cubicBezTo>
                  <a:pt x="433774" y="115445"/>
                  <a:pt x="436296" y="115837"/>
                  <a:pt x="439973" y="115837"/>
                </a:cubicBezTo>
                <a:lnTo>
                  <a:pt x="439973" y="118845"/>
                </a:lnTo>
                <a:lnTo>
                  <a:pt x="402113" y="118845"/>
                </a:lnTo>
                <a:lnTo>
                  <a:pt x="402113" y="115837"/>
                </a:lnTo>
                <a:lnTo>
                  <a:pt x="403701" y="115837"/>
                </a:lnTo>
                <a:cubicBezTo>
                  <a:pt x="407267" y="115837"/>
                  <a:pt x="409760" y="115291"/>
                  <a:pt x="411181" y="114199"/>
                </a:cubicBezTo>
                <a:cubicBezTo>
                  <a:pt x="412602" y="113106"/>
                  <a:pt x="413591" y="111494"/>
                  <a:pt x="414148" y="109365"/>
                </a:cubicBezTo>
                <a:cubicBezTo>
                  <a:pt x="414371" y="108524"/>
                  <a:pt x="414482" y="105889"/>
                  <a:pt x="414482" y="101462"/>
                </a:cubicBezTo>
                <a:lnTo>
                  <a:pt x="414482" y="70173"/>
                </a:lnTo>
                <a:cubicBezTo>
                  <a:pt x="414482" y="63219"/>
                  <a:pt x="413577" y="58170"/>
                  <a:pt x="411766" y="55027"/>
                </a:cubicBezTo>
                <a:cubicBezTo>
                  <a:pt x="409955" y="51884"/>
                  <a:pt x="406905" y="50313"/>
                  <a:pt x="402614" y="50313"/>
                </a:cubicBezTo>
                <a:cubicBezTo>
                  <a:pt x="395984" y="50313"/>
                  <a:pt x="389382" y="53935"/>
                  <a:pt x="382807" y="61178"/>
                </a:cubicBezTo>
                <a:lnTo>
                  <a:pt x="382807" y="101462"/>
                </a:lnTo>
                <a:cubicBezTo>
                  <a:pt x="382807" y="106673"/>
                  <a:pt x="383113" y="109896"/>
                  <a:pt x="383726" y="111130"/>
                </a:cubicBezTo>
                <a:cubicBezTo>
                  <a:pt x="384506" y="112755"/>
                  <a:pt x="385579" y="113946"/>
                  <a:pt x="386944" y="114703"/>
                </a:cubicBezTo>
                <a:cubicBezTo>
                  <a:pt x="388309" y="115459"/>
                  <a:pt x="391081" y="115837"/>
                  <a:pt x="395260" y="115837"/>
                </a:cubicBezTo>
                <a:lnTo>
                  <a:pt x="395260" y="118845"/>
                </a:lnTo>
                <a:lnTo>
                  <a:pt x="357400" y="118845"/>
                </a:lnTo>
                <a:lnTo>
                  <a:pt x="357400" y="115837"/>
                </a:lnTo>
                <a:lnTo>
                  <a:pt x="359071" y="115837"/>
                </a:lnTo>
                <a:cubicBezTo>
                  <a:pt x="362971" y="115837"/>
                  <a:pt x="365604" y="114843"/>
                  <a:pt x="366969" y="112854"/>
                </a:cubicBezTo>
                <a:cubicBezTo>
                  <a:pt x="368334" y="110864"/>
                  <a:pt x="369017" y="107066"/>
                  <a:pt x="369017" y="101462"/>
                </a:cubicBezTo>
                <a:lnTo>
                  <a:pt x="369017" y="73213"/>
                </a:lnTo>
                <a:cubicBezTo>
                  <a:pt x="369017" y="64019"/>
                  <a:pt x="368808" y="58420"/>
                  <a:pt x="368390" y="56414"/>
                </a:cubicBezTo>
                <a:cubicBezTo>
                  <a:pt x="367972" y="54408"/>
                  <a:pt x="367331" y="53043"/>
                  <a:pt x="366468" y="52319"/>
                </a:cubicBezTo>
                <a:cubicBezTo>
                  <a:pt x="365604" y="51594"/>
                  <a:pt x="364448" y="51232"/>
                  <a:pt x="362999" y="51232"/>
                </a:cubicBezTo>
                <a:cubicBezTo>
                  <a:pt x="361439" y="51232"/>
                  <a:pt x="359573" y="51650"/>
                  <a:pt x="357400" y="52486"/>
                </a:cubicBezTo>
                <a:lnTo>
                  <a:pt x="356146" y="49477"/>
                </a:lnTo>
                <a:lnTo>
                  <a:pt x="379213" y="40117"/>
                </a:lnTo>
                <a:lnTo>
                  <a:pt x="382807" y="40117"/>
                </a:lnTo>
                <a:lnTo>
                  <a:pt x="382807" y="56247"/>
                </a:lnTo>
                <a:close/>
                <a:moveTo>
                  <a:pt x="458945" y="71207"/>
                </a:moveTo>
                <a:cubicBezTo>
                  <a:pt x="458889" y="82521"/>
                  <a:pt x="461647" y="91395"/>
                  <a:pt x="467219" y="97829"/>
                </a:cubicBezTo>
                <a:cubicBezTo>
                  <a:pt x="472791" y="104262"/>
                  <a:pt x="479338" y="107479"/>
                  <a:pt x="486859" y="107479"/>
                </a:cubicBezTo>
                <a:cubicBezTo>
                  <a:pt x="491874" y="107479"/>
                  <a:pt x="496234" y="106094"/>
                  <a:pt x="499939" y="103324"/>
                </a:cubicBezTo>
                <a:cubicBezTo>
                  <a:pt x="503644" y="100554"/>
                  <a:pt x="506751" y="95810"/>
                  <a:pt x="509258" y="89092"/>
                </a:cubicBezTo>
                <a:lnTo>
                  <a:pt x="511849" y="90772"/>
                </a:lnTo>
                <a:cubicBezTo>
                  <a:pt x="510679" y="98445"/>
                  <a:pt x="507280" y="105432"/>
                  <a:pt x="501652" y="111734"/>
                </a:cubicBezTo>
                <a:cubicBezTo>
                  <a:pt x="496025" y="118035"/>
                  <a:pt x="488977" y="121186"/>
                  <a:pt x="480508" y="121186"/>
                </a:cubicBezTo>
                <a:cubicBezTo>
                  <a:pt x="471314" y="121186"/>
                  <a:pt x="463444" y="117614"/>
                  <a:pt x="456897" y="110470"/>
                </a:cubicBezTo>
                <a:cubicBezTo>
                  <a:pt x="450351" y="103324"/>
                  <a:pt x="447077" y="93718"/>
                  <a:pt x="447077" y="81651"/>
                </a:cubicBezTo>
                <a:cubicBezTo>
                  <a:pt x="447077" y="68586"/>
                  <a:pt x="450434" y="58397"/>
                  <a:pt x="457148" y="51086"/>
                </a:cubicBezTo>
                <a:cubicBezTo>
                  <a:pt x="463862" y="43773"/>
                  <a:pt x="472289" y="40117"/>
                  <a:pt x="482430" y="40117"/>
                </a:cubicBezTo>
                <a:cubicBezTo>
                  <a:pt x="491010" y="40117"/>
                  <a:pt x="498059" y="42937"/>
                  <a:pt x="503575" y="48579"/>
                </a:cubicBezTo>
                <a:cubicBezTo>
                  <a:pt x="509091" y="54218"/>
                  <a:pt x="511849" y="61761"/>
                  <a:pt x="511849" y="71207"/>
                </a:cubicBezTo>
                <a:lnTo>
                  <a:pt x="458945" y="71207"/>
                </a:lnTo>
                <a:moveTo>
                  <a:pt x="458945" y="66360"/>
                </a:moveTo>
                <a:lnTo>
                  <a:pt x="494381" y="66360"/>
                </a:lnTo>
                <a:cubicBezTo>
                  <a:pt x="494103" y="61496"/>
                  <a:pt x="493518" y="58071"/>
                  <a:pt x="492626" y="56082"/>
                </a:cubicBezTo>
                <a:cubicBezTo>
                  <a:pt x="491233" y="52987"/>
                  <a:pt x="489158" y="50555"/>
                  <a:pt x="486400" y="48788"/>
                </a:cubicBezTo>
                <a:cubicBezTo>
                  <a:pt x="483642" y="47019"/>
                  <a:pt x="480758" y="46134"/>
                  <a:pt x="477750" y="46134"/>
                </a:cubicBezTo>
                <a:cubicBezTo>
                  <a:pt x="473125" y="46134"/>
                  <a:pt x="468988" y="47916"/>
                  <a:pt x="465339" y="51480"/>
                </a:cubicBezTo>
                <a:cubicBezTo>
                  <a:pt x="461689" y="55045"/>
                  <a:pt x="459558" y="60004"/>
                  <a:pt x="458945" y="66360"/>
                </a:cubicBezTo>
                <a:close/>
                <a:moveTo>
                  <a:pt x="548398" y="0"/>
                </a:moveTo>
                <a:lnTo>
                  <a:pt x="548398" y="101462"/>
                </a:lnTo>
                <a:cubicBezTo>
                  <a:pt x="548398" y="106281"/>
                  <a:pt x="548746" y="109476"/>
                  <a:pt x="549442" y="111047"/>
                </a:cubicBezTo>
                <a:cubicBezTo>
                  <a:pt x="550139" y="112616"/>
                  <a:pt x="551211" y="113807"/>
                  <a:pt x="552660" y="114620"/>
                </a:cubicBezTo>
                <a:cubicBezTo>
                  <a:pt x="554109" y="115431"/>
                  <a:pt x="556811" y="115837"/>
                  <a:pt x="560767" y="115837"/>
                </a:cubicBezTo>
                <a:lnTo>
                  <a:pt x="560767" y="118845"/>
                </a:lnTo>
                <a:lnTo>
                  <a:pt x="523241" y="118845"/>
                </a:lnTo>
                <a:lnTo>
                  <a:pt x="523241" y="115837"/>
                </a:lnTo>
                <a:cubicBezTo>
                  <a:pt x="526751" y="115837"/>
                  <a:pt x="529147" y="115473"/>
                  <a:pt x="530429" y="114745"/>
                </a:cubicBezTo>
                <a:cubicBezTo>
                  <a:pt x="531710" y="114015"/>
                  <a:pt x="532713" y="112811"/>
                  <a:pt x="533438" y="111130"/>
                </a:cubicBezTo>
                <a:cubicBezTo>
                  <a:pt x="534162" y="109448"/>
                  <a:pt x="534524" y="106225"/>
                  <a:pt x="534524" y="101462"/>
                </a:cubicBezTo>
                <a:lnTo>
                  <a:pt x="534524" y="32093"/>
                </a:lnTo>
                <a:cubicBezTo>
                  <a:pt x="534524" y="23457"/>
                  <a:pt x="534329" y="18150"/>
                  <a:pt x="533939" y="16172"/>
                </a:cubicBezTo>
                <a:cubicBezTo>
                  <a:pt x="533549" y="14194"/>
                  <a:pt x="532922" y="12843"/>
                  <a:pt x="532059" y="12119"/>
                </a:cubicBezTo>
                <a:cubicBezTo>
                  <a:pt x="531195" y="11394"/>
                  <a:pt x="530095" y="11032"/>
                  <a:pt x="528757" y="11032"/>
                </a:cubicBezTo>
                <a:cubicBezTo>
                  <a:pt x="527309" y="11032"/>
                  <a:pt x="525470" y="11478"/>
                  <a:pt x="523241" y="12369"/>
                </a:cubicBezTo>
                <a:lnTo>
                  <a:pt x="521820" y="9361"/>
                </a:lnTo>
                <a:lnTo>
                  <a:pt x="544637" y="0"/>
                </a:lnTo>
                <a:lnTo>
                  <a:pt x="548398" y="0"/>
                </a:lnTo>
                <a:close/>
                <a:moveTo>
                  <a:pt x="627155" y="16548"/>
                </a:moveTo>
                <a:lnTo>
                  <a:pt x="654735" y="3176"/>
                </a:lnTo>
                <a:lnTo>
                  <a:pt x="657493" y="3176"/>
                </a:lnTo>
                <a:lnTo>
                  <a:pt x="657493" y="98787"/>
                </a:lnTo>
                <a:cubicBezTo>
                  <a:pt x="657493" y="105139"/>
                  <a:pt x="657758" y="109095"/>
                  <a:pt x="658287" y="110655"/>
                </a:cubicBezTo>
                <a:cubicBezTo>
                  <a:pt x="658817" y="112215"/>
                  <a:pt x="659917" y="113413"/>
                  <a:pt x="661589" y="114249"/>
                </a:cubicBezTo>
                <a:cubicBezTo>
                  <a:pt x="663260" y="115085"/>
                  <a:pt x="666659" y="115558"/>
                  <a:pt x="671785" y="115670"/>
                </a:cubicBezTo>
                <a:lnTo>
                  <a:pt x="671785" y="118845"/>
                </a:lnTo>
                <a:lnTo>
                  <a:pt x="629161" y="118845"/>
                </a:lnTo>
                <a:lnTo>
                  <a:pt x="629161" y="115670"/>
                </a:lnTo>
                <a:cubicBezTo>
                  <a:pt x="634510" y="115558"/>
                  <a:pt x="637964" y="115098"/>
                  <a:pt x="639524" y="114291"/>
                </a:cubicBezTo>
                <a:cubicBezTo>
                  <a:pt x="641085" y="113483"/>
                  <a:pt x="642171" y="112396"/>
                  <a:pt x="642784" y="111031"/>
                </a:cubicBezTo>
                <a:cubicBezTo>
                  <a:pt x="643397" y="109666"/>
                  <a:pt x="643703" y="105585"/>
                  <a:pt x="643703" y="98787"/>
                </a:cubicBezTo>
                <a:lnTo>
                  <a:pt x="643703" y="37609"/>
                </a:lnTo>
                <a:cubicBezTo>
                  <a:pt x="643703" y="29400"/>
                  <a:pt x="643425" y="24131"/>
                  <a:pt x="642868" y="21803"/>
                </a:cubicBezTo>
                <a:cubicBezTo>
                  <a:pt x="642478" y="20027"/>
                  <a:pt x="641767" y="18721"/>
                  <a:pt x="640736" y="17885"/>
                </a:cubicBezTo>
                <a:cubicBezTo>
                  <a:pt x="639706" y="17050"/>
                  <a:pt x="638466" y="16632"/>
                  <a:pt x="637017" y="16632"/>
                </a:cubicBezTo>
                <a:cubicBezTo>
                  <a:pt x="634956" y="16632"/>
                  <a:pt x="632086" y="17495"/>
                  <a:pt x="628409" y="19223"/>
                </a:cubicBezTo>
                <a:lnTo>
                  <a:pt x="627155" y="16548"/>
                </a:lnTo>
                <a:close/>
                <a:moveTo>
                  <a:pt x="851140" y="118845"/>
                </a:moveTo>
                <a:lnTo>
                  <a:pt x="820885" y="118845"/>
                </a:lnTo>
                <a:lnTo>
                  <a:pt x="782524" y="65858"/>
                </a:lnTo>
                <a:cubicBezTo>
                  <a:pt x="779682" y="65970"/>
                  <a:pt x="777370" y="66025"/>
                  <a:pt x="775587" y="66025"/>
                </a:cubicBezTo>
                <a:cubicBezTo>
                  <a:pt x="774862" y="66025"/>
                  <a:pt x="774082" y="66011"/>
                  <a:pt x="773247" y="65983"/>
                </a:cubicBezTo>
                <a:cubicBezTo>
                  <a:pt x="772411" y="65956"/>
                  <a:pt x="771547" y="65914"/>
                  <a:pt x="770656" y="65858"/>
                </a:cubicBezTo>
                <a:lnTo>
                  <a:pt x="770656" y="98787"/>
                </a:lnTo>
                <a:cubicBezTo>
                  <a:pt x="770656" y="105884"/>
                  <a:pt x="771436" y="110292"/>
                  <a:pt x="772996" y="112011"/>
                </a:cubicBezTo>
                <a:cubicBezTo>
                  <a:pt x="775113" y="114450"/>
                  <a:pt x="778289" y="115670"/>
                  <a:pt x="782524" y="115670"/>
                </a:cubicBezTo>
                <a:lnTo>
                  <a:pt x="786953" y="115670"/>
                </a:lnTo>
                <a:lnTo>
                  <a:pt x="786953" y="118845"/>
                </a:lnTo>
                <a:lnTo>
                  <a:pt x="738395" y="118845"/>
                </a:lnTo>
                <a:lnTo>
                  <a:pt x="738395" y="115670"/>
                </a:lnTo>
                <a:lnTo>
                  <a:pt x="742658" y="115670"/>
                </a:lnTo>
                <a:cubicBezTo>
                  <a:pt x="747449" y="115670"/>
                  <a:pt x="750876" y="114117"/>
                  <a:pt x="752938" y="111013"/>
                </a:cubicBezTo>
                <a:cubicBezTo>
                  <a:pt x="754108" y="109294"/>
                  <a:pt x="754693" y="105219"/>
                  <a:pt x="754693" y="98787"/>
                </a:cubicBezTo>
                <a:lnTo>
                  <a:pt x="754693" y="25574"/>
                </a:lnTo>
                <a:cubicBezTo>
                  <a:pt x="754693" y="18477"/>
                  <a:pt x="753913" y="14070"/>
                  <a:pt x="752352" y="12351"/>
                </a:cubicBezTo>
                <a:cubicBezTo>
                  <a:pt x="750180" y="9912"/>
                  <a:pt x="746948" y="8692"/>
                  <a:pt x="742658" y="8692"/>
                </a:cubicBezTo>
                <a:lnTo>
                  <a:pt x="738395" y="8692"/>
                </a:lnTo>
                <a:lnTo>
                  <a:pt x="738395" y="5516"/>
                </a:lnTo>
                <a:lnTo>
                  <a:pt x="779682" y="5516"/>
                </a:lnTo>
                <a:cubicBezTo>
                  <a:pt x="791717" y="5516"/>
                  <a:pt x="800590" y="6393"/>
                  <a:pt x="806301" y="8146"/>
                </a:cubicBezTo>
                <a:cubicBezTo>
                  <a:pt x="812012" y="9899"/>
                  <a:pt x="816859" y="13128"/>
                  <a:pt x="820843" y="17833"/>
                </a:cubicBezTo>
                <a:cubicBezTo>
                  <a:pt x="824827" y="22536"/>
                  <a:pt x="826819" y="28143"/>
                  <a:pt x="826819" y="34655"/>
                </a:cubicBezTo>
                <a:cubicBezTo>
                  <a:pt x="826819" y="41615"/>
                  <a:pt x="824548" y="47655"/>
                  <a:pt x="820008" y="52776"/>
                </a:cubicBezTo>
                <a:cubicBezTo>
                  <a:pt x="815467" y="57897"/>
                  <a:pt x="808432" y="61515"/>
                  <a:pt x="798904" y="63630"/>
                </a:cubicBezTo>
                <a:lnTo>
                  <a:pt x="822306" y="96113"/>
                </a:lnTo>
                <a:cubicBezTo>
                  <a:pt x="827655" y="103579"/>
                  <a:pt x="832251" y="108538"/>
                  <a:pt x="836096" y="110989"/>
                </a:cubicBezTo>
                <a:cubicBezTo>
                  <a:pt x="839940" y="113441"/>
                  <a:pt x="844955" y="115001"/>
                  <a:pt x="851140" y="115670"/>
                </a:cubicBezTo>
                <a:lnTo>
                  <a:pt x="851140" y="118845"/>
                </a:lnTo>
                <a:moveTo>
                  <a:pt x="770656" y="60509"/>
                </a:moveTo>
                <a:cubicBezTo>
                  <a:pt x="771714" y="60509"/>
                  <a:pt x="772634" y="60523"/>
                  <a:pt x="773414" y="60551"/>
                </a:cubicBezTo>
                <a:cubicBezTo>
                  <a:pt x="774194" y="60579"/>
                  <a:pt x="774835" y="60593"/>
                  <a:pt x="775336" y="60593"/>
                </a:cubicBezTo>
                <a:cubicBezTo>
                  <a:pt x="786145" y="60593"/>
                  <a:pt x="794294" y="58257"/>
                  <a:pt x="799782" y="53585"/>
                </a:cubicBezTo>
                <a:cubicBezTo>
                  <a:pt x="805270" y="48912"/>
                  <a:pt x="808014" y="42960"/>
                  <a:pt x="808014" y="35729"/>
                </a:cubicBezTo>
                <a:cubicBezTo>
                  <a:pt x="808014" y="28665"/>
                  <a:pt x="805800" y="22923"/>
                  <a:pt x="801370" y="18502"/>
                </a:cubicBezTo>
                <a:cubicBezTo>
                  <a:pt x="796940" y="14079"/>
                  <a:pt x="791076" y="11868"/>
                  <a:pt x="783777" y="11868"/>
                </a:cubicBezTo>
                <a:cubicBezTo>
                  <a:pt x="780546" y="11868"/>
                  <a:pt x="776172" y="12425"/>
                  <a:pt x="770656" y="13539"/>
                </a:cubicBezTo>
                <a:lnTo>
                  <a:pt x="770656" y="60509"/>
                </a:lnTo>
                <a:close/>
                <a:moveTo>
                  <a:pt x="867856" y="71207"/>
                </a:moveTo>
                <a:cubicBezTo>
                  <a:pt x="867801" y="82521"/>
                  <a:pt x="870559" y="91395"/>
                  <a:pt x="876130" y="97829"/>
                </a:cubicBezTo>
                <a:cubicBezTo>
                  <a:pt x="881702" y="104262"/>
                  <a:pt x="888249" y="107479"/>
                  <a:pt x="895771" y="107479"/>
                </a:cubicBezTo>
                <a:cubicBezTo>
                  <a:pt x="900785" y="107479"/>
                  <a:pt x="905145" y="106094"/>
                  <a:pt x="908850" y="103324"/>
                </a:cubicBezTo>
                <a:cubicBezTo>
                  <a:pt x="912556" y="100554"/>
                  <a:pt x="915662" y="95810"/>
                  <a:pt x="918169" y="89092"/>
                </a:cubicBezTo>
                <a:lnTo>
                  <a:pt x="920760" y="90772"/>
                </a:lnTo>
                <a:cubicBezTo>
                  <a:pt x="919590" y="98445"/>
                  <a:pt x="916191" y="105432"/>
                  <a:pt x="910564" y="111734"/>
                </a:cubicBezTo>
                <a:cubicBezTo>
                  <a:pt x="904936" y="118035"/>
                  <a:pt x="897888" y="121186"/>
                  <a:pt x="889419" y="121186"/>
                </a:cubicBezTo>
                <a:cubicBezTo>
                  <a:pt x="880226" y="121186"/>
                  <a:pt x="872355" y="117614"/>
                  <a:pt x="865809" y="110470"/>
                </a:cubicBezTo>
                <a:cubicBezTo>
                  <a:pt x="859262" y="103324"/>
                  <a:pt x="855988" y="93718"/>
                  <a:pt x="855988" y="81651"/>
                </a:cubicBezTo>
                <a:cubicBezTo>
                  <a:pt x="855988" y="68586"/>
                  <a:pt x="859345" y="58397"/>
                  <a:pt x="866059" y="51086"/>
                </a:cubicBezTo>
                <a:cubicBezTo>
                  <a:pt x="872773" y="43773"/>
                  <a:pt x="881201" y="40117"/>
                  <a:pt x="891341" y="40117"/>
                </a:cubicBezTo>
                <a:cubicBezTo>
                  <a:pt x="899922" y="40117"/>
                  <a:pt x="906970" y="42937"/>
                  <a:pt x="912486" y="48579"/>
                </a:cubicBezTo>
                <a:cubicBezTo>
                  <a:pt x="918002" y="54218"/>
                  <a:pt x="920760" y="61761"/>
                  <a:pt x="920760" y="71207"/>
                </a:cubicBezTo>
                <a:lnTo>
                  <a:pt x="867856" y="71207"/>
                </a:lnTo>
                <a:moveTo>
                  <a:pt x="867856" y="66360"/>
                </a:moveTo>
                <a:lnTo>
                  <a:pt x="903293" y="66360"/>
                </a:lnTo>
                <a:cubicBezTo>
                  <a:pt x="903014" y="61496"/>
                  <a:pt x="902429" y="58071"/>
                  <a:pt x="901538" y="56082"/>
                </a:cubicBezTo>
                <a:cubicBezTo>
                  <a:pt x="900145" y="52987"/>
                  <a:pt x="898069" y="50555"/>
                  <a:pt x="895311" y="48788"/>
                </a:cubicBezTo>
                <a:cubicBezTo>
                  <a:pt x="892553" y="47019"/>
                  <a:pt x="889670" y="46134"/>
                  <a:pt x="886661" y="46134"/>
                </a:cubicBezTo>
                <a:cubicBezTo>
                  <a:pt x="882036" y="46134"/>
                  <a:pt x="877899" y="47916"/>
                  <a:pt x="874250" y="51480"/>
                </a:cubicBezTo>
                <a:cubicBezTo>
                  <a:pt x="870600" y="55045"/>
                  <a:pt x="868469" y="60004"/>
                  <a:pt x="867856" y="66360"/>
                </a:cubicBezTo>
                <a:close/>
                <a:moveTo>
                  <a:pt x="996005" y="89761"/>
                </a:moveTo>
                <a:cubicBezTo>
                  <a:pt x="993943" y="99846"/>
                  <a:pt x="989904" y="107604"/>
                  <a:pt x="983886" y="113037"/>
                </a:cubicBezTo>
                <a:cubicBezTo>
                  <a:pt x="977869" y="118469"/>
                  <a:pt x="971211" y="121186"/>
                  <a:pt x="963912" y="121186"/>
                </a:cubicBezTo>
                <a:cubicBezTo>
                  <a:pt x="955220" y="121186"/>
                  <a:pt x="947642" y="117540"/>
                  <a:pt x="941179" y="110250"/>
                </a:cubicBezTo>
                <a:cubicBezTo>
                  <a:pt x="934716" y="102958"/>
                  <a:pt x="931484" y="93106"/>
                  <a:pt x="931484" y="80693"/>
                </a:cubicBezTo>
                <a:cubicBezTo>
                  <a:pt x="931484" y="68670"/>
                  <a:pt x="935064" y="58902"/>
                  <a:pt x="942224" y="51389"/>
                </a:cubicBezTo>
                <a:cubicBezTo>
                  <a:pt x="949383" y="43874"/>
                  <a:pt x="957978" y="40117"/>
                  <a:pt x="968007" y="40117"/>
                </a:cubicBezTo>
                <a:cubicBezTo>
                  <a:pt x="975529" y="40117"/>
                  <a:pt x="981713" y="42115"/>
                  <a:pt x="986561" y="46113"/>
                </a:cubicBezTo>
                <a:cubicBezTo>
                  <a:pt x="991408" y="50109"/>
                  <a:pt x="993832" y="54259"/>
                  <a:pt x="993832" y="58563"/>
                </a:cubicBezTo>
                <a:cubicBezTo>
                  <a:pt x="993832" y="60688"/>
                  <a:pt x="993149" y="62407"/>
                  <a:pt x="991784" y="63722"/>
                </a:cubicBezTo>
                <a:cubicBezTo>
                  <a:pt x="990419" y="65035"/>
                  <a:pt x="988511" y="65691"/>
                  <a:pt x="986059" y="65691"/>
                </a:cubicBezTo>
                <a:cubicBezTo>
                  <a:pt x="982772" y="65691"/>
                  <a:pt x="980293" y="64624"/>
                  <a:pt x="978621" y="62489"/>
                </a:cubicBezTo>
                <a:cubicBezTo>
                  <a:pt x="977674" y="61308"/>
                  <a:pt x="977047" y="59061"/>
                  <a:pt x="976741" y="55745"/>
                </a:cubicBezTo>
                <a:cubicBezTo>
                  <a:pt x="976434" y="52430"/>
                  <a:pt x="975306" y="49902"/>
                  <a:pt x="973356" y="48161"/>
                </a:cubicBezTo>
                <a:cubicBezTo>
                  <a:pt x="971406" y="46475"/>
                  <a:pt x="968703" y="45633"/>
                  <a:pt x="965249" y="45633"/>
                </a:cubicBezTo>
                <a:cubicBezTo>
                  <a:pt x="959677" y="45633"/>
                  <a:pt x="955192" y="47694"/>
                  <a:pt x="951793" y="51817"/>
                </a:cubicBezTo>
                <a:cubicBezTo>
                  <a:pt x="947280" y="57278"/>
                  <a:pt x="945023" y="64493"/>
                  <a:pt x="945023" y="73464"/>
                </a:cubicBezTo>
                <a:cubicBezTo>
                  <a:pt x="945023" y="82601"/>
                  <a:pt x="947266" y="90666"/>
                  <a:pt x="951751" y="97659"/>
                </a:cubicBezTo>
                <a:cubicBezTo>
                  <a:pt x="956237" y="104651"/>
                  <a:pt x="962296" y="108148"/>
                  <a:pt x="969929" y="108148"/>
                </a:cubicBezTo>
                <a:cubicBezTo>
                  <a:pt x="975389" y="108148"/>
                  <a:pt x="980293" y="106281"/>
                  <a:pt x="984639" y="102548"/>
                </a:cubicBezTo>
                <a:cubicBezTo>
                  <a:pt x="987703" y="99985"/>
                  <a:pt x="990684" y="95333"/>
                  <a:pt x="993581" y="88591"/>
                </a:cubicBezTo>
                <a:lnTo>
                  <a:pt x="996005" y="89761"/>
                </a:lnTo>
                <a:close/>
                <a:moveTo>
                  <a:pt x="1044422" y="40117"/>
                </a:moveTo>
                <a:cubicBezTo>
                  <a:pt x="1056011" y="40117"/>
                  <a:pt x="1065316" y="44514"/>
                  <a:pt x="1072336" y="53309"/>
                </a:cubicBezTo>
                <a:cubicBezTo>
                  <a:pt x="1078298" y="60822"/>
                  <a:pt x="1081279" y="69449"/>
                  <a:pt x="1081279" y="79191"/>
                </a:cubicBezTo>
                <a:cubicBezTo>
                  <a:pt x="1081279" y="86037"/>
                  <a:pt x="1079635" y="92967"/>
                  <a:pt x="1076348" y="99981"/>
                </a:cubicBezTo>
                <a:cubicBezTo>
                  <a:pt x="1073061" y="106992"/>
                  <a:pt x="1068533" y="112280"/>
                  <a:pt x="1062767" y="115842"/>
                </a:cubicBezTo>
                <a:cubicBezTo>
                  <a:pt x="1057000" y="119404"/>
                  <a:pt x="1050578" y="121186"/>
                  <a:pt x="1043502" y="121186"/>
                </a:cubicBezTo>
                <a:cubicBezTo>
                  <a:pt x="1031969" y="121186"/>
                  <a:pt x="1022803" y="116593"/>
                  <a:pt x="1016006" y="107409"/>
                </a:cubicBezTo>
                <a:cubicBezTo>
                  <a:pt x="1010267" y="99673"/>
                  <a:pt x="1007397" y="90990"/>
                  <a:pt x="1007397" y="81362"/>
                </a:cubicBezTo>
                <a:cubicBezTo>
                  <a:pt x="1007397" y="74348"/>
                  <a:pt x="1009139" y="67376"/>
                  <a:pt x="1012621" y="60447"/>
                </a:cubicBezTo>
                <a:cubicBezTo>
                  <a:pt x="1016103" y="53517"/>
                  <a:pt x="1020686" y="48396"/>
                  <a:pt x="1026369" y="45084"/>
                </a:cubicBezTo>
                <a:cubicBezTo>
                  <a:pt x="1032052" y="41772"/>
                  <a:pt x="1038070" y="40117"/>
                  <a:pt x="1044422" y="40117"/>
                </a:cubicBezTo>
                <a:moveTo>
                  <a:pt x="1041831" y="45633"/>
                </a:moveTo>
                <a:cubicBezTo>
                  <a:pt x="1038878" y="45633"/>
                  <a:pt x="1035911" y="46508"/>
                  <a:pt x="1032930" y="48257"/>
                </a:cubicBezTo>
                <a:cubicBezTo>
                  <a:pt x="1029949" y="50006"/>
                  <a:pt x="1027539" y="53073"/>
                  <a:pt x="1025701" y="57459"/>
                </a:cubicBezTo>
                <a:cubicBezTo>
                  <a:pt x="1023862" y="61845"/>
                  <a:pt x="1022943" y="67479"/>
                  <a:pt x="1022943" y="74362"/>
                </a:cubicBezTo>
                <a:cubicBezTo>
                  <a:pt x="1022943" y="85465"/>
                  <a:pt x="1025157" y="95043"/>
                  <a:pt x="1029587" y="103094"/>
                </a:cubicBezTo>
                <a:cubicBezTo>
                  <a:pt x="1034016" y="111143"/>
                  <a:pt x="1039853" y="115168"/>
                  <a:pt x="1047096" y="115168"/>
                </a:cubicBezTo>
                <a:cubicBezTo>
                  <a:pt x="1052501" y="115168"/>
                  <a:pt x="1056958" y="112947"/>
                  <a:pt x="1060468" y="108506"/>
                </a:cubicBezTo>
                <a:cubicBezTo>
                  <a:pt x="1063979" y="104064"/>
                  <a:pt x="1065734" y="96431"/>
                  <a:pt x="1065734" y="85606"/>
                </a:cubicBezTo>
                <a:cubicBezTo>
                  <a:pt x="1065734" y="72059"/>
                  <a:pt x="1062808" y="61400"/>
                  <a:pt x="1056958" y="53627"/>
                </a:cubicBezTo>
                <a:cubicBezTo>
                  <a:pt x="1053002" y="48298"/>
                  <a:pt x="1047960" y="45633"/>
                  <a:pt x="1041831" y="45633"/>
                </a:cubicBezTo>
                <a:close/>
                <a:moveTo>
                  <a:pt x="1114960" y="40117"/>
                </a:moveTo>
                <a:lnTo>
                  <a:pt x="1114960" y="57333"/>
                </a:lnTo>
                <a:cubicBezTo>
                  <a:pt x="1121368" y="45856"/>
                  <a:pt x="1127942" y="40117"/>
                  <a:pt x="1134684" y="40117"/>
                </a:cubicBezTo>
                <a:cubicBezTo>
                  <a:pt x="1137749" y="40117"/>
                  <a:pt x="1140284" y="41050"/>
                  <a:pt x="1142290" y="42916"/>
                </a:cubicBezTo>
                <a:cubicBezTo>
                  <a:pt x="1144295" y="44783"/>
                  <a:pt x="1145298" y="46942"/>
                  <a:pt x="1145298" y="49394"/>
                </a:cubicBezTo>
                <a:cubicBezTo>
                  <a:pt x="1145298" y="51567"/>
                  <a:pt x="1144574" y="53405"/>
                  <a:pt x="1143125" y="54910"/>
                </a:cubicBezTo>
                <a:cubicBezTo>
                  <a:pt x="1141677" y="56414"/>
                  <a:pt x="1139949" y="57166"/>
                  <a:pt x="1137944" y="57166"/>
                </a:cubicBezTo>
                <a:cubicBezTo>
                  <a:pt x="1135993" y="57166"/>
                  <a:pt x="1133807" y="56219"/>
                  <a:pt x="1131383" y="54325"/>
                </a:cubicBezTo>
                <a:cubicBezTo>
                  <a:pt x="1128959" y="52430"/>
                  <a:pt x="1127162" y="51483"/>
                  <a:pt x="1125992" y="51483"/>
                </a:cubicBezTo>
                <a:cubicBezTo>
                  <a:pt x="1124989" y="51483"/>
                  <a:pt x="1123903" y="52036"/>
                  <a:pt x="1122733" y="53141"/>
                </a:cubicBezTo>
                <a:cubicBezTo>
                  <a:pt x="1120225" y="55410"/>
                  <a:pt x="1117634" y="59144"/>
                  <a:pt x="1114960" y="64343"/>
                </a:cubicBezTo>
                <a:lnTo>
                  <a:pt x="1114960" y="100960"/>
                </a:lnTo>
                <a:cubicBezTo>
                  <a:pt x="1114960" y="105198"/>
                  <a:pt x="1115489" y="108404"/>
                  <a:pt x="1116548" y="110577"/>
                </a:cubicBezTo>
                <a:cubicBezTo>
                  <a:pt x="1117272" y="112083"/>
                  <a:pt x="1118554" y="113336"/>
                  <a:pt x="1120393" y="114338"/>
                </a:cubicBezTo>
                <a:cubicBezTo>
                  <a:pt x="1122231" y="115337"/>
                  <a:pt x="1124878" y="115837"/>
                  <a:pt x="1128332" y="115837"/>
                </a:cubicBezTo>
                <a:lnTo>
                  <a:pt x="1128332" y="118845"/>
                </a:lnTo>
                <a:lnTo>
                  <a:pt x="1089135" y="118845"/>
                </a:lnTo>
                <a:lnTo>
                  <a:pt x="1089135" y="115837"/>
                </a:lnTo>
                <a:cubicBezTo>
                  <a:pt x="1093035" y="115837"/>
                  <a:pt x="1095933" y="115217"/>
                  <a:pt x="1097827" y="113977"/>
                </a:cubicBezTo>
                <a:cubicBezTo>
                  <a:pt x="1099220" y="113075"/>
                  <a:pt x="1100195" y="111638"/>
                  <a:pt x="1100752" y="109665"/>
                </a:cubicBezTo>
                <a:cubicBezTo>
                  <a:pt x="1101031" y="108706"/>
                  <a:pt x="1101170" y="105971"/>
                  <a:pt x="1101170" y="101462"/>
                </a:cubicBezTo>
                <a:lnTo>
                  <a:pt x="1101170" y="72043"/>
                </a:lnTo>
                <a:cubicBezTo>
                  <a:pt x="1101170" y="63128"/>
                  <a:pt x="1100989" y="57821"/>
                  <a:pt x="1100627" y="56121"/>
                </a:cubicBezTo>
                <a:cubicBezTo>
                  <a:pt x="1100265" y="54422"/>
                  <a:pt x="1099596" y="53182"/>
                  <a:pt x="1098621" y="52402"/>
                </a:cubicBezTo>
                <a:cubicBezTo>
                  <a:pt x="1097646" y="51622"/>
                  <a:pt x="1096434" y="51232"/>
                  <a:pt x="1094985" y="51232"/>
                </a:cubicBezTo>
                <a:cubicBezTo>
                  <a:pt x="1093258" y="51232"/>
                  <a:pt x="1091308" y="51650"/>
                  <a:pt x="1089135" y="52486"/>
                </a:cubicBezTo>
                <a:lnTo>
                  <a:pt x="1088299" y="49477"/>
                </a:lnTo>
                <a:lnTo>
                  <a:pt x="1111450" y="40117"/>
                </a:lnTo>
                <a:lnTo>
                  <a:pt x="1114960" y="40117"/>
                </a:lnTo>
                <a:close/>
                <a:moveTo>
                  <a:pt x="1203633" y="110242"/>
                </a:moveTo>
                <a:cubicBezTo>
                  <a:pt x="1199900" y="114141"/>
                  <a:pt x="1196251" y="116940"/>
                  <a:pt x="1192685" y="118639"/>
                </a:cubicBezTo>
                <a:cubicBezTo>
                  <a:pt x="1189119" y="120337"/>
                  <a:pt x="1185274" y="121186"/>
                  <a:pt x="1181151" y="121186"/>
                </a:cubicBezTo>
                <a:cubicBezTo>
                  <a:pt x="1172794" y="121186"/>
                  <a:pt x="1165495" y="117697"/>
                  <a:pt x="1159254" y="110720"/>
                </a:cubicBezTo>
                <a:cubicBezTo>
                  <a:pt x="1153014" y="103742"/>
                  <a:pt x="1149894" y="94775"/>
                  <a:pt x="1149894" y="83819"/>
                </a:cubicBezTo>
                <a:cubicBezTo>
                  <a:pt x="1149894" y="72865"/>
                  <a:pt x="1153348" y="62843"/>
                  <a:pt x="1160257" y="53753"/>
                </a:cubicBezTo>
                <a:cubicBezTo>
                  <a:pt x="1167166" y="44662"/>
                  <a:pt x="1176053" y="40117"/>
                  <a:pt x="1186918" y="40117"/>
                </a:cubicBezTo>
                <a:cubicBezTo>
                  <a:pt x="1193660" y="40117"/>
                  <a:pt x="1199231" y="42261"/>
                  <a:pt x="1203633" y="46549"/>
                </a:cubicBezTo>
                <a:lnTo>
                  <a:pt x="1203633" y="32260"/>
                </a:lnTo>
                <a:cubicBezTo>
                  <a:pt x="1203633" y="23549"/>
                  <a:pt x="1203424" y="18195"/>
                  <a:pt x="1203006" y="16198"/>
                </a:cubicBezTo>
                <a:cubicBezTo>
                  <a:pt x="1202588" y="14201"/>
                  <a:pt x="1201934" y="12841"/>
                  <a:pt x="1201042" y="12119"/>
                </a:cubicBezTo>
                <a:cubicBezTo>
                  <a:pt x="1200151" y="11394"/>
                  <a:pt x="1199036" y="11032"/>
                  <a:pt x="1197699" y="11032"/>
                </a:cubicBezTo>
                <a:cubicBezTo>
                  <a:pt x="1196251" y="11032"/>
                  <a:pt x="1194328" y="11478"/>
                  <a:pt x="1191932" y="12369"/>
                </a:cubicBezTo>
                <a:lnTo>
                  <a:pt x="1190846" y="9361"/>
                </a:lnTo>
                <a:lnTo>
                  <a:pt x="1213662" y="0"/>
                </a:lnTo>
                <a:lnTo>
                  <a:pt x="1217423" y="0"/>
                </a:lnTo>
                <a:lnTo>
                  <a:pt x="1217423" y="88591"/>
                </a:lnTo>
                <a:cubicBezTo>
                  <a:pt x="1217423" y="97525"/>
                  <a:pt x="1217632" y="102976"/>
                  <a:pt x="1218050" y="104946"/>
                </a:cubicBezTo>
                <a:cubicBezTo>
                  <a:pt x="1218468" y="106915"/>
                  <a:pt x="1219137" y="108290"/>
                  <a:pt x="1220056" y="109070"/>
                </a:cubicBezTo>
                <a:cubicBezTo>
                  <a:pt x="1220975" y="109848"/>
                  <a:pt x="1222048" y="110237"/>
                  <a:pt x="1223274" y="110237"/>
                </a:cubicBezTo>
                <a:cubicBezTo>
                  <a:pt x="1224778" y="110237"/>
                  <a:pt x="1226784" y="109764"/>
                  <a:pt x="1229291" y="108816"/>
                </a:cubicBezTo>
                <a:lnTo>
                  <a:pt x="1230210" y="111825"/>
                </a:lnTo>
                <a:lnTo>
                  <a:pt x="1207478" y="121186"/>
                </a:lnTo>
                <a:lnTo>
                  <a:pt x="1203633" y="121186"/>
                </a:lnTo>
                <a:lnTo>
                  <a:pt x="1203633" y="110242"/>
                </a:lnTo>
                <a:moveTo>
                  <a:pt x="1203633" y="104405"/>
                </a:moveTo>
                <a:lnTo>
                  <a:pt x="1203633" y="65056"/>
                </a:lnTo>
                <a:cubicBezTo>
                  <a:pt x="1203299" y="61276"/>
                  <a:pt x="1202296" y="57830"/>
                  <a:pt x="1200624" y="54719"/>
                </a:cubicBezTo>
                <a:cubicBezTo>
                  <a:pt x="1198953" y="51606"/>
                  <a:pt x="1196738" y="49258"/>
                  <a:pt x="1193980" y="47675"/>
                </a:cubicBezTo>
                <a:cubicBezTo>
                  <a:pt x="1191222" y="46091"/>
                  <a:pt x="1188534" y="45298"/>
                  <a:pt x="1185915" y="45298"/>
                </a:cubicBezTo>
                <a:cubicBezTo>
                  <a:pt x="1181012" y="45298"/>
                  <a:pt x="1176638" y="47494"/>
                  <a:pt x="1172794" y="51885"/>
                </a:cubicBezTo>
                <a:cubicBezTo>
                  <a:pt x="1167723" y="57664"/>
                  <a:pt x="1165188" y="66111"/>
                  <a:pt x="1165188" y="77227"/>
                </a:cubicBezTo>
                <a:cubicBezTo>
                  <a:pt x="1165188" y="88454"/>
                  <a:pt x="1167640" y="97056"/>
                  <a:pt x="1172543" y="103031"/>
                </a:cubicBezTo>
                <a:cubicBezTo>
                  <a:pt x="1177446" y="109005"/>
                  <a:pt x="1182906" y="111992"/>
                  <a:pt x="1188924" y="111992"/>
                </a:cubicBezTo>
                <a:cubicBezTo>
                  <a:pt x="1193994" y="111992"/>
                  <a:pt x="1198897" y="109463"/>
                  <a:pt x="1203633" y="104405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924A3-8F13-408A-832F-963A959B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0" y="3379581"/>
            <a:ext cx="1510525" cy="313795"/>
          </a:xfrm>
          <a:custGeom xmlns:a="http://schemas.openxmlformats.org/drawingml/2006/main">
            <a:pathLst>
              <a:path w="1510525" h="313795" fill="none">
                <a:moveTo>
                  <a:pt x="42791" y="0"/>
                </a:moveTo>
                <a:cubicBezTo>
                  <a:pt x="19153" y="0"/>
                  <a:pt x="0" y="19153"/>
                  <a:pt x="0" y="42791"/>
                </a:cubicBezTo>
                <a:lnTo>
                  <a:pt x="0" y="271004"/>
                </a:lnTo>
                <a:cubicBezTo>
                  <a:pt x="0" y="294642"/>
                  <a:pt x="19153" y="313795"/>
                  <a:pt x="42791" y="313795"/>
                </a:cubicBezTo>
                <a:lnTo>
                  <a:pt x="1467733" y="313795"/>
                </a:lnTo>
                <a:cubicBezTo>
                  <a:pt x="1491371" y="313795"/>
                  <a:pt x="1510525" y="294642"/>
                  <a:pt x="1510525" y="271004"/>
                </a:cubicBezTo>
                <a:lnTo>
                  <a:pt x="1510525" y="42791"/>
                </a:lnTo>
                <a:cubicBezTo>
                  <a:pt x="1510525" y="19153"/>
                  <a:pt x="1491371" y="0"/>
                  <a:pt x="1467733" y="0"/>
                </a:cubicBezTo>
                <a:lnTo>
                  <a:pt x="4279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4373B2"/>
            </a:solidFill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ADB34A-570B-4390-9191-6F179961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0" y="3780660"/>
            <a:ext cx="1510525" cy="313795"/>
          </a:xfrm>
          <a:custGeom xmlns:a="http://schemas.openxmlformats.org/drawingml/2006/main">
            <a:pathLst>
              <a:path w="1510525" h="313795">
                <a:moveTo>
                  <a:pt x="42791" y="0"/>
                </a:moveTo>
                <a:cubicBezTo>
                  <a:pt x="19153" y="0"/>
                  <a:pt x="0" y="19153"/>
                  <a:pt x="0" y="42791"/>
                </a:cubicBezTo>
                <a:lnTo>
                  <a:pt x="0" y="271004"/>
                </a:lnTo>
                <a:cubicBezTo>
                  <a:pt x="0" y="294642"/>
                  <a:pt x="19153" y="313795"/>
                  <a:pt x="42791" y="313795"/>
                </a:cubicBezTo>
                <a:lnTo>
                  <a:pt x="1467733" y="313795"/>
                </a:lnTo>
                <a:cubicBezTo>
                  <a:pt x="1491371" y="313795"/>
                  <a:pt x="1510525" y="294642"/>
                  <a:pt x="1510525" y="271004"/>
                </a:cubicBezTo>
                <a:lnTo>
                  <a:pt x="1510525" y="42791"/>
                </a:lnTo>
                <a:cubicBezTo>
                  <a:pt x="1510525" y="19153"/>
                  <a:pt x="1491371" y="0"/>
                  <a:pt x="1467733" y="0"/>
                </a:cubicBezTo>
                <a:lnTo>
                  <a:pt x="42791" y="0"/>
                </a:lnTo>
                <a:close/>
              </a:path>
            </a:pathLst>
          </a:custGeom>
          <a:solidFill xmlns:a="http://schemas.openxmlformats.org/drawingml/2006/main">
            <a:srgbClr val="E1EBF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Channel2Record">
            <a:extLst xmlns:a="http://schemas.openxmlformats.org/drawingml/2006/main">
              <a:ext uri="{FF2B5EF4-FFF2-40B4-BE49-F238E27FC236}">
                <a16:creationId xmlns:a16="http://schemas.microsoft.com/office/drawing/2014/main" id="{A2D542E0-816A-4F24-8059-9EF5710A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98" y="3874633"/>
            <a:ext cx="1230210" cy="121353"/>
          </a:xfrm>
          <a:custGeom xmlns:a="http://schemas.openxmlformats.org/drawingml/2006/main">
            <a:pathLst>
              <a:path w="1230210" h="121353">
                <a:moveTo>
                  <a:pt x="96865" y="3009"/>
                </a:moveTo>
                <a:lnTo>
                  <a:pt x="99456" y="41621"/>
                </a:lnTo>
                <a:lnTo>
                  <a:pt x="96865" y="41621"/>
                </a:lnTo>
                <a:cubicBezTo>
                  <a:pt x="93410" y="30058"/>
                  <a:pt x="88479" y="21735"/>
                  <a:pt x="82072" y="16653"/>
                </a:cubicBezTo>
                <a:cubicBezTo>
                  <a:pt x="75664" y="11568"/>
                  <a:pt x="67975" y="9026"/>
                  <a:pt x="59005" y="9026"/>
                </a:cubicBezTo>
                <a:cubicBezTo>
                  <a:pt x="51483" y="9026"/>
                  <a:pt x="44685" y="10932"/>
                  <a:pt x="38612" y="14743"/>
                </a:cubicBezTo>
                <a:cubicBezTo>
                  <a:pt x="32539" y="18553"/>
                  <a:pt x="27761" y="24631"/>
                  <a:pt x="24279" y="32976"/>
                </a:cubicBezTo>
                <a:cubicBezTo>
                  <a:pt x="20797" y="41320"/>
                  <a:pt x="19055" y="51694"/>
                  <a:pt x="19055" y="64098"/>
                </a:cubicBezTo>
                <a:cubicBezTo>
                  <a:pt x="19055" y="74334"/>
                  <a:pt x="20699" y="83207"/>
                  <a:pt x="23986" y="90717"/>
                </a:cubicBezTo>
                <a:cubicBezTo>
                  <a:pt x="27274" y="98227"/>
                  <a:pt x="32219" y="103985"/>
                  <a:pt x="38821" y="107991"/>
                </a:cubicBezTo>
                <a:cubicBezTo>
                  <a:pt x="45424" y="111996"/>
                  <a:pt x="52960" y="113998"/>
                  <a:pt x="61429" y="113998"/>
                </a:cubicBezTo>
                <a:cubicBezTo>
                  <a:pt x="68783" y="113998"/>
                  <a:pt x="75274" y="112419"/>
                  <a:pt x="80902" y="109260"/>
                </a:cubicBezTo>
                <a:cubicBezTo>
                  <a:pt x="86529" y="106100"/>
                  <a:pt x="92714" y="99823"/>
                  <a:pt x="99456" y="90430"/>
                </a:cubicBezTo>
                <a:lnTo>
                  <a:pt x="102047" y="92101"/>
                </a:lnTo>
                <a:cubicBezTo>
                  <a:pt x="96363" y="102216"/>
                  <a:pt x="89733" y="109620"/>
                  <a:pt x="82155" y="114314"/>
                </a:cubicBezTo>
                <a:cubicBezTo>
                  <a:pt x="74578" y="119007"/>
                  <a:pt x="65580" y="121353"/>
                  <a:pt x="55160" y="121353"/>
                </a:cubicBezTo>
                <a:cubicBezTo>
                  <a:pt x="36384" y="121353"/>
                  <a:pt x="21841" y="114398"/>
                  <a:pt x="11534" y="100487"/>
                </a:cubicBezTo>
                <a:cubicBezTo>
                  <a:pt x="3845" y="90140"/>
                  <a:pt x="0" y="77955"/>
                  <a:pt x="0" y="63933"/>
                </a:cubicBezTo>
                <a:cubicBezTo>
                  <a:pt x="0" y="52638"/>
                  <a:pt x="2535" y="42262"/>
                  <a:pt x="7605" y="32804"/>
                </a:cubicBezTo>
                <a:cubicBezTo>
                  <a:pt x="12676" y="23346"/>
                  <a:pt x="19654" y="16015"/>
                  <a:pt x="28541" y="10813"/>
                </a:cubicBezTo>
                <a:cubicBezTo>
                  <a:pt x="37428" y="5610"/>
                  <a:pt x="47137" y="3009"/>
                  <a:pt x="57668" y="3009"/>
                </a:cubicBezTo>
                <a:cubicBezTo>
                  <a:pt x="65858" y="3009"/>
                  <a:pt x="73937" y="5015"/>
                  <a:pt x="81905" y="9026"/>
                </a:cubicBezTo>
                <a:cubicBezTo>
                  <a:pt x="84245" y="10252"/>
                  <a:pt x="85916" y="10865"/>
                  <a:pt x="86919" y="10865"/>
                </a:cubicBezTo>
                <a:cubicBezTo>
                  <a:pt x="88424" y="10865"/>
                  <a:pt x="89733" y="10336"/>
                  <a:pt x="90847" y="9277"/>
                </a:cubicBezTo>
                <a:cubicBezTo>
                  <a:pt x="92296" y="7773"/>
                  <a:pt x="93327" y="5683"/>
                  <a:pt x="93940" y="3009"/>
                </a:cubicBezTo>
                <a:lnTo>
                  <a:pt x="96865" y="3009"/>
                </a:lnTo>
                <a:close/>
                <a:moveTo>
                  <a:pt x="135813" y="0"/>
                </a:moveTo>
                <a:lnTo>
                  <a:pt x="135813" y="56150"/>
                </a:lnTo>
                <a:cubicBezTo>
                  <a:pt x="141998" y="49323"/>
                  <a:pt x="146901" y="44944"/>
                  <a:pt x="150522" y="43013"/>
                </a:cubicBezTo>
                <a:cubicBezTo>
                  <a:pt x="154144" y="41082"/>
                  <a:pt x="157766" y="40117"/>
                  <a:pt x="161387" y="40117"/>
                </a:cubicBezTo>
                <a:cubicBezTo>
                  <a:pt x="165733" y="40117"/>
                  <a:pt x="169466" y="41312"/>
                  <a:pt x="172586" y="43703"/>
                </a:cubicBezTo>
                <a:cubicBezTo>
                  <a:pt x="175707" y="46091"/>
                  <a:pt x="178019" y="49842"/>
                  <a:pt x="179523" y="54954"/>
                </a:cubicBezTo>
                <a:cubicBezTo>
                  <a:pt x="180582" y="58510"/>
                  <a:pt x="181111" y="65010"/>
                  <a:pt x="181111" y="74456"/>
                </a:cubicBezTo>
                <a:lnTo>
                  <a:pt x="181111" y="101462"/>
                </a:lnTo>
                <a:cubicBezTo>
                  <a:pt x="181111" y="106337"/>
                  <a:pt x="181501" y="109671"/>
                  <a:pt x="182281" y="111465"/>
                </a:cubicBezTo>
                <a:cubicBezTo>
                  <a:pt x="182838" y="112811"/>
                  <a:pt x="183786" y="113876"/>
                  <a:pt x="185123" y="114661"/>
                </a:cubicBezTo>
                <a:cubicBezTo>
                  <a:pt x="186460" y="115445"/>
                  <a:pt x="188912" y="115837"/>
                  <a:pt x="192478" y="115837"/>
                </a:cubicBezTo>
                <a:lnTo>
                  <a:pt x="192478" y="118845"/>
                </a:lnTo>
                <a:lnTo>
                  <a:pt x="154868" y="118845"/>
                </a:lnTo>
                <a:lnTo>
                  <a:pt x="154868" y="115837"/>
                </a:lnTo>
                <a:lnTo>
                  <a:pt x="156623" y="115837"/>
                </a:lnTo>
                <a:cubicBezTo>
                  <a:pt x="160189" y="115837"/>
                  <a:pt x="162669" y="115291"/>
                  <a:pt x="164062" y="114199"/>
                </a:cubicBezTo>
                <a:cubicBezTo>
                  <a:pt x="165455" y="113106"/>
                  <a:pt x="166430" y="111494"/>
                  <a:pt x="166987" y="109365"/>
                </a:cubicBezTo>
                <a:cubicBezTo>
                  <a:pt x="167154" y="108468"/>
                  <a:pt x="167238" y="105834"/>
                  <a:pt x="167238" y="101462"/>
                </a:cubicBezTo>
                <a:lnTo>
                  <a:pt x="167238" y="74516"/>
                </a:lnTo>
                <a:cubicBezTo>
                  <a:pt x="167238" y="66199"/>
                  <a:pt x="166806" y="60737"/>
                  <a:pt x="165942" y="58133"/>
                </a:cubicBezTo>
                <a:cubicBezTo>
                  <a:pt x="165079" y="55526"/>
                  <a:pt x="163699" y="53572"/>
                  <a:pt x="161805" y="52269"/>
                </a:cubicBezTo>
                <a:cubicBezTo>
                  <a:pt x="159911" y="50965"/>
                  <a:pt x="157626" y="50313"/>
                  <a:pt x="154952" y="50313"/>
                </a:cubicBezTo>
                <a:cubicBezTo>
                  <a:pt x="152222" y="50313"/>
                  <a:pt x="149380" y="51036"/>
                  <a:pt x="146427" y="52481"/>
                </a:cubicBezTo>
                <a:cubicBezTo>
                  <a:pt x="143474" y="53926"/>
                  <a:pt x="139936" y="56844"/>
                  <a:pt x="135813" y="61235"/>
                </a:cubicBezTo>
                <a:lnTo>
                  <a:pt x="135813" y="101462"/>
                </a:lnTo>
                <a:cubicBezTo>
                  <a:pt x="135813" y="106730"/>
                  <a:pt x="136105" y="110009"/>
                  <a:pt x="136690" y="111298"/>
                </a:cubicBezTo>
                <a:cubicBezTo>
                  <a:pt x="137275" y="112586"/>
                  <a:pt x="138362" y="113665"/>
                  <a:pt x="139950" y="114533"/>
                </a:cubicBezTo>
                <a:cubicBezTo>
                  <a:pt x="141538" y="115402"/>
                  <a:pt x="144282" y="115837"/>
                  <a:pt x="148182" y="115837"/>
                </a:cubicBezTo>
                <a:lnTo>
                  <a:pt x="148182" y="118845"/>
                </a:lnTo>
                <a:lnTo>
                  <a:pt x="110239" y="118845"/>
                </a:lnTo>
                <a:lnTo>
                  <a:pt x="110239" y="115837"/>
                </a:lnTo>
                <a:cubicBezTo>
                  <a:pt x="113637" y="115837"/>
                  <a:pt x="116312" y="115304"/>
                  <a:pt x="118262" y="114238"/>
                </a:cubicBezTo>
                <a:cubicBezTo>
                  <a:pt x="119376" y="113679"/>
                  <a:pt x="120268" y="112616"/>
                  <a:pt x="120936" y="111047"/>
                </a:cubicBezTo>
                <a:cubicBezTo>
                  <a:pt x="121605" y="109476"/>
                  <a:pt x="121939" y="106281"/>
                  <a:pt x="121939" y="101462"/>
                </a:cubicBezTo>
                <a:lnTo>
                  <a:pt x="121939" y="32260"/>
                </a:lnTo>
                <a:cubicBezTo>
                  <a:pt x="121939" y="23549"/>
                  <a:pt x="121730" y="18195"/>
                  <a:pt x="121312" y="16198"/>
                </a:cubicBezTo>
                <a:cubicBezTo>
                  <a:pt x="120895" y="14201"/>
                  <a:pt x="120254" y="12841"/>
                  <a:pt x="119390" y="12119"/>
                </a:cubicBezTo>
                <a:cubicBezTo>
                  <a:pt x="118527" y="11394"/>
                  <a:pt x="117370" y="11032"/>
                  <a:pt x="115922" y="11032"/>
                </a:cubicBezTo>
                <a:cubicBezTo>
                  <a:pt x="114752" y="11032"/>
                  <a:pt x="112857" y="11478"/>
                  <a:pt x="110239" y="12369"/>
                </a:cubicBezTo>
                <a:lnTo>
                  <a:pt x="109068" y="9361"/>
                </a:lnTo>
                <a:lnTo>
                  <a:pt x="131968" y="0"/>
                </a:lnTo>
                <a:lnTo>
                  <a:pt x="135813" y="0"/>
                </a:lnTo>
                <a:close/>
                <a:moveTo>
                  <a:pt x="242289" y="107902"/>
                </a:moveTo>
                <a:cubicBezTo>
                  <a:pt x="234433" y="113974"/>
                  <a:pt x="229502" y="117482"/>
                  <a:pt x="227496" y="118428"/>
                </a:cubicBezTo>
                <a:cubicBezTo>
                  <a:pt x="224487" y="119821"/>
                  <a:pt x="221284" y="120517"/>
                  <a:pt x="217885" y="120517"/>
                </a:cubicBezTo>
                <a:cubicBezTo>
                  <a:pt x="212592" y="120517"/>
                  <a:pt x="208232" y="118706"/>
                  <a:pt x="204805" y="115085"/>
                </a:cubicBezTo>
                <a:cubicBezTo>
                  <a:pt x="201378" y="111463"/>
                  <a:pt x="199665" y="106699"/>
                  <a:pt x="199665" y="100793"/>
                </a:cubicBezTo>
                <a:cubicBezTo>
                  <a:pt x="199665" y="97060"/>
                  <a:pt x="200501" y="93828"/>
                  <a:pt x="202172" y="91098"/>
                </a:cubicBezTo>
                <a:cubicBezTo>
                  <a:pt x="204457" y="87309"/>
                  <a:pt x="208427" y="83743"/>
                  <a:pt x="214082" y="80400"/>
                </a:cubicBezTo>
                <a:cubicBezTo>
                  <a:pt x="219737" y="77057"/>
                  <a:pt x="229140" y="72990"/>
                  <a:pt x="242289" y="68198"/>
                </a:cubicBezTo>
                <a:lnTo>
                  <a:pt x="242289" y="65200"/>
                </a:lnTo>
                <a:cubicBezTo>
                  <a:pt x="242289" y="57595"/>
                  <a:pt x="241077" y="52376"/>
                  <a:pt x="238653" y="49545"/>
                </a:cubicBezTo>
                <a:cubicBezTo>
                  <a:pt x="236230" y="46714"/>
                  <a:pt x="232706" y="45298"/>
                  <a:pt x="228081" y="45298"/>
                </a:cubicBezTo>
                <a:cubicBezTo>
                  <a:pt x="224571" y="45298"/>
                  <a:pt x="221785" y="46246"/>
                  <a:pt x="219723" y="48140"/>
                </a:cubicBezTo>
                <a:cubicBezTo>
                  <a:pt x="217606" y="50034"/>
                  <a:pt x="216548" y="52207"/>
                  <a:pt x="216548" y="54659"/>
                </a:cubicBezTo>
                <a:lnTo>
                  <a:pt x="216715" y="59506"/>
                </a:lnTo>
                <a:cubicBezTo>
                  <a:pt x="216715" y="62069"/>
                  <a:pt x="216060" y="64047"/>
                  <a:pt x="214751" y="65440"/>
                </a:cubicBezTo>
                <a:cubicBezTo>
                  <a:pt x="213441" y="66833"/>
                  <a:pt x="211728" y="67530"/>
                  <a:pt x="209611" y="67530"/>
                </a:cubicBezTo>
                <a:cubicBezTo>
                  <a:pt x="207549" y="67530"/>
                  <a:pt x="205864" y="66804"/>
                  <a:pt x="204554" y="65351"/>
                </a:cubicBezTo>
                <a:cubicBezTo>
                  <a:pt x="203245" y="63898"/>
                  <a:pt x="202590" y="61913"/>
                  <a:pt x="202590" y="59399"/>
                </a:cubicBezTo>
                <a:cubicBezTo>
                  <a:pt x="202590" y="54592"/>
                  <a:pt x="205042" y="50176"/>
                  <a:pt x="209945" y="46152"/>
                </a:cubicBezTo>
                <a:cubicBezTo>
                  <a:pt x="214848" y="42129"/>
                  <a:pt x="221729" y="40117"/>
                  <a:pt x="230588" y="40117"/>
                </a:cubicBezTo>
                <a:cubicBezTo>
                  <a:pt x="237386" y="40117"/>
                  <a:pt x="242958" y="41257"/>
                  <a:pt x="247304" y="43538"/>
                </a:cubicBezTo>
                <a:cubicBezTo>
                  <a:pt x="250591" y="45264"/>
                  <a:pt x="253015" y="47963"/>
                  <a:pt x="254575" y="51637"/>
                </a:cubicBezTo>
                <a:cubicBezTo>
                  <a:pt x="255578" y="54029"/>
                  <a:pt x="256079" y="58927"/>
                  <a:pt x="256079" y="66328"/>
                </a:cubicBezTo>
                <a:lnTo>
                  <a:pt x="256079" y="92289"/>
                </a:lnTo>
                <a:cubicBezTo>
                  <a:pt x="256079" y="99579"/>
                  <a:pt x="256218" y="104046"/>
                  <a:pt x="256497" y="105687"/>
                </a:cubicBezTo>
                <a:cubicBezTo>
                  <a:pt x="256776" y="107329"/>
                  <a:pt x="257235" y="108429"/>
                  <a:pt x="257876" y="108986"/>
                </a:cubicBezTo>
                <a:cubicBezTo>
                  <a:pt x="258517" y="109542"/>
                  <a:pt x="259255" y="109819"/>
                  <a:pt x="260091" y="109819"/>
                </a:cubicBezTo>
                <a:cubicBezTo>
                  <a:pt x="260982" y="109819"/>
                  <a:pt x="261762" y="109624"/>
                  <a:pt x="262431" y="109234"/>
                </a:cubicBezTo>
                <a:cubicBezTo>
                  <a:pt x="263601" y="108510"/>
                  <a:pt x="265858" y="106476"/>
                  <a:pt x="269201" y="103133"/>
                </a:cubicBezTo>
                <a:lnTo>
                  <a:pt x="269201" y="107813"/>
                </a:lnTo>
                <a:cubicBezTo>
                  <a:pt x="262960" y="116171"/>
                  <a:pt x="256998" y="120350"/>
                  <a:pt x="251315" y="120350"/>
                </a:cubicBezTo>
                <a:cubicBezTo>
                  <a:pt x="248585" y="120350"/>
                  <a:pt x="246412" y="119410"/>
                  <a:pt x="244796" y="117529"/>
                </a:cubicBezTo>
                <a:cubicBezTo>
                  <a:pt x="243181" y="115647"/>
                  <a:pt x="242345" y="112438"/>
                  <a:pt x="242289" y="107902"/>
                </a:cubicBezTo>
                <a:moveTo>
                  <a:pt x="242289" y="102483"/>
                </a:moveTo>
                <a:lnTo>
                  <a:pt x="242289" y="73380"/>
                </a:lnTo>
                <a:cubicBezTo>
                  <a:pt x="233876" y="76716"/>
                  <a:pt x="228443" y="79079"/>
                  <a:pt x="225992" y="80468"/>
                </a:cubicBezTo>
                <a:cubicBezTo>
                  <a:pt x="221590" y="82915"/>
                  <a:pt x="218442" y="85472"/>
                  <a:pt x="216548" y="88142"/>
                </a:cubicBezTo>
                <a:cubicBezTo>
                  <a:pt x="214653" y="90809"/>
                  <a:pt x="213706" y="93727"/>
                  <a:pt x="213706" y="96896"/>
                </a:cubicBezTo>
                <a:cubicBezTo>
                  <a:pt x="213706" y="100899"/>
                  <a:pt x="214904" y="104221"/>
                  <a:pt x="217300" y="106863"/>
                </a:cubicBezTo>
                <a:cubicBezTo>
                  <a:pt x="219696" y="109502"/>
                  <a:pt x="222454" y="110822"/>
                  <a:pt x="225574" y="110822"/>
                </a:cubicBezTo>
                <a:cubicBezTo>
                  <a:pt x="229808" y="110822"/>
                  <a:pt x="235380" y="108042"/>
                  <a:pt x="242289" y="102483"/>
                </a:cubicBezTo>
                <a:close/>
                <a:moveTo>
                  <a:pt x="297225" y="56247"/>
                </a:moveTo>
                <a:cubicBezTo>
                  <a:pt x="306195" y="45493"/>
                  <a:pt x="314748" y="40117"/>
                  <a:pt x="322883" y="40117"/>
                </a:cubicBezTo>
                <a:cubicBezTo>
                  <a:pt x="327062" y="40117"/>
                  <a:pt x="330655" y="41159"/>
                  <a:pt x="333664" y="43243"/>
                </a:cubicBezTo>
                <a:cubicBezTo>
                  <a:pt x="336673" y="45325"/>
                  <a:pt x="339069" y="48756"/>
                  <a:pt x="340852" y="53536"/>
                </a:cubicBezTo>
                <a:cubicBezTo>
                  <a:pt x="342077" y="56870"/>
                  <a:pt x="342690" y="61982"/>
                  <a:pt x="342690" y="68872"/>
                </a:cubicBezTo>
                <a:lnTo>
                  <a:pt x="342690" y="101462"/>
                </a:lnTo>
                <a:cubicBezTo>
                  <a:pt x="342690" y="106337"/>
                  <a:pt x="343080" y="109643"/>
                  <a:pt x="343860" y="111381"/>
                </a:cubicBezTo>
                <a:cubicBezTo>
                  <a:pt x="344473" y="112783"/>
                  <a:pt x="345462" y="113876"/>
                  <a:pt x="346827" y="114661"/>
                </a:cubicBezTo>
                <a:cubicBezTo>
                  <a:pt x="348192" y="115445"/>
                  <a:pt x="350714" y="115837"/>
                  <a:pt x="354391" y="115837"/>
                </a:cubicBezTo>
                <a:lnTo>
                  <a:pt x="354391" y="118845"/>
                </a:lnTo>
                <a:lnTo>
                  <a:pt x="316531" y="118845"/>
                </a:lnTo>
                <a:lnTo>
                  <a:pt x="316531" y="115837"/>
                </a:lnTo>
                <a:lnTo>
                  <a:pt x="318119" y="115837"/>
                </a:lnTo>
                <a:cubicBezTo>
                  <a:pt x="321685" y="115837"/>
                  <a:pt x="324178" y="115291"/>
                  <a:pt x="325599" y="114199"/>
                </a:cubicBezTo>
                <a:cubicBezTo>
                  <a:pt x="327020" y="113106"/>
                  <a:pt x="328009" y="111494"/>
                  <a:pt x="328566" y="109365"/>
                </a:cubicBezTo>
                <a:cubicBezTo>
                  <a:pt x="328789" y="108524"/>
                  <a:pt x="328900" y="105889"/>
                  <a:pt x="328900" y="101462"/>
                </a:cubicBezTo>
                <a:lnTo>
                  <a:pt x="328900" y="70173"/>
                </a:lnTo>
                <a:cubicBezTo>
                  <a:pt x="328900" y="63219"/>
                  <a:pt x="327995" y="58170"/>
                  <a:pt x="326184" y="55027"/>
                </a:cubicBezTo>
                <a:cubicBezTo>
                  <a:pt x="324373" y="51884"/>
                  <a:pt x="321323" y="50313"/>
                  <a:pt x="317032" y="50313"/>
                </a:cubicBezTo>
                <a:cubicBezTo>
                  <a:pt x="310402" y="50313"/>
                  <a:pt x="303799" y="53935"/>
                  <a:pt x="297225" y="61178"/>
                </a:cubicBezTo>
                <a:lnTo>
                  <a:pt x="297225" y="101462"/>
                </a:lnTo>
                <a:cubicBezTo>
                  <a:pt x="297225" y="106673"/>
                  <a:pt x="297531" y="109896"/>
                  <a:pt x="298144" y="111130"/>
                </a:cubicBezTo>
                <a:cubicBezTo>
                  <a:pt x="298924" y="112755"/>
                  <a:pt x="299997" y="113946"/>
                  <a:pt x="301362" y="114703"/>
                </a:cubicBezTo>
                <a:cubicBezTo>
                  <a:pt x="302727" y="115459"/>
                  <a:pt x="305499" y="115837"/>
                  <a:pt x="309678" y="115837"/>
                </a:cubicBezTo>
                <a:lnTo>
                  <a:pt x="309678" y="118845"/>
                </a:lnTo>
                <a:lnTo>
                  <a:pt x="271818" y="118845"/>
                </a:lnTo>
                <a:lnTo>
                  <a:pt x="271818" y="115837"/>
                </a:lnTo>
                <a:lnTo>
                  <a:pt x="273489" y="115837"/>
                </a:lnTo>
                <a:cubicBezTo>
                  <a:pt x="277389" y="115837"/>
                  <a:pt x="280022" y="114843"/>
                  <a:pt x="281387" y="112854"/>
                </a:cubicBezTo>
                <a:cubicBezTo>
                  <a:pt x="282752" y="110864"/>
                  <a:pt x="283435" y="107066"/>
                  <a:pt x="283435" y="101462"/>
                </a:cubicBezTo>
                <a:lnTo>
                  <a:pt x="283435" y="73213"/>
                </a:lnTo>
                <a:cubicBezTo>
                  <a:pt x="283435" y="64019"/>
                  <a:pt x="283226" y="58420"/>
                  <a:pt x="282808" y="56414"/>
                </a:cubicBezTo>
                <a:cubicBezTo>
                  <a:pt x="282390" y="54408"/>
                  <a:pt x="281749" y="53043"/>
                  <a:pt x="280886" y="52319"/>
                </a:cubicBezTo>
                <a:cubicBezTo>
                  <a:pt x="280022" y="51594"/>
                  <a:pt x="278866" y="51232"/>
                  <a:pt x="277417" y="51232"/>
                </a:cubicBezTo>
                <a:cubicBezTo>
                  <a:pt x="275857" y="51232"/>
                  <a:pt x="273991" y="51650"/>
                  <a:pt x="271818" y="52486"/>
                </a:cubicBezTo>
                <a:lnTo>
                  <a:pt x="270564" y="49477"/>
                </a:lnTo>
                <a:lnTo>
                  <a:pt x="293631" y="40117"/>
                </a:lnTo>
                <a:lnTo>
                  <a:pt x="297225" y="40117"/>
                </a:lnTo>
                <a:lnTo>
                  <a:pt x="297225" y="56247"/>
                </a:lnTo>
                <a:close/>
                <a:moveTo>
                  <a:pt x="382807" y="56247"/>
                </a:moveTo>
                <a:cubicBezTo>
                  <a:pt x="391777" y="45493"/>
                  <a:pt x="400330" y="40117"/>
                  <a:pt x="408465" y="40117"/>
                </a:cubicBezTo>
                <a:cubicBezTo>
                  <a:pt x="412644" y="40117"/>
                  <a:pt x="416237" y="41159"/>
                  <a:pt x="419246" y="43243"/>
                </a:cubicBezTo>
                <a:cubicBezTo>
                  <a:pt x="422255" y="45325"/>
                  <a:pt x="424651" y="48756"/>
                  <a:pt x="426434" y="53536"/>
                </a:cubicBezTo>
                <a:cubicBezTo>
                  <a:pt x="427659" y="56870"/>
                  <a:pt x="428272" y="61982"/>
                  <a:pt x="428272" y="68872"/>
                </a:cubicBezTo>
                <a:lnTo>
                  <a:pt x="428272" y="101462"/>
                </a:lnTo>
                <a:cubicBezTo>
                  <a:pt x="428272" y="106337"/>
                  <a:pt x="428662" y="109643"/>
                  <a:pt x="429442" y="111381"/>
                </a:cubicBezTo>
                <a:cubicBezTo>
                  <a:pt x="430055" y="112783"/>
                  <a:pt x="431044" y="113876"/>
                  <a:pt x="432409" y="114661"/>
                </a:cubicBezTo>
                <a:cubicBezTo>
                  <a:pt x="433774" y="115445"/>
                  <a:pt x="436296" y="115837"/>
                  <a:pt x="439973" y="115837"/>
                </a:cubicBezTo>
                <a:lnTo>
                  <a:pt x="439973" y="118845"/>
                </a:lnTo>
                <a:lnTo>
                  <a:pt x="402113" y="118845"/>
                </a:lnTo>
                <a:lnTo>
                  <a:pt x="402113" y="115837"/>
                </a:lnTo>
                <a:lnTo>
                  <a:pt x="403701" y="115837"/>
                </a:lnTo>
                <a:cubicBezTo>
                  <a:pt x="407267" y="115837"/>
                  <a:pt x="409760" y="115291"/>
                  <a:pt x="411181" y="114199"/>
                </a:cubicBezTo>
                <a:cubicBezTo>
                  <a:pt x="412602" y="113106"/>
                  <a:pt x="413591" y="111494"/>
                  <a:pt x="414148" y="109365"/>
                </a:cubicBezTo>
                <a:cubicBezTo>
                  <a:pt x="414371" y="108524"/>
                  <a:pt x="414482" y="105889"/>
                  <a:pt x="414482" y="101462"/>
                </a:cubicBezTo>
                <a:lnTo>
                  <a:pt x="414482" y="70173"/>
                </a:lnTo>
                <a:cubicBezTo>
                  <a:pt x="414482" y="63219"/>
                  <a:pt x="413577" y="58170"/>
                  <a:pt x="411766" y="55027"/>
                </a:cubicBezTo>
                <a:cubicBezTo>
                  <a:pt x="409955" y="51884"/>
                  <a:pt x="406905" y="50313"/>
                  <a:pt x="402614" y="50313"/>
                </a:cubicBezTo>
                <a:cubicBezTo>
                  <a:pt x="395984" y="50313"/>
                  <a:pt x="389382" y="53935"/>
                  <a:pt x="382807" y="61178"/>
                </a:cubicBezTo>
                <a:lnTo>
                  <a:pt x="382807" y="101462"/>
                </a:lnTo>
                <a:cubicBezTo>
                  <a:pt x="382807" y="106673"/>
                  <a:pt x="383113" y="109896"/>
                  <a:pt x="383726" y="111130"/>
                </a:cubicBezTo>
                <a:cubicBezTo>
                  <a:pt x="384506" y="112755"/>
                  <a:pt x="385579" y="113946"/>
                  <a:pt x="386944" y="114703"/>
                </a:cubicBezTo>
                <a:cubicBezTo>
                  <a:pt x="388309" y="115459"/>
                  <a:pt x="391081" y="115837"/>
                  <a:pt x="395260" y="115837"/>
                </a:cubicBezTo>
                <a:lnTo>
                  <a:pt x="395260" y="118845"/>
                </a:lnTo>
                <a:lnTo>
                  <a:pt x="357400" y="118845"/>
                </a:lnTo>
                <a:lnTo>
                  <a:pt x="357400" y="115837"/>
                </a:lnTo>
                <a:lnTo>
                  <a:pt x="359071" y="115837"/>
                </a:lnTo>
                <a:cubicBezTo>
                  <a:pt x="362971" y="115837"/>
                  <a:pt x="365604" y="114843"/>
                  <a:pt x="366969" y="112854"/>
                </a:cubicBezTo>
                <a:cubicBezTo>
                  <a:pt x="368334" y="110864"/>
                  <a:pt x="369017" y="107066"/>
                  <a:pt x="369017" y="101462"/>
                </a:cubicBezTo>
                <a:lnTo>
                  <a:pt x="369017" y="73213"/>
                </a:lnTo>
                <a:cubicBezTo>
                  <a:pt x="369017" y="64019"/>
                  <a:pt x="368808" y="58420"/>
                  <a:pt x="368390" y="56414"/>
                </a:cubicBezTo>
                <a:cubicBezTo>
                  <a:pt x="367972" y="54408"/>
                  <a:pt x="367331" y="53043"/>
                  <a:pt x="366468" y="52319"/>
                </a:cubicBezTo>
                <a:cubicBezTo>
                  <a:pt x="365604" y="51594"/>
                  <a:pt x="364448" y="51232"/>
                  <a:pt x="362999" y="51232"/>
                </a:cubicBezTo>
                <a:cubicBezTo>
                  <a:pt x="361439" y="51232"/>
                  <a:pt x="359573" y="51650"/>
                  <a:pt x="357400" y="52486"/>
                </a:cubicBezTo>
                <a:lnTo>
                  <a:pt x="356146" y="49477"/>
                </a:lnTo>
                <a:lnTo>
                  <a:pt x="379213" y="40117"/>
                </a:lnTo>
                <a:lnTo>
                  <a:pt x="382807" y="40117"/>
                </a:lnTo>
                <a:lnTo>
                  <a:pt x="382807" y="56247"/>
                </a:lnTo>
                <a:close/>
                <a:moveTo>
                  <a:pt x="458945" y="71207"/>
                </a:moveTo>
                <a:cubicBezTo>
                  <a:pt x="458889" y="82521"/>
                  <a:pt x="461647" y="91395"/>
                  <a:pt x="467219" y="97829"/>
                </a:cubicBezTo>
                <a:cubicBezTo>
                  <a:pt x="472791" y="104262"/>
                  <a:pt x="479338" y="107479"/>
                  <a:pt x="486859" y="107479"/>
                </a:cubicBezTo>
                <a:cubicBezTo>
                  <a:pt x="491874" y="107479"/>
                  <a:pt x="496234" y="106094"/>
                  <a:pt x="499939" y="103324"/>
                </a:cubicBezTo>
                <a:cubicBezTo>
                  <a:pt x="503644" y="100554"/>
                  <a:pt x="506751" y="95810"/>
                  <a:pt x="509258" y="89092"/>
                </a:cubicBezTo>
                <a:lnTo>
                  <a:pt x="511849" y="90772"/>
                </a:lnTo>
                <a:cubicBezTo>
                  <a:pt x="510679" y="98445"/>
                  <a:pt x="507280" y="105432"/>
                  <a:pt x="501652" y="111734"/>
                </a:cubicBezTo>
                <a:cubicBezTo>
                  <a:pt x="496025" y="118035"/>
                  <a:pt x="488977" y="121186"/>
                  <a:pt x="480508" y="121186"/>
                </a:cubicBezTo>
                <a:cubicBezTo>
                  <a:pt x="471314" y="121186"/>
                  <a:pt x="463444" y="117614"/>
                  <a:pt x="456897" y="110470"/>
                </a:cubicBezTo>
                <a:cubicBezTo>
                  <a:pt x="450351" y="103324"/>
                  <a:pt x="447077" y="93718"/>
                  <a:pt x="447077" y="81651"/>
                </a:cubicBezTo>
                <a:cubicBezTo>
                  <a:pt x="447077" y="68586"/>
                  <a:pt x="450434" y="58397"/>
                  <a:pt x="457148" y="51086"/>
                </a:cubicBezTo>
                <a:cubicBezTo>
                  <a:pt x="463862" y="43773"/>
                  <a:pt x="472289" y="40117"/>
                  <a:pt x="482430" y="40117"/>
                </a:cubicBezTo>
                <a:cubicBezTo>
                  <a:pt x="491010" y="40117"/>
                  <a:pt x="498059" y="42937"/>
                  <a:pt x="503575" y="48579"/>
                </a:cubicBezTo>
                <a:cubicBezTo>
                  <a:pt x="509091" y="54218"/>
                  <a:pt x="511849" y="61761"/>
                  <a:pt x="511849" y="71207"/>
                </a:cubicBezTo>
                <a:lnTo>
                  <a:pt x="458945" y="71207"/>
                </a:lnTo>
                <a:moveTo>
                  <a:pt x="458945" y="66360"/>
                </a:moveTo>
                <a:lnTo>
                  <a:pt x="494381" y="66360"/>
                </a:lnTo>
                <a:cubicBezTo>
                  <a:pt x="494103" y="61496"/>
                  <a:pt x="493518" y="58071"/>
                  <a:pt x="492626" y="56082"/>
                </a:cubicBezTo>
                <a:cubicBezTo>
                  <a:pt x="491233" y="52987"/>
                  <a:pt x="489158" y="50555"/>
                  <a:pt x="486400" y="48788"/>
                </a:cubicBezTo>
                <a:cubicBezTo>
                  <a:pt x="483642" y="47019"/>
                  <a:pt x="480758" y="46134"/>
                  <a:pt x="477750" y="46134"/>
                </a:cubicBezTo>
                <a:cubicBezTo>
                  <a:pt x="473125" y="46134"/>
                  <a:pt x="468988" y="47916"/>
                  <a:pt x="465339" y="51480"/>
                </a:cubicBezTo>
                <a:cubicBezTo>
                  <a:pt x="461689" y="55045"/>
                  <a:pt x="459558" y="60004"/>
                  <a:pt x="458945" y="66360"/>
                </a:cubicBezTo>
                <a:close/>
                <a:moveTo>
                  <a:pt x="548398" y="0"/>
                </a:moveTo>
                <a:lnTo>
                  <a:pt x="548398" y="101462"/>
                </a:lnTo>
                <a:cubicBezTo>
                  <a:pt x="548398" y="106281"/>
                  <a:pt x="548746" y="109476"/>
                  <a:pt x="549442" y="111047"/>
                </a:cubicBezTo>
                <a:cubicBezTo>
                  <a:pt x="550139" y="112616"/>
                  <a:pt x="551211" y="113807"/>
                  <a:pt x="552660" y="114620"/>
                </a:cubicBezTo>
                <a:cubicBezTo>
                  <a:pt x="554109" y="115431"/>
                  <a:pt x="556811" y="115837"/>
                  <a:pt x="560767" y="115837"/>
                </a:cubicBezTo>
                <a:lnTo>
                  <a:pt x="560767" y="118845"/>
                </a:lnTo>
                <a:lnTo>
                  <a:pt x="523241" y="118845"/>
                </a:lnTo>
                <a:lnTo>
                  <a:pt x="523241" y="115837"/>
                </a:lnTo>
                <a:cubicBezTo>
                  <a:pt x="526751" y="115837"/>
                  <a:pt x="529147" y="115473"/>
                  <a:pt x="530429" y="114745"/>
                </a:cubicBezTo>
                <a:cubicBezTo>
                  <a:pt x="531710" y="114015"/>
                  <a:pt x="532713" y="112811"/>
                  <a:pt x="533438" y="111130"/>
                </a:cubicBezTo>
                <a:cubicBezTo>
                  <a:pt x="534162" y="109448"/>
                  <a:pt x="534524" y="106225"/>
                  <a:pt x="534524" y="101462"/>
                </a:cubicBezTo>
                <a:lnTo>
                  <a:pt x="534524" y="32093"/>
                </a:lnTo>
                <a:cubicBezTo>
                  <a:pt x="534524" y="23457"/>
                  <a:pt x="534329" y="18150"/>
                  <a:pt x="533939" y="16172"/>
                </a:cubicBezTo>
                <a:cubicBezTo>
                  <a:pt x="533549" y="14194"/>
                  <a:pt x="532922" y="12843"/>
                  <a:pt x="532059" y="12119"/>
                </a:cubicBezTo>
                <a:cubicBezTo>
                  <a:pt x="531195" y="11394"/>
                  <a:pt x="530095" y="11032"/>
                  <a:pt x="528757" y="11032"/>
                </a:cubicBezTo>
                <a:cubicBezTo>
                  <a:pt x="527309" y="11032"/>
                  <a:pt x="525470" y="11478"/>
                  <a:pt x="523241" y="12369"/>
                </a:cubicBezTo>
                <a:lnTo>
                  <a:pt x="521820" y="9361"/>
                </a:lnTo>
                <a:lnTo>
                  <a:pt x="544637" y="0"/>
                </a:lnTo>
                <a:lnTo>
                  <a:pt x="548398" y="0"/>
                </a:lnTo>
                <a:close/>
                <a:moveTo>
                  <a:pt x="685575" y="96781"/>
                </a:moveTo>
                <a:lnTo>
                  <a:pt x="677635" y="118845"/>
                </a:lnTo>
                <a:lnTo>
                  <a:pt x="610774" y="118845"/>
                </a:lnTo>
                <a:lnTo>
                  <a:pt x="610774" y="115690"/>
                </a:lnTo>
                <a:cubicBezTo>
                  <a:pt x="630443" y="97769"/>
                  <a:pt x="644288" y="83131"/>
                  <a:pt x="652312" y="71776"/>
                </a:cubicBezTo>
                <a:cubicBezTo>
                  <a:pt x="660335" y="60420"/>
                  <a:pt x="664347" y="50034"/>
                  <a:pt x="664347" y="40618"/>
                </a:cubicBezTo>
                <a:cubicBezTo>
                  <a:pt x="664347" y="33455"/>
                  <a:pt x="662146" y="27569"/>
                  <a:pt x="657744" y="22960"/>
                </a:cubicBezTo>
                <a:cubicBezTo>
                  <a:pt x="653342" y="18351"/>
                  <a:pt x="648077" y="16047"/>
                  <a:pt x="641948" y="16047"/>
                </a:cubicBezTo>
                <a:cubicBezTo>
                  <a:pt x="636376" y="16047"/>
                  <a:pt x="631376" y="17662"/>
                  <a:pt x="626946" y="20894"/>
                </a:cubicBezTo>
                <a:cubicBezTo>
                  <a:pt x="622517" y="24124"/>
                  <a:pt x="619243" y="28860"/>
                  <a:pt x="617126" y="35102"/>
                </a:cubicBezTo>
                <a:lnTo>
                  <a:pt x="614034" y="35102"/>
                </a:lnTo>
                <a:cubicBezTo>
                  <a:pt x="615427" y="24820"/>
                  <a:pt x="619007" y="16929"/>
                  <a:pt x="624773" y="11429"/>
                </a:cubicBezTo>
                <a:cubicBezTo>
                  <a:pt x="630540" y="5927"/>
                  <a:pt x="637742" y="3176"/>
                  <a:pt x="646378" y="3176"/>
                </a:cubicBezTo>
                <a:cubicBezTo>
                  <a:pt x="655571" y="3176"/>
                  <a:pt x="663246" y="6129"/>
                  <a:pt x="669403" y="12035"/>
                </a:cubicBezTo>
                <a:cubicBezTo>
                  <a:pt x="675560" y="17941"/>
                  <a:pt x="678638" y="24906"/>
                  <a:pt x="678638" y="32929"/>
                </a:cubicBezTo>
                <a:cubicBezTo>
                  <a:pt x="678638" y="38668"/>
                  <a:pt x="677301" y="44407"/>
                  <a:pt x="674627" y="50146"/>
                </a:cubicBezTo>
                <a:cubicBezTo>
                  <a:pt x="670503" y="59172"/>
                  <a:pt x="663817" y="68728"/>
                  <a:pt x="654568" y="78812"/>
                </a:cubicBezTo>
                <a:cubicBezTo>
                  <a:pt x="640695" y="93936"/>
                  <a:pt x="632030" y="102990"/>
                  <a:pt x="628576" y="105975"/>
                </a:cubicBezTo>
                <a:lnTo>
                  <a:pt x="658162" y="105975"/>
                </a:lnTo>
                <a:cubicBezTo>
                  <a:pt x="664180" y="105975"/>
                  <a:pt x="668400" y="105752"/>
                  <a:pt x="670824" y="105306"/>
                </a:cubicBezTo>
                <a:cubicBezTo>
                  <a:pt x="673248" y="104860"/>
                  <a:pt x="675434" y="103955"/>
                  <a:pt x="677385" y="102590"/>
                </a:cubicBezTo>
                <a:cubicBezTo>
                  <a:pt x="679335" y="101225"/>
                  <a:pt x="681034" y="99289"/>
                  <a:pt x="682483" y="96781"/>
                </a:cubicBezTo>
                <a:lnTo>
                  <a:pt x="685575" y="96781"/>
                </a:lnTo>
                <a:close/>
                <a:moveTo>
                  <a:pt x="851140" y="118845"/>
                </a:moveTo>
                <a:lnTo>
                  <a:pt x="820885" y="118845"/>
                </a:lnTo>
                <a:lnTo>
                  <a:pt x="782524" y="65858"/>
                </a:lnTo>
                <a:cubicBezTo>
                  <a:pt x="779682" y="65970"/>
                  <a:pt x="777370" y="66025"/>
                  <a:pt x="775587" y="66025"/>
                </a:cubicBezTo>
                <a:cubicBezTo>
                  <a:pt x="774862" y="66025"/>
                  <a:pt x="774082" y="66011"/>
                  <a:pt x="773247" y="65983"/>
                </a:cubicBezTo>
                <a:cubicBezTo>
                  <a:pt x="772411" y="65956"/>
                  <a:pt x="771547" y="65914"/>
                  <a:pt x="770656" y="65858"/>
                </a:cubicBezTo>
                <a:lnTo>
                  <a:pt x="770656" y="98787"/>
                </a:lnTo>
                <a:cubicBezTo>
                  <a:pt x="770656" y="105884"/>
                  <a:pt x="771436" y="110292"/>
                  <a:pt x="772996" y="112011"/>
                </a:cubicBezTo>
                <a:cubicBezTo>
                  <a:pt x="775113" y="114450"/>
                  <a:pt x="778289" y="115670"/>
                  <a:pt x="782524" y="115670"/>
                </a:cubicBezTo>
                <a:lnTo>
                  <a:pt x="786953" y="115670"/>
                </a:lnTo>
                <a:lnTo>
                  <a:pt x="786953" y="118845"/>
                </a:lnTo>
                <a:lnTo>
                  <a:pt x="738395" y="118845"/>
                </a:lnTo>
                <a:lnTo>
                  <a:pt x="738395" y="115670"/>
                </a:lnTo>
                <a:lnTo>
                  <a:pt x="742658" y="115670"/>
                </a:lnTo>
                <a:cubicBezTo>
                  <a:pt x="747449" y="115670"/>
                  <a:pt x="750876" y="114117"/>
                  <a:pt x="752938" y="111013"/>
                </a:cubicBezTo>
                <a:cubicBezTo>
                  <a:pt x="754108" y="109294"/>
                  <a:pt x="754693" y="105219"/>
                  <a:pt x="754693" y="98787"/>
                </a:cubicBezTo>
                <a:lnTo>
                  <a:pt x="754693" y="25574"/>
                </a:lnTo>
                <a:cubicBezTo>
                  <a:pt x="754693" y="18477"/>
                  <a:pt x="753913" y="14070"/>
                  <a:pt x="752352" y="12351"/>
                </a:cubicBezTo>
                <a:cubicBezTo>
                  <a:pt x="750180" y="9912"/>
                  <a:pt x="746948" y="8692"/>
                  <a:pt x="742658" y="8692"/>
                </a:cubicBezTo>
                <a:lnTo>
                  <a:pt x="738395" y="8692"/>
                </a:lnTo>
                <a:lnTo>
                  <a:pt x="738395" y="5516"/>
                </a:lnTo>
                <a:lnTo>
                  <a:pt x="779682" y="5516"/>
                </a:lnTo>
                <a:cubicBezTo>
                  <a:pt x="791717" y="5516"/>
                  <a:pt x="800590" y="6393"/>
                  <a:pt x="806301" y="8146"/>
                </a:cubicBezTo>
                <a:cubicBezTo>
                  <a:pt x="812012" y="9899"/>
                  <a:pt x="816859" y="13128"/>
                  <a:pt x="820843" y="17833"/>
                </a:cubicBezTo>
                <a:cubicBezTo>
                  <a:pt x="824827" y="22536"/>
                  <a:pt x="826819" y="28143"/>
                  <a:pt x="826819" y="34655"/>
                </a:cubicBezTo>
                <a:cubicBezTo>
                  <a:pt x="826819" y="41615"/>
                  <a:pt x="824548" y="47655"/>
                  <a:pt x="820008" y="52776"/>
                </a:cubicBezTo>
                <a:cubicBezTo>
                  <a:pt x="815467" y="57897"/>
                  <a:pt x="808432" y="61515"/>
                  <a:pt x="798904" y="63630"/>
                </a:cubicBezTo>
                <a:lnTo>
                  <a:pt x="822306" y="96113"/>
                </a:lnTo>
                <a:cubicBezTo>
                  <a:pt x="827655" y="103579"/>
                  <a:pt x="832251" y="108538"/>
                  <a:pt x="836096" y="110989"/>
                </a:cubicBezTo>
                <a:cubicBezTo>
                  <a:pt x="839940" y="113441"/>
                  <a:pt x="844955" y="115001"/>
                  <a:pt x="851140" y="115670"/>
                </a:cubicBezTo>
                <a:lnTo>
                  <a:pt x="851140" y="118845"/>
                </a:lnTo>
                <a:moveTo>
                  <a:pt x="770656" y="60509"/>
                </a:moveTo>
                <a:cubicBezTo>
                  <a:pt x="771714" y="60509"/>
                  <a:pt x="772634" y="60523"/>
                  <a:pt x="773414" y="60551"/>
                </a:cubicBezTo>
                <a:cubicBezTo>
                  <a:pt x="774194" y="60579"/>
                  <a:pt x="774835" y="60593"/>
                  <a:pt x="775336" y="60593"/>
                </a:cubicBezTo>
                <a:cubicBezTo>
                  <a:pt x="786145" y="60593"/>
                  <a:pt x="794294" y="58257"/>
                  <a:pt x="799782" y="53585"/>
                </a:cubicBezTo>
                <a:cubicBezTo>
                  <a:pt x="805270" y="48912"/>
                  <a:pt x="808014" y="42960"/>
                  <a:pt x="808014" y="35729"/>
                </a:cubicBezTo>
                <a:cubicBezTo>
                  <a:pt x="808014" y="28665"/>
                  <a:pt x="805800" y="22923"/>
                  <a:pt x="801370" y="18502"/>
                </a:cubicBezTo>
                <a:cubicBezTo>
                  <a:pt x="796940" y="14079"/>
                  <a:pt x="791076" y="11868"/>
                  <a:pt x="783777" y="11868"/>
                </a:cubicBezTo>
                <a:cubicBezTo>
                  <a:pt x="780546" y="11868"/>
                  <a:pt x="776172" y="12425"/>
                  <a:pt x="770656" y="13539"/>
                </a:cubicBezTo>
                <a:lnTo>
                  <a:pt x="770656" y="60509"/>
                </a:lnTo>
                <a:close/>
                <a:moveTo>
                  <a:pt x="867856" y="71207"/>
                </a:moveTo>
                <a:cubicBezTo>
                  <a:pt x="867801" y="82521"/>
                  <a:pt x="870559" y="91395"/>
                  <a:pt x="876130" y="97829"/>
                </a:cubicBezTo>
                <a:cubicBezTo>
                  <a:pt x="881702" y="104262"/>
                  <a:pt x="888249" y="107479"/>
                  <a:pt x="895771" y="107479"/>
                </a:cubicBezTo>
                <a:cubicBezTo>
                  <a:pt x="900785" y="107479"/>
                  <a:pt x="905145" y="106094"/>
                  <a:pt x="908850" y="103324"/>
                </a:cubicBezTo>
                <a:cubicBezTo>
                  <a:pt x="912556" y="100554"/>
                  <a:pt x="915662" y="95810"/>
                  <a:pt x="918169" y="89092"/>
                </a:cubicBezTo>
                <a:lnTo>
                  <a:pt x="920760" y="90772"/>
                </a:lnTo>
                <a:cubicBezTo>
                  <a:pt x="919590" y="98445"/>
                  <a:pt x="916191" y="105432"/>
                  <a:pt x="910564" y="111734"/>
                </a:cubicBezTo>
                <a:cubicBezTo>
                  <a:pt x="904936" y="118035"/>
                  <a:pt x="897888" y="121186"/>
                  <a:pt x="889419" y="121186"/>
                </a:cubicBezTo>
                <a:cubicBezTo>
                  <a:pt x="880226" y="121186"/>
                  <a:pt x="872355" y="117614"/>
                  <a:pt x="865809" y="110470"/>
                </a:cubicBezTo>
                <a:cubicBezTo>
                  <a:pt x="859262" y="103324"/>
                  <a:pt x="855988" y="93718"/>
                  <a:pt x="855988" y="81651"/>
                </a:cubicBezTo>
                <a:cubicBezTo>
                  <a:pt x="855988" y="68586"/>
                  <a:pt x="859345" y="58397"/>
                  <a:pt x="866059" y="51086"/>
                </a:cubicBezTo>
                <a:cubicBezTo>
                  <a:pt x="872773" y="43773"/>
                  <a:pt x="881201" y="40117"/>
                  <a:pt x="891341" y="40117"/>
                </a:cubicBezTo>
                <a:cubicBezTo>
                  <a:pt x="899922" y="40117"/>
                  <a:pt x="906970" y="42937"/>
                  <a:pt x="912486" y="48579"/>
                </a:cubicBezTo>
                <a:cubicBezTo>
                  <a:pt x="918002" y="54218"/>
                  <a:pt x="920760" y="61761"/>
                  <a:pt x="920760" y="71207"/>
                </a:cubicBezTo>
                <a:lnTo>
                  <a:pt x="867856" y="71207"/>
                </a:lnTo>
                <a:moveTo>
                  <a:pt x="867856" y="66360"/>
                </a:moveTo>
                <a:lnTo>
                  <a:pt x="903293" y="66360"/>
                </a:lnTo>
                <a:cubicBezTo>
                  <a:pt x="903014" y="61496"/>
                  <a:pt x="902429" y="58071"/>
                  <a:pt x="901538" y="56082"/>
                </a:cubicBezTo>
                <a:cubicBezTo>
                  <a:pt x="900145" y="52987"/>
                  <a:pt x="898069" y="50555"/>
                  <a:pt x="895311" y="48788"/>
                </a:cubicBezTo>
                <a:cubicBezTo>
                  <a:pt x="892553" y="47019"/>
                  <a:pt x="889670" y="46134"/>
                  <a:pt x="886661" y="46134"/>
                </a:cubicBezTo>
                <a:cubicBezTo>
                  <a:pt x="882036" y="46134"/>
                  <a:pt x="877899" y="47916"/>
                  <a:pt x="874250" y="51480"/>
                </a:cubicBezTo>
                <a:cubicBezTo>
                  <a:pt x="870600" y="55045"/>
                  <a:pt x="868469" y="60004"/>
                  <a:pt x="867856" y="66360"/>
                </a:cubicBezTo>
                <a:close/>
                <a:moveTo>
                  <a:pt x="996005" y="89761"/>
                </a:moveTo>
                <a:cubicBezTo>
                  <a:pt x="993943" y="99846"/>
                  <a:pt x="989904" y="107604"/>
                  <a:pt x="983886" y="113037"/>
                </a:cubicBezTo>
                <a:cubicBezTo>
                  <a:pt x="977869" y="118469"/>
                  <a:pt x="971211" y="121186"/>
                  <a:pt x="963912" y="121186"/>
                </a:cubicBezTo>
                <a:cubicBezTo>
                  <a:pt x="955220" y="121186"/>
                  <a:pt x="947642" y="117540"/>
                  <a:pt x="941179" y="110250"/>
                </a:cubicBezTo>
                <a:cubicBezTo>
                  <a:pt x="934716" y="102958"/>
                  <a:pt x="931484" y="93106"/>
                  <a:pt x="931484" y="80693"/>
                </a:cubicBezTo>
                <a:cubicBezTo>
                  <a:pt x="931484" y="68670"/>
                  <a:pt x="935064" y="58902"/>
                  <a:pt x="942224" y="51389"/>
                </a:cubicBezTo>
                <a:cubicBezTo>
                  <a:pt x="949383" y="43874"/>
                  <a:pt x="957978" y="40117"/>
                  <a:pt x="968007" y="40117"/>
                </a:cubicBezTo>
                <a:cubicBezTo>
                  <a:pt x="975529" y="40117"/>
                  <a:pt x="981713" y="42115"/>
                  <a:pt x="986561" y="46113"/>
                </a:cubicBezTo>
                <a:cubicBezTo>
                  <a:pt x="991408" y="50109"/>
                  <a:pt x="993832" y="54259"/>
                  <a:pt x="993832" y="58563"/>
                </a:cubicBezTo>
                <a:cubicBezTo>
                  <a:pt x="993832" y="60688"/>
                  <a:pt x="993149" y="62407"/>
                  <a:pt x="991784" y="63722"/>
                </a:cubicBezTo>
                <a:cubicBezTo>
                  <a:pt x="990419" y="65035"/>
                  <a:pt x="988511" y="65691"/>
                  <a:pt x="986059" y="65691"/>
                </a:cubicBezTo>
                <a:cubicBezTo>
                  <a:pt x="982772" y="65691"/>
                  <a:pt x="980293" y="64624"/>
                  <a:pt x="978621" y="62489"/>
                </a:cubicBezTo>
                <a:cubicBezTo>
                  <a:pt x="977674" y="61308"/>
                  <a:pt x="977047" y="59061"/>
                  <a:pt x="976741" y="55745"/>
                </a:cubicBezTo>
                <a:cubicBezTo>
                  <a:pt x="976434" y="52430"/>
                  <a:pt x="975306" y="49902"/>
                  <a:pt x="973356" y="48161"/>
                </a:cubicBezTo>
                <a:cubicBezTo>
                  <a:pt x="971406" y="46475"/>
                  <a:pt x="968703" y="45633"/>
                  <a:pt x="965249" y="45633"/>
                </a:cubicBezTo>
                <a:cubicBezTo>
                  <a:pt x="959677" y="45633"/>
                  <a:pt x="955192" y="47694"/>
                  <a:pt x="951793" y="51817"/>
                </a:cubicBezTo>
                <a:cubicBezTo>
                  <a:pt x="947280" y="57278"/>
                  <a:pt x="945023" y="64493"/>
                  <a:pt x="945023" y="73464"/>
                </a:cubicBezTo>
                <a:cubicBezTo>
                  <a:pt x="945023" y="82601"/>
                  <a:pt x="947266" y="90666"/>
                  <a:pt x="951751" y="97659"/>
                </a:cubicBezTo>
                <a:cubicBezTo>
                  <a:pt x="956237" y="104651"/>
                  <a:pt x="962296" y="108148"/>
                  <a:pt x="969929" y="108148"/>
                </a:cubicBezTo>
                <a:cubicBezTo>
                  <a:pt x="975389" y="108148"/>
                  <a:pt x="980293" y="106281"/>
                  <a:pt x="984639" y="102548"/>
                </a:cubicBezTo>
                <a:cubicBezTo>
                  <a:pt x="987703" y="99985"/>
                  <a:pt x="990684" y="95333"/>
                  <a:pt x="993581" y="88591"/>
                </a:cubicBezTo>
                <a:lnTo>
                  <a:pt x="996005" y="89761"/>
                </a:lnTo>
                <a:close/>
                <a:moveTo>
                  <a:pt x="1044422" y="40117"/>
                </a:moveTo>
                <a:cubicBezTo>
                  <a:pt x="1056011" y="40117"/>
                  <a:pt x="1065316" y="44514"/>
                  <a:pt x="1072336" y="53309"/>
                </a:cubicBezTo>
                <a:cubicBezTo>
                  <a:pt x="1078298" y="60822"/>
                  <a:pt x="1081279" y="69449"/>
                  <a:pt x="1081279" y="79191"/>
                </a:cubicBezTo>
                <a:cubicBezTo>
                  <a:pt x="1081279" y="86037"/>
                  <a:pt x="1079635" y="92967"/>
                  <a:pt x="1076348" y="99981"/>
                </a:cubicBezTo>
                <a:cubicBezTo>
                  <a:pt x="1073061" y="106992"/>
                  <a:pt x="1068533" y="112280"/>
                  <a:pt x="1062767" y="115842"/>
                </a:cubicBezTo>
                <a:cubicBezTo>
                  <a:pt x="1057000" y="119404"/>
                  <a:pt x="1050578" y="121186"/>
                  <a:pt x="1043502" y="121186"/>
                </a:cubicBezTo>
                <a:cubicBezTo>
                  <a:pt x="1031969" y="121186"/>
                  <a:pt x="1022803" y="116593"/>
                  <a:pt x="1016006" y="107409"/>
                </a:cubicBezTo>
                <a:cubicBezTo>
                  <a:pt x="1010267" y="99673"/>
                  <a:pt x="1007397" y="90990"/>
                  <a:pt x="1007397" y="81362"/>
                </a:cubicBezTo>
                <a:cubicBezTo>
                  <a:pt x="1007397" y="74348"/>
                  <a:pt x="1009139" y="67376"/>
                  <a:pt x="1012621" y="60447"/>
                </a:cubicBezTo>
                <a:cubicBezTo>
                  <a:pt x="1016103" y="53517"/>
                  <a:pt x="1020686" y="48396"/>
                  <a:pt x="1026369" y="45084"/>
                </a:cubicBezTo>
                <a:cubicBezTo>
                  <a:pt x="1032052" y="41772"/>
                  <a:pt x="1038070" y="40117"/>
                  <a:pt x="1044422" y="40117"/>
                </a:cubicBezTo>
                <a:moveTo>
                  <a:pt x="1041831" y="45633"/>
                </a:moveTo>
                <a:cubicBezTo>
                  <a:pt x="1038878" y="45633"/>
                  <a:pt x="1035911" y="46508"/>
                  <a:pt x="1032930" y="48257"/>
                </a:cubicBezTo>
                <a:cubicBezTo>
                  <a:pt x="1029949" y="50006"/>
                  <a:pt x="1027539" y="53073"/>
                  <a:pt x="1025701" y="57459"/>
                </a:cubicBezTo>
                <a:cubicBezTo>
                  <a:pt x="1023862" y="61845"/>
                  <a:pt x="1022943" y="67479"/>
                  <a:pt x="1022943" y="74362"/>
                </a:cubicBezTo>
                <a:cubicBezTo>
                  <a:pt x="1022943" y="85465"/>
                  <a:pt x="1025157" y="95043"/>
                  <a:pt x="1029587" y="103094"/>
                </a:cubicBezTo>
                <a:cubicBezTo>
                  <a:pt x="1034016" y="111143"/>
                  <a:pt x="1039853" y="115168"/>
                  <a:pt x="1047096" y="115168"/>
                </a:cubicBezTo>
                <a:cubicBezTo>
                  <a:pt x="1052501" y="115168"/>
                  <a:pt x="1056958" y="112947"/>
                  <a:pt x="1060468" y="108506"/>
                </a:cubicBezTo>
                <a:cubicBezTo>
                  <a:pt x="1063979" y="104064"/>
                  <a:pt x="1065734" y="96431"/>
                  <a:pt x="1065734" y="85606"/>
                </a:cubicBezTo>
                <a:cubicBezTo>
                  <a:pt x="1065734" y="72059"/>
                  <a:pt x="1062808" y="61400"/>
                  <a:pt x="1056958" y="53627"/>
                </a:cubicBezTo>
                <a:cubicBezTo>
                  <a:pt x="1053002" y="48298"/>
                  <a:pt x="1047960" y="45633"/>
                  <a:pt x="1041831" y="45633"/>
                </a:cubicBezTo>
                <a:close/>
                <a:moveTo>
                  <a:pt x="1114960" y="40117"/>
                </a:moveTo>
                <a:lnTo>
                  <a:pt x="1114960" y="57333"/>
                </a:lnTo>
                <a:cubicBezTo>
                  <a:pt x="1121368" y="45856"/>
                  <a:pt x="1127942" y="40117"/>
                  <a:pt x="1134684" y="40117"/>
                </a:cubicBezTo>
                <a:cubicBezTo>
                  <a:pt x="1137749" y="40117"/>
                  <a:pt x="1140284" y="41050"/>
                  <a:pt x="1142290" y="42916"/>
                </a:cubicBezTo>
                <a:cubicBezTo>
                  <a:pt x="1144295" y="44783"/>
                  <a:pt x="1145298" y="46942"/>
                  <a:pt x="1145298" y="49394"/>
                </a:cubicBezTo>
                <a:cubicBezTo>
                  <a:pt x="1145298" y="51567"/>
                  <a:pt x="1144574" y="53405"/>
                  <a:pt x="1143125" y="54910"/>
                </a:cubicBezTo>
                <a:cubicBezTo>
                  <a:pt x="1141677" y="56414"/>
                  <a:pt x="1139949" y="57166"/>
                  <a:pt x="1137944" y="57166"/>
                </a:cubicBezTo>
                <a:cubicBezTo>
                  <a:pt x="1135993" y="57166"/>
                  <a:pt x="1133807" y="56219"/>
                  <a:pt x="1131383" y="54325"/>
                </a:cubicBezTo>
                <a:cubicBezTo>
                  <a:pt x="1128959" y="52430"/>
                  <a:pt x="1127162" y="51483"/>
                  <a:pt x="1125992" y="51483"/>
                </a:cubicBezTo>
                <a:cubicBezTo>
                  <a:pt x="1124989" y="51483"/>
                  <a:pt x="1123903" y="52036"/>
                  <a:pt x="1122733" y="53141"/>
                </a:cubicBezTo>
                <a:cubicBezTo>
                  <a:pt x="1120225" y="55410"/>
                  <a:pt x="1117634" y="59144"/>
                  <a:pt x="1114960" y="64343"/>
                </a:cubicBezTo>
                <a:lnTo>
                  <a:pt x="1114960" y="100960"/>
                </a:lnTo>
                <a:cubicBezTo>
                  <a:pt x="1114960" y="105198"/>
                  <a:pt x="1115489" y="108404"/>
                  <a:pt x="1116548" y="110577"/>
                </a:cubicBezTo>
                <a:cubicBezTo>
                  <a:pt x="1117272" y="112083"/>
                  <a:pt x="1118554" y="113336"/>
                  <a:pt x="1120393" y="114338"/>
                </a:cubicBezTo>
                <a:cubicBezTo>
                  <a:pt x="1122231" y="115337"/>
                  <a:pt x="1124878" y="115837"/>
                  <a:pt x="1128332" y="115837"/>
                </a:cubicBezTo>
                <a:lnTo>
                  <a:pt x="1128332" y="118845"/>
                </a:lnTo>
                <a:lnTo>
                  <a:pt x="1089135" y="118845"/>
                </a:lnTo>
                <a:lnTo>
                  <a:pt x="1089135" y="115837"/>
                </a:lnTo>
                <a:cubicBezTo>
                  <a:pt x="1093035" y="115837"/>
                  <a:pt x="1095933" y="115217"/>
                  <a:pt x="1097827" y="113977"/>
                </a:cubicBezTo>
                <a:cubicBezTo>
                  <a:pt x="1099220" y="113075"/>
                  <a:pt x="1100195" y="111638"/>
                  <a:pt x="1100752" y="109665"/>
                </a:cubicBezTo>
                <a:cubicBezTo>
                  <a:pt x="1101031" y="108706"/>
                  <a:pt x="1101170" y="105971"/>
                  <a:pt x="1101170" y="101462"/>
                </a:cubicBezTo>
                <a:lnTo>
                  <a:pt x="1101170" y="72043"/>
                </a:lnTo>
                <a:cubicBezTo>
                  <a:pt x="1101170" y="63128"/>
                  <a:pt x="1100989" y="57821"/>
                  <a:pt x="1100627" y="56121"/>
                </a:cubicBezTo>
                <a:cubicBezTo>
                  <a:pt x="1100265" y="54422"/>
                  <a:pt x="1099596" y="53182"/>
                  <a:pt x="1098621" y="52402"/>
                </a:cubicBezTo>
                <a:cubicBezTo>
                  <a:pt x="1097646" y="51622"/>
                  <a:pt x="1096434" y="51232"/>
                  <a:pt x="1094985" y="51232"/>
                </a:cubicBezTo>
                <a:cubicBezTo>
                  <a:pt x="1093258" y="51232"/>
                  <a:pt x="1091308" y="51650"/>
                  <a:pt x="1089135" y="52486"/>
                </a:cubicBezTo>
                <a:lnTo>
                  <a:pt x="1088299" y="49477"/>
                </a:lnTo>
                <a:lnTo>
                  <a:pt x="1111450" y="40117"/>
                </a:lnTo>
                <a:lnTo>
                  <a:pt x="1114960" y="40117"/>
                </a:lnTo>
                <a:close/>
                <a:moveTo>
                  <a:pt x="1203633" y="110242"/>
                </a:moveTo>
                <a:cubicBezTo>
                  <a:pt x="1199900" y="114141"/>
                  <a:pt x="1196251" y="116940"/>
                  <a:pt x="1192685" y="118639"/>
                </a:cubicBezTo>
                <a:cubicBezTo>
                  <a:pt x="1189119" y="120337"/>
                  <a:pt x="1185274" y="121186"/>
                  <a:pt x="1181151" y="121186"/>
                </a:cubicBezTo>
                <a:cubicBezTo>
                  <a:pt x="1172794" y="121186"/>
                  <a:pt x="1165495" y="117697"/>
                  <a:pt x="1159254" y="110720"/>
                </a:cubicBezTo>
                <a:cubicBezTo>
                  <a:pt x="1153014" y="103742"/>
                  <a:pt x="1149894" y="94775"/>
                  <a:pt x="1149894" y="83819"/>
                </a:cubicBezTo>
                <a:cubicBezTo>
                  <a:pt x="1149894" y="72865"/>
                  <a:pt x="1153348" y="62843"/>
                  <a:pt x="1160257" y="53753"/>
                </a:cubicBezTo>
                <a:cubicBezTo>
                  <a:pt x="1167166" y="44662"/>
                  <a:pt x="1176053" y="40117"/>
                  <a:pt x="1186918" y="40117"/>
                </a:cubicBezTo>
                <a:cubicBezTo>
                  <a:pt x="1193660" y="40117"/>
                  <a:pt x="1199231" y="42261"/>
                  <a:pt x="1203633" y="46549"/>
                </a:cubicBezTo>
                <a:lnTo>
                  <a:pt x="1203633" y="32260"/>
                </a:lnTo>
                <a:cubicBezTo>
                  <a:pt x="1203633" y="23549"/>
                  <a:pt x="1203424" y="18195"/>
                  <a:pt x="1203006" y="16198"/>
                </a:cubicBezTo>
                <a:cubicBezTo>
                  <a:pt x="1202588" y="14201"/>
                  <a:pt x="1201934" y="12841"/>
                  <a:pt x="1201042" y="12119"/>
                </a:cubicBezTo>
                <a:cubicBezTo>
                  <a:pt x="1200151" y="11394"/>
                  <a:pt x="1199036" y="11032"/>
                  <a:pt x="1197699" y="11032"/>
                </a:cubicBezTo>
                <a:cubicBezTo>
                  <a:pt x="1196251" y="11032"/>
                  <a:pt x="1194328" y="11478"/>
                  <a:pt x="1191932" y="12369"/>
                </a:cubicBezTo>
                <a:lnTo>
                  <a:pt x="1190846" y="9361"/>
                </a:lnTo>
                <a:lnTo>
                  <a:pt x="1213662" y="0"/>
                </a:lnTo>
                <a:lnTo>
                  <a:pt x="1217423" y="0"/>
                </a:lnTo>
                <a:lnTo>
                  <a:pt x="1217423" y="88591"/>
                </a:lnTo>
                <a:cubicBezTo>
                  <a:pt x="1217423" y="97525"/>
                  <a:pt x="1217632" y="102976"/>
                  <a:pt x="1218050" y="104946"/>
                </a:cubicBezTo>
                <a:cubicBezTo>
                  <a:pt x="1218468" y="106915"/>
                  <a:pt x="1219137" y="108290"/>
                  <a:pt x="1220056" y="109070"/>
                </a:cubicBezTo>
                <a:cubicBezTo>
                  <a:pt x="1220975" y="109848"/>
                  <a:pt x="1222048" y="110237"/>
                  <a:pt x="1223274" y="110237"/>
                </a:cubicBezTo>
                <a:cubicBezTo>
                  <a:pt x="1224778" y="110237"/>
                  <a:pt x="1226784" y="109764"/>
                  <a:pt x="1229291" y="108816"/>
                </a:cubicBezTo>
                <a:lnTo>
                  <a:pt x="1230210" y="111825"/>
                </a:lnTo>
                <a:lnTo>
                  <a:pt x="1207478" y="121186"/>
                </a:lnTo>
                <a:lnTo>
                  <a:pt x="1203633" y="121186"/>
                </a:lnTo>
                <a:lnTo>
                  <a:pt x="1203633" y="110242"/>
                </a:lnTo>
                <a:moveTo>
                  <a:pt x="1203633" y="104405"/>
                </a:moveTo>
                <a:lnTo>
                  <a:pt x="1203633" y="65056"/>
                </a:lnTo>
                <a:cubicBezTo>
                  <a:pt x="1203299" y="61276"/>
                  <a:pt x="1202296" y="57830"/>
                  <a:pt x="1200624" y="54719"/>
                </a:cubicBezTo>
                <a:cubicBezTo>
                  <a:pt x="1198953" y="51606"/>
                  <a:pt x="1196738" y="49258"/>
                  <a:pt x="1193980" y="47675"/>
                </a:cubicBezTo>
                <a:cubicBezTo>
                  <a:pt x="1191222" y="46091"/>
                  <a:pt x="1188534" y="45298"/>
                  <a:pt x="1185915" y="45298"/>
                </a:cubicBezTo>
                <a:cubicBezTo>
                  <a:pt x="1181012" y="45298"/>
                  <a:pt x="1176638" y="47494"/>
                  <a:pt x="1172794" y="51885"/>
                </a:cubicBezTo>
                <a:cubicBezTo>
                  <a:pt x="1167723" y="57664"/>
                  <a:pt x="1165188" y="66111"/>
                  <a:pt x="1165188" y="77227"/>
                </a:cubicBezTo>
                <a:cubicBezTo>
                  <a:pt x="1165188" y="88454"/>
                  <a:pt x="1167640" y="97056"/>
                  <a:pt x="1172543" y="103031"/>
                </a:cubicBezTo>
                <a:cubicBezTo>
                  <a:pt x="1177446" y="109005"/>
                  <a:pt x="1182906" y="111992"/>
                  <a:pt x="1188924" y="111992"/>
                </a:cubicBezTo>
                <a:cubicBezTo>
                  <a:pt x="1193994" y="111992"/>
                  <a:pt x="1198897" y="109463"/>
                  <a:pt x="1203633" y="104405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A8FE77-C899-496F-A455-21FED411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0" y="3780660"/>
            <a:ext cx="1510525" cy="313795"/>
          </a:xfrm>
          <a:custGeom xmlns:a="http://schemas.openxmlformats.org/drawingml/2006/main">
            <a:pathLst>
              <a:path w="1510525" h="313795" fill="none">
                <a:moveTo>
                  <a:pt x="42791" y="0"/>
                </a:moveTo>
                <a:cubicBezTo>
                  <a:pt x="19153" y="0"/>
                  <a:pt x="0" y="19153"/>
                  <a:pt x="0" y="42791"/>
                </a:cubicBezTo>
                <a:lnTo>
                  <a:pt x="0" y="271004"/>
                </a:lnTo>
                <a:cubicBezTo>
                  <a:pt x="0" y="294642"/>
                  <a:pt x="19153" y="313795"/>
                  <a:pt x="42791" y="313795"/>
                </a:cubicBezTo>
                <a:lnTo>
                  <a:pt x="1467733" y="313795"/>
                </a:lnTo>
                <a:cubicBezTo>
                  <a:pt x="1491371" y="313795"/>
                  <a:pt x="1510525" y="294642"/>
                  <a:pt x="1510525" y="271004"/>
                </a:cubicBezTo>
                <a:lnTo>
                  <a:pt x="1510525" y="42791"/>
                </a:lnTo>
                <a:cubicBezTo>
                  <a:pt x="1510525" y="19153"/>
                  <a:pt x="1491371" y="0"/>
                  <a:pt x="1467733" y="0"/>
                </a:cubicBezTo>
                <a:lnTo>
                  <a:pt x="4279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4373B2"/>
            </a:solidFill>
            <a:miter/>
          </a:ln>
        </p:spPr>
      </p:sp>
      <p:sp>
        <p:nvSpPr>
          <p:cNvPr id="253" name="Text ......">
            <a:extLst xmlns:a="http://schemas.openxmlformats.org/drawingml/2006/main">
              <a:ext uri="{FF2B5EF4-FFF2-40B4-BE49-F238E27FC236}">
                <a16:creationId xmlns:a16="http://schemas.microsoft.com/office/drawing/2014/main" id="{9F6C399B-CD6F-4F8F-8CEA-1DA5D0EC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094" y="4314283"/>
            <a:ext cx="257157" cy="23619"/>
          </a:xfrm>
          <a:custGeom xmlns:a="http://schemas.openxmlformats.org/drawingml/2006/main">
            <a:pathLst>
              <a:path w="257157" h="23619">
                <a:moveTo>
                  <a:pt x="11502" y="23619"/>
                </a:moveTo>
                <a:cubicBezTo>
                  <a:pt x="18074" y="23619"/>
                  <a:pt x="23004" y="18896"/>
                  <a:pt x="23004" y="11706"/>
                </a:cubicBezTo>
                <a:cubicBezTo>
                  <a:pt x="23004" y="5134"/>
                  <a:pt x="18074" y="0"/>
                  <a:pt x="11502" y="0"/>
                </a:cubicBezTo>
                <a:cubicBezTo>
                  <a:pt x="4927" y="0"/>
                  <a:pt x="0" y="5134"/>
                  <a:pt x="0" y="11706"/>
                </a:cubicBezTo>
                <a:cubicBezTo>
                  <a:pt x="0" y="18896"/>
                  <a:pt x="4927" y="23619"/>
                  <a:pt x="11502" y="23619"/>
                </a:cubicBezTo>
                <a:close/>
                <a:moveTo>
                  <a:pt x="58333" y="23619"/>
                </a:moveTo>
                <a:cubicBezTo>
                  <a:pt x="64905" y="23619"/>
                  <a:pt x="69835" y="18896"/>
                  <a:pt x="69835" y="11706"/>
                </a:cubicBezTo>
                <a:cubicBezTo>
                  <a:pt x="69835" y="5134"/>
                  <a:pt x="64905" y="0"/>
                  <a:pt x="58333" y="0"/>
                </a:cubicBezTo>
                <a:cubicBezTo>
                  <a:pt x="51757" y="0"/>
                  <a:pt x="46831" y="5134"/>
                  <a:pt x="46831" y="11706"/>
                </a:cubicBezTo>
                <a:cubicBezTo>
                  <a:pt x="46831" y="18896"/>
                  <a:pt x="51757" y="23619"/>
                  <a:pt x="58333" y="23619"/>
                </a:cubicBezTo>
                <a:close/>
                <a:moveTo>
                  <a:pt x="105163" y="23619"/>
                </a:moveTo>
                <a:cubicBezTo>
                  <a:pt x="111736" y="23619"/>
                  <a:pt x="116665" y="18896"/>
                  <a:pt x="116665" y="11706"/>
                </a:cubicBezTo>
                <a:cubicBezTo>
                  <a:pt x="116665" y="5134"/>
                  <a:pt x="111736" y="0"/>
                  <a:pt x="105163" y="0"/>
                </a:cubicBezTo>
                <a:cubicBezTo>
                  <a:pt x="98588" y="0"/>
                  <a:pt x="93661" y="5134"/>
                  <a:pt x="93661" y="11706"/>
                </a:cubicBezTo>
                <a:cubicBezTo>
                  <a:pt x="93661" y="18896"/>
                  <a:pt x="98588" y="23619"/>
                  <a:pt x="105163" y="23619"/>
                </a:cubicBezTo>
                <a:close/>
                <a:moveTo>
                  <a:pt x="151994" y="23619"/>
                </a:moveTo>
                <a:cubicBezTo>
                  <a:pt x="158566" y="23619"/>
                  <a:pt x="163496" y="18896"/>
                  <a:pt x="163496" y="11706"/>
                </a:cubicBezTo>
                <a:cubicBezTo>
                  <a:pt x="163496" y="5134"/>
                  <a:pt x="158566" y="0"/>
                  <a:pt x="151994" y="0"/>
                </a:cubicBezTo>
                <a:cubicBezTo>
                  <a:pt x="145418" y="0"/>
                  <a:pt x="140492" y="5134"/>
                  <a:pt x="140492" y="11706"/>
                </a:cubicBezTo>
                <a:cubicBezTo>
                  <a:pt x="140492" y="18896"/>
                  <a:pt x="145418" y="23619"/>
                  <a:pt x="151994" y="23619"/>
                </a:cubicBezTo>
                <a:close/>
                <a:moveTo>
                  <a:pt x="198824" y="23619"/>
                </a:moveTo>
                <a:cubicBezTo>
                  <a:pt x="205397" y="23619"/>
                  <a:pt x="210327" y="18896"/>
                  <a:pt x="210327" y="11706"/>
                </a:cubicBezTo>
                <a:cubicBezTo>
                  <a:pt x="210327" y="5134"/>
                  <a:pt x="205397" y="0"/>
                  <a:pt x="198824" y="0"/>
                </a:cubicBezTo>
                <a:cubicBezTo>
                  <a:pt x="192249" y="0"/>
                  <a:pt x="187322" y="5134"/>
                  <a:pt x="187322" y="11706"/>
                </a:cubicBezTo>
                <a:cubicBezTo>
                  <a:pt x="187322" y="18896"/>
                  <a:pt x="192249" y="23619"/>
                  <a:pt x="198824" y="23619"/>
                </a:cubicBezTo>
                <a:close/>
                <a:moveTo>
                  <a:pt x="245655" y="23619"/>
                </a:moveTo>
                <a:cubicBezTo>
                  <a:pt x="252227" y="23619"/>
                  <a:pt x="257157" y="18896"/>
                  <a:pt x="257157" y="11706"/>
                </a:cubicBezTo>
                <a:cubicBezTo>
                  <a:pt x="257157" y="5134"/>
                  <a:pt x="252227" y="0"/>
                  <a:pt x="245655" y="0"/>
                </a:cubicBezTo>
                <a:cubicBezTo>
                  <a:pt x="239080" y="0"/>
                  <a:pt x="234153" y="5134"/>
                  <a:pt x="234153" y="11706"/>
                </a:cubicBezTo>
                <a:cubicBezTo>
                  <a:pt x="234153" y="18896"/>
                  <a:pt x="239080" y="23619"/>
                  <a:pt x="245655" y="23619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27241-C5C4-4395-B575-19092BBF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0" y="4480117"/>
            <a:ext cx="1510525" cy="313795"/>
          </a:xfrm>
          <a:custGeom xmlns:a="http://schemas.openxmlformats.org/drawingml/2006/main">
            <a:pathLst>
              <a:path w="1510525" h="313795">
                <a:moveTo>
                  <a:pt x="42791" y="0"/>
                </a:moveTo>
                <a:cubicBezTo>
                  <a:pt x="19153" y="0"/>
                  <a:pt x="0" y="19153"/>
                  <a:pt x="0" y="42791"/>
                </a:cubicBezTo>
                <a:lnTo>
                  <a:pt x="0" y="271004"/>
                </a:lnTo>
                <a:cubicBezTo>
                  <a:pt x="0" y="294642"/>
                  <a:pt x="19153" y="313795"/>
                  <a:pt x="42791" y="313795"/>
                </a:cubicBezTo>
                <a:lnTo>
                  <a:pt x="1467733" y="313795"/>
                </a:lnTo>
                <a:cubicBezTo>
                  <a:pt x="1491371" y="313795"/>
                  <a:pt x="1510525" y="294642"/>
                  <a:pt x="1510525" y="271004"/>
                </a:cubicBezTo>
                <a:lnTo>
                  <a:pt x="1510525" y="42791"/>
                </a:lnTo>
                <a:cubicBezTo>
                  <a:pt x="1510525" y="19153"/>
                  <a:pt x="1491371" y="0"/>
                  <a:pt x="1467733" y="0"/>
                </a:cubicBezTo>
                <a:lnTo>
                  <a:pt x="42791" y="0"/>
                </a:lnTo>
                <a:close/>
              </a:path>
            </a:pathLst>
          </a:custGeom>
          <a:solidFill xmlns:a="http://schemas.openxmlformats.org/drawingml/2006/main">
            <a:srgbClr val="E1EBF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Text Channel5Record">
            <a:extLst xmlns:a="http://schemas.openxmlformats.org/drawingml/2006/main">
              <a:ext uri="{FF2B5EF4-FFF2-40B4-BE49-F238E27FC236}">
                <a16:creationId xmlns:a16="http://schemas.microsoft.com/office/drawing/2014/main" id="{C50C5E0E-C93A-48CC-AFBD-59B65F6A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98" y="4574090"/>
            <a:ext cx="1230210" cy="121353"/>
          </a:xfrm>
          <a:custGeom xmlns:a="http://schemas.openxmlformats.org/drawingml/2006/main">
            <a:pathLst>
              <a:path w="1230210" h="121353">
                <a:moveTo>
                  <a:pt x="96865" y="3009"/>
                </a:moveTo>
                <a:lnTo>
                  <a:pt x="99456" y="41621"/>
                </a:lnTo>
                <a:lnTo>
                  <a:pt x="96865" y="41621"/>
                </a:lnTo>
                <a:cubicBezTo>
                  <a:pt x="93410" y="30058"/>
                  <a:pt x="88479" y="21735"/>
                  <a:pt x="82072" y="16653"/>
                </a:cubicBezTo>
                <a:cubicBezTo>
                  <a:pt x="75664" y="11568"/>
                  <a:pt x="67975" y="9026"/>
                  <a:pt x="59005" y="9026"/>
                </a:cubicBezTo>
                <a:cubicBezTo>
                  <a:pt x="51483" y="9026"/>
                  <a:pt x="44685" y="10932"/>
                  <a:pt x="38612" y="14743"/>
                </a:cubicBezTo>
                <a:cubicBezTo>
                  <a:pt x="32539" y="18553"/>
                  <a:pt x="27761" y="24631"/>
                  <a:pt x="24279" y="32976"/>
                </a:cubicBezTo>
                <a:cubicBezTo>
                  <a:pt x="20797" y="41320"/>
                  <a:pt x="19055" y="51694"/>
                  <a:pt x="19055" y="64098"/>
                </a:cubicBezTo>
                <a:cubicBezTo>
                  <a:pt x="19055" y="74334"/>
                  <a:pt x="20699" y="83207"/>
                  <a:pt x="23986" y="90717"/>
                </a:cubicBezTo>
                <a:cubicBezTo>
                  <a:pt x="27274" y="98227"/>
                  <a:pt x="32219" y="103985"/>
                  <a:pt x="38821" y="107991"/>
                </a:cubicBezTo>
                <a:cubicBezTo>
                  <a:pt x="45424" y="111996"/>
                  <a:pt x="52960" y="113998"/>
                  <a:pt x="61429" y="113998"/>
                </a:cubicBezTo>
                <a:cubicBezTo>
                  <a:pt x="68783" y="113998"/>
                  <a:pt x="75274" y="112419"/>
                  <a:pt x="80902" y="109260"/>
                </a:cubicBezTo>
                <a:cubicBezTo>
                  <a:pt x="86529" y="106100"/>
                  <a:pt x="92714" y="99823"/>
                  <a:pt x="99456" y="90430"/>
                </a:cubicBezTo>
                <a:lnTo>
                  <a:pt x="102047" y="92101"/>
                </a:lnTo>
                <a:cubicBezTo>
                  <a:pt x="96363" y="102216"/>
                  <a:pt x="89733" y="109620"/>
                  <a:pt x="82155" y="114314"/>
                </a:cubicBezTo>
                <a:cubicBezTo>
                  <a:pt x="74578" y="119007"/>
                  <a:pt x="65580" y="121353"/>
                  <a:pt x="55160" y="121353"/>
                </a:cubicBezTo>
                <a:cubicBezTo>
                  <a:pt x="36384" y="121353"/>
                  <a:pt x="21841" y="114398"/>
                  <a:pt x="11534" y="100487"/>
                </a:cubicBezTo>
                <a:cubicBezTo>
                  <a:pt x="3845" y="90140"/>
                  <a:pt x="0" y="77955"/>
                  <a:pt x="0" y="63933"/>
                </a:cubicBezTo>
                <a:cubicBezTo>
                  <a:pt x="0" y="52638"/>
                  <a:pt x="2535" y="42262"/>
                  <a:pt x="7605" y="32804"/>
                </a:cubicBezTo>
                <a:cubicBezTo>
                  <a:pt x="12676" y="23346"/>
                  <a:pt x="19654" y="16015"/>
                  <a:pt x="28541" y="10813"/>
                </a:cubicBezTo>
                <a:cubicBezTo>
                  <a:pt x="37428" y="5610"/>
                  <a:pt x="47137" y="3009"/>
                  <a:pt x="57668" y="3009"/>
                </a:cubicBezTo>
                <a:cubicBezTo>
                  <a:pt x="65858" y="3009"/>
                  <a:pt x="73937" y="5015"/>
                  <a:pt x="81905" y="9026"/>
                </a:cubicBezTo>
                <a:cubicBezTo>
                  <a:pt x="84245" y="10252"/>
                  <a:pt x="85916" y="10865"/>
                  <a:pt x="86919" y="10865"/>
                </a:cubicBezTo>
                <a:cubicBezTo>
                  <a:pt x="88424" y="10865"/>
                  <a:pt x="89733" y="10336"/>
                  <a:pt x="90847" y="9277"/>
                </a:cubicBezTo>
                <a:cubicBezTo>
                  <a:pt x="92296" y="7773"/>
                  <a:pt x="93327" y="5683"/>
                  <a:pt x="93940" y="3009"/>
                </a:cubicBezTo>
                <a:lnTo>
                  <a:pt x="96865" y="3009"/>
                </a:lnTo>
                <a:close/>
                <a:moveTo>
                  <a:pt x="135813" y="0"/>
                </a:moveTo>
                <a:lnTo>
                  <a:pt x="135813" y="56150"/>
                </a:lnTo>
                <a:cubicBezTo>
                  <a:pt x="141998" y="49323"/>
                  <a:pt x="146901" y="44944"/>
                  <a:pt x="150522" y="43013"/>
                </a:cubicBezTo>
                <a:cubicBezTo>
                  <a:pt x="154144" y="41082"/>
                  <a:pt x="157766" y="40117"/>
                  <a:pt x="161387" y="40117"/>
                </a:cubicBezTo>
                <a:cubicBezTo>
                  <a:pt x="165733" y="40117"/>
                  <a:pt x="169466" y="41312"/>
                  <a:pt x="172586" y="43703"/>
                </a:cubicBezTo>
                <a:cubicBezTo>
                  <a:pt x="175707" y="46091"/>
                  <a:pt x="178019" y="49842"/>
                  <a:pt x="179523" y="54954"/>
                </a:cubicBezTo>
                <a:cubicBezTo>
                  <a:pt x="180582" y="58510"/>
                  <a:pt x="181111" y="65010"/>
                  <a:pt x="181111" y="74456"/>
                </a:cubicBezTo>
                <a:lnTo>
                  <a:pt x="181111" y="101462"/>
                </a:lnTo>
                <a:cubicBezTo>
                  <a:pt x="181111" y="106337"/>
                  <a:pt x="181501" y="109671"/>
                  <a:pt x="182281" y="111465"/>
                </a:cubicBezTo>
                <a:cubicBezTo>
                  <a:pt x="182838" y="112811"/>
                  <a:pt x="183786" y="113876"/>
                  <a:pt x="185123" y="114661"/>
                </a:cubicBezTo>
                <a:cubicBezTo>
                  <a:pt x="186460" y="115445"/>
                  <a:pt x="188912" y="115837"/>
                  <a:pt x="192478" y="115837"/>
                </a:cubicBezTo>
                <a:lnTo>
                  <a:pt x="192478" y="118845"/>
                </a:lnTo>
                <a:lnTo>
                  <a:pt x="154868" y="118845"/>
                </a:lnTo>
                <a:lnTo>
                  <a:pt x="154868" y="115837"/>
                </a:lnTo>
                <a:lnTo>
                  <a:pt x="156623" y="115837"/>
                </a:lnTo>
                <a:cubicBezTo>
                  <a:pt x="160189" y="115837"/>
                  <a:pt x="162669" y="115291"/>
                  <a:pt x="164062" y="114199"/>
                </a:cubicBezTo>
                <a:cubicBezTo>
                  <a:pt x="165455" y="113106"/>
                  <a:pt x="166430" y="111494"/>
                  <a:pt x="166987" y="109365"/>
                </a:cubicBezTo>
                <a:cubicBezTo>
                  <a:pt x="167154" y="108468"/>
                  <a:pt x="167238" y="105834"/>
                  <a:pt x="167238" y="101462"/>
                </a:cubicBezTo>
                <a:lnTo>
                  <a:pt x="167238" y="74516"/>
                </a:lnTo>
                <a:cubicBezTo>
                  <a:pt x="167238" y="66199"/>
                  <a:pt x="166806" y="60737"/>
                  <a:pt x="165942" y="58133"/>
                </a:cubicBezTo>
                <a:cubicBezTo>
                  <a:pt x="165079" y="55526"/>
                  <a:pt x="163699" y="53572"/>
                  <a:pt x="161805" y="52269"/>
                </a:cubicBezTo>
                <a:cubicBezTo>
                  <a:pt x="159911" y="50965"/>
                  <a:pt x="157626" y="50313"/>
                  <a:pt x="154952" y="50313"/>
                </a:cubicBezTo>
                <a:cubicBezTo>
                  <a:pt x="152222" y="50313"/>
                  <a:pt x="149380" y="51036"/>
                  <a:pt x="146427" y="52481"/>
                </a:cubicBezTo>
                <a:cubicBezTo>
                  <a:pt x="143474" y="53926"/>
                  <a:pt x="139936" y="56844"/>
                  <a:pt x="135813" y="61235"/>
                </a:cubicBezTo>
                <a:lnTo>
                  <a:pt x="135813" y="101462"/>
                </a:lnTo>
                <a:cubicBezTo>
                  <a:pt x="135813" y="106730"/>
                  <a:pt x="136105" y="110009"/>
                  <a:pt x="136690" y="111298"/>
                </a:cubicBezTo>
                <a:cubicBezTo>
                  <a:pt x="137275" y="112586"/>
                  <a:pt x="138362" y="113665"/>
                  <a:pt x="139950" y="114533"/>
                </a:cubicBezTo>
                <a:cubicBezTo>
                  <a:pt x="141538" y="115402"/>
                  <a:pt x="144282" y="115837"/>
                  <a:pt x="148182" y="115837"/>
                </a:cubicBezTo>
                <a:lnTo>
                  <a:pt x="148182" y="118845"/>
                </a:lnTo>
                <a:lnTo>
                  <a:pt x="110239" y="118845"/>
                </a:lnTo>
                <a:lnTo>
                  <a:pt x="110239" y="115837"/>
                </a:lnTo>
                <a:cubicBezTo>
                  <a:pt x="113637" y="115837"/>
                  <a:pt x="116312" y="115304"/>
                  <a:pt x="118262" y="114238"/>
                </a:cubicBezTo>
                <a:cubicBezTo>
                  <a:pt x="119376" y="113679"/>
                  <a:pt x="120268" y="112616"/>
                  <a:pt x="120936" y="111047"/>
                </a:cubicBezTo>
                <a:cubicBezTo>
                  <a:pt x="121605" y="109476"/>
                  <a:pt x="121939" y="106281"/>
                  <a:pt x="121939" y="101462"/>
                </a:cubicBezTo>
                <a:lnTo>
                  <a:pt x="121939" y="32260"/>
                </a:lnTo>
                <a:cubicBezTo>
                  <a:pt x="121939" y="23549"/>
                  <a:pt x="121730" y="18195"/>
                  <a:pt x="121312" y="16198"/>
                </a:cubicBezTo>
                <a:cubicBezTo>
                  <a:pt x="120895" y="14201"/>
                  <a:pt x="120254" y="12841"/>
                  <a:pt x="119390" y="12119"/>
                </a:cubicBezTo>
                <a:cubicBezTo>
                  <a:pt x="118527" y="11394"/>
                  <a:pt x="117370" y="11032"/>
                  <a:pt x="115922" y="11032"/>
                </a:cubicBezTo>
                <a:cubicBezTo>
                  <a:pt x="114752" y="11032"/>
                  <a:pt x="112857" y="11478"/>
                  <a:pt x="110239" y="12369"/>
                </a:cubicBezTo>
                <a:lnTo>
                  <a:pt x="109068" y="9361"/>
                </a:lnTo>
                <a:lnTo>
                  <a:pt x="131968" y="0"/>
                </a:lnTo>
                <a:lnTo>
                  <a:pt x="135813" y="0"/>
                </a:lnTo>
                <a:close/>
                <a:moveTo>
                  <a:pt x="242289" y="107902"/>
                </a:moveTo>
                <a:cubicBezTo>
                  <a:pt x="234433" y="113974"/>
                  <a:pt x="229502" y="117482"/>
                  <a:pt x="227496" y="118428"/>
                </a:cubicBezTo>
                <a:cubicBezTo>
                  <a:pt x="224487" y="119821"/>
                  <a:pt x="221284" y="120517"/>
                  <a:pt x="217885" y="120517"/>
                </a:cubicBezTo>
                <a:cubicBezTo>
                  <a:pt x="212592" y="120517"/>
                  <a:pt x="208232" y="118706"/>
                  <a:pt x="204805" y="115085"/>
                </a:cubicBezTo>
                <a:cubicBezTo>
                  <a:pt x="201378" y="111463"/>
                  <a:pt x="199665" y="106699"/>
                  <a:pt x="199665" y="100793"/>
                </a:cubicBezTo>
                <a:cubicBezTo>
                  <a:pt x="199665" y="97060"/>
                  <a:pt x="200501" y="93828"/>
                  <a:pt x="202172" y="91098"/>
                </a:cubicBezTo>
                <a:cubicBezTo>
                  <a:pt x="204457" y="87309"/>
                  <a:pt x="208427" y="83743"/>
                  <a:pt x="214082" y="80400"/>
                </a:cubicBezTo>
                <a:cubicBezTo>
                  <a:pt x="219737" y="77057"/>
                  <a:pt x="229140" y="72990"/>
                  <a:pt x="242289" y="68198"/>
                </a:cubicBezTo>
                <a:lnTo>
                  <a:pt x="242289" y="65200"/>
                </a:lnTo>
                <a:cubicBezTo>
                  <a:pt x="242289" y="57595"/>
                  <a:pt x="241077" y="52376"/>
                  <a:pt x="238653" y="49545"/>
                </a:cubicBezTo>
                <a:cubicBezTo>
                  <a:pt x="236230" y="46714"/>
                  <a:pt x="232706" y="45298"/>
                  <a:pt x="228081" y="45298"/>
                </a:cubicBezTo>
                <a:cubicBezTo>
                  <a:pt x="224571" y="45298"/>
                  <a:pt x="221785" y="46246"/>
                  <a:pt x="219723" y="48140"/>
                </a:cubicBezTo>
                <a:cubicBezTo>
                  <a:pt x="217606" y="50034"/>
                  <a:pt x="216548" y="52207"/>
                  <a:pt x="216548" y="54659"/>
                </a:cubicBezTo>
                <a:lnTo>
                  <a:pt x="216715" y="59506"/>
                </a:lnTo>
                <a:cubicBezTo>
                  <a:pt x="216715" y="62069"/>
                  <a:pt x="216060" y="64047"/>
                  <a:pt x="214751" y="65440"/>
                </a:cubicBezTo>
                <a:cubicBezTo>
                  <a:pt x="213441" y="66833"/>
                  <a:pt x="211728" y="67530"/>
                  <a:pt x="209611" y="67530"/>
                </a:cubicBezTo>
                <a:cubicBezTo>
                  <a:pt x="207549" y="67530"/>
                  <a:pt x="205864" y="66804"/>
                  <a:pt x="204554" y="65351"/>
                </a:cubicBezTo>
                <a:cubicBezTo>
                  <a:pt x="203245" y="63898"/>
                  <a:pt x="202590" y="61913"/>
                  <a:pt x="202590" y="59399"/>
                </a:cubicBezTo>
                <a:cubicBezTo>
                  <a:pt x="202590" y="54592"/>
                  <a:pt x="205042" y="50176"/>
                  <a:pt x="209945" y="46152"/>
                </a:cubicBezTo>
                <a:cubicBezTo>
                  <a:pt x="214848" y="42129"/>
                  <a:pt x="221729" y="40117"/>
                  <a:pt x="230588" y="40117"/>
                </a:cubicBezTo>
                <a:cubicBezTo>
                  <a:pt x="237386" y="40117"/>
                  <a:pt x="242958" y="41257"/>
                  <a:pt x="247304" y="43538"/>
                </a:cubicBezTo>
                <a:cubicBezTo>
                  <a:pt x="250591" y="45264"/>
                  <a:pt x="253015" y="47963"/>
                  <a:pt x="254575" y="51637"/>
                </a:cubicBezTo>
                <a:cubicBezTo>
                  <a:pt x="255578" y="54029"/>
                  <a:pt x="256079" y="58927"/>
                  <a:pt x="256079" y="66328"/>
                </a:cubicBezTo>
                <a:lnTo>
                  <a:pt x="256079" y="92289"/>
                </a:lnTo>
                <a:cubicBezTo>
                  <a:pt x="256079" y="99579"/>
                  <a:pt x="256218" y="104046"/>
                  <a:pt x="256497" y="105687"/>
                </a:cubicBezTo>
                <a:cubicBezTo>
                  <a:pt x="256776" y="107329"/>
                  <a:pt x="257235" y="108429"/>
                  <a:pt x="257876" y="108986"/>
                </a:cubicBezTo>
                <a:cubicBezTo>
                  <a:pt x="258517" y="109542"/>
                  <a:pt x="259255" y="109819"/>
                  <a:pt x="260091" y="109819"/>
                </a:cubicBezTo>
                <a:cubicBezTo>
                  <a:pt x="260982" y="109819"/>
                  <a:pt x="261762" y="109624"/>
                  <a:pt x="262431" y="109234"/>
                </a:cubicBezTo>
                <a:cubicBezTo>
                  <a:pt x="263601" y="108510"/>
                  <a:pt x="265858" y="106476"/>
                  <a:pt x="269201" y="103133"/>
                </a:cubicBezTo>
                <a:lnTo>
                  <a:pt x="269201" y="107813"/>
                </a:lnTo>
                <a:cubicBezTo>
                  <a:pt x="262960" y="116171"/>
                  <a:pt x="256998" y="120350"/>
                  <a:pt x="251315" y="120350"/>
                </a:cubicBezTo>
                <a:cubicBezTo>
                  <a:pt x="248585" y="120350"/>
                  <a:pt x="246412" y="119410"/>
                  <a:pt x="244796" y="117529"/>
                </a:cubicBezTo>
                <a:cubicBezTo>
                  <a:pt x="243181" y="115647"/>
                  <a:pt x="242345" y="112438"/>
                  <a:pt x="242289" y="107902"/>
                </a:cubicBezTo>
                <a:moveTo>
                  <a:pt x="242289" y="102483"/>
                </a:moveTo>
                <a:lnTo>
                  <a:pt x="242289" y="73380"/>
                </a:lnTo>
                <a:cubicBezTo>
                  <a:pt x="233876" y="76716"/>
                  <a:pt x="228443" y="79079"/>
                  <a:pt x="225992" y="80468"/>
                </a:cubicBezTo>
                <a:cubicBezTo>
                  <a:pt x="221590" y="82915"/>
                  <a:pt x="218442" y="85472"/>
                  <a:pt x="216548" y="88142"/>
                </a:cubicBezTo>
                <a:cubicBezTo>
                  <a:pt x="214653" y="90809"/>
                  <a:pt x="213706" y="93727"/>
                  <a:pt x="213706" y="96896"/>
                </a:cubicBezTo>
                <a:cubicBezTo>
                  <a:pt x="213706" y="100899"/>
                  <a:pt x="214904" y="104221"/>
                  <a:pt x="217300" y="106863"/>
                </a:cubicBezTo>
                <a:cubicBezTo>
                  <a:pt x="219696" y="109502"/>
                  <a:pt x="222454" y="110822"/>
                  <a:pt x="225574" y="110822"/>
                </a:cubicBezTo>
                <a:cubicBezTo>
                  <a:pt x="229808" y="110822"/>
                  <a:pt x="235380" y="108042"/>
                  <a:pt x="242289" y="102483"/>
                </a:cubicBezTo>
                <a:close/>
                <a:moveTo>
                  <a:pt x="297225" y="56247"/>
                </a:moveTo>
                <a:cubicBezTo>
                  <a:pt x="306195" y="45493"/>
                  <a:pt x="314748" y="40117"/>
                  <a:pt x="322883" y="40117"/>
                </a:cubicBezTo>
                <a:cubicBezTo>
                  <a:pt x="327062" y="40117"/>
                  <a:pt x="330655" y="41159"/>
                  <a:pt x="333664" y="43243"/>
                </a:cubicBezTo>
                <a:cubicBezTo>
                  <a:pt x="336673" y="45325"/>
                  <a:pt x="339069" y="48756"/>
                  <a:pt x="340852" y="53536"/>
                </a:cubicBezTo>
                <a:cubicBezTo>
                  <a:pt x="342077" y="56870"/>
                  <a:pt x="342690" y="61982"/>
                  <a:pt x="342690" y="68872"/>
                </a:cubicBezTo>
                <a:lnTo>
                  <a:pt x="342690" y="101462"/>
                </a:lnTo>
                <a:cubicBezTo>
                  <a:pt x="342690" y="106337"/>
                  <a:pt x="343080" y="109643"/>
                  <a:pt x="343860" y="111381"/>
                </a:cubicBezTo>
                <a:cubicBezTo>
                  <a:pt x="344473" y="112783"/>
                  <a:pt x="345462" y="113876"/>
                  <a:pt x="346827" y="114661"/>
                </a:cubicBezTo>
                <a:cubicBezTo>
                  <a:pt x="348192" y="115445"/>
                  <a:pt x="350714" y="115837"/>
                  <a:pt x="354391" y="115837"/>
                </a:cubicBezTo>
                <a:lnTo>
                  <a:pt x="354391" y="118845"/>
                </a:lnTo>
                <a:lnTo>
                  <a:pt x="316531" y="118845"/>
                </a:lnTo>
                <a:lnTo>
                  <a:pt x="316531" y="115837"/>
                </a:lnTo>
                <a:lnTo>
                  <a:pt x="318119" y="115837"/>
                </a:lnTo>
                <a:cubicBezTo>
                  <a:pt x="321685" y="115837"/>
                  <a:pt x="324178" y="115291"/>
                  <a:pt x="325599" y="114199"/>
                </a:cubicBezTo>
                <a:cubicBezTo>
                  <a:pt x="327020" y="113106"/>
                  <a:pt x="328009" y="111494"/>
                  <a:pt x="328566" y="109365"/>
                </a:cubicBezTo>
                <a:cubicBezTo>
                  <a:pt x="328789" y="108524"/>
                  <a:pt x="328900" y="105889"/>
                  <a:pt x="328900" y="101462"/>
                </a:cubicBezTo>
                <a:lnTo>
                  <a:pt x="328900" y="70173"/>
                </a:lnTo>
                <a:cubicBezTo>
                  <a:pt x="328900" y="63219"/>
                  <a:pt x="327995" y="58170"/>
                  <a:pt x="326184" y="55027"/>
                </a:cubicBezTo>
                <a:cubicBezTo>
                  <a:pt x="324373" y="51884"/>
                  <a:pt x="321323" y="50313"/>
                  <a:pt x="317032" y="50313"/>
                </a:cubicBezTo>
                <a:cubicBezTo>
                  <a:pt x="310402" y="50313"/>
                  <a:pt x="303799" y="53935"/>
                  <a:pt x="297225" y="61178"/>
                </a:cubicBezTo>
                <a:lnTo>
                  <a:pt x="297225" y="101462"/>
                </a:lnTo>
                <a:cubicBezTo>
                  <a:pt x="297225" y="106673"/>
                  <a:pt x="297531" y="109896"/>
                  <a:pt x="298144" y="111130"/>
                </a:cubicBezTo>
                <a:cubicBezTo>
                  <a:pt x="298924" y="112755"/>
                  <a:pt x="299997" y="113946"/>
                  <a:pt x="301362" y="114703"/>
                </a:cubicBezTo>
                <a:cubicBezTo>
                  <a:pt x="302727" y="115459"/>
                  <a:pt x="305499" y="115837"/>
                  <a:pt x="309678" y="115837"/>
                </a:cubicBezTo>
                <a:lnTo>
                  <a:pt x="309678" y="118845"/>
                </a:lnTo>
                <a:lnTo>
                  <a:pt x="271818" y="118845"/>
                </a:lnTo>
                <a:lnTo>
                  <a:pt x="271818" y="115837"/>
                </a:lnTo>
                <a:lnTo>
                  <a:pt x="273489" y="115837"/>
                </a:lnTo>
                <a:cubicBezTo>
                  <a:pt x="277389" y="115837"/>
                  <a:pt x="280022" y="114843"/>
                  <a:pt x="281387" y="112854"/>
                </a:cubicBezTo>
                <a:cubicBezTo>
                  <a:pt x="282752" y="110864"/>
                  <a:pt x="283435" y="107066"/>
                  <a:pt x="283435" y="101462"/>
                </a:cubicBezTo>
                <a:lnTo>
                  <a:pt x="283435" y="73213"/>
                </a:lnTo>
                <a:cubicBezTo>
                  <a:pt x="283435" y="64019"/>
                  <a:pt x="283226" y="58420"/>
                  <a:pt x="282808" y="56414"/>
                </a:cubicBezTo>
                <a:cubicBezTo>
                  <a:pt x="282390" y="54408"/>
                  <a:pt x="281749" y="53043"/>
                  <a:pt x="280886" y="52319"/>
                </a:cubicBezTo>
                <a:cubicBezTo>
                  <a:pt x="280022" y="51594"/>
                  <a:pt x="278866" y="51232"/>
                  <a:pt x="277417" y="51232"/>
                </a:cubicBezTo>
                <a:cubicBezTo>
                  <a:pt x="275857" y="51232"/>
                  <a:pt x="273991" y="51650"/>
                  <a:pt x="271818" y="52486"/>
                </a:cubicBezTo>
                <a:lnTo>
                  <a:pt x="270564" y="49477"/>
                </a:lnTo>
                <a:lnTo>
                  <a:pt x="293631" y="40117"/>
                </a:lnTo>
                <a:lnTo>
                  <a:pt x="297225" y="40117"/>
                </a:lnTo>
                <a:lnTo>
                  <a:pt x="297225" y="56247"/>
                </a:lnTo>
                <a:close/>
                <a:moveTo>
                  <a:pt x="382807" y="56247"/>
                </a:moveTo>
                <a:cubicBezTo>
                  <a:pt x="391777" y="45493"/>
                  <a:pt x="400330" y="40117"/>
                  <a:pt x="408465" y="40117"/>
                </a:cubicBezTo>
                <a:cubicBezTo>
                  <a:pt x="412644" y="40117"/>
                  <a:pt x="416237" y="41159"/>
                  <a:pt x="419246" y="43243"/>
                </a:cubicBezTo>
                <a:cubicBezTo>
                  <a:pt x="422255" y="45325"/>
                  <a:pt x="424651" y="48756"/>
                  <a:pt x="426434" y="53536"/>
                </a:cubicBezTo>
                <a:cubicBezTo>
                  <a:pt x="427659" y="56870"/>
                  <a:pt x="428272" y="61982"/>
                  <a:pt x="428272" y="68872"/>
                </a:cubicBezTo>
                <a:lnTo>
                  <a:pt x="428272" y="101462"/>
                </a:lnTo>
                <a:cubicBezTo>
                  <a:pt x="428272" y="106337"/>
                  <a:pt x="428662" y="109643"/>
                  <a:pt x="429442" y="111381"/>
                </a:cubicBezTo>
                <a:cubicBezTo>
                  <a:pt x="430055" y="112783"/>
                  <a:pt x="431044" y="113876"/>
                  <a:pt x="432409" y="114661"/>
                </a:cubicBezTo>
                <a:cubicBezTo>
                  <a:pt x="433774" y="115445"/>
                  <a:pt x="436296" y="115837"/>
                  <a:pt x="439973" y="115837"/>
                </a:cubicBezTo>
                <a:lnTo>
                  <a:pt x="439973" y="118845"/>
                </a:lnTo>
                <a:lnTo>
                  <a:pt x="402113" y="118845"/>
                </a:lnTo>
                <a:lnTo>
                  <a:pt x="402113" y="115837"/>
                </a:lnTo>
                <a:lnTo>
                  <a:pt x="403701" y="115837"/>
                </a:lnTo>
                <a:cubicBezTo>
                  <a:pt x="407267" y="115837"/>
                  <a:pt x="409760" y="115291"/>
                  <a:pt x="411181" y="114199"/>
                </a:cubicBezTo>
                <a:cubicBezTo>
                  <a:pt x="412602" y="113106"/>
                  <a:pt x="413591" y="111494"/>
                  <a:pt x="414148" y="109365"/>
                </a:cubicBezTo>
                <a:cubicBezTo>
                  <a:pt x="414371" y="108524"/>
                  <a:pt x="414482" y="105889"/>
                  <a:pt x="414482" y="101462"/>
                </a:cubicBezTo>
                <a:lnTo>
                  <a:pt x="414482" y="70173"/>
                </a:lnTo>
                <a:cubicBezTo>
                  <a:pt x="414482" y="63219"/>
                  <a:pt x="413577" y="58170"/>
                  <a:pt x="411766" y="55027"/>
                </a:cubicBezTo>
                <a:cubicBezTo>
                  <a:pt x="409955" y="51884"/>
                  <a:pt x="406905" y="50313"/>
                  <a:pt x="402614" y="50313"/>
                </a:cubicBezTo>
                <a:cubicBezTo>
                  <a:pt x="395984" y="50313"/>
                  <a:pt x="389382" y="53935"/>
                  <a:pt x="382807" y="61178"/>
                </a:cubicBezTo>
                <a:lnTo>
                  <a:pt x="382807" y="101462"/>
                </a:lnTo>
                <a:cubicBezTo>
                  <a:pt x="382807" y="106673"/>
                  <a:pt x="383113" y="109896"/>
                  <a:pt x="383726" y="111130"/>
                </a:cubicBezTo>
                <a:cubicBezTo>
                  <a:pt x="384506" y="112755"/>
                  <a:pt x="385579" y="113946"/>
                  <a:pt x="386944" y="114703"/>
                </a:cubicBezTo>
                <a:cubicBezTo>
                  <a:pt x="388309" y="115459"/>
                  <a:pt x="391081" y="115837"/>
                  <a:pt x="395260" y="115837"/>
                </a:cubicBezTo>
                <a:lnTo>
                  <a:pt x="395260" y="118845"/>
                </a:lnTo>
                <a:lnTo>
                  <a:pt x="357400" y="118845"/>
                </a:lnTo>
                <a:lnTo>
                  <a:pt x="357400" y="115837"/>
                </a:lnTo>
                <a:lnTo>
                  <a:pt x="359071" y="115837"/>
                </a:lnTo>
                <a:cubicBezTo>
                  <a:pt x="362971" y="115837"/>
                  <a:pt x="365604" y="114843"/>
                  <a:pt x="366969" y="112854"/>
                </a:cubicBezTo>
                <a:cubicBezTo>
                  <a:pt x="368334" y="110864"/>
                  <a:pt x="369017" y="107066"/>
                  <a:pt x="369017" y="101462"/>
                </a:cubicBezTo>
                <a:lnTo>
                  <a:pt x="369017" y="73213"/>
                </a:lnTo>
                <a:cubicBezTo>
                  <a:pt x="369017" y="64019"/>
                  <a:pt x="368808" y="58420"/>
                  <a:pt x="368390" y="56414"/>
                </a:cubicBezTo>
                <a:cubicBezTo>
                  <a:pt x="367972" y="54408"/>
                  <a:pt x="367331" y="53043"/>
                  <a:pt x="366468" y="52319"/>
                </a:cubicBezTo>
                <a:cubicBezTo>
                  <a:pt x="365604" y="51594"/>
                  <a:pt x="364448" y="51232"/>
                  <a:pt x="362999" y="51232"/>
                </a:cubicBezTo>
                <a:cubicBezTo>
                  <a:pt x="361439" y="51232"/>
                  <a:pt x="359573" y="51650"/>
                  <a:pt x="357400" y="52486"/>
                </a:cubicBezTo>
                <a:lnTo>
                  <a:pt x="356146" y="49477"/>
                </a:lnTo>
                <a:lnTo>
                  <a:pt x="379213" y="40117"/>
                </a:lnTo>
                <a:lnTo>
                  <a:pt x="382807" y="40117"/>
                </a:lnTo>
                <a:lnTo>
                  <a:pt x="382807" y="56247"/>
                </a:lnTo>
                <a:close/>
                <a:moveTo>
                  <a:pt x="458945" y="71207"/>
                </a:moveTo>
                <a:cubicBezTo>
                  <a:pt x="458889" y="82521"/>
                  <a:pt x="461647" y="91395"/>
                  <a:pt x="467219" y="97829"/>
                </a:cubicBezTo>
                <a:cubicBezTo>
                  <a:pt x="472791" y="104262"/>
                  <a:pt x="479338" y="107479"/>
                  <a:pt x="486859" y="107479"/>
                </a:cubicBezTo>
                <a:cubicBezTo>
                  <a:pt x="491874" y="107479"/>
                  <a:pt x="496234" y="106094"/>
                  <a:pt x="499939" y="103324"/>
                </a:cubicBezTo>
                <a:cubicBezTo>
                  <a:pt x="503644" y="100554"/>
                  <a:pt x="506751" y="95810"/>
                  <a:pt x="509258" y="89092"/>
                </a:cubicBezTo>
                <a:lnTo>
                  <a:pt x="511849" y="90772"/>
                </a:lnTo>
                <a:cubicBezTo>
                  <a:pt x="510679" y="98445"/>
                  <a:pt x="507280" y="105432"/>
                  <a:pt x="501652" y="111734"/>
                </a:cubicBezTo>
                <a:cubicBezTo>
                  <a:pt x="496025" y="118035"/>
                  <a:pt x="488977" y="121186"/>
                  <a:pt x="480508" y="121186"/>
                </a:cubicBezTo>
                <a:cubicBezTo>
                  <a:pt x="471314" y="121186"/>
                  <a:pt x="463444" y="117614"/>
                  <a:pt x="456897" y="110470"/>
                </a:cubicBezTo>
                <a:cubicBezTo>
                  <a:pt x="450351" y="103324"/>
                  <a:pt x="447077" y="93718"/>
                  <a:pt x="447077" y="81651"/>
                </a:cubicBezTo>
                <a:cubicBezTo>
                  <a:pt x="447077" y="68586"/>
                  <a:pt x="450434" y="58397"/>
                  <a:pt x="457148" y="51086"/>
                </a:cubicBezTo>
                <a:cubicBezTo>
                  <a:pt x="463862" y="43773"/>
                  <a:pt x="472289" y="40117"/>
                  <a:pt x="482430" y="40117"/>
                </a:cubicBezTo>
                <a:cubicBezTo>
                  <a:pt x="491010" y="40117"/>
                  <a:pt x="498059" y="42937"/>
                  <a:pt x="503575" y="48579"/>
                </a:cubicBezTo>
                <a:cubicBezTo>
                  <a:pt x="509091" y="54218"/>
                  <a:pt x="511849" y="61761"/>
                  <a:pt x="511849" y="71207"/>
                </a:cubicBezTo>
                <a:lnTo>
                  <a:pt x="458945" y="71207"/>
                </a:lnTo>
                <a:moveTo>
                  <a:pt x="458945" y="66360"/>
                </a:moveTo>
                <a:lnTo>
                  <a:pt x="494381" y="66360"/>
                </a:lnTo>
                <a:cubicBezTo>
                  <a:pt x="494103" y="61496"/>
                  <a:pt x="493518" y="58071"/>
                  <a:pt x="492626" y="56082"/>
                </a:cubicBezTo>
                <a:cubicBezTo>
                  <a:pt x="491233" y="52987"/>
                  <a:pt x="489158" y="50555"/>
                  <a:pt x="486400" y="48788"/>
                </a:cubicBezTo>
                <a:cubicBezTo>
                  <a:pt x="483642" y="47019"/>
                  <a:pt x="480758" y="46134"/>
                  <a:pt x="477750" y="46134"/>
                </a:cubicBezTo>
                <a:cubicBezTo>
                  <a:pt x="473125" y="46134"/>
                  <a:pt x="468988" y="47916"/>
                  <a:pt x="465339" y="51480"/>
                </a:cubicBezTo>
                <a:cubicBezTo>
                  <a:pt x="461689" y="55045"/>
                  <a:pt x="459558" y="60004"/>
                  <a:pt x="458945" y="66360"/>
                </a:cubicBezTo>
                <a:close/>
                <a:moveTo>
                  <a:pt x="548398" y="0"/>
                </a:moveTo>
                <a:lnTo>
                  <a:pt x="548398" y="101462"/>
                </a:lnTo>
                <a:cubicBezTo>
                  <a:pt x="548398" y="106281"/>
                  <a:pt x="548746" y="109476"/>
                  <a:pt x="549442" y="111047"/>
                </a:cubicBezTo>
                <a:cubicBezTo>
                  <a:pt x="550139" y="112616"/>
                  <a:pt x="551211" y="113807"/>
                  <a:pt x="552660" y="114620"/>
                </a:cubicBezTo>
                <a:cubicBezTo>
                  <a:pt x="554109" y="115431"/>
                  <a:pt x="556811" y="115837"/>
                  <a:pt x="560767" y="115837"/>
                </a:cubicBezTo>
                <a:lnTo>
                  <a:pt x="560767" y="118845"/>
                </a:lnTo>
                <a:lnTo>
                  <a:pt x="523241" y="118845"/>
                </a:lnTo>
                <a:lnTo>
                  <a:pt x="523241" y="115837"/>
                </a:lnTo>
                <a:cubicBezTo>
                  <a:pt x="526751" y="115837"/>
                  <a:pt x="529147" y="115473"/>
                  <a:pt x="530429" y="114745"/>
                </a:cubicBezTo>
                <a:cubicBezTo>
                  <a:pt x="531710" y="114015"/>
                  <a:pt x="532713" y="112811"/>
                  <a:pt x="533438" y="111130"/>
                </a:cubicBezTo>
                <a:cubicBezTo>
                  <a:pt x="534162" y="109448"/>
                  <a:pt x="534524" y="106225"/>
                  <a:pt x="534524" y="101462"/>
                </a:cubicBezTo>
                <a:lnTo>
                  <a:pt x="534524" y="32093"/>
                </a:lnTo>
                <a:cubicBezTo>
                  <a:pt x="534524" y="23457"/>
                  <a:pt x="534329" y="18150"/>
                  <a:pt x="533939" y="16172"/>
                </a:cubicBezTo>
                <a:cubicBezTo>
                  <a:pt x="533549" y="14194"/>
                  <a:pt x="532922" y="12843"/>
                  <a:pt x="532059" y="12119"/>
                </a:cubicBezTo>
                <a:cubicBezTo>
                  <a:pt x="531195" y="11394"/>
                  <a:pt x="530095" y="11032"/>
                  <a:pt x="528757" y="11032"/>
                </a:cubicBezTo>
                <a:cubicBezTo>
                  <a:pt x="527309" y="11032"/>
                  <a:pt x="525470" y="11478"/>
                  <a:pt x="523241" y="12369"/>
                </a:cubicBezTo>
                <a:lnTo>
                  <a:pt x="521820" y="9361"/>
                </a:lnTo>
                <a:lnTo>
                  <a:pt x="544637" y="0"/>
                </a:lnTo>
                <a:lnTo>
                  <a:pt x="548398" y="0"/>
                </a:lnTo>
                <a:close/>
                <a:moveTo>
                  <a:pt x="681396" y="5516"/>
                </a:moveTo>
                <a:lnTo>
                  <a:pt x="674877" y="19724"/>
                </a:lnTo>
                <a:lnTo>
                  <a:pt x="640778" y="19724"/>
                </a:lnTo>
                <a:lnTo>
                  <a:pt x="633340" y="34747"/>
                </a:lnTo>
                <a:cubicBezTo>
                  <a:pt x="648105" y="36925"/>
                  <a:pt x="659806" y="42425"/>
                  <a:pt x="668442" y="51248"/>
                </a:cubicBezTo>
                <a:cubicBezTo>
                  <a:pt x="675852" y="58841"/>
                  <a:pt x="679558" y="67775"/>
                  <a:pt x="679558" y="78050"/>
                </a:cubicBezTo>
                <a:cubicBezTo>
                  <a:pt x="679558" y="84026"/>
                  <a:pt x="678346" y="89554"/>
                  <a:pt x="675922" y="94634"/>
                </a:cubicBezTo>
                <a:cubicBezTo>
                  <a:pt x="673498" y="99715"/>
                  <a:pt x="670448" y="104043"/>
                  <a:pt x="666770" y="107618"/>
                </a:cubicBezTo>
                <a:cubicBezTo>
                  <a:pt x="663093" y="111190"/>
                  <a:pt x="658998" y="114066"/>
                  <a:pt x="654485" y="116244"/>
                </a:cubicBezTo>
                <a:cubicBezTo>
                  <a:pt x="648077" y="119316"/>
                  <a:pt x="641502" y="120851"/>
                  <a:pt x="634761" y="120851"/>
                </a:cubicBezTo>
                <a:cubicBezTo>
                  <a:pt x="627963" y="120851"/>
                  <a:pt x="623018" y="119695"/>
                  <a:pt x="619926" y="117383"/>
                </a:cubicBezTo>
                <a:cubicBezTo>
                  <a:pt x="616834" y="115071"/>
                  <a:pt x="615287" y="112522"/>
                  <a:pt x="615287" y="109736"/>
                </a:cubicBezTo>
                <a:cubicBezTo>
                  <a:pt x="615287" y="108176"/>
                  <a:pt x="615928" y="106797"/>
                  <a:pt x="617210" y="105599"/>
                </a:cubicBezTo>
                <a:cubicBezTo>
                  <a:pt x="618491" y="104401"/>
                  <a:pt x="620107" y="103802"/>
                  <a:pt x="622057" y="103802"/>
                </a:cubicBezTo>
                <a:cubicBezTo>
                  <a:pt x="623506" y="103802"/>
                  <a:pt x="624773" y="104025"/>
                  <a:pt x="625860" y="104470"/>
                </a:cubicBezTo>
                <a:cubicBezTo>
                  <a:pt x="626946" y="104916"/>
                  <a:pt x="628799" y="106058"/>
                  <a:pt x="631418" y="107897"/>
                </a:cubicBezTo>
                <a:cubicBezTo>
                  <a:pt x="635596" y="110794"/>
                  <a:pt x="639831" y="112271"/>
                  <a:pt x="644121" y="112327"/>
                </a:cubicBezTo>
                <a:cubicBezTo>
                  <a:pt x="650640" y="112327"/>
                  <a:pt x="656365" y="109855"/>
                  <a:pt x="661296" y="104912"/>
                </a:cubicBezTo>
                <a:cubicBezTo>
                  <a:pt x="666227" y="99967"/>
                  <a:pt x="668693" y="93947"/>
                  <a:pt x="668693" y="86851"/>
                </a:cubicBezTo>
                <a:cubicBezTo>
                  <a:pt x="668693" y="79981"/>
                  <a:pt x="666492" y="73571"/>
                  <a:pt x="662090" y="67621"/>
                </a:cubicBezTo>
                <a:cubicBezTo>
                  <a:pt x="657688" y="61670"/>
                  <a:pt x="651615" y="57074"/>
                  <a:pt x="643870" y="53834"/>
                </a:cubicBezTo>
                <a:cubicBezTo>
                  <a:pt x="637797" y="51321"/>
                  <a:pt x="629523" y="49869"/>
                  <a:pt x="619048" y="49477"/>
                </a:cubicBezTo>
                <a:lnTo>
                  <a:pt x="640778" y="5516"/>
                </a:lnTo>
                <a:lnTo>
                  <a:pt x="681396" y="5516"/>
                </a:lnTo>
                <a:close/>
                <a:moveTo>
                  <a:pt x="851140" y="118845"/>
                </a:moveTo>
                <a:lnTo>
                  <a:pt x="820885" y="118845"/>
                </a:lnTo>
                <a:lnTo>
                  <a:pt x="782524" y="65858"/>
                </a:lnTo>
                <a:cubicBezTo>
                  <a:pt x="779682" y="65970"/>
                  <a:pt x="777370" y="66025"/>
                  <a:pt x="775587" y="66025"/>
                </a:cubicBezTo>
                <a:cubicBezTo>
                  <a:pt x="774862" y="66025"/>
                  <a:pt x="774082" y="66011"/>
                  <a:pt x="773247" y="65983"/>
                </a:cubicBezTo>
                <a:cubicBezTo>
                  <a:pt x="772411" y="65956"/>
                  <a:pt x="771547" y="65914"/>
                  <a:pt x="770656" y="65858"/>
                </a:cubicBezTo>
                <a:lnTo>
                  <a:pt x="770656" y="98787"/>
                </a:lnTo>
                <a:cubicBezTo>
                  <a:pt x="770656" y="105884"/>
                  <a:pt x="771436" y="110292"/>
                  <a:pt x="772996" y="112011"/>
                </a:cubicBezTo>
                <a:cubicBezTo>
                  <a:pt x="775113" y="114450"/>
                  <a:pt x="778289" y="115670"/>
                  <a:pt x="782524" y="115670"/>
                </a:cubicBezTo>
                <a:lnTo>
                  <a:pt x="786953" y="115670"/>
                </a:lnTo>
                <a:lnTo>
                  <a:pt x="786953" y="118845"/>
                </a:lnTo>
                <a:lnTo>
                  <a:pt x="738395" y="118845"/>
                </a:lnTo>
                <a:lnTo>
                  <a:pt x="738395" y="115670"/>
                </a:lnTo>
                <a:lnTo>
                  <a:pt x="742658" y="115670"/>
                </a:lnTo>
                <a:cubicBezTo>
                  <a:pt x="747449" y="115670"/>
                  <a:pt x="750876" y="114117"/>
                  <a:pt x="752938" y="111013"/>
                </a:cubicBezTo>
                <a:cubicBezTo>
                  <a:pt x="754108" y="109294"/>
                  <a:pt x="754693" y="105219"/>
                  <a:pt x="754693" y="98787"/>
                </a:cubicBezTo>
                <a:lnTo>
                  <a:pt x="754693" y="25574"/>
                </a:lnTo>
                <a:cubicBezTo>
                  <a:pt x="754693" y="18477"/>
                  <a:pt x="753913" y="14070"/>
                  <a:pt x="752352" y="12351"/>
                </a:cubicBezTo>
                <a:cubicBezTo>
                  <a:pt x="750180" y="9912"/>
                  <a:pt x="746948" y="8692"/>
                  <a:pt x="742658" y="8692"/>
                </a:cubicBezTo>
                <a:lnTo>
                  <a:pt x="738395" y="8692"/>
                </a:lnTo>
                <a:lnTo>
                  <a:pt x="738395" y="5516"/>
                </a:lnTo>
                <a:lnTo>
                  <a:pt x="779682" y="5516"/>
                </a:lnTo>
                <a:cubicBezTo>
                  <a:pt x="791717" y="5516"/>
                  <a:pt x="800590" y="6393"/>
                  <a:pt x="806301" y="8146"/>
                </a:cubicBezTo>
                <a:cubicBezTo>
                  <a:pt x="812012" y="9899"/>
                  <a:pt x="816859" y="13128"/>
                  <a:pt x="820843" y="17833"/>
                </a:cubicBezTo>
                <a:cubicBezTo>
                  <a:pt x="824827" y="22536"/>
                  <a:pt x="826819" y="28143"/>
                  <a:pt x="826819" y="34655"/>
                </a:cubicBezTo>
                <a:cubicBezTo>
                  <a:pt x="826819" y="41615"/>
                  <a:pt x="824548" y="47655"/>
                  <a:pt x="820008" y="52776"/>
                </a:cubicBezTo>
                <a:cubicBezTo>
                  <a:pt x="815467" y="57897"/>
                  <a:pt x="808432" y="61515"/>
                  <a:pt x="798904" y="63630"/>
                </a:cubicBezTo>
                <a:lnTo>
                  <a:pt x="822306" y="96113"/>
                </a:lnTo>
                <a:cubicBezTo>
                  <a:pt x="827655" y="103579"/>
                  <a:pt x="832251" y="108538"/>
                  <a:pt x="836096" y="110989"/>
                </a:cubicBezTo>
                <a:cubicBezTo>
                  <a:pt x="839940" y="113441"/>
                  <a:pt x="844955" y="115001"/>
                  <a:pt x="851140" y="115670"/>
                </a:cubicBezTo>
                <a:lnTo>
                  <a:pt x="851140" y="118845"/>
                </a:lnTo>
                <a:moveTo>
                  <a:pt x="770656" y="60509"/>
                </a:moveTo>
                <a:cubicBezTo>
                  <a:pt x="771714" y="60509"/>
                  <a:pt x="772634" y="60523"/>
                  <a:pt x="773414" y="60551"/>
                </a:cubicBezTo>
                <a:cubicBezTo>
                  <a:pt x="774194" y="60579"/>
                  <a:pt x="774835" y="60593"/>
                  <a:pt x="775336" y="60593"/>
                </a:cubicBezTo>
                <a:cubicBezTo>
                  <a:pt x="786145" y="60593"/>
                  <a:pt x="794294" y="58257"/>
                  <a:pt x="799782" y="53585"/>
                </a:cubicBezTo>
                <a:cubicBezTo>
                  <a:pt x="805270" y="48912"/>
                  <a:pt x="808014" y="42960"/>
                  <a:pt x="808014" y="35729"/>
                </a:cubicBezTo>
                <a:cubicBezTo>
                  <a:pt x="808014" y="28665"/>
                  <a:pt x="805800" y="22923"/>
                  <a:pt x="801370" y="18502"/>
                </a:cubicBezTo>
                <a:cubicBezTo>
                  <a:pt x="796940" y="14079"/>
                  <a:pt x="791076" y="11868"/>
                  <a:pt x="783777" y="11868"/>
                </a:cubicBezTo>
                <a:cubicBezTo>
                  <a:pt x="780546" y="11868"/>
                  <a:pt x="776172" y="12425"/>
                  <a:pt x="770656" y="13539"/>
                </a:cubicBezTo>
                <a:lnTo>
                  <a:pt x="770656" y="60509"/>
                </a:lnTo>
                <a:close/>
                <a:moveTo>
                  <a:pt x="867856" y="71207"/>
                </a:moveTo>
                <a:cubicBezTo>
                  <a:pt x="867801" y="82521"/>
                  <a:pt x="870559" y="91395"/>
                  <a:pt x="876130" y="97829"/>
                </a:cubicBezTo>
                <a:cubicBezTo>
                  <a:pt x="881702" y="104262"/>
                  <a:pt x="888249" y="107479"/>
                  <a:pt x="895771" y="107479"/>
                </a:cubicBezTo>
                <a:cubicBezTo>
                  <a:pt x="900785" y="107479"/>
                  <a:pt x="905145" y="106094"/>
                  <a:pt x="908850" y="103324"/>
                </a:cubicBezTo>
                <a:cubicBezTo>
                  <a:pt x="912556" y="100554"/>
                  <a:pt x="915662" y="95810"/>
                  <a:pt x="918169" y="89092"/>
                </a:cubicBezTo>
                <a:lnTo>
                  <a:pt x="920760" y="90772"/>
                </a:lnTo>
                <a:cubicBezTo>
                  <a:pt x="919590" y="98445"/>
                  <a:pt x="916191" y="105432"/>
                  <a:pt x="910564" y="111734"/>
                </a:cubicBezTo>
                <a:cubicBezTo>
                  <a:pt x="904936" y="118035"/>
                  <a:pt x="897888" y="121186"/>
                  <a:pt x="889419" y="121186"/>
                </a:cubicBezTo>
                <a:cubicBezTo>
                  <a:pt x="880226" y="121186"/>
                  <a:pt x="872355" y="117614"/>
                  <a:pt x="865809" y="110470"/>
                </a:cubicBezTo>
                <a:cubicBezTo>
                  <a:pt x="859262" y="103324"/>
                  <a:pt x="855988" y="93718"/>
                  <a:pt x="855988" y="81651"/>
                </a:cubicBezTo>
                <a:cubicBezTo>
                  <a:pt x="855988" y="68586"/>
                  <a:pt x="859345" y="58397"/>
                  <a:pt x="866059" y="51086"/>
                </a:cubicBezTo>
                <a:cubicBezTo>
                  <a:pt x="872773" y="43773"/>
                  <a:pt x="881201" y="40117"/>
                  <a:pt x="891341" y="40117"/>
                </a:cubicBezTo>
                <a:cubicBezTo>
                  <a:pt x="899922" y="40117"/>
                  <a:pt x="906970" y="42937"/>
                  <a:pt x="912486" y="48579"/>
                </a:cubicBezTo>
                <a:cubicBezTo>
                  <a:pt x="918002" y="54218"/>
                  <a:pt x="920760" y="61761"/>
                  <a:pt x="920760" y="71207"/>
                </a:cubicBezTo>
                <a:lnTo>
                  <a:pt x="867856" y="71207"/>
                </a:lnTo>
                <a:moveTo>
                  <a:pt x="867856" y="66360"/>
                </a:moveTo>
                <a:lnTo>
                  <a:pt x="903293" y="66360"/>
                </a:lnTo>
                <a:cubicBezTo>
                  <a:pt x="903014" y="61496"/>
                  <a:pt x="902429" y="58071"/>
                  <a:pt x="901538" y="56082"/>
                </a:cubicBezTo>
                <a:cubicBezTo>
                  <a:pt x="900145" y="52987"/>
                  <a:pt x="898069" y="50555"/>
                  <a:pt x="895311" y="48788"/>
                </a:cubicBezTo>
                <a:cubicBezTo>
                  <a:pt x="892553" y="47019"/>
                  <a:pt x="889670" y="46134"/>
                  <a:pt x="886661" y="46134"/>
                </a:cubicBezTo>
                <a:cubicBezTo>
                  <a:pt x="882036" y="46134"/>
                  <a:pt x="877899" y="47916"/>
                  <a:pt x="874250" y="51480"/>
                </a:cubicBezTo>
                <a:cubicBezTo>
                  <a:pt x="870600" y="55045"/>
                  <a:pt x="868469" y="60004"/>
                  <a:pt x="867856" y="66360"/>
                </a:cubicBezTo>
                <a:close/>
                <a:moveTo>
                  <a:pt x="996005" y="89761"/>
                </a:moveTo>
                <a:cubicBezTo>
                  <a:pt x="993943" y="99846"/>
                  <a:pt x="989904" y="107604"/>
                  <a:pt x="983886" y="113037"/>
                </a:cubicBezTo>
                <a:cubicBezTo>
                  <a:pt x="977869" y="118469"/>
                  <a:pt x="971211" y="121186"/>
                  <a:pt x="963912" y="121186"/>
                </a:cubicBezTo>
                <a:cubicBezTo>
                  <a:pt x="955220" y="121186"/>
                  <a:pt x="947642" y="117540"/>
                  <a:pt x="941179" y="110250"/>
                </a:cubicBezTo>
                <a:cubicBezTo>
                  <a:pt x="934716" y="102958"/>
                  <a:pt x="931484" y="93106"/>
                  <a:pt x="931484" y="80693"/>
                </a:cubicBezTo>
                <a:cubicBezTo>
                  <a:pt x="931484" y="68670"/>
                  <a:pt x="935064" y="58902"/>
                  <a:pt x="942224" y="51389"/>
                </a:cubicBezTo>
                <a:cubicBezTo>
                  <a:pt x="949383" y="43874"/>
                  <a:pt x="957978" y="40117"/>
                  <a:pt x="968007" y="40117"/>
                </a:cubicBezTo>
                <a:cubicBezTo>
                  <a:pt x="975529" y="40117"/>
                  <a:pt x="981713" y="42115"/>
                  <a:pt x="986561" y="46113"/>
                </a:cubicBezTo>
                <a:cubicBezTo>
                  <a:pt x="991408" y="50109"/>
                  <a:pt x="993832" y="54259"/>
                  <a:pt x="993832" y="58563"/>
                </a:cubicBezTo>
                <a:cubicBezTo>
                  <a:pt x="993832" y="60688"/>
                  <a:pt x="993149" y="62407"/>
                  <a:pt x="991784" y="63722"/>
                </a:cubicBezTo>
                <a:cubicBezTo>
                  <a:pt x="990419" y="65035"/>
                  <a:pt x="988511" y="65691"/>
                  <a:pt x="986059" y="65691"/>
                </a:cubicBezTo>
                <a:cubicBezTo>
                  <a:pt x="982772" y="65691"/>
                  <a:pt x="980293" y="64624"/>
                  <a:pt x="978621" y="62489"/>
                </a:cubicBezTo>
                <a:cubicBezTo>
                  <a:pt x="977674" y="61308"/>
                  <a:pt x="977047" y="59061"/>
                  <a:pt x="976741" y="55745"/>
                </a:cubicBezTo>
                <a:cubicBezTo>
                  <a:pt x="976434" y="52430"/>
                  <a:pt x="975306" y="49902"/>
                  <a:pt x="973356" y="48161"/>
                </a:cubicBezTo>
                <a:cubicBezTo>
                  <a:pt x="971406" y="46475"/>
                  <a:pt x="968703" y="45633"/>
                  <a:pt x="965249" y="45633"/>
                </a:cubicBezTo>
                <a:cubicBezTo>
                  <a:pt x="959677" y="45633"/>
                  <a:pt x="955192" y="47694"/>
                  <a:pt x="951793" y="51817"/>
                </a:cubicBezTo>
                <a:cubicBezTo>
                  <a:pt x="947280" y="57278"/>
                  <a:pt x="945023" y="64493"/>
                  <a:pt x="945023" y="73464"/>
                </a:cubicBezTo>
                <a:cubicBezTo>
                  <a:pt x="945023" y="82601"/>
                  <a:pt x="947266" y="90666"/>
                  <a:pt x="951751" y="97659"/>
                </a:cubicBezTo>
                <a:cubicBezTo>
                  <a:pt x="956237" y="104651"/>
                  <a:pt x="962296" y="108148"/>
                  <a:pt x="969929" y="108148"/>
                </a:cubicBezTo>
                <a:cubicBezTo>
                  <a:pt x="975389" y="108148"/>
                  <a:pt x="980293" y="106281"/>
                  <a:pt x="984639" y="102548"/>
                </a:cubicBezTo>
                <a:cubicBezTo>
                  <a:pt x="987703" y="99985"/>
                  <a:pt x="990684" y="95333"/>
                  <a:pt x="993581" y="88591"/>
                </a:cubicBezTo>
                <a:lnTo>
                  <a:pt x="996005" y="89761"/>
                </a:lnTo>
                <a:close/>
                <a:moveTo>
                  <a:pt x="1044422" y="40117"/>
                </a:moveTo>
                <a:cubicBezTo>
                  <a:pt x="1056011" y="40117"/>
                  <a:pt x="1065316" y="44514"/>
                  <a:pt x="1072336" y="53309"/>
                </a:cubicBezTo>
                <a:cubicBezTo>
                  <a:pt x="1078298" y="60822"/>
                  <a:pt x="1081279" y="69449"/>
                  <a:pt x="1081279" y="79191"/>
                </a:cubicBezTo>
                <a:cubicBezTo>
                  <a:pt x="1081279" y="86037"/>
                  <a:pt x="1079635" y="92967"/>
                  <a:pt x="1076348" y="99981"/>
                </a:cubicBezTo>
                <a:cubicBezTo>
                  <a:pt x="1073061" y="106992"/>
                  <a:pt x="1068533" y="112280"/>
                  <a:pt x="1062767" y="115842"/>
                </a:cubicBezTo>
                <a:cubicBezTo>
                  <a:pt x="1057000" y="119404"/>
                  <a:pt x="1050578" y="121186"/>
                  <a:pt x="1043502" y="121186"/>
                </a:cubicBezTo>
                <a:cubicBezTo>
                  <a:pt x="1031969" y="121186"/>
                  <a:pt x="1022803" y="116593"/>
                  <a:pt x="1016006" y="107409"/>
                </a:cubicBezTo>
                <a:cubicBezTo>
                  <a:pt x="1010267" y="99673"/>
                  <a:pt x="1007397" y="90990"/>
                  <a:pt x="1007397" y="81362"/>
                </a:cubicBezTo>
                <a:cubicBezTo>
                  <a:pt x="1007397" y="74348"/>
                  <a:pt x="1009139" y="67376"/>
                  <a:pt x="1012621" y="60447"/>
                </a:cubicBezTo>
                <a:cubicBezTo>
                  <a:pt x="1016103" y="53517"/>
                  <a:pt x="1020686" y="48396"/>
                  <a:pt x="1026369" y="45084"/>
                </a:cubicBezTo>
                <a:cubicBezTo>
                  <a:pt x="1032052" y="41772"/>
                  <a:pt x="1038070" y="40117"/>
                  <a:pt x="1044422" y="40117"/>
                </a:cubicBezTo>
                <a:moveTo>
                  <a:pt x="1041831" y="45633"/>
                </a:moveTo>
                <a:cubicBezTo>
                  <a:pt x="1038878" y="45633"/>
                  <a:pt x="1035911" y="46508"/>
                  <a:pt x="1032930" y="48257"/>
                </a:cubicBezTo>
                <a:cubicBezTo>
                  <a:pt x="1029949" y="50006"/>
                  <a:pt x="1027539" y="53073"/>
                  <a:pt x="1025701" y="57459"/>
                </a:cubicBezTo>
                <a:cubicBezTo>
                  <a:pt x="1023862" y="61845"/>
                  <a:pt x="1022943" y="67479"/>
                  <a:pt x="1022943" y="74362"/>
                </a:cubicBezTo>
                <a:cubicBezTo>
                  <a:pt x="1022943" y="85465"/>
                  <a:pt x="1025157" y="95043"/>
                  <a:pt x="1029587" y="103094"/>
                </a:cubicBezTo>
                <a:cubicBezTo>
                  <a:pt x="1034016" y="111143"/>
                  <a:pt x="1039853" y="115168"/>
                  <a:pt x="1047096" y="115168"/>
                </a:cubicBezTo>
                <a:cubicBezTo>
                  <a:pt x="1052501" y="115168"/>
                  <a:pt x="1056958" y="112947"/>
                  <a:pt x="1060468" y="108506"/>
                </a:cubicBezTo>
                <a:cubicBezTo>
                  <a:pt x="1063979" y="104064"/>
                  <a:pt x="1065734" y="96431"/>
                  <a:pt x="1065734" y="85606"/>
                </a:cubicBezTo>
                <a:cubicBezTo>
                  <a:pt x="1065734" y="72059"/>
                  <a:pt x="1062808" y="61400"/>
                  <a:pt x="1056958" y="53627"/>
                </a:cubicBezTo>
                <a:cubicBezTo>
                  <a:pt x="1053002" y="48298"/>
                  <a:pt x="1047960" y="45633"/>
                  <a:pt x="1041831" y="45633"/>
                </a:cubicBezTo>
                <a:close/>
                <a:moveTo>
                  <a:pt x="1114960" y="40117"/>
                </a:moveTo>
                <a:lnTo>
                  <a:pt x="1114960" y="57333"/>
                </a:lnTo>
                <a:cubicBezTo>
                  <a:pt x="1121368" y="45856"/>
                  <a:pt x="1127942" y="40117"/>
                  <a:pt x="1134684" y="40117"/>
                </a:cubicBezTo>
                <a:cubicBezTo>
                  <a:pt x="1137749" y="40117"/>
                  <a:pt x="1140284" y="41050"/>
                  <a:pt x="1142290" y="42916"/>
                </a:cubicBezTo>
                <a:cubicBezTo>
                  <a:pt x="1144295" y="44783"/>
                  <a:pt x="1145298" y="46942"/>
                  <a:pt x="1145298" y="49394"/>
                </a:cubicBezTo>
                <a:cubicBezTo>
                  <a:pt x="1145298" y="51567"/>
                  <a:pt x="1144574" y="53405"/>
                  <a:pt x="1143125" y="54910"/>
                </a:cubicBezTo>
                <a:cubicBezTo>
                  <a:pt x="1141677" y="56414"/>
                  <a:pt x="1139949" y="57166"/>
                  <a:pt x="1137944" y="57166"/>
                </a:cubicBezTo>
                <a:cubicBezTo>
                  <a:pt x="1135993" y="57166"/>
                  <a:pt x="1133807" y="56219"/>
                  <a:pt x="1131383" y="54325"/>
                </a:cubicBezTo>
                <a:cubicBezTo>
                  <a:pt x="1128959" y="52430"/>
                  <a:pt x="1127162" y="51483"/>
                  <a:pt x="1125992" y="51483"/>
                </a:cubicBezTo>
                <a:cubicBezTo>
                  <a:pt x="1124989" y="51483"/>
                  <a:pt x="1123903" y="52036"/>
                  <a:pt x="1122733" y="53141"/>
                </a:cubicBezTo>
                <a:cubicBezTo>
                  <a:pt x="1120225" y="55410"/>
                  <a:pt x="1117634" y="59144"/>
                  <a:pt x="1114960" y="64343"/>
                </a:cubicBezTo>
                <a:lnTo>
                  <a:pt x="1114960" y="100960"/>
                </a:lnTo>
                <a:cubicBezTo>
                  <a:pt x="1114960" y="105198"/>
                  <a:pt x="1115489" y="108404"/>
                  <a:pt x="1116548" y="110577"/>
                </a:cubicBezTo>
                <a:cubicBezTo>
                  <a:pt x="1117272" y="112083"/>
                  <a:pt x="1118554" y="113336"/>
                  <a:pt x="1120393" y="114338"/>
                </a:cubicBezTo>
                <a:cubicBezTo>
                  <a:pt x="1122231" y="115337"/>
                  <a:pt x="1124878" y="115837"/>
                  <a:pt x="1128332" y="115837"/>
                </a:cubicBezTo>
                <a:lnTo>
                  <a:pt x="1128332" y="118845"/>
                </a:lnTo>
                <a:lnTo>
                  <a:pt x="1089135" y="118845"/>
                </a:lnTo>
                <a:lnTo>
                  <a:pt x="1089135" y="115837"/>
                </a:lnTo>
                <a:cubicBezTo>
                  <a:pt x="1093035" y="115837"/>
                  <a:pt x="1095933" y="115217"/>
                  <a:pt x="1097827" y="113977"/>
                </a:cubicBezTo>
                <a:cubicBezTo>
                  <a:pt x="1099220" y="113075"/>
                  <a:pt x="1100195" y="111638"/>
                  <a:pt x="1100752" y="109665"/>
                </a:cubicBezTo>
                <a:cubicBezTo>
                  <a:pt x="1101031" y="108706"/>
                  <a:pt x="1101170" y="105971"/>
                  <a:pt x="1101170" y="101462"/>
                </a:cubicBezTo>
                <a:lnTo>
                  <a:pt x="1101170" y="72043"/>
                </a:lnTo>
                <a:cubicBezTo>
                  <a:pt x="1101170" y="63128"/>
                  <a:pt x="1100989" y="57821"/>
                  <a:pt x="1100627" y="56121"/>
                </a:cubicBezTo>
                <a:cubicBezTo>
                  <a:pt x="1100265" y="54422"/>
                  <a:pt x="1099596" y="53182"/>
                  <a:pt x="1098621" y="52402"/>
                </a:cubicBezTo>
                <a:cubicBezTo>
                  <a:pt x="1097646" y="51622"/>
                  <a:pt x="1096434" y="51232"/>
                  <a:pt x="1094985" y="51232"/>
                </a:cubicBezTo>
                <a:cubicBezTo>
                  <a:pt x="1093258" y="51232"/>
                  <a:pt x="1091308" y="51650"/>
                  <a:pt x="1089135" y="52486"/>
                </a:cubicBezTo>
                <a:lnTo>
                  <a:pt x="1088299" y="49477"/>
                </a:lnTo>
                <a:lnTo>
                  <a:pt x="1111450" y="40117"/>
                </a:lnTo>
                <a:lnTo>
                  <a:pt x="1114960" y="40117"/>
                </a:lnTo>
                <a:close/>
                <a:moveTo>
                  <a:pt x="1203633" y="110242"/>
                </a:moveTo>
                <a:cubicBezTo>
                  <a:pt x="1199900" y="114141"/>
                  <a:pt x="1196251" y="116940"/>
                  <a:pt x="1192685" y="118639"/>
                </a:cubicBezTo>
                <a:cubicBezTo>
                  <a:pt x="1189119" y="120337"/>
                  <a:pt x="1185274" y="121186"/>
                  <a:pt x="1181151" y="121186"/>
                </a:cubicBezTo>
                <a:cubicBezTo>
                  <a:pt x="1172794" y="121186"/>
                  <a:pt x="1165495" y="117697"/>
                  <a:pt x="1159254" y="110720"/>
                </a:cubicBezTo>
                <a:cubicBezTo>
                  <a:pt x="1153014" y="103742"/>
                  <a:pt x="1149894" y="94775"/>
                  <a:pt x="1149894" y="83819"/>
                </a:cubicBezTo>
                <a:cubicBezTo>
                  <a:pt x="1149894" y="72865"/>
                  <a:pt x="1153348" y="62843"/>
                  <a:pt x="1160257" y="53753"/>
                </a:cubicBezTo>
                <a:cubicBezTo>
                  <a:pt x="1167166" y="44662"/>
                  <a:pt x="1176053" y="40117"/>
                  <a:pt x="1186918" y="40117"/>
                </a:cubicBezTo>
                <a:cubicBezTo>
                  <a:pt x="1193660" y="40117"/>
                  <a:pt x="1199231" y="42261"/>
                  <a:pt x="1203633" y="46549"/>
                </a:cubicBezTo>
                <a:lnTo>
                  <a:pt x="1203633" y="32260"/>
                </a:lnTo>
                <a:cubicBezTo>
                  <a:pt x="1203633" y="23549"/>
                  <a:pt x="1203424" y="18195"/>
                  <a:pt x="1203006" y="16198"/>
                </a:cubicBezTo>
                <a:cubicBezTo>
                  <a:pt x="1202588" y="14201"/>
                  <a:pt x="1201934" y="12841"/>
                  <a:pt x="1201042" y="12119"/>
                </a:cubicBezTo>
                <a:cubicBezTo>
                  <a:pt x="1200151" y="11394"/>
                  <a:pt x="1199036" y="11032"/>
                  <a:pt x="1197699" y="11032"/>
                </a:cubicBezTo>
                <a:cubicBezTo>
                  <a:pt x="1196251" y="11032"/>
                  <a:pt x="1194328" y="11478"/>
                  <a:pt x="1191932" y="12369"/>
                </a:cubicBezTo>
                <a:lnTo>
                  <a:pt x="1190846" y="9361"/>
                </a:lnTo>
                <a:lnTo>
                  <a:pt x="1213662" y="0"/>
                </a:lnTo>
                <a:lnTo>
                  <a:pt x="1217423" y="0"/>
                </a:lnTo>
                <a:lnTo>
                  <a:pt x="1217423" y="88591"/>
                </a:lnTo>
                <a:cubicBezTo>
                  <a:pt x="1217423" y="97525"/>
                  <a:pt x="1217632" y="102976"/>
                  <a:pt x="1218050" y="104946"/>
                </a:cubicBezTo>
                <a:cubicBezTo>
                  <a:pt x="1218468" y="106915"/>
                  <a:pt x="1219137" y="108290"/>
                  <a:pt x="1220056" y="109070"/>
                </a:cubicBezTo>
                <a:cubicBezTo>
                  <a:pt x="1220975" y="109848"/>
                  <a:pt x="1222048" y="110237"/>
                  <a:pt x="1223274" y="110237"/>
                </a:cubicBezTo>
                <a:cubicBezTo>
                  <a:pt x="1224778" y="110237"/>
                  <a:pt x="1226784" y="109764"/>
                  <a:pt x="1229291" y="108816"/>
                </a:cubicBezTo>
                <a:lnTo>
                  <a:pt x="1230210" y="111825"/>
                </a:lnTo>
                <a:lnTo>
                  <a:pt x="1207478" y="121186"/>
                </a:lnTo>
                <a:lnTo>
                  <a:pt x="1203633" y="121186"/>
                </a:lnTo>
                <a:lnTo>
                  <a:pt x="1203633" y="110242"/>
                </a:lnTo>
                <a:moveTo>
                  <a:pt x="1203633" y="104405"/>
                </a:moveTo>
                <a:lnTo>
                  <a:pt x="1203633" y="65056"/>
                </a:lnTo>
                <a:cubicBezTo>
                  <a:pt x="1203299" y="61276"/>
                  <a:pt x="1202296" y="57830"/>
                  <a:pt x="1200624" y="54719"/>
                </a:cubicBezTo>
                <a:cubicBezTo>
                  <a:pt x="1198953" y="51606"/>
                  <a:pt x="1196738" y="49258"/>
                  <a:pt x="1193980" y="47675"/>
                </a:cubicBezTo>
                <a:cubicBezTo>
                  <a:pt x="1191222" y="46091"/>
                  <a:pt x="1188534" y="45298"/>
                  <a:pt x="1185915" y="45298"/>
                </a:cubicBezTo>
                <a:cubicBezTo>
                  <a:pt x="1181012" y="45298"/>
                  <a:pt x="1176638" y="47494"/>
                  <a:pt x="1172794" y="51885"/>
                </a:cubicBezTo>
                <a:cubicBezTo>
                  <a:pt x="1167723" y="57664"/>
                  <a:pt x="1165188" y="66111"/>
                  <a:pt x="1165188" y="77227"/>
                </a:cubicBezTo>
                <a:cubicBezTo>
                  <a:pt x="1165188" y="88454"/>
                  <a:pt x="1167640" y="97056"/>
                  <a:pt x="1172543" y="103031"/>
                </a:cubicBezTo>
                <a:cubicBezTo>
                  <a:pt x="1177446" y="109005"/>
                  <a:pt x="1182906" y="111992"/>
                  <a:pt x="1188924" y="111992"/>
                </a:cubicBezTo>
                <a:cubicBezTo>
                  <a:pt x="1193994" y="111992"/>
                  <a:pt x="1198897" y="109463"/>
                  <a:pt x="1203633" y="104405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A745D-FDBB-44AD-A525-C178891E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90" y="4480117"/>
            <a:ext cx="1510525" cy="313795"/>
          </a:xfrm>
          <a:custGeom xmlns:a="http://schemas.openxmlformats.org/drawingml/2006/main">
            <a:pathLst>
              <a:path w="1510525" h="313795" fill="none">
                <a:moveTo>
                  <a:pt x="42791" y="0"/>
                </a:moveTo>
                <a:cubicBezTo>
                  <a:pt x="19153" y="0"/>
                  <a:pt x="0" y="19153"/>
                  <a:pt x="0" y="42791"/>
                </a:cubicBezTo>
                <a:lnTo>
                  <a:pt x="0" y="271004"/>
                </a:lnTo>
                <a:cubicBezTo>
                  <a:pt x="0" y="294642"/>
                  <a:pt x="19153" y="313795"/>
                  <a:pt x="42791" y="313795"/>
                </a:cubicBezTo>
                <a:lnTo>
                  <a:pt x="1467733" y="313795"/>
                </a:lnTo>
                <a:cubicBezTo>
                  <a:pt x="1491371" y="313795"/>
                  <a:pt x="1510525" y="294642"/>
                  <a:pt x="1510525" y="271004"/>
                </a:cubicBezTo>
                <a:lnTo>
                  <a:pt x="1510525" y="42791"/>
                </a:lnTo>
                <a:cubicBezTo>
                  <a:pt x="1510525" y="19153"/>
                  <a:pt x="1491371" y="0"/>
                  <a:pt x="1467733" y="0"/>
                </a:cubicBezTo>
                <a:lnTo>
                  <a:pt x="4279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4373B2"/>
            </a:solidFill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F0861-39C0-4F77-B7BB-66DC0F7F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4" y="1955612"/>
            <a:ext cx="2378327" cy="3286713"/>
          </a:xfrm>
          <a:custGeom xmlns:a="http://schemas.openxmlformats.org/drawingml/2006/main">
            <a:pathLst>
              <a:path w="2378327" h="3286713" fill="none">
                <a:moveTo>
                  <a:pt x="136931" y="0"/>
                </a:moveTo>
                <a:cubicBezTo>
                  <a:pt x="61311" y="0"/>
                  <a:pt x="0" y="61311"/>
                  <a:pt x="0" y="136931"/>
                </a:cubicBezTo>
                <a:lnTo>
                  <a:pt x="0" y="3149782"/>
                </a:lnTo>
                <a:cubicBezTo>
                  <a:pt x="0" y="3225402"/>
                  <a:pt x="61311" y="3286713"/>
                  <a:pt x="136931" y="3286713"/>
                </a:cubicBezTo>
                <a:lnTo>
                  <a:pt x="2241396" y="3286713"/>
                </a:lnTo>
                <a:cubicBezTo>
                  <a:pt x="2317016" y="3286713"/>
                  <a:pt x="2378327" y="3225402"/>
                  <a:pt x="2378327" y="3149782"/>
                </a:cubicBezTo>
                <a:lnTo>
                  <a:pt x="2378327" y="136931"/>
                </a:lnTo>
                <a:cubicBezTo>
                  <a:pt x="2378327" y="61311"/>
                  <a:pt x="2317016" y="0"/>
                  <a:pt x="2241396" y="0"/>
                </a:cubicBezTo>
                <a:lnTo>
                  <a:pt x="1369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47" cap="flat">
            <a:solidFill>
              <a:srgbClr val="231F20"/>
            </a:solidFill>
            <a:miter/>
          </a:ln>
        </p:spPr>
      </p:sp>
      <p:sp>
        <p:nvSpPr>
          <p:cNvPr id="258" name="Text ExecutionRecord">
            <a:extLst xmlns:a="http://schemas.openxmlformats.org/drawingml/2006/main">
              <a:ext uri="{FF2B5EF4-FFF2-40B4-BE49-F238E27FC236}">
                <a16:creationId xmlns:a16="http://schemas.microsoft.com/office/drawing/2014/main" id="{1514A94F-E248-4A53-A34A-FB2084D3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42" y="5262657"/>
            <a:ext cx="1357386" cy="145423"/>
          </a:xfrm>
          <a:custGeom xmlns:a="http://schemas.openxmlformats.org/drawingml/2006/main">
            <a:pathLst>
              <a:path w="1357386" h="145423">
                <a:moveTo>
                  <a:pt x="35657" y="14041"/>
                </a:moveTo>
                <a:lnTo>
                  <a:pt x="35657" y="67597"/>
                </a:lnTo>
                <a:lnTo>
                  <a:pt x="63185" y="67597"/>
                </a:lnTo>
                <a:cubicBezTo>
                  <a:pt x="70328" y="67597"/>
                  <a:pt x="75101" y="66420"/>
                  <a:pt x="77503" y="64067"/>
                </a:cubicBezTo>
                <a:cubicBezTo>
                  <a:pt x="80705" y="60977"/>
                  <a:pt x="82491" y="55534"/>
                  <a:pt x="82861" y="47739"/>
                </a:cubicBezTo>
                <a:lnTo>
                  <a:pt x="86278" y="47739"/>
                </a:lnTo>
                <a:lnTo>
                  <a:pt x="86278" y="95277"/>
                </a:lnTo>
                <a:lnTo>
                  <a:pt x="82861" y="95277"/>
                </a:lnTo>
                <a:cubicBezTo>
                  <a:pt x="81998" y="88658"/>
                  <a:pt x="81136" y="84412"/>
                  <a:pt x="80274" y="82540"/>
                </a:cubicBezTo>
                <a:cubicBezTo>
                  <a:pt x="79166" y="80200"/>
                  <a:pt x="77349" y="78361"/>
                  <a:pt x="74824" y="77024"/>
                </a:cubicBezTo>
                <a:cubicBezTo>
                  <a:pt x="72299" y="75687"/>
                  <a:pt x="68419" y="75018"/>
                  <a:pt x="63185" y="75018"/>
                </a:cubicBezTo>
                <a:lnTo>
                  <a:pt x="35657" y="75018"/>
                </a:lnTo>
                <a:lnTo>
                  <a:pt x="35657" y="119924"/>
                </a:lnTo>
                <a:cubicBezTo>
                  <a:pt x="35657" y="125952"/>
                  <a:pt x="35903" y="129618"/>
                  <a:pt x="36396" y="130924"/>
                </a:cubicBezTo>
                <a:cubicBezTo>
                  <a:pt x="36888" y="132230"/>
                  <a:pt x="37751" y="133269"/>
                  <a:pt x="38982" y="134040"/>
                </a:cubicBezTo>
                <a:cubicBezTo>
                  <a:pt x="40214" y="134809"/>
                  <a:pt x="42554" y="135193"/>
                  <a:pt x="46003" y="135193"/>
                </a:cubicBezTo>
                <a:lnTo>
                  <a:pt x="67249" y="135193"/>
                </a:lnTo>
                <a:cubicBezTo>
                  <a:pt x="74331" y="135193"/>
                  <a:pt x="79473" y="134658"/>
                  <a:pt x="82676" y="133588"/>
                </a:cubicBezTo>
                <a:cubicBezTo>
                  <a:pt x="85878" y="132519"/>
                  <a:pt x="88957" y="130412"/>
                  <a:pt x="91913" y="127270"/>
                </a:cubicBezTo>
                <a:cubicBezTo>
                  <a:pt x="95732" y="123125"/>
                  <a:pt x="99642" y="116873"/>
                  <a:pt x="103645" y="108515"/>
                </a:cubicBezTo>
                <a:lnTo>
                  <a:pt x="107340" y="108515"/>
                </a:lnTo>
                <a:lnTo>
                  <a:pt x="96532" y="142615"/>
                </a:lnTo>
                <a:lnTo>
                  <a:pt x="0" y="142615"/>
                </a:lnTo>
                <a:lnTo>
                  <a:pt x="0" y="138804"/>
                </a:lnTo>
                <a:lnTo>
                  <a:pt x="4434" y="138804"/>
                </a:lnTo>
                <a:cubicBezTo>
                  <a:pt x="7390" y="138804"/>
                  <a:pt x="10192" y="138035"/>
                  <a:pt x="12840" y="136497"/>
                </a:cubicBezTo>
                <a:cubicBezTo>
                  <a:pt x="14811" y="135427"/>
                  <a:pt x="16150" y="133822"/>
                  <a:pt x="16858" y="131683"/>
                </a:cubicBezTo>
                <a:cubicBezTo>
                  <a:pt x="17567" y="129543"/>
                  <a:pt x="17921" y="125164"/>
                  <a:pt x="17921" y="118545"/>
                </a:cubicBezTo>
                <a:lnTo>
                  <a:pt x="17921" y="30288"/>
                </a:lnTo>
                <a:cubicBezTo>
                  <a:pt x="17921" y="21707"/>
                  <a:pt x="17120" y="16419"/>
                  <a:pt x="15519" y="14423"/>
                </a:cubicBezTo>
                <a:cubicBezTo>
                  <a:pt x="13302" y="11761"/>
                  <a:pt x="9607" y="10430"/>
                  <a:pt x="4434" y="10430"/>
                </a:cubicBezTo>
                <a:lnTo>
                  <a:pt x="0" y="10430"/>
                </a:lnTo>
                <a:lnTo>
                  <a:pt x="0" y="6619"/>
                </a:lnTo>
                <a:lnTo>
                  <a:pt x="96532" y="6619"/>
                </a:lnTo>
                <a:lnTo>
                  <a:pt x="97918" y="36506"/>
                </a:lnTo>
                <a:lnTo>
                  <a:pt x="94315" y="36506"/>
                </a:lnTo>
                <a:cubicBezTo>
                  <a:pt x="93022" y="29321"/>
                  <a:pt x="91590" y="24384"/>
                  <a:pt x="90020" y="21697"/>
                </a:cubicBezTo>
                <a:cubicBezTo>
                  <a:pt x="88449" y="19010"/>
                  <a:pt x="86124" y="16962"/>
                  <a:pt x="83045" y="15551"/>
                </a:cubicBezTo>
                <a:cubicBezTo>
                  <a:pt x="80582" y="14544"/>
                  <a:pt x="76240" y="14041"/>
                  <a:pt x="70020" y="14041"/>
                </a:cubicBezTo>
                <a:lnTo>
                  <a:pt x="35657" y="14041"/>
                </a:lnTo>
                <a:close/>
                <a:moveTo>
                  <a:pt x="114206" y="50748"/>
                </a:moveTo>
                <a:lnTo>
                  <a:pt x="154020" y="50748"/>
                </a:lnTo>
                <a:lnTo>
                  <a:pt x="154020" y="54358"/>
                </a:lnTo>
                <a:cubicBezTo>
                  <a:pt x="151495" y="54358"/>
                  <a:pt x="149724" y="54831"/>
                  <a:pt x="148708" y="55778"/>
                </a:cubicBezTo>
                <a:cubicBezTo>
                  <a:pt x="147692" y="56722"/>
                  <a:pt x="147184" y="57971"/>
                  <a:pt x="147184" y="59523"/>
                </a:cubicBezTo>
                <a:cubicBezTo>
                  <a:pt x="147184" y="61144"/>
                  <a:pt x="148262" y="63643"/>
                  <a:pt x="150417" y="67020"/>
                </a:cubicBezTo>
                <a:cubicBezTo>
                  <a:pt x="151095" y="68067"/>
                  <a:pt x="152111" y="69704"/>
                  <a:pt x="153465" y="71931"/>
                </a:cubicBezTo>
                <a:lnTo>
                  <a:pt x="159470" y="82399"/>
                </a:lnTo>
                <a:lnTo>
                  <a:pt x="166398" y="71969"/>
                </a:lnTo>
                <a:cubicBezTo>
                  <a:pt x="170832" y="65414"/>
                  <a:pt x="173049" y="61250"/>
                  <a:pt x="173049" y="59476"/>
                </a:cubicBezTo>
                <a:cubicBezTo>
                  <a:pt x="173049" y="58043"/>
                  <a:pt x="172526" y="56832"/>
                  <a:pt x="171479" y="55844"/>
                </a:cubicBezTo>
                <a:cubicBezTo>
                  <a:pt x="170432" y="54853"/>
                  <a:pt x="168738" y="54358"/>
                  <a:pt x="166398" y="54358"/>
                </a:cubicBezTo>
                <a:lnTo>
                  <a:pt x="166398" y="50748"/>
                </a:lnTo>
                <a:lnTo>
                  <a:pt x="195034" y="50748"/>
                </a:lnTo>
                <a:lnTo>
                  <a:pt x="195034" y="54358"/>
                </a:lnTo>
                <a:cubicBezTo>
                  <a:pt x="192017" y="54559"/>
                  <a:pt x="189399" y="55462"/>
                  <a:pt x="187182" y="57069"/>
                </a:cubicBezTo>
                <a:cubicBezTo>
                  <a:pt x="184165" y="59344"/>
                  <a:pt x="180039" y="64296"/>
                  <a:pt x="174804" y="71925"/>
                </a:cubicBezTo>
                <a:lnTo>
                  <a:pt x="163257" y="88655"/>
                </a:lnTo>
                <a:lnTo>
                  <a:pt x="184319" y="121632"/>
                </a:lnTo>
                <a:cubicBezTo>
                  <a:pt x="189492" y="129732"/>
                  <a:pt x="193187" y="134603"/>
                  <a:pt x="195404" y="136243"/>
                </a:cubicBezTo>
                <a:cubicBezTo>
                  <a:pt x="197621" y="137883"/>
                  <a:pt x="200484" y="138804"/>
                  <a:pt x="203995" y="139004"/>
                </a:cubicBezTo>
                <a:lnTo>
                  <a:pt x="203995" y="142615"/>
                </a:lnTo>
                <a:lnTo>
                  <a:pt x="164089" y="142615"/>
                </a:lnTo>
                <a:lnTo>
                  <a:pt x="164089" y="139004"/>
                </a:lnTo>
                <a:cubicBezTo>
                  <a:pt x="166860" y="139004"/>
                  <a:pt x="169015" y="138334"/>
                  <a:pt x="170555" y="136995"/>
                </a:cubicBezTo>
                <a:cubicBezTo>
                  <a:pt x="171725" y="136057"/>
                  <a:pt x="172310" y="134817"/>
                  <a:pt x="172310" y="133275"/>
                </a:cubicBezTo>
                <a:cubicBezTo>
                  <a:pt x="172310" y="131735"/>
                  <a:pt x="170339" y="127850"/>
                  <a:pt x="166398" y="121619"/>
                </a:cubicBezTo>
                <a:lnTo>
                  <a:pt x="154020" y="101968"/>
                </a:lnTo>
                <a:lnTo>
                  <a:pt x="140441" y="121538"/>
                </a:lnTo>
                <a:cubicBezTo>
                  <a:pt x="136253" y="127662"/>
                  <a:pt x="134159" y="131296"/>
                  <a:pt x="134159" y="132441"/>
                </a:cubicBezTo>
                <a:cubicBezTo>
                  <a:pt x="134159" y="134056"/>
                  <a:pt x="134852" y="135521"/>
                  <a:pt x="136238" y="136835"/>
                </a:cubicBezTo>
                <a:cubicBezTo>
                  <a:pt x="137623" y="138147"/>
                  <a:pt x="139702" y="138870"/>
                  <a:pt x="142473" y="139004"/>
                </a:cubicBezTo>
                <a:lnTo>
                  <a:pt x="142473" y="142615"/>
                </a:lnTo>
                <a:lnTo>
                  <a:pt x="114853" y="142615"/>
                </a:lnTo>
                <a:lnTo>
                  <a:pt x="114853" y="139004"/>
                </a:lnTo>
                <a:cubicBezTo>
                  <a:pt x="117070" y="138670"/>
                  <a:pt x="119010" y="137833"/>
                  <a:pt x="120672" y="136494"/>
                </a:cubicBezTo>
                <a:cubicBezTo>
                  <a:pt x="123012" y="134553"/>
                  <a:pt x="126954" y="129599"/>
                  <a:pt x="132496" y="121632"/>
                </a:cubicBezTo>
                <a:lnTo>
                  <a:pt x="150232" y="96004"/>
                </a:lnTo>
                <a:lnTo>
                  <a:pt x="134159" y="70724"/>
                </a:lnTo>
                <a:cubicBezTo>
                  <a:pt x="129602" y="63495"/>
                  <a:pt x="126076" y="58960"/>
                  <a:pt x="123582" y="57119"/>
                </a:cubicBezTo>
                <a:cubicBezTo>
                  <a:pt x="121088" y="55278"/>
                  <a:pt x="117963" y="54358"/>
                  <a:pt x="114206" y="54358"/>
                </a:cubicBezTo>
                <a:lnTo>
                  <a:pt x="114206" y="50748"/>
                </a:lnTo>
                <a:close/>
                <a:moveTo>
                  <a:pt x="226442" y="85448"/>
                </a:moveTo>
                <a:cubicBezTo>
                  <a:pt x="226380" y="99025"/>
                  <a:pt x="229429" y="109674"/>
                  <a:pt x="235587" y="117394"/>
                </a:cubicBezTo>
                <a:cubicBezTo>
                  <a:pt x="241745" y="125115"/>
                  <a:pt x="248981" y="128975"/>
                  <a:pt x="257295" y="128975"/>
                </a:cubicBezTo>
                <a:cubicBezTo>
                  <a:pt x="262838" y="128975"/>
                  <a:pt x="267657" y="127313"/>
                  <a:pt x="271752" y="123989"/>
                </a:cubicBezTo>
                <a:cubicBezTo>
                  <a:pt x="275847" y="120664"/>
                  <a:pt x="279280" y="114972"/>
                  <a:pt x="282052" y="106911"/>
                </a:cubicBezTo>
                <a:lnTo>
                  <a:pt x="284915" y="108926"/>
                </a:lnTo>
                <a:cubicBezTo>
                  <a:pt x="283622" y="118134"/>
                  <a:pt x="279866" y="126519"/>
                  <a:pt x="273646" y="134080"/>
                </a:cubicBezTo>
                <a:cubicBezTo>
                  <a:pt x="267426" y="141642"/>
                  <a:pt x="259635" y="145423"/>
                  <a:pt x="250275" y="145423"/>
                </a:cubicBezTo>
                <a:cubicBezTo>
                  <a:pt x="240113" y="145423"/>
                  <a:pt x="231415" y="141136"/>
                  <a:pt x="224179" y="132563"/>
                </a:cubicBezTo>
                <a:cubicBezTo>
                  <a:pt x="216943" y="123989"/>
                  <a:pt x="213325" y="112461"/>
                  <a:pt x="213325" y="97982"/>
                </a:cubicBezTo>
                <a:cubicBezTo>
                  <a:pt x="213325" y="82303"/>
                  <a:pt x="217035" y="70077"/>
                  <a:pt x="224456" y="61303"/>
                </a:cubicBezTo>
                <a:cubicBezTo>
                  <a:pt x="231877" y="52528"/>
                  <a:pt x="241191" y="48140"/>
                  <a:pt x="252399" y="48140"/>
                </a:cubicBezTo>
                <a:cubicBezTo>
                  <a:pt x="261883" y="48140"/>
                  <a:pt x="269673" y="51525"/>
                  <a:pt x="275770" y="58294"/>
                </a:cubicBezTo>
                <a:cubicBezTo>
                  <a:pt x="281867" y="65062"/>
                  <a:pt x="284915" y="74113"/>
                  <a:pt x="284915" y="85448"/>
                </a:cubicBezTo>
                <a:lnTo>
                  <a:pt x="226442" y="85448"/>
                </a:lnTo>
                <a:moveTo>
                  <a:pt x="226442" y="79631"/>
                </a:moveTo>
                <a:lnTo>
                  <a:pt x="265609" y="79631"/>
                </a:lnTo>
                <a:cubicBezTo>
                  <a:pt x="265301" y="73796"/>
                  <a:pt x="264654" y="69685"/>
                  <a:pt x="263669" y="67299"/>
                </a:cubicBezTo>
                <a:cubicBezTo>
                  <a:pt x="262129" y="63584"/>
                  <a:pt x="259836" y="60666"/>
                  <a:pt x="256787" y="58545"/>
                </a:cubicBezTo>
                <a:cubicBezTo>
                  <a:pt x="253739" y="56422"/>
                  <a:pt x="250552" y="55361"/>
                  <a:pt x="247226" y="55361"/>
                </a:cubicBezTo>
                <a:cubicBezTo>
                  <a:pt x="242115" y="55361"/>
                  <a:pt x="237542" y="57499"/>
                  <a:pt x="233509" y="61776"/>
                </a:cubicBezTo>
                <a:cubicBezTo>
                  <a:pt x="229475" y="66053"/>
                  <a:pt x="227119" y="72005"/>
                  <a:pt x="226442" y="79631"/>
                </a:cubicBezTo>
                <a:close/>
                <a:moveTo>
                  <a:pt x="368082" y="107713"/>
                </a:moveTo>
                <a:cubicBezTo>
                  <a:pt x="365803" y="119815"/>
                  <a:pt x="361339" y="129125"/>
                  <a:pt x="354688" y="135644"/>
                </a:cubicBezTo>
                <a:cubicBezTo>
                  <a:pt x="348037" y="142163"/>
                  <a:pt x="340677" y="145423"/>
                  <a:pt x="332610" y="145423"/>
                </a:cubicBezTo>
                <a:cubicBezTo>
                  <a:pt x="323003" y="145423"/>
                  <a:pt x="314627" y="141049"/>
                  <a:pt x="307484" y="132300"/>
                </a:cubicBezTo>
                <a:cubicBezTo>
                  <a:pt x="300340" y="123550"/>
                  <a:pt x="296768" y="111727"/>
                  <a:pt x="296768" y="96831"/>
                </a:cubicBezTo>
                <a:cubicBezTo>
                  <a:pt x="296768" y="82404"/>
                  <a:pt x="300725" y="70683"/>
                  <a:pt x="308638" y="61667"/>
                </a:cubicBezTo>
                <a:cubicBezTo>
                  <a:pt x="316552" y="52649"/>
                  <a:pt x="326051" y="48140"/>
                  <a:pt x="337136" y="48140"/>
                </a:cubicBezTo>
                <a:cubicBezTo>
                  <a:pt x="345450" y="48140"/>
                  <a:pt x="352286" y="50539"/>
                  <a:pt x="357644" y="55336"/>
                </a:cubicBezTo>
                <a:cubicBezTo>
                  <a:pt x="363001" y="60131"/>
                  <a:pt x="365680" y="65111"/>
                  <a:pt x="365680" y="70276"/>
                </a:cubicBezTo>
                <a:cubicBezTo>
                  <a:pt x="365680" y="72825"/>
                  <a:pt x="364926" y="74889"/>
                  <a:pt x="363417" y="76466"/>
                </a:cubicBezTo>
                <a:cubicBezTo>
                  <a:pt x="361908" y="78041"/>
                  <a:pt x="359799" y="78829"/>
                  <a:pt x="357089" y="78829"/>
                </a:cubicBezTo>
                <a:cubicBezTo>
                  <a:pt x="353456" y="78829"/>
                  <a:pt x="350715" y="77548"/>
                  <a:pt x="348868" y="74987"/>
                </a:cubicBezTo>
                <a:cubicBezTo>
                  <a:pt x="347821" y="73570"/>
                  <a:pt x="347128" y="70873"/>
                  <a:pt x="346789" y="66894"/>
                </a:cubicBezTo>
                <a:cubicBezTo>
                  <a:pt x="346451" y="62916"/>
                  <a:pt x="345204" y="59882"/>
                  <a:pt x="343048" y="57793"/>
                </a:cubicBezTo>
                <a:cubicBezTo>
                  <a:pt x="340893" y="55770"/>
                  <a:pt x="337906" y="54759"/>
                  <a:pt x="334088" y="54759"/>
                </a:cubicBezTo>
                <a:cubicBezTo>
                  <a:pt x="327930" y="54759"/>
                  <a:pt x="322972" y="57233"/>
                  <a:pt x="319215" y="62181"/>
                </a:cubicBezTo>
                <a:cubicBezTo>
                  <a:pt x="314227" y="68733"/>
                  <a:pt x="311733" y="77392"/>
                  <a:pt x="311733" y="88156"/>
                </a:cubicBezTo>
                <a:cubicBezTo>
                  <a:pt x="311733" y="99121"/>
                  <a:pt x="314212" y="108800"/>
                  <a:pt x="319169" y="117191"/>
                </a:cubicBezTo>
                <a:cubicBezTo>
                  <a:pt x="324127" y="125582"/>
                  <a:pt x="330824" y="129777"/>
                  <a:pt x="339261" y="129777"/>
                </a:cubicBezTo>
                <a:cubicBezTo>
                  <a:pt x="345296" y="129777"/>
                  <a:pt x="350715" y="127537"/>
                  <a:pt x="355519" y="123058"/>
                </a:cubicBezTo>
                <a:cubicBezTo>
                  <a:pt x="358906" y="119982"/>
                  <a:pt x="362201" y="114399"/>
                  <a:pt x="365403" y="106309"/>
                </a:cubicBezTo>
                <a:lnTo>
                  <a:pt x="368082" y="107713"/>
                </a:lnTo>
                <a:close/>
                <a:moveTo>
                  <a:pt x="454389" y="50748"/>
                </a:moveTo>
                <a:lnTo>
                  <a:pt x="454389" y="106710"/>
                </a:lnTo>
                <a:cubicBezTo>
                  <a:pt x="454389" y="117209"/>
                  <a:pt x="454620" y="123631"/>
                  <a:pt x="455082" y="125976"/>
                </a:cubicBezTo>
                <a:cubicBezTo>
                  <a:pt x="455544" y="128318"/>
                  <a:pt x="456283" y="129955"/>
                  <a:pt x="457299" y="130887"/>
                </a:cubicBezTo>
                <a:cubicBezTo>
                  <a:pt x="458315" y="131819"/>
                  <a:pt x="459501" y="132285"/>
                  <a:pt x="460856" y="132285"/>
                </a:cubicBezTo>
                <a:cubicBezTo>
                  <a:pt x="462765" y="132285"/>
                  <a:pt x="464920" y="131716"/>
                  <a:pt x="467322" y="130580"/>
                </a:cubicBezTo>
                <a:lnTo>
                  <a:pt x="468615" y="134190"/>
                </a:lnTo>
                <a:lnTo>
                  <a:pt x="443304" y="145423"/>
                </a:lnTo>
                <a:lnTo>
                  <a:pt x="439147" y="145423"/>
                </a:lnTo>
                <a:lnTo>
                  <a:pt x="439147" y="126057"/>
                </a:lnTo>
                <a:cubicBezTo>
                  <a:pt x="431880" y="134576"/>
                  <a:pt x="426338" y="139933"/>
                  <a:pt x="422520" y="142129"/>
                </a:cubicBezTo>
                <a:cubicBezTo>
                  <a:pt x="418702" y="144325"/>
                  <a:pt x="414668" y="145423"/>
                  <a:pt x="410419" y="145423"/>
                </a:cubicBezTo>
                <a:cubicBezTo>
                  <a:pt x="405677" y="145423"/>
                  <a:pt x="401566" y="143935"/>
                  <a:pt x="398087" y="140960"/>
                </a:cubicBezTo>
                <a:cubicBezTo>
                  <a:pt x="394607" y="137984"/>
                  <a:pt x="392190" y="134157"/>
                  <a:pt x="390835" y="129476"/>
                </a:cubicBezTo>
                <a:cubicBezTo>
                  <a:pt x="389480" y="124796"/>
                  <a:pt x="388803" y="118177"/>
                  <a:pt x="388803" y="109619"/>
                </a:cubicBezTo>
                <a:lnTo>
                  <a:pt x="388803" y="68599"/>
                </a:lnTo>
                <a:cubicBezTo>
                  <a:pt x="388803" y="64222"/>
                  <a:pt x="388372" y="61192"/>
                  <a:pt x="387510" y="59511"/>
                </a:cubicBezTo>
                <a:cubicBezTo>
                  <a:pt x="386647" y="57826"/>
                  <a:pt x="385370" y="56530"/>
                  <a:pt x="383676" y="55621"/>
                </a:cubicBezTo>
                <a:cubicBezTo>
                  <a:pt x="381982" y="54712"/>
                  <a:pt x="378919" y="54291"/>
                  <a:pt x="374485" y="54358"/>
                </a:cubicBezTo>
                <a:lnTo>
                  <a:pt x="374485" y="50748"/>
                </a:lnTo>
                <a:lnTo>
                  <a:pt x="404137" y="50748"/>
                </a:lnTo>
                <a:lnTo>
                  <a:pt x="404137" y="112301"/>
                </a:lnTo>
                <a:cubicBezTo>
                  <a:pt x="404137" y="120870"/>
                  <a:pt x="405507" y="126494"/>
                  <a:pt x="408248" y="129172"/>
                </a:cubicBezTo>
                <a:cubicBezTo>
                  <a:pt x="410988" y="131849"/>
                  <a:pt x="414298" y="133187"/>
                  <a:pt x="418178" y="133187"/>
                </a:cubicBezTo>
                <a:cubicBezTo>
                  <a:pt x="420826" y="133187"/>
                  <a:pt x="423828" y="132284"/>
                  <a:pt x="427185" y="130476"/>
                </a:cubicBezTo>
                <a:cubicBezTo>
                  <a:pt x="430541" y="128669"/>
                  <a:pt x="434529" y="125221"/>
                  <a:pt x="439147" y="120134"/>
                </a:cubicBezTo>
                <a:lnTo>
                  <a:pt x="439147" y="68198"/>
                </a:lnTo>
                <a:cubicBezTo>
                  <a:pt x="439147" y="62868"/>
                  <a:pt x="438270" y="59263"/>
                  <a:pt x="436515" y="57382"/>
                </a:cubicBezTo>
                <a:cubicBezTo>
                  <a:pt x="434760" y="55502"/>
                  <a:pt x="431111" y="54494"/>
                  <a:pt x="425568" y="54358"/>
                </a:cubicBezTo>
                <a:lnTo>
                  <a:pt x="425568" y="50748"/>
                </a:lnTo>
                <a:lnTo>
                  <a:pt x="454389" y="50748"/>
                </a:lnTo>
                <a:close/>
                <a:moveTo>
                  <a:pt x="499376" y="20459"/>
                </a:moveTo>
                <a:lnTo>
                  <a:pt x="499376" y="50748"/>
                </a:lnTo>
                <a:lnTo>
                  <a:pt x="519144" y="50748"/>
                </a:lnTo>
                <a:lnTo>
                  <a:pt x="519144" y="57567"/>
                </a:lnTo>
                <a:lnTo>
                  <a:pt x="499376" y="57768"/>
                </a:lnTo>
                <a:lnTo>
                  <a:pt x="499376" y="117423"/>
                </a:lnTo>
                <a:cubicBezTo>
                  <a:pt x="499376" y="123380"/>
                  <a:pt x="500161" y="127396"/>
                  <a:pt x="501732" y="129473"/>
                </a:cubicBezTo>
                <a:cubicBezTo>
                  <a:pt x="503302" y="131548"/>
                  <a:pt x="505319" y="132585"/>
                  <a:pt x="507782" y="132585"/>
                </a:cubicBezTo>
                <a:cubicBezTo>
                  <a:pt x="509814" y="132585"/>
                  <a:pt x="511785" y="131892"/>
                  <a:pt x="513694" y="130504"/>
                </a:cubicBezTo>
                <a:cubicBezTo>
                  <a:pt x="515603" y="129117"/>
                  <a:pt x="517081" y="127069"/>
                  <a:pt x="518128" y="124362"/>
                </a:cubicBezTo>
                <a:lnTo>
                  <a:pt x="521731" y="124362"/>
                </a:lnTo>
                <a:cubicBezTo>
                  <a:pt x="519575" y="130947"/>
                  <a:pt x="516527" y="135903"/>
                  <a:pt x="512586" y="139230"/>
                </a:cubicBezTo>
                <a:cubicBezTo>
                  <a:pt x="508644" y="142556"/>
                  <a:pt x="504580" y="144219"/>
                  <a:pt x="500392" y="144219"/>
                </a:cubicBezTo>
                <a:cubicBezTo>
                  <a:pt x="497559" y="144219"/>
                  <a:pt x="494788" y="143364"/>
                  <a:pt x="492078" y="141652"/>
                </a:cubicBezTo>
                <a:cubicBezTo>
                  <a:pt x="489369" y="139941"/>
                  <a:pt x="487367" y="137492"/>
                  <a:pt x="486074" y="134306"/>
                </a:cubicBezTo>
                <a:cubicBezTo>
                  <a:pt x="484781" y="131120"/>
                  <a:pt x="484134" y="126205"/>
                  <a:pt x="484134" y="119563"/>
                </a:cubicBezTo>
                <a:lnTo>
                  <a:pt x="484134" y="57567"/>
                </a:lnTo>
                <a:lnTo>
                  <a:pt x="470740" y="57567"/>
                </a:lnTo>
                <a:lnTo>
                  <a:pt x="470740" y="54352"/>
                </a:lnTo>
                <a:cubicBezTo>
                  <a:pt x="474127" y="52889"/>
                  <a:pt x="477591" y="50413"/>
                  <a:pt x="481132" y="46924"/>
                </a:cubicBezTo>
                <a:cubicBezTo>
                  <a:pt x="484673" y="43435"/>
                  <a:pt x="487829" y="39276"/>
                  <a:pt x="490600" y="34447"/>
                </a:cubicBezTo>
                <a:cubicBezTo>
                  <a:pt x="492017" y="31898"/>
                  <a:pt x="493987" y="27235"/>
                  <a:pt x="496512" y="20459"/>
                </a:cubicBezTo>
                <a:lnTo>
                  <a:pt x="499376" y="20459"/>
                </a:lnTo>
                <a:close/>
                <a:moveTo>
                  <a:pt x="548921" y="0"/>
                </a:moveTo>
                <a:cubicBezTo>
                  <a:pt x="551507" y="0"/>
                  <a:pt x="553709" y="991"/>
                  <a:pt x="555526" y="2974"/>
                </a:cubicBezTo>
                <a:cubicBezTo>
                  <a:pt x="557342" y="4955"/>
                  <a:pt x="558251" y="7357"/>
                  <a:pt x="558251" y="10180"/>
                </a:cubicBezTo>
                <a:cubicBezTo>
                  <a:pt x="558251" y="13002"/>
                  <a:pt x="557342" y="15422"/>
                  <a:pt x="555526" y="17438"/>
                </a:cubicBezTo>
                <a:cubicBezTo>
                  <a:pt x="553709" y="19452"/>
                  <a:pt x="551507" y="20459"/>
                  <a:pt x="548921" y="20459"/>
                </a:cubicBezTo>
                <a:cubicBezTo>
                  <a:pt x="546334" y="20459"/>
                  <a:pt x="544117" y="19452"/>
                  <a:pt x="542270" y="17438"/>
                </a:cubicBezTo>
                <a:cubicBezTo>
                  <a:pt x="540422" y="15422"/>
                  <a:pt x="539499" y="13002"/>
                  <a:pt x="539499" y="10180"/>
                </a:cubicBezTo>
                <a:cubicBezTo>
                  <a:pt x="539499" y="7357"/>
                  <a:pt x="540407" y="4955"/>
                  <a:pt x="542224" y="2974"/>
                </a:cubicBezTo>
                <a:cubicBezTo>
                  <a:pt x="544040" y="991"/>
                  <a:pt x="546273" y="0"/>
                  <a:pt x="548921" y="0"/>
                </a:cubicBezTo>
                <a:moveTo>
                  <a:pt x="556588" y="48140"/>
                </a:moveTo>
                <a:lnTo>
                  <a:pt x="556588" y="121754"/>
                </a:lnTo>
                <a:cubicBezTo>
                  <a:pt x="556588" y="127537"/>
                  <a:pt x="556973" y="131388"/>
                  <a:pt x="557743" y="133306"/>
                </a:cubicBezTo>
                <a:cubicBezTo>
                  <a:pt x="558513" y="135222"/>
                  <a:pt x="559652" y="136651"/>
                  <a:pt x="561161" y="137594"/>
                </a:cubicBezTo>
                <a:cubicBezTo>
                  <a:pt x="562669" y="138534"/>
                  <a:pt x="565425" y="139004"/>
                  <a:pt x="569428" y="139004"/>
                </a:cubicBezTo>
                <a:lnTo>
                  <a:pt x="569428" y="142615"/>
                </a:lnTo>
                <a:lnTo>
                  <a:pt x="528321" y="142615"/>
                </a:lnTo>
                <a:lnTo>
                  <a:pt x="528321" y="139004"/>
                </a:lnTo>
                <a:cubicBezTo>
                  <a:pt x="532447" y="139004"/>
                  <a:pt x="535219" y="138567"/>
                  <a:pt x="536635" y="137694"/>
                </a:cubicBezTo>
                <a:cubicBezTo>
                  <a:pt x="538051" y="136819"/>
                  <a:pt x="539175" y="135373"/>
                  <a:pt x="540007" y="133356"/>
                </a:cubicBezTo>
                <a:cubicBezTo>
                  <a:pt x="540838" y="131338"/>
                  <a:pt x="541254" y="127471"/>
                  <a:pt x="541254" y="121754"/>
                </a:cubicBezTo>
                <a:lnTo>
                  <a:pt x="541254" y="86652"/>
                </a:lnTo>
                <a:cubicBezTo>
                  <a:pt x="541254" y="76648"/>
                  <a:pt x="540977" y="70169"/>
                  <a:pt x="540422" y="67214"/>
                </a:cubicBezTo>
                <a:cubicBezTo>
                  <a:pt x="539991" y="65064"/>
                  <a:pt x="539314" y="63571"/>
                  <a:pt x="538390" y="62736"/>
                </a:cubicBezTo>
                <a:cubicBezTo>
                  <a:pt x="537466" y="61898"/>
                  <a:pt x="536204" y="61479"/>
                  <a:pt x="534603" y="61479"/>
                </a:cubicBezTo>
                <a:cubicBezTo>
                  <a:pt x="532878" y="61479"/>
                  <a:pt x="530785" y="61980"/>
                  <a:pt x="528321" y="62983"/>
                </a:cubicBezTo>
                <a:lnTo>
                  <a:pt x="527028" y="59373"/>
                </a:lnTo>
                <a:lnTo>
                  <a:pt x="552524" y="48140"/>
                </a:lnTo>
                <a:lnTo>
                  <a:pt x="556588" y="48140"/>
                </a:lnTo>
                <a:close/>
                <a:moveTo>
                  <a:pt x="621375" y="48140"/>
                </a:moveTo>
                <a:cubicBezTo>
                  <a:pt x="634184" y="48140"/>
                  <a:pt x="644469" y="53417"/>
                  <a:pt x="652228" y="63970"/>
                </a:cubicBezTo>
                <a:cubicBezTo>
                  <a:pt x="658818" y="72986"/>
                  <a:pt x="662112" y="83339"/>
                  <a:pt x="662112" y="95029"/>
                </a:cubicBezTo>
                <a:cubicBezTo>
                  <a:pt x="662112" y="103245"/>
                  <a:pt x="660296" y="111561"/>
                  <a:pt x="656662" y="119977"/>
                </a:cubicBezTo>
                <a:cubicBezTo>
                  <a:pt x="653029" y="128391"/>
                  <a:pt x="648025" y="134735"/>
                  <a:pt x="641651" y="139010"/>
                </a:cubicBezTo>
                <a:cubicBezTo>
                  <a:pt x="635277" y="143285"/>
                  <a:pt x="628180" y="145423"/>
                  <a:pt x="620359" y="145423"/>
                </a:cubicBezTo>
                <a:cubicBezTo>
                  <a:pt x="607611" y="145423"/>
                  <a:pt x="597481" y="139912"/>
                  <a:pt x="589967" y="128890"/>
                </a:cubicBezTo>
                <a:cubicBezTo>
                  <a:pt x="583624" y="119607"/>
                  <a:pt x="580453" y="109188"/>
                  <a:pt x="580453" y="97634"/>
                </a:cubicBezTo>
                <a:cubicBezTo>
                  <a:pt x="580453" y="89218"/>
                  <a:pt x="582377" y="80852"/>
                  <a:pt x="586226" y="72536"/>
                </a:cubicBezTo>
                <a:cubicBezTo>
                  <a:pt x="590075" y="64220"/>
                  <a:pt x="595140" y="58075"/>
                  <a:pt x="601422" y="54101"/>
                </a:cubicBezTo>
                <a:cubicBezTo>
                  <a:pt x="607703" y="50127"/>
                  <a:pt x="614354" y="48140"/>
                  <a:pt x="621375" y="48140"/>
                </a:cubicBezTo>
                <a:moveTo>
                  <a:pt x="618511" y="54759"/>
                </a:moveTo>
                <a:cubicBezTo>
                  <a:pt x="615247" y="54759"/>
                  <a:pt x="611968" y="55809"/>
                  <a:pt x="608673" y="57909"/>
                </a:cubicBezTo>
                <a:cubicBezTo>
                  <a:pt x="605379" y="60007"/>
                  <a:pt x="602715" y="63687"/>
                  <a:pt x="600683" y="68950"/>
                </a:cubicBezTo>
                <a:cubicBezTo>
                  <a:pt x="598651" y="74214"/>
                  <a:pt x="597634" y="80975"/>
                  <a:pt x="597634" y="89234"/>
                </a:cubicBezTo>
                <a:cubicBezTo>
                  <a:pt x="597634" y="102559"/>
                  <a:pt x="600082" y="114051"/>
                  <a:pt x="604978" y="123713"/>
                </a:cubicBezTo>
                <a:cubicBezTo>
                  <a:pt x="609874" y="133372"/>
                  <a:pt x="616325" y="138202"/>
                  <a:pt x="624331" y="138202"/>
                </a:cubicBezTo>
                <a:cubicBezTo>
                  <a:pt x="630305" y="138202"/>
                  <a:pt x="635231" y="135537"/>
                  <a:pt x="639111" y="130207"/>
                </a:cubicBezTo>
                <a:cubicBezTo>
                  <a:pt x="642991" y="124877"/>
                  <a:pt x="644931" y="115717"/>
                  <a:pt x="644931" y="102727"/>
                </a:cubicBezTo>
                <a:cubicBezTo>
                  <a:pt x="644931" y="86471"/>
                  <a:pt x="641697" y="73680"/>
                  <a:pt x="635231" y="64353"/>
                </a:cubicBezTo>
                <a:cubicBezTo>
                  <a:pt x="630859" y="57957"/>
                  <a:pt x="625285" y="54759"/>
                  <a:pt x="618511" y="54759"/>
                </a:cubicBezTo>
                <a:close/>
                <a:moveTo>
                  <a:pt x="699247" y="67496"/>
                </a:moveTo>
                <a:cubicBezTo>
                  <a:pt x="709162" y="54592"/>
                  <a:pt x="718615" y="48140"/>
                  <a:pt x="727606" y="48140"/>
                </a:cubicBezTo>
                <a:cubicBezTo>
                  <a:pt x="732225" y="48140"/>
                  <a:pt x="736197" y="49390"/>
                  <a:pt x="739523" y="51891"/>
                </a:cubicBezTo>
                <a:cubicBezTo>
                  <a:pt x="742848" y="54390"/>
                  <a:pt x="745496" y="58508"/>
                  <a:pt x="747467" y="64243"/>
                </a:cubicBezTo>
                <a:cubicBezTo>
                  <a:pt x="748822" y="68244"/>
                  <a:pt x="749499" y="74379"/>
                  <a:pt x="749499" y="82647"/>
                </a:cubicBezTo>
                <a:lnTo>
                  <a:pt x="749499" y="121754"/>
                </a:lnTo>
                <a:cubicBezTo>
                  <a:pt x="749499" y="127604"/>
                  <a:pt x="749930" y="131572"/>
                  <a:pt x="750792" y="133657"/>
                </a:cubicBezTo>
                <a:cubicBezTo>
                  <a:pt x="751470" y="135339"/>
                  <a:pt x="752563" y="136651"/>
                  <a:pt x="754072" y="137594"/>
                </a:cubicBezTo>
                <a:cubicBezTo>
                  <a:pt x="755581" y="138534"/>
                  <a:pt x="758367" y="139004"/>
                  <a:pt x="762432" y="139004"/>
                </a:cubicBezTo>
                <a:lnTo>
                  <a:pt x="762432" y="142615"/>
                </a:lnTo>
                <a:lnTo>
                  <a:pt x="720586" y="142615"/>
                </a:lnTo>
                <a:lnTo>
                  <a:pt x="720586" y="139004"/>
                </a:lnTo>
                <a:lnTo>
                  <a:pt x="722341" y="139004"/>
                </a:lnTo>
                <a:cubicBezTo>
                  <a:pt x="726282" y="139004"/>
                  <a:pt x="729038" y="138349"/>
                  <a:pt x="730609" y="137039"/>
                </a:cubicBezTo>
                <a:cubicBezTo>
                  <a:pt x="732179" y="135727"/>
                  <a:pt x="733272" y="133793"/>
                  <a:pt x="733888" y="131238"/>
                </a:cubicBezTo>
                <a:cubicBezTo>
                  <a:pt x="734134" y="130229"/>
                  <a:pt x="734257" y="127067"/>
                  <a:pt x="734257" y="121754"/>
                </a:cubicBezTo>
                <a:lnTo>
                  <a:pt x="734257" y="84207"/>
                </a:lnTo>
                <a:cubicBezTo>
                  <a:pt x="734257" y="75862"/>
                  <a:pt x="733257" y="69804"/>
                  <a:pt x="731255" y="66033"/>
                </a:cubicBezTo>
                <a:cubicBezTo>
                  <a:pt x="729254" y="62261"/>
                  <a:pt x="725882" y="60376"/>
                  <a:pt x="721140" y="60376"/>
                </a:cubicBezTo>
                <a:cubicBezTo>
                  <a:pt x="713812" y="60376"/>
                  <a:pt x="706514" y="64721"/>
                  <a:pt x="699247" y="73413"/>
                </a:cubicBezTo>
                <a:lnTo>
                  <a:pt x="699247" y="121754"/>
                </a:lnTo>
                <a:cubicBezTo>
                  <a:pt x="699247" y="128008"/>
                  <a:pt x="699586" y="131875"/>
                  <a:pt x="700263" y="133356"/>
                </a:cubicBezTo>
                <a:cubicBezTo>
                  <a:pt x="701125" y="135306"/>
                  <a:pt x="702311" y="136735"/>
                  <a:pt x="703820" y="137644"/>
                </a:cubicBezTo>
                <a:cubicBezTo>
                  <a:pt x="705328" y="138551"/>
                  <a:pt x="708392" y="139004"/>
                  <a:pt x="713011" y="139004"/>
                </a:cubicBezTo>
                <a:lnTo>
                  <a:pt x="713011" y="142615"/>
                </a:lnTo>
                <a:lnTo>
                  <a:pt x="671165" y="142615"/>
                </a:lnTo>
                <a:lnTo>
                  <a:pt x="671165" y="139004"/>
                </a:lnTo>
                <a:lnTo>
                  <a:pt x="673013" y="139004"/>
                </a:lnTo>
                <a:cubicBezTo>
                  <a:pt x="677323" y="139004"/>
                  <a:pt x="680233" y="137811"/>
                  <a:pt x="681742" y="135425"/>
                </a:cubicBezTo>
                <a:cubicBezTo>
                  <a:pt x="683251" y="133037"/>
                  <a:pt x="684005" y="128480"/>
                  <a:pt x="684005" y="121754"/>
                </a:cubicBezTo>
                <a:lnTo>
                  <a:pt x="684005" y="87855"/>
                </a:lnTo>
                <a:cubicBezTo>
                  <a:pt x="684005" y="76823"/>
                  <a:pt x="683774" y="70104"/>
                  <a:pt x="683312" y="67697"/>
                </a:cubicBezTo>
                <a:cubicBezTo>
                  <a:pt x="682851" y="65290"/>
                  <a:pt x="682142" y="63652"/>
                  <a:pt x="681188" y="62783"/>
                </a:cubicBezTo>
                <a:cubicBezTo>
                  <a:pt x="680233" y="61913"/>
                  <a:pt x="678955" y="61479"/>
                  <a:pt x="677354" y="61479"/>
                </a:cubicBezTo>
                <a:cubicBezTo>
                  <a:pt x="675630" y="61479"/>
                  <a:pt x="673567" y="61980"/>
                  <a:pt x="671165" y="62983"/>
                </a:cubicBezTo>
                <a:lnTo>
                  <a:pt x="669779" y="59373"/>
                </a:lnTo>
                <a:lnTo>
                  <a:pt x="695275" y="48140"/>
                </a:lnTo>
                <a:lnTo>
                  <a:pt x="699247" y="48140"/>
                </a:lnTo>
                <a:lnTo>
                  <a:pt x="699247" y="67496"/>
                </a:lnTo>
                <a:close/>
                <a:moveTo>
                  <a:pt x="938406" y="142615"/>
                </a:moveTo>
                <a:lnTo>
                  <a:pt x="904967" y="142615"/>
                </a:lnTo>
                <a:lnTo>
                  <a:pt x="862566" y="79030"/>
                </a:lnTo>
                <a:cubicBezTo>
                  <a:pt x="859426" y="79163"/>
                  <a:pt x="856870" y="79230"/>
                  <a:pt x="854899" y="79230"/>
                </a:cubicBezTo>
                <a:cubicBezTo>
                  <a:pt x="854099" y="79230"/>
                  <a:pt x="853237" y="79214"/>
                  <a:pt x="852313" y="79180"/>
                </a:cubicBezTo>
                <a:cubicBezTo>
                  <a:pt x="851389" y="79147"/>
                  <a:pt x="850435" y="79097"/>
                  <a:pt x="849449" y="79030"/>
                </a:cubicBezTo>
                <a:lnTo>
                  <a:pt x="849449" y="118545"/>
                </a:lnTo>
                <a:cubicBezTo>
                  <a:pt x="849449" y="127061"/>
                  <a:pt x="850311" y="132350"/>
                  <a:pt x="852036" y="134413"/>
                </a:cubicBezTo>
                <a:cubicBezTo>
                  <a:pt x="854376" y="137340"/>
                  <a:pt x="857886" y="138804"/>
                  <a:pt x="862566" y="138804"/>
                </a:cubicBezTo>
                <a:lnTo>
                  <a:pt x="867462" y="138804"/>
                </a:lnTo>
                <a:lnTo>
                  <a:pt x="867462" y="142615"/>
                </a:lnTo>
                <a:lnTo>
                  <a:pt x="813792" y="142615"/>
                </a:lnTo>
                <a:lnTo>
                  <a:pt x="813792" y="138804"/>
                </a:lnTo>
                <a:lnTo>
                  <a:pt x="818503" y="138804"/>
                </a:lnTo>
                <a:cubicBezTo>
                  <a:pt x="823800" y="138804"/>
                  <a:pt x="827587" y="136941"/>
                  <a:pt x="829866" y="133215"/>
                </a:cubicBezTo>
                <a:cubicBezTo>
                  <a:pt x="831159" y="131153"/>
                  <a:pt x="831806" y="126263"/>
                  <a:pt x="831806" y="118545"/>
                </a:cubicBezTo>
                <a:lnTo>
                  <a:pt x="831806" y="30689"/>
                </a:lnTo>
                <a:cubicBezTo>
                  <a:pt x="831806" y="22173"/>
                  <a:pt x="830943" y="16883"/>
                  <a:pt x="829219" y="14821"/>
                </a:cubicBezTo>
                <a:cubicBezTo>
                  <a:pt x="826817" y="11894"/>
                  <a:pt x="823245" y="10430"/>
                  <a:pt x="818503" y="10430"/>
                </a:cubicBezTo>
                <a:lnTo>
                  <a:pt x="813792" y="10430"/>
                </a:lnTo>
                <a:lnTo>
                  <a:pt x="813792" y="6619"/>
                </a:lnTo>
                <a:lnTo>
                  <a:pt x="859426" y="6619"/>
                </a:lnTo>
                <a:cubicBezTo>
                  <a:pt x="872728" y="6619"/>
                  <a:pt x="882535" y="7671"/>
                  <a:pt x="888847" y="9775"/>
                </a:cubicBezTo>
                <a:cubicBezTo>
                  <a:pt x="895159" y="11879"/>
                  <a:pt x="900517" y="15754"/>
                  <a:pt x="904920" y="21400"/>
                </a:cubicBezTo>
                <a:cubicBezTo>
                  <a:pt x="909324" y="27043"/>
                  <a:pt x="911525" y="33772"/>
                  <a:pt x="911525" y="41587"/>
                </a:cubicBezTo>
                <a:cubicBezTo>
                  <a:pt x="911525" y="49938"/>
                  <a:pt x="909016" y="57186"/>
                  <a:pt x="903997" y="63331"/>
                </a:cubicBezTo>
                <a:cubicBezTo>
                  <a:pt x="898978" y="69476"/>
                  <a:pt x="891203" y="73818"/>
                  <a:pt x="880672" y="76356"/>
                </a:cubicBezTo>
                <a:lnTo>
                  <a:pt x="906537" y="115335"/>
                </a:lnTo>
                <a:cubicBezTo>
                  <a:pt x="912449" y="124295"/>
                  <a:pt x="917530" y="130245"/>
                  <a:pt x="921779" y="133187"/>
                </a:cubicBezTo>
                <a:cubicBezTo>
                  <a:pt x="926028" y="136129"/>
                  <a:pt x="931571" y="138001"/>
                  <a:pt x="938406" y="138804"/>
                </a:cubicBezTo>
                <a:lnTo>
                  <a:pt x="938406" y="142615"/>
                </a:lnTo>
                <a:moveTo>
                  <a:pt x="849449" y="72611"/>
                </a:moveTo>
                <a:cubicBezTo>
                  <a:pt x="850619" y="72611"/>
                  <a:pt x="851635" y="72628"/>
                  <a:pt x="852498" y="72661"/>
                </a:cubicBezTo>
                <a:cubicBezTo>
                  <a:pt x="853360" y="72695"/>
                  <a:pt x="854068" y="72711"/>
                  <a:pt x="854622" y="72711"/>
                </a:cubicBezTo>
                <a:cubicBezTo>
                  <a:pt x="866569" y="72711"/>
                  <a:pt x="875576" y="69908"/>
                  <a:pt x="881642" y="64303"/>
                </a:cubicBezTo>
                <a:cubicBezTo>
                  <a:pt x="887708" y="58695"/>
                  <a:pt x="890741" y="51552"/>
                  <a:pt x="890741" y="42875"/>
                </a:cubicBezTo>
                <a:cubicBezTo>
                  <a:pt x="890741" y="34398"/>
                  <a:pt x="888293" y="27507"/>
                  <a:pt x="883397" y="22202"/>
                </a:cubicBezTo>
                <a:cubicBezTo>
                  <a:pt x="878501" y="16895"/>
                  <a:pt x="872020" y="14241"/>
                  <a:pt x="863952" y="14241"/>
                </a:cubicBezTo>
                <a:cubicBezTo>
                  <a:pt x="860380" y="14241"/>
                  <a:pt x="855546" y="14910"/>
                  <a:pt x="849449" y="16247"/>
                </a:cubicBezTo>
                <a:lnTo>
                  <a:pt x="849449" y="72611"/>
                </a:lnTo>
                <a:close/>
                <a:moveTo>
                  <a:pt x="956883" y="85448"/>
                </a:moveTo>
                <a:cubicBezTo>
                  <a:pt x="956821" y="99025"/>
                  <a:pt x="959870" y="109674"/>
                  <a:pt x="966028" y="117394"/>
                </a:cubicBezTo>
                <a:cubicBezTo>
                  <a:pt x="972186" y="125115"/>
                  <a:pt x="979422" y="128975"/>
                  <a:pt x="987736" y="128975"/>
                </a:cubicBezTo>
                <a:cubicBezTo>
                  <a:pt x="993279" y="128975"/>
                  <a:pt x="998098" y="127313"/>
                  <a:pt x="1002193" y="123989"/>
                </a:cubicBezTo>
                <a:cubicBezTo>
                  <a:pt x="1006288" y="120664"/>
                  <a:pt x="1009722" y="114972"/>
                  <a:pt x="1012493" y="106911"/>
                </a:cubicBezTo>
                <a:lnTo>
                  <a:pt x="1015356" y="108926"/>
                </a:lnTo>
                <a:cubicBezTo>
                  <a:pt x="1014063" y="118134"/>
                  <a:pt x="1010307" y="126519"/>
                  <a:pt x="1004087" y="134080"/>
                </a:cubicBezTo>
                <a:cubicBezTo>
                  <a:pt x="997867" y="141642"/>
                  <a:pt x="990076" y="145423"/>
                  <a:pt x="980716" y="145423"/>
                </a:cubicBezTo>
                <a:cubicBezTo>
                  <a:pt x="970554" y="145423"/>
                  <a:pt x="961856" y="141136"/>
                  <a:pt x="954620" y="132563"/>
                </a:cubicBezTo>
                <a:cubicBezTo>
                  <a:pt x="947384" y="123989"/>
                  <a:pt x="943766" y="112461"/>
                  <a:pt x="943766" y="97982"/>
                </a:cubicBezTo>
                <a:cubicBezTo>
                  <a:pt x="943766" y="82303"/>
                  <a:pt x="947476" y="70077"/>
                  <a:pt x="954897" y="61303"/>
                </a:cubicBezTo>
                <a:cubicBezTo>
                  <a:pt x="962318" y="52528"/>
                  <a:pt x="971632" y="48140"/>
                  <a:pt x="982840" y="48140"/>
                </a:cubicBezTo>
                <a:cubicBezTo>
                  <a:pt x="992324" y="48140"/>
                  <a:pt x="1000114" y="51525"/>
                  <a:pt x="1006211" y="58294"/>
                </a:cubicBezTo>
                <a:cubicBezTo>
                  <a:pt x="1012308" y="65062"/>
                  <a:pt x="1015356" y="74113"/>
                  <a:pt x="1015356" y="85448"/>
                </a:cubicBezTo>
                <a:lnTo>
                  <a:pt x="956883" y="85448"/>
                </a:lnTo>
                <a:moveTo>
                  <a:pt x="956883" y="79631"/>
                </a:moveTo>
                <a:lnTo>
                  <a:pt x="996050" y="79631"/>
                </a:lnTo>
                <a:cubicBezTo>
                  <a:pt x="995742" y="73796"/>
                  <a:pt x="995095" y="69685"/>
                  <a:pt x="994110" y="67299"/>
                </a:cubicBezTo>
                <a:cubicBezTo>
                  <a:pt x="992571" y="63584"/>
                  <a:pt x="990277" y="60666"/>
                  <a:pt x="987228" y="58545"/>
                </a:cubicBezTo>
                <a:cubicBezTo>
                  <a:pt x="984180" y="56422"/>
                  <a:pt x="980993" y="55361"/>
                  <a:pt x="977667" y="55361"/>
                </a:cubicBezTo>
                <a:cubicBezTo>
                  <a:pt x="972556" y="55361"/>
                  <a:pt x="967983" y="57499"/>
                  <a:pt x="963950" y="61776"/>
                </a:cubicBezTo>
                <a:cubicBezTo>
                  <a:pt x="959916" y="66053"/>
                  <a:pt x="957560" y="72005"/>
                  <a:pt x="956883" y="79631"/>
                </a:cubicBezTo>
                <a:close/>
                <a:moveTo>
                  <a:pt x="1098523" y="107713"/>
                </a:moveTo>
                <a:cubicBezTo>
                  <a:pt x="1096244" y="119815"/>
                  <a:pt x="1091779" y="129125"/>
                  <a:pt x="1085128" y="135644"/>
                </a:cubicBezTo>
                <a:cubicBezTo>
                  <a:pt x="1078477" y="142163"/>
                  <a:pt x="1071118" y="145423"/>
                  <a:pt x="1063051" y="145423"/>
                </a:cubicBezTo>
                <a:cubicBezTo>
                  <a:pt x="1053444" y="145423"/>
                  <a:pt x="1045068" y="141049"/>
                  <a:pt x="1037925" y="132300"/>
                </a:cubicBezTo>
                <a:cubicBezTo>
                  <a:pt x="1030781" y="123550"/>
                  <a:pt x="1027209" y="111727"/>
                  <a:pt x="1027209" y="96831"/>
                </a:cubicBezTo>
                <a:cubicBezTo>
                  <a:pt x="1027209" y="82404"/>
                  <a:pt x="1031166" y="70683"/>
                  <a:pt x="1039079" y="61667"/>
                </a:cubicBezTo>
                <a:cubicBezTo>
                  <a:pt x="1046993" y="52649"/>
                  <a:pt x="1056492" y="48140"/>
                  <a:pt x="1067577" y="48140"/>
                </a:cubicBezTo>
                <a:cubicBezTo>
                  <a:pt x="1075891" y="48140"/>
                  <a:pt x="1082727" y="50539"/>
                  <a:pt x="1088084" y="55336"/>
                </a:cubicBezTo>
                <a:cubicBezTo>
                  <a:pt x="1093442" y="60131"/>
                  <a:pt x="1096121" y="65111"/>
                  <a:pt x="1096121" y="70276"/>
                </a:cubicBezTo>
                <a:cubicBezTo>
                  <a:pt x="1096121" y="72825"/>
                  <a:pt x="1095367" y="74889"/>
                  <a:pt x="1093858" y="76466"/>
                </a:cubicBezTo>
                <a:cubicBezTo>
                  <a:pt x="1092349" y="78041"/>
                  <a:pt x="1090240" y="78829"/>
                  <a:pt x="1087530" y="78829"/>
                </a:cubicBezTo>
                <a:cubicBezTo>
                  <a:pt x="1083897" y="78829"/>
                  <a:pt x="1081156" y="77548"/>
                  <a:pt x="1079309" y="74987"/>
                </a:cubicBezTo>
                <a:cubicBezTo>
                  <a:pt x="1078262" y="73570"/>
                  <a:pt x="1077569" y="70873"/>
                  <a:pt x="1077230" y="66894"/>
                </a:cubicBezTo>
                <a:cubicBezTo>
                  <a:pt x="1076892" y="62916"/>
                  <a:pt x="1075645" y="59882"/>
                  <a:pt x="1073489" y="57793"/>
                </a:cubicBezTo>
                <a:cubicBezTo>
                  <a:pt x="1071334" y="55770"/>
                  <a:pt x="1068347" y="54759"/>
                  <a:pt x="1064529" y="54759"/>
                </a:cubicBezTo>
                <a:cubicBezTo>
                  <a:pt x="1058370" y="54759"/>
                  <a:pt x="1053413" y="57233"/>
                  <a:pt x="1049656" y="62181"/>
                </a:cubicBezTo>
                <a:cubicBezTo>
                  <a:pt x="1044668" y="68733"/>
                  <a:pt x="1042174" y="77392"/>
                  <a:pt x="1042174" y="88156"/>
                </a:cubicBezTo>
                <a:cubicBezTo>
                  <a:pt x="1042174" y="99121"/>
                  <a:pt x="1044653" y="108800"/>
                  <a:pt x="1049610" y="117191"/>
                </a:cubicBezTo>
                <a:cubicBezTo>
                  <a:pt x="1054568" y="125582"/>
                  <a:pt x="1061265" y="129777"/>
                  <a:pt x="1069702" y="129777"/>
                </a:cubicBezTo>
                <a:cubicBezTo>
                  <a:pt x="1075737" y="129777"/>
                  <a:pt x="1081156" y="127537"/>
                  <a:pt x="1085960" y="123058"/>
                </a:cubicBezTo>
                <a:cubicBezTo>
                  <a:pt x="1089347" y="119982"/>
                  <a:pt x="1092642" y="114399"/>
                  <a:pt x="1095844" y="106309"/>
                </a:cubicBezTo>
                <a:lnTo>
                  <a:pt x="1098523" y="107713"/>
                </a:lnTo>
                <a:close/>
                <a:moveTo>
                  <a:pt x="1152037" y="48140"/>
                </a:moveTo>
                <a:cubicBezTo>
                  <a:pt x="1164846" y="48140"/>
                  <a:pt x="1175131" y="53417"/>
                  <a:pt x="1182890" y="63970"/>
                </a:cubicBezTo>
                <a:cubicBezTo>
                  <a:pt x="1189480" y="72986"/>
                  <a:pt x="1192774" y="83339"/>
                  <a:pt x="1192774" y="95029"/>
                </a:cubicBezTo>
                <a:cubicBezTo>
                  <a:pt x="1192774" y="103245"/>
                  <a:pt x="1190958" y="111561"/>
                  <a:pt x="1187324" y="119977"/>
                </a:cubicBezTo>
                <a:cubicBezTo>
                  <a:pt x="1183691" y="128391"/>
                  <a:pt x="1178687" y="134735"/>
                  <a:pt x="1172313" y="139010"/>
                </a:cubicBezTo>
                <a:cubicBezTo>
                  <a:pt x="1165939" y="143285"/>
                  <a:pt x="1158842" y="145423"/>
                  <a:pt x="1151021" y="145423"/>
                </a:cubicBezTo>
                <a:cubicBezTo>
                  <a:pt x="1138273" y="145423"/>
                  <a:pt x="1128143" y="139912"/>
                  <a:pt x="1120629" y="128890"/>
                </a:cubicBezTo>
                <a:cubicBezTo>
                  <a:pt x="1114286" y="119607"/>
                  <a:pt x="1111115" y="109188"/>
                  <a:pt x="1111115" y="97634"/>
                </a:cubicBezTo>
                <a:cubicBezTo>
                  <a:pt x="1111115" y="89218"/>
                  <a:pt x="1113039" y="80852"/>
                  <a:pt x="1116888" y="72536"/>
                </a:cubicBezTo>
                <a:cubicBezTo>
                  <a:pt x="1120737" y="64220"/>
                  <a:pt x="1125802" y="58075"/>
                  <a:pt x="1132084" y="54101"/>
                </a:cubicBezTo>
                <a:cubicBezTo>
                  <a:pt x="1138365" y="50127"/>
                  <a:pt x="1145016" y="48140"/>
                  <a:pt x="1152037" y="48140"/>
                </a:cubicBezTo>
                <a:moveTo>
                  <a:pt x="1149173" y="54759"/>
                </a:moveTo>
                <a:cubicBezTo>
                  <a:pt x="1145909" y="54759"/>
                  <a:pt x="1142630" y="55809"/>
                  <a:pt x="1139335" y="57909"/>
                </a:cubicBezTo>
                <a:cubicBezTo>
                  <a:pt x="1136041" y="60007"/>
                  <a:pt x="1133377" y="63687"/>
                  <a:pt x="1131345" y="68950"/>
                </a:cubicBezTo>
                <a:cubicBezTo>
                  <a:pt x="1129313" y="74214"/>
                  <a:pt x="1128297" y="80975"/>
                  <a:pt x="1128297" y="89234"/>
                </a:cubicBezTo>
                <a:cubicBezTo>
                  <a:pt x="1128297" y="102559"/>
                  <a:pt x="1130744" y="114051"/>
                  <a:pt x="1135640" y="123713"/>
                </a:cubicBezTo>
                <a:cubicBezTo>
                  <a:pt x="1140536" y="133372"/>
                  <a:pt x="1146987" y="138202"/>
                  <a:pt x="1154993" y="138202"/>
                </a:cubicBezTo>
                <a:cubicBezTo>
                  <a:pt x="1160967" y="138202"/>
                  <a:pt x="1165893" y="135537"/>
                  <a:pt x="1169773" y="130207"/>
                </a:cubicBezTo>
                <a:cubicBezTo>
                  <a:pt x="1173653" y="124877"/>
                  <a:pt x="1175593" y="115717"/>
                  <a:pt x="1175593" y="102727"/>
                </a:cubicBezTo>
                <a:cubicBezTo>
                  <a:pt x="1175593" y="86471"/>
                  <a:pt x="1172360" y="73680"/>
                  <a:pt x="1165893" y="64353"/>
                </a:cubicBezTo>
                <a:cubicBezTo>
                  <a:pt x="1161521" y="57957"/>
                  <a:pt x="1155948" y="54759"/>
                  <a:pt x="1149173" y="54759"/>
                </a:cubicBezTo>
                <a:close/>
                <a:moveTo>
                  <a:pt x="1230002" y="48140"/>
                </a:moveTo>
                <a:lnTo>
                  <a:pt x="1230002" y="68800"/>
                </a:lnTo>
                <a:cubicBezTo>
                  <a:pt x="1237084" y="55027"/>
                  <a:pt x="1244350" y="48140"/>
                  <a:pt x="1251802" y="48140"/>
                </a:cubicBezTo>
                <a:cubicBezTo>
                  <a:pt x="1255189" y="48140"/>
                  <a:pt x="1257991" y="49260"/>
                  <a:pt x="1260208" y="51500"/>
                </a:cubicBezTo>
                <a:cubicBezTo>
                  <a:pt x="1262425" y="53740"/>
                  <a:pt x="1263534" y="56330"/>
                  <a:pt x="1263534" y="59272"/>
                </a:cubicBezTo>
                <a:cubicBezTo>
                  <a:pt x="1263534" y="61880"/>
                  <a:pt x="1262733" y="64086"/>
                  <a:pt x="1261132" y="65892"/>
                </a:cubicBezTo>
                <a:cubicBezTo>
                  <a:pt x="1259531" y="67697"/>
                  <a:pt x="1257622" y="68599"/>
                  <a:pt x="1255405" y="68599"/>
                </a:cubicBezTo>
                <a:cubicBezTo>
                  <a:pt x="1253249" y="68599"/>
                  <a:pt x="1250832" y="67463"/>
                  <a:pt x="1248153" y="65190"/>
                </a:cubicBezTo>
                <a:cubicBezTo>
                  <a:pt x="1245474" y="62916"/>
                  <a:pt x="1243488" y="61780"/>
                  <a:pt x="1242195" y="61780"/>
                </a:cubicBezTo>
                <a:cubicBezTo>
                  <a:pt x="1241087" y="61780"/>
                  <a:pt x="1239886" y="62443"/>
                  <a:pt x="1238592" y="63770"/>
                </a:cubicBezTo>
                <a:cubicBezTo>
                  <a:pt x="1235821" y="66492"/>
                  <a:pt x="1232958" y="70973"/>
                  <a:pt x="1230002" y="77212"/>
                </a:cubicBezTo>
                <a:lnTo>
                  <a:pt x="1230002" y="121152"/>
                </a:lnTo>
                <a:cubicBezTo>
                  <a:pt x="1230002" y="126238"/>
                  <a:pt x="1230587" y="130084"/>
                  <a:pt x="1231757" y="132692"/>
                </a:cubicBezTo>
                <a:cubicBezTo>
                  <a:pt x="1232557" y="134499"/>
                  <a:pt x="1233974" y="136004"/>
                  <a:pt x="1236006" y="137205"/>
                </a:cubicBezTo>
                <a:cubicBezTo>
                  <a:pt x="1238038" y="138404"/>
                  <a:pt x="1240963" y="139004"/>
                  <a:pt x="1244782" y="139004"/>
                </a:cubicBezTo>
                <a:lnTo>
                  <a:pt x="1244782" y="142615"/>
                </a:lnTo>
                <a:lnTo>
                  <a:pt x="1201458" y="142615"/>
                </a:lnTo>
                <a:lnTo>
                  <a:pt x="1201458" y="139004"/>
                </a:lnTo>
                <a:cubicBezTo>
                  <a:pt x="1205768" y="139004"/>
                  <a:pt x="1208971" y="138260"/>
                  <a:pt x="1211065" y="136773"/>
                </a:cubicBezTo>
                <a:cubicBezTo>
                  <a:pt x="1212604" y="135690"/>
                  <a:pt x="1213682" y="133965"/>
                  <a:pt x="1214298" y="131598"/>
                </a:cubicBezTo>
                <a:cubicBezTo>
                  <a:pt x="1214606" y="130447"/>
                  <a:pt x="1214760" y="127166"/>
                  <a:pt x="1214760" y="121754"/>
                </a:cubicBezTo>
                <a:lnTo>
                  <a:pt x="1214760" y="86451"/>
                </a:lnTo>
                <a:cubicBezTo>
                  <a:pt x="1214760" y="75754"/>
                  <a:pt x="1214559" y="69385"/>
                  <a:pt x="1214159" y="67346"/>
                </a:cubicBezTo>
                <a:cubicBezTo>
                  <a:pt x="1213759" y="65307"/>
                  <a:pt x="1213020" y="63819"/>
                  <a:pt x="1211942" y="62883"/>
                </a:cubicBezTo>
                <a:cubicBezTo>
                  <a:pt x="1210864" y="61947"/>
                  <a:pt x="1209525" y="61479"/>
                  <a:pt x="1207924" y="61479"/>
                </a:cubicBezTo>
                <a:cubicBezTo>
                  <a:pt x="1206015" y="61479"/>
                  <a:pt x="1203859" y="61980"/>
                  <a:pt x="1201458" y="62983"/>
                </a:cubicBezTo>
                <a:lnTo>
                  <a:pt x="1200534" y="59373"/>
                </a:lnTo>
                <a:lnTo>
                  <a:pt x="1226122" y="48140"/>
                </a:lnTo>
                <a:lnTo>
                  <a:pt x="1230002" y="48140"/>
                </a:lnTo>
                <a:close/>
                <a:moveTo>
                  <a:pt x="1328010" y="132291"/>
                </a:moveTo>
                <a:cubicBezTo>
                  <a:pt x="1323884" y="136969"/>
                  <a:pt x="1319850" y="140328"/>
                  <a:pt x="1315909" y="142367"/>
                </a:cubicBezTo>
                <a:cubicBezTo>
                  <a:pt x="1311968" y="144404"/>
                  <a:pt x="1307718" y="145423"/>
                  <a:pt x="1303161" y="145423"/>
                </a:cubicBezTo>
                <a:cubicBezTo>
                  <a:pt x="1293924" y="145423"/>
                  <a:pt x="1285856" y="141237"/>
                  <a:pt x="1278959" y="132864"/>
                </a:cubicBezTo>
                <a:cubicBezTo>
                  <a:pt x="1272062" y="124490"/>
                  <a:pt x="1268613" y="113730"/>
                  <a:pt x="1268613" y="100583"/>
                </a:cubicBezTo>
                <a:cubicBezTo>
                  <a:pt x="1268613" y="87439"/>
                  <a:pt x="1272431" y="75412"/>
                  <a:pt x="1280068" y="64503"/>
                </a:cubicBezTo>
                <a:cubicBezTo>
                  <a:pt x="1287704" y="53594"/>
                  <a:pt x="1297526" y="48140"/>
                  <a:pt x="1309535" y="48140"/>
                </a:cubicBezTo>
                <a:cubicBezTo>
                  <a:pt x="1316987" y="48140"/>
                  <a:pt x="1323145" y="50713"/>
                  <a:pt x="1328010" y="55859"/>
                </a:cubicBezTo>
                <a:lnTo>
                  <a:pt x="1328010" y="38713"/>
                </a:lnTo>
                <a:cubicBezTo>
                  <a:pt x="1328010" y="28259"/>
                  <a:pt x="1327779" y="21834"/>
                  <a:pt x="1327317" y="19438"/>
                </a:cubicBezTo>
                <a:cubicBezTo>
                  <a:pt x="1326856" y="17041"/>
                  <a:pt x="1326132" y="15409"/>
                  <a:pt x="1325147" y="14542"/>
                </a:cubicBezTo>
                <a:cubicBezTo>
                  <a:pt x="1324161" y="13673"/>
                  <a:pt x="1322930" y="13238"/>
                  <a:pt x="1321452" y="13238"/>
                </a:cubicBezTo>
                <a:cubicBezTo>
                  <a:pt x="1319850" y="13238"/>
                  <a:pt x="1317726" y="13773"/>
                  <a:pt x="1315078" y="14843"/>
                </a:cubicBezTo>
                <a:lnTo>
                  <a:pt x="1313877" y="11233"/>
                </a:lnTo>
                <a:lnTo>
                  <a:pt x="1339095" y="0"/>
                </a:lnTo>
                <a:lnTo>
                  <a:pt x="1343252" y="0"/>
                </a:lnTo>
                <a:lnTo>
                  <a:pt x="1343252" y="106309"/>
                </a:lnTo>
                <a:cubicBezTo>
                  <a:pt x="1343252" y="117030"/>
                  <a:pt x="1343483" y="123572"/>
                  <a:pt x="1343945" y="125935"/>
                </a:cubicBezTo>
                <a:cubicBezTo>
                  <a:pt x="1344407" y="128298"/>
                  <a:pt x="1345146" y="129948"/>
                  <a:pt x="1346162" y="130884"/>
                </a:cubicBezTo>
                <a:cubicBezTo>
                  <a:pt x="1347178" y="131818"/>
                  <a:pt x="1348364" y="132285"/>
                  <a:pt x="1349718" y="132285"/>
                </a:cubicBezTo>
                <a:cubicBezTo>
                  <a:pt x="1351381" y="132285"/>
                  <a:pt x="1353598" y="131716"/>
                  <a:pt x="1356369" y="130580"/>
                </a:cubicBezTo>
                <a:lnTo>
                  <a:pt x="1357386" y="134190"/>
                </a:lnTo>
                <a:lnTo>
                  <a:pt x="1332259" y="145423"/>
                </a:lnTo>
                <a:lnTo>
                  <a:pt x="1328010" y="145423"/>
                </a:lnTo>
                <a:lnTo>
                  <a:pt x="1328010" y="132291"/>
                </a:lnTo>
                <a:moveTo>
                  <a:pt x="1328010" y="125286"/>
                </a:moveTo>
                <a:lnTo>
                  <a:pt x="1328010" y="78068"/>
                </a:lnTo>
                <a:cubicBezTo>
                  <a:pt x="1327641" y="73531"/>
                  <a:pt x="1326532" y="69397"/>
                  <a:pt x="1324685" y="65663"/>
                </a:cubicBezTo>
                <a:cubicBezTo>
                  <a:pt x="1322837" y="61927"/>
                  <a:pt x="1320389" y="59109"/>
                  <a:pt x="1317341" y="57210"/>
                </a:cubicBezTo>
                <a:cubicBezTo>
                  <a:pt x="1314293" y="55309"/>
                  <a:pt x="1311321" y="54358"/>
                  <a:pt x="1308427" y="54358"/>
                </a:cubicBezTo>
                <a:cubicBezTo>
                  <a:pt x="1303007" y="54358"/>
                  <a:pt x="1298173" y="56993"/>
                  <a:pt x="1293924" y="62262"/>
                </a:cubicBezTo>
                <a:cubicBezTo>
                  <a:pt x="1288320" y="69197"/>
                  <a:pt x="1285518" y="79334"/>
                  <a:pt x="1285518" y="92673"/>
                </a:cubicBezTo>
                <a:cubicBezTo>
                  <a:pt x="1285518" y="106145"/>
                  <a:pt x="1288227" y="116467"/>
                  <a:pt x="1293647" y="123638"/>
                </a:cubicBezTo>
                <a:cubicBezTo>
                  <a:pt x="1299066" y="130806"/>
                  <a:pt x="1305101" y="134391"/>
                  <a:pt x="1311752" y="134391"/>
                </a:cubicBezTo>
                <a:cubicBezTo>
                  <a:pt x="1317356" y="134391"/>
                  <a:pt x="1322776" y="131356"/>
                  <a:pt x="1328010" y="125286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2ED46-09C9-43B6-8C34-14998E25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533" y="2082078"/>
            <a:ext cx="1010571" cy="1017452"/>
          </a:xfrm>
          <a:custGeom xmlns:a="http://schemas.openxmlformats.org/drawingml/2006/main">
            <a:pathLst>
              <a:path w="1010571" h="1017452">
                <a:moveTo>
                  <a:pt x="0" y="1017452"/>
                </a:moveTo>
                <a:lnTo>
                  <a:pt x="1010571" y="1017452"/>
                </a:lnTo>
                <a:lnTo>
                  <a:pt x="1010571" y="0"/>
                </a:lnTo>
                <a:lnTo>
                  <a:pt x="0" y="0"/>
                </a:lnTo>
                <a:lnTo>
                  <a:pt x="0" y="10174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E74ED-1AC9-40DF-9BF7-7541C399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533" y="2082078"/>
            <a:ext cx="1010571" cy="1017452"/>
          </a:xfrm>
          <a:custGeom xmlns:a="http://schemas.openxmlformats.org/drawingml/2006/main">
            <a:pathLst>
              <a:path w="1010571" h="1017452">
                <a:moveTo>
                  <a:pt x="0" y="1017452"/>
                </a:moveTo>
                <a:lnTo>
                  <a:pt x="1010571" y="1017452"/>
                </a:lnTo>
                <a:lnTo>
                  <a:pt x="1010571" y="0"/>
                </a:lnTo>
                <a:lnTo>
                  <a:pt x="0" y="0"/>
                </a:lnTo>
                <a:lnTo>
                  <a:pt x="0" y="101745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aa38ac0c724418"/>
          <a:stretch xmlns:a="http://schemas.openxmlformats.org/drawingml/2006/main"/>
        </p:blipFill>
        <p:spPr>
          <a:xfrm xmlns:a="http://schemas.openxmlformats.org/drawingml/2006/main">
            <a:off x="12057497" y="2095627"/>
            <a:ext cx="690942" cy="813595"/>
          </a:xfrm>
          <a:prstGeom xmlns:a="http://schemas.openxmlformats.org/drawingml/2006/main" prst="rect">
            <a:avLst/>
          </a:prstGeom>
        </p:spPr>
      </p:pic>
      <p:pic>
        <p:nvPicPr>
          <p:cNvPr id="6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f499813c0430a"/>
          <a:stretch xmlns:a="http://schemas.openxmlformats.org/drawingml/2006/main"/>
        </p:blipFill>
        <p:spPr>
          <a:xfrm xmlns:a="http://schemas.openxmlformats.org/drawingml/2006/main">
            <a:off x="12128029" y="2150884"/>
            <a:ext cx="690942" cy="813595"/>
          </a:xfrm>
          <a:prstGeom xmlns:a="http://schemas.openxmlformats.org/drawingml/2006/main" prst="rect">
            <a:avLst/>
          </a:prstGeom>
        </p:spPr>
      </p:pic>
      <p:pic>
        <p:nvPicPr>
          <p:cNvPr id="6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1adddc58f24e8a"/>
          <a:stretch xmlns:a="http://schemas.openxmlformats.org/drawingml/2006/main"/>
        </p:blipFill>
        <p:spPr>
          <a:xfrm xmlns:a="http://schemas.openxmlformats.org/drawingml/2006/main">
            <a:off x="12205299" y="2212431"/>
            <a:ext cx="690942" cy="813595"/>
          </a:xfrm>
          <a:prstGeom xmlns:a="http://schemas.openxmlformats.org/drawingml/2006/main" prst="rect">
            <a:avLst/>
          </a:prstGeom>
        </p:spPr>
      </p:pic>
      <p:pic>
        <p:nvPicPr>
          <p:cNvPr id="6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e0a892b3b4357"/>
          <a:stretch xmlns:a="http://schemas.openxmlformats.org/drawingml/2006/main"/>
        </p:blipFill>
        <p:spPr>
          <a:xfrm xmlns:a="http://schemas.openxmlformats.org/drawingml/2006/main">
            <a:off x="12285264" y="2273978"/>
            <a:ext cx="690942" cy="813595"/>
          </a:xfrm>
          <a:prstGeom xmlns:a="http://schemas.openxmlformats.org/drawingml/2006/main" prst="rect">
            <a:avLst/>
          </a:prstGeom>
        </p:spPr>
      </p:pic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48CBAB-B6DF-4913-9009-984F37BC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2058" y="2858836"/>
            <a:ext cx="312426" cy="267941"/>
          </a:xfrm>
          <a:custGeom xmlns:a="http://schemas.openxmlformats.org/drawingml/2006/main">
            <a:pathLst>
              <a:path w="312426" h="267941" fill="none">
                <a:moveTo>
                  <a:pt x="0" y="0"/>
                </a:moveTo>
                <a:lnTo>
                  <a:pt x="312426" y="267941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C25F40-2DAB-449E-AA42-9C4D26CF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5903" y="3076351"/>
            <a:ext cx="119541" cy="111291"/>
          </a:xfrm>
          <a:custGeom xmlns:a="http://schemas.openxmlformats.org/drawingml/2006/main">
            <a:pathLst>
              <a:path w="119541" h="111291">
                <a:moveTo>
                  <a:pt x="119541" y="111291"/>
                </a:moveTo>
                <a:lnTo>
                  <a:pt x="56861" y="0"/>
                </a:lnTo>
                <a:lnTo>
                  <a:pt x="0" y="66309"/>
                </a:lnTo>
                <a:lnTo>
                  <a:pt x="119541" y="11129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Time">
            <a:extLst xmlns:a="http://schemas.openxmlformats.org/drawingml/2006/main">
              <a:ext uri="{FF2B5EF4-FFF2-40B4-BE49-F238E27FC236}">
                <a16:creationId xmlns:a16="http://schemas.microsoft.com/office/drawing/2014/main" id="{7B268887-BD32-49C3-BFB9-33DBD7B1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0928" y="2892483"/>
            <a:ext cx="440407" cy="141812"/>
          </a:xfrm>
          <a:custGeom xmlns:a="http://schemas.openxmlformats.org/drawingml/2006/main">
            <a:pathLst>
              <a:path w="440407" h="141812">
                <a:moveTo>
                  <a:pt x="122155" y="3009"/>
                </a:moveTo>
                <a:lnTo>
                  <a:pt x="122155" y="39916"/>
                </a:lnTo>
                <a:lnTo>
                  <a:pt x="118545" y="39916"/>
                </a:lnTo>
                <a:cubicBezTo>
                  <a:pt x="116405" y="31395"/>
                  <a:pt x="114031" y="25273"/>
                  <a:pt x="111424" y="21550"/>
                </a:cubicBezTo>
                <a:cubicBezTo>
                  <a:pt x="108816" y="17827"/>
                  <a:pt x="105239" y="14858"/>
                  <a:pt x="100693" y="12643"/>
                </a:cubicBezTo>
                <a:cubicBezTo>
                  <a:pt x="98152" y="11435"/>
                  <a:pt x="93706" y="10831"/>
                  <a:pt x="87354" y="10831"/>
                </a:cubicBezTo>
                <a:lnTo>
                  <a:pt x="77224" y="10831"/>
                </a:lnTo>
                <a:lnTo>
                  <a:pt x="77224" y="115736"/>
                </a:lnTo>
                <a:cubicBezTo>
                  <a:pt x="77224" y="122726"/>
                  <a:pt x="77609" y="127094"/>
                  <a:pt x="78378" y="128843"/>
                </a:cubicBezTo>
                <a:cubicBezTo>
                  <a:pt x="79147" y="130590"/>
                  <a:pt x="80651" y="132118"/>
                  <a:pt x="82891" y="133429"/>
                </a:cubicBezTo>
                <a:cubicBezTo>
                  <a:pt x="85131" y="134739"/>
                  <a:pt x="88190" y="135394"/>
                  <a:pt x="92068" y="135394"/>
                </a:cubicBezTo>
                <a:lnTo>
                  <a:pt x="96581" y="135394"/>
                </a:lnTo>
                <a:lnTo>
                  <a:pt x="96581" y="139004"/>
                </a:lnTo>
                <a:lnTo>
                  <a:pt x="25374" y="139004"/>
                </a:lnTo>
                <a:lnTo>
                  <a:pt x="25374" y="135394"/>
                </a:lnTo>
                <a:lnTo>
                  <a:pt x="29887" y="135394"/>
                </a:lnTo>
                <a:cubicBezTo>
                  <a:pt x="33832" y="135394"/>
                  <a:pt x="37008" y="134688"/>
                  <a:pt x="39415" y="133278"/>
                </a:cubicBezTo>
                <a:cubicBezTo>
                  <a:pt x="41153" y="132336"/>
                  <a:pt x="42524" y="130723"/>
                  <a:pt x="43527" y="128439"/>
                </a:cubicBezTo>
                <a:cubicBezTo>
                  <a:pt x="44262" y="126826"/>
                  <a:pt x="44630" y="122592"/>
                  <a:pt x="44630" y="115736"/>
                </a:cubicBezTo>
                <a:lnTo>
                  <a:pt x="44630" y="10831"/>
                </a:lnTo>
                <a:lnTo>
                  <a:pt x="34801" y="10831"/>
                </a:lnTo>
                <a:cubicBezTo>
                  <a:pt x="25641" y="10831"/>
                  <a:pt x="18989" y="12777"/>
                  <a:pt x="14843" y="16667"/>
                </a:cubicBezTo>
                <a:cubicBezTo>
                  <a:pt x="9026" y="22102"/>
                  <a:pt x="5349" y="29851"/>
                  <a:pt x="3811" y="39916"/>
                </a:cubicBezTo>
                <a:lnTo>
                  <a:pt x="0" y="39916"/>
                </a:lnTo>
                <a:lnTo>
                  <a:pt x="0" y="3009"/>
                </a:lnTo>
                <a:lnTo>
                  <a:pt x="122155" y="3009"/>
                </a:lnTo>
                <a:close/>
                <a:moveTo>
                  <a:pt x="155346" y="0"/>
                </a:moveTo>
                <a:cubicBezTo>
                  <a:pt x="159692" y="0"/>
                  <a:pt x="163369" y="1526"/>
                  <a:pt x="166378" y="4579"/>
                </a:cubicBezTo>
                <a:cubicBezTo>
                  <a:pt x="169387" y="7629"/>
                  <a:pt x="170891" y="11302"/>
                  <a:pt x="170891" y="15595"/>
                </a:cubicBezTo>
                <a:cubicBezTo>
                  <a:pt x="170891" y="19889"/>
                  <a:pt x="169370" y="23546"/>
                  <a:pt x="166328" y="26565"/>
                </a:cubicBezTo>
                <a:cubicBezTo>
                  <a:pt x="163286" y="29582"/>
                  <a:pt x="159625" y="31090"/>
                  <a:pt x="155346" y="31090"/>
                </a:cubicBezTo>
                <a:cubicBezTo>
                  <a:pt x="151067" y="31090"/>
                  <a:pt x="147423" y="29582"/>
                  <a:pt x="144414" y="26565"/>
                </a:cubicBezTo>
                <a:cubicBezTo>
                  <a:pt x="141405" y="23546"/>
                  <a:pt x="139901" y="19889"/>
                  <a:pt x="139901" y="15595"/>
                </a:cubicBezTo>
                <a:cubicBezTo>
                  <a:pt x="139901" y="11302"/>
                  <a:pt x="141405" y="7629"/>
                  <a:pt x="144414" y="4579"/>
                </a:cubicBezTo>
                <a:cubicBezTo>
                  <a:pt x="147423" y="1526"/>
                  <a:pt x="151067" y="0"/>
                  <a:pt x="155346" y="0"/>
                </a:cubicBezTo>
                <a:moveTo>
                  <a:pt x="169387" y="45131"/>
                </a:moveTo>
                <a:lnTo>
                  <a:pt x="169387" y="119548"/>
                </a:lnTo>
                <a:cubicBezTo>
                  <a:pt x="169387" y="126167"/>
                  <a:pt x="170156" y="130396"/>
                  <a:pt x="171693" y="132234"/>
                </a:cubicBezTo>
                <a:cubicBezTo>
                  <a:pt x="173231" y="134073"/>
                  <a:pt x="176240" y="135126"/>
                  <a:pt x="180720" y="135394"/>
                </a:cubicBezTo>
                <a:lnTo>
                  <a:pt x="180720" y="139004"/>
                </a:lnTo>
                <a:lnTo>
                  <a:pt x="130072" y="139004"/>
                </a:lnTo>
                <a:lnTo>
                  <a:pt x="130072" y="135394"/>
                </a:lnTo>
                <a:cubicBezTo>
                  <a:pt x="134218" y="135260"/>
                  <a:pt x="137293" y="134056"/>
                  <a:pt x="139299" y="131783"/>
                </a:cubicBezTo>
                <a:cubicBezTo>
                  <a:pt x="140637" y="130245"/>
                  <a:pt x="141305" y="126167"/>
                  <a:pt x="141305" y="119548"/>
                </a:cubicBezTo>
                <a:lnTo>
                  <a:pt x="141305" y="64788"/>
                </a:lnTo>
                <a:cubicBezTo>
                  <a:pt x="141305" y="58086"/>
                  <a:pt x="140536" y="53803"/>
                  <a:pt x="138998" y="51942"/>
                </a:cubicBezTo>
                <a:cubicBezTo>
                  <a:pt x="137461" y="50080"/>
                  <a:pt x="134485" y="49013"/>
                  <a:pt x="130072" y="48742"/>
                </a:cubicBezTo>
                <a:lnTo>
                  <a:pt x="130072" y="45131"/>
                </a:lnTo>
                <a:lnTo>
                  <a:pt x="169387" y="45131"/>
                </a:lnTo>
                <a:close/>
                <a:moveTo>
                  <a:pt x="228794" y="45131"/>
                </a:moveTo>
                <a:lnTo>
                  <a:pt x="228794" y="57567"/>
                </a:lnTo>
                <a:cubicBezTo>
                  <a:pt x="233942" y="51913"/>
                  <a:pt x="238706" y="47959"/>
                  <a:pt x="243085" y="45705"/>
                </a:cubicBezTo>
                <a:cubicBezTo>
                  <a:pt x="247465" y="43450"/>
                  <a:pt x="252262" y="42323"/>
                  <a:pt x="257477" y="42323"/>
                </a:cubicBezTo>
                <a:cubicBezTo>
                  <a:pt x="263495" y="42323"/>
                  <a:pt x="268543" y="43735"/>
                  <a:pt x="272621" y="46560"/>
                </a:cubicBezTo>
                <a:cubicBezTo>
                  <a:pt x="276700" y="49385"/>
                  <a:pt x="279842" y="53689"/>
                  <a:pt x="282049" y="59473"/>
                </a:cubicBezTo>
                <a:cubicBezTo>
                  <a:pt x="287397" y="53420"/>
                  <a:pt x="292529" y="49049"/>
                  <a:pt x="297443" y="46360"/>
                </a:cubicBezTo>
                <a:cubicBezTo>
                  <a:pt x="302358" y="43669"/>
                  <a:pt x="307489" y="42323"/>
                  <a:pt x="312838" y="42323"/>
                </a:cubicBezTo>
                <a:cubicBezTo>
                  <a:pt x="319324" y="42323"/>
                  <a:pt x="324489" y="43813"/>
                  <a:pt x="328333" y="46792"/>
                </a:cubicBezTo>
                <a:cubicBezTo>
                  <a:pt x="332178" y="49772"/>
                  <a:pt x="334852" y="53555"/>
                  <a:pt x="336356" y="58141"/>
                </a:cubicBezTo>
                <a:cubicBezTo>
                  <a:pt x="337861" y="62727"/>
                  <a:pt x="338613" y="70041"/>
                  <a:pt x="338613" y="80083"/>
                </a:cubicBezTo>
                <a:lnTo>
                  <a:pt x="338613" y="118545"/>
                </a:lnTo>
                <a:cubicBezTo>
                  <a:pt x="338613" y="125766"/>
                  <a:pt x="339265" y="130245"/>
                  <a:pt x="340569" y="131984"/>
                </a:cubicBezTo>
                <a:cubicBezTo>
                  <a:pt x="341872" y="133722"/>
                  <a:pt x="344597" y="134859"/>
                  <a:pt x="348742" y="135394"/>
                </a:cubicBezTo>
                <a:lnTo>
                  <a:pt x="348742" y="139004"/>
                </a:lnTo>
                <a:lnTo>
                  <a:pt x="300302" y="139004"/>
                </a:lnTo>
                <a:lnTo>
                  <a:pt x="300302" y="135394"/>
                </a:lnTo>
                <a:cubicBezTo>
                  <a:pt x="304113" y="135059"/>
                  <a:pt x="306921" y="133588"/>
                  <a:pt x="308726" y="130981"/>
                </a:cubicBezTo>
                <a:cubicBezTo>
                  <a:pt x="309930" y="129176"/>
                  <a:pt x="310531" y="125030"/>
                  <a:pt x="310531" y="118545"/>
                </a:cubicBezTo>
                <a:lnTo>
                  <a:pt x="310531" y="78227"/>
                </a:lnTo>
                <a:cubicBezTo>
                  <a:pt x="310531" y="69870"/>
                  <a:pt x="310197" y="64554"/>
                  <a:pt x="309528" y="62281"/>
                </a:cubicBezTo>
                <a:cubicBezTo>
                  <a:pt x="308860" y="60008"/>
                  <a:pt x="307807" y="58320"/>
                  <a:pt x="306369" y="57216"/>
                </a:cubicBezTo>
                <a:cubicBezTo>
                  <a:pt x="304932" y="56113"/>
                  <a:pt x="303244" y="55562"/>
                  <a:pt x="301305" y="55562"/>
                </a:cubicBezTo>
                <a:cubicBezTo>
                  <a:pt x="298430" y="55562"/>
                  <a:pt x="295521" y="56615"/>
                  <a:pt x="292579" y="58721"/>
                </a:cubicBezTo>
                <a:cubicBezTo>
                  <a:pt x="289637" y="60827"/>
                  <a:pt x="286662" y="63986"/>
                  <a:pt x="283653" y="68198"/>
                </a:cubicBezTo>
                <a:lnTo>
                  <a:pt x="283653" y="118545"/>
                </a:lnTo>
                <a:cubicBezTo>
                  <a:pt x="283653" y="125298"/>
                  <a:pt x="284222" y="129543"/>
                  <a:pt x="285358" y="131282"/>
                </a:cubicBezTo>
                <a:cubicBezTo>
                  <a:pt x="286896" y="133755"/>
                  <a:pt x="289838" y="135126"/>
                  <a:pt x="294184" y="135394"/>
                </a:cubicBezTo>
                <a:lnTo>
                  <a:pt x="294184" y="139004"/>
                </a:lnTo>
                <a:lnTo>
                  <a:pt x="245643" y="139004"/>
                </a:lnTo>
                <a:lnTo>
                  <a:pt x="245643" y="135394"/>
                </a:lnTo>
                <a:cubicBezTo>
                  <a:pt x="248250" y="135260"/>
                  <a:pt x="250306" y="134608"/>
                  <a:pt x="251811" y="133438"/>
                </a:cubicBezTo>
                <a:cubicBezTo>
                  <a:pt x="253315" y="132268"/>
                  <a:pt x="254318" y="130864"/>
                  <a:pt x="254819" y="129226"/>
                </a:cubicBezTo>
                <a:cubicBezTo>
                  <a:pt x="255321" y="127588"/>
                  <a:pt x="255572" y="124027"/>
                  <a:pt x="255572" y="118545"/>
                </a:cubicBezTo>
                <a:lnTo>
                  <a:pt x="255572" y="78165"/>
                </a:lnTo>
                <a:cubicBezTo>
                  <a:pt x="255572" y="69659"/>
                  <a:pt x="255237" y="64335"/>
                  <a:pt x="254569" y="62193"/>
                </a:cubicBezTo>
                <a:cubicBezTo>
                  <a:pt x="253900" y="60050"/>
                  <a:pt x="252780" y="58375"/>
                  <a:pt x="251209" y="57169"/>
                </a:cubicBezTo>
                <a:cubicBezTo>
                  <a:pt x="249638" y="55964"/>
                  <a:pt x="247949" y="55361"/>
                  <a:pt x="246144" y="55361"/>
                </a:cubicBezTo>
                <a:cubicBezTo>
                  <a:pt x="243470" y="55361"/>
                  <a:pt x="241029" y="56068"/>
                  <a:pt x="238823" y="57483"/>
                </a:cubicBezTo>
                <a:cubicBezTo>
                  <a:pt x="235680" y="59572"/>
                  <a:pt x="232337" y="63144"/>
                  <a:pt x="228794" y="68198"/>
                </a:cubicBezTo>
                <a:lnTo>
                  <a:pt x="228794" y="118545"/>
                </a:lnTo>
                <a:cubicBezTo>
                  <a:pt x="228794" y="125164"/>
                  <a:pt x="229446" y="129527"/>
                  <a:pt x="230749" y="131633"/>
                </a:cubicBezTo>
                <a:cubicBezTo>
                  <a:pt x="232053" y="133739"/>
                  <a:pt x="234778" y="134992"/>
                  <a:pt x="238923" y="135394"/>
                </a:cubicBezTo>
                <a:lnTo>
                  <a:pt x="238923" y="139004"/>
                </a:lnTo>
                <a:lnTo>
                  <a:pt x="190583" y="139004"/>
                </a:lnTo>
                <a:lnTo>
                  <a:pt x="190583" y="135394"/>
                </a:lnTo>
                <a:cubicBezTo>
                  <a:pt x="194527" y="134992"/>
                  <a:pt x="197336" y="133722"/>
                  <a:pt x="199007" y="131583"/>
                </a:cubicBezTo>
                <a:cubicBezTo>
                  <a:pt x="200144" y="130112"/>
                  <a:pt x="200712" y="125766"/>
                  <a:pt x="200712" y="118545"/>
                </a:cubicBezTo>
                <a:lnTo>
                  <a:pt x="200712" y="65591"/>
                </a:lnTo>
                <a:cubicBezTo>
                  <a:pt x="200712" y="58418"/>
                  <a:pt x="200060" y="53952"/>
                  <a:pt x="198756" y="52192"/>
                </a:cubicBezTo>
                <a:cubicBezTo>
                  <a:pt x="197453" y="50433"/>
                  <a:pt x="194728" y="49283"/>
                  <a:pt x="190583" y="48742"/>
                </a:cubicBezTo>
                <a:lnTo>
                  <a:pt x="190583" y="45131"/>
                </a:lnTo>
                <a:lnTo>
                  <a:pt x="228794" y="45131"/>
                </a:lnTo>
                <a:close/>
                <a:moveTo>
                  <a:pt x="440407" y="88658"/>
                </a:moveTo>
                <a:lnTo>
                  <a:pt x="388958" y="88658"/>
                </a:lnTo>
                <a:cubicBezTo>
                  <a:pt x="389560" y="101127"/>
                  <a:pt x="392869" y="110982"/>
                  <a:pt x="398887" y="118222"/>
                </a:cubicBezTo>
                <a:cubicBezTo>
                  <a:pt x="403500" y="123786"/>
                  <a:pt x="409050" y="126568"/>
                  <a:pt x="415535" y="126568"/>
                </a:cubicBezTo>
                <a:cubicBezTo>
                  <a:pt x="419547" y="126568"/>
                  <a:pt x="423191" y="125448"/>
                  <a:pt x="426467" y="123208"/>
                </a:cubicBezTo>
                <a:cubicBezTo>
                  <a:pt x="429743" y="120968"/>
                  <a:pt x="433253" y="116940"/>
                  <a:pt x="436998" y="111123"/>
                </a:cubicBezTo>
                <a:lnTo>
                  <a:pt x="440407" y="113329"/>
                </a:lnTo>
                <a:cubicBezTo>
                  <a:pt x="435326" y="123693"/>
                  <a:pt x="429710" y="131031"/>
                  <a:pt x="423559" y="135343"/>
                </a:cubicBezTo>
                <a:cubicBezTo>
                  <a:pt x="417407" y="139656"/>
                  <a:pt x="410287" y="141812"/>
                  <a:pt x="402196" y="141812"/>
                </a:cubicBezTo>
                <a:cubicBezTo>
                  <a:pt x="388289" y="141812"/>
                  <a:pt x="377759" y="136458"/>
                  <a:pt x="370605" y="125750"/>
                </a:cubicBezTo>
                <a:cubicBezTo>
                  <a:pt x="364855" y="117117"/>
                  <a:pt x="361979" y="106408"/>
                  <a:pt x="361979" y="93625"/>
                </a:cubicBezTo>
                <a:cubicBezTo>
                  <a:pt x="361979" y="77963"/>
                  <a:pt x="366208" y="65498"/>
                  <a:pt x="374666" y="56229"/>
                </a:cubicBezTo>
                <a:cubicBezTo>
                  <a:pt x="383124" y="46958"/>
                  <a:pt x="393036" y="42323"/>
                  <a:pt x="404403" y="42323"/>
                </a:cubicBezTo>
                <a:cubicBezTo>
                  <a:pt x="413897" y="42323"/>
                  <a:pt x="422138" y="46218"/>
                  <a:pt x="429125" y="54007"/>
                </a:cubicBezTo>
                <a:cubicBezTo>
                  <a:pt x="436112" y="61796"/>
                  <a:pt x="439873" y="73347"/>
                  <a:pt x="440407" y="88658"/>
                </a:cubicBezTo>
                <a:moveTo>
                  <a:pt x="415736" y="82038"/>
                </a:moveTo>
                <a:cubicBezTo>
                  <a:pt x="415736" y="71274"/>
                  <a:pt x="415151" y="63886"/>
                  <a:pt x="413981" y="59874"/>
                </a:cubicBezTo>
                <a:cubicBezTo>
                  <a:pt x="412811" y="55862"/>
                  <a:pt x="410989" y="52820"/>
                  <a:pt x="408515" y="50748"/>
                </a:cubicBezTo>
                <a:cubicBezTo>
                  <a:pt x="407111" y="49544"/>
                  <a:pt x="405239" y="48942"/>
                  <a:pt x="402898" y="48942"/>
                </a:cubicBezTo>
                <a:cubicBezTo>
                  <a:pt x="399422" y="48942"/>
                  <a:pt x="396580" y="50647"/>
                  <a:pt x="394374" y="54057"/>
                </a:cubicBezTo>
                <a:cubicBezTo>
                  <a:pt x="390429" y="60008"/>
                  <a:pt x="388456" y="68165"/>
                  <a:pt x="388456" y="78528"/>
                </a:cubicBezTo>
                <a:lnTo>
                  <a:pt x="388456" y="82038"/>
                </a:lnTo>
                <a:lnTo>
                  <a:pt x="415736" y="8203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A27055-FBFD-448F-B8D4-653DD38C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6233" y="3265255"/>
            <a:ext cx="1690247" cy="1770386"/>
          </a:xfrm>
          <a:custGeom xmlns:a="http://schemas.openxmlformats.org/drawingml/2006/main">
            <a:pathLst>
              <a:path w="1690247" h="1770386">
                <a:moveTo>
                  <a:pt x="102699" y="0"/>
                </a:moveTo>
                <a:cubicBezTo>
                  <a:pt x="45975" y="0"/>
                  <a:pt x="0" y="45975"/>
                  <a:pt x="0" y="102699"/>
                </a:cubicBezTo>
                <a:lnTo>
                  <a:pt x="0" y="1667688"/>
                </a:lnTo>
                <a:cubicBezTo>
                  <a:pt x="0" y="1724411"/>
                  <a:pt x="45975" y="1770386"/>
                  <a:pt x="102699" y="1770386"/>
                </a:cubicBezTo>
                <a:lnTo>
                  <a:pt x="1587548" y="1770386"/>
                </a:lnTo>
                <a:cubicBezTo>
                  <a:pt x="1644272" y="1770386"/>
                  <a:pt x="1690247" y="1724411"/>
                  <a:pt x="1690247" y="1667688"/>
                </a:cubicBezTo>
                <a:lnTo>
                  <a:pt x="1690247" y="102699"/>
                </a:lnTo>
                <a:cubicBezTo>
                  <a:pt x="1690247" y="45975"/>
                  <a:pt x="1644272" y="0"/>
                  <a:pt x="1587548" y="0"/>
                </a:cubicBezTo>
                <a:lnTo>
                  <a:pt x="102699" y="0"/>
                </a:lnTo>
                <a:close/>
              </a:path>
            </a:pathLst>
          </a:custGeom>
          <a:solidFill xmlns:a="http://schemas.openxmlformats.org/drawingml/2006/main">
            <a:srgbClr val="E6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26FAC-4449-4F26-9C29-2CD0CD7A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6233" y="3265255"/>
            <a:ext cx="1690247" cy="1770386"/>
          </a:xfrm>
          <a:custGeom xmlns:a="http://schemas.openxmlformats.org/drawingml/2006/main">
            <a:pathLst>
              <a:path w="1690247" h="1770386" fill="none">
                <a:moveTo>
                  <a:pt x="102699" y="0"/>
                </a:moveTo>
                <a:cubicBezTo>
                  <a:pt x="45975" y="0"/>
                  <a:pt x="0" y="45975"/>
                  <a:pt x="0" y="102699"/>
                </a:cubicBezTo>
                <a:lnTo>
                  <a:pt x="0" y="1667688"/>
                </a:lnTo>
                <a:cubicBezTo>
                  <a:pt x="0" y="1724411"/>
                  <a:pt x="45975" y="1770386"/>
                  <a:pt x="102699" y="1770386"/>
                </a:cubicBezTo>
                <a:lnTo>
                  <a:pt x="1587548" y="1770386"/>
                </a:lnTo>
                <a:cubicBezTo>
                  <a:pt x="1644272" y="1770386"/>
                  <a:pt x="1690247" y="1724411"/>
                  <a:pt x="1690247" y="1667688"/>
                </a:cubicBezTo>
                <a:lnTo>
                  <a:pt x="1690247" y="102699"/>
                </a:lnTo>
                <a:cubicBezTo>
                  <a:pt x="1690247" y="45975"/>
                  <a:pt x="1644272" y="0"/>
                  <a:pt x="1587548" y="0"/>
                </a:cubicBezTo>
                <a:lnTo>
                  <a:pt x="10269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092B8-FDDB-4F98-9536-6C48A060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653" y="3381494"/>
            <a:ext cx="1510525" cy="313795"/>
          </a:xfrm>
          <a:custGeom xmlns:a="http://schemas.openxmlformats.org/drawingml/2006/main">
            <a:pathLst>
              <a:path w="1510525" h="313795">
                <a:moveTo>
                  <a:pt x="42791" y="0"/>
                </a:moveTo>
                <a:cubicBezTo>
                  <a:pt x="19153" y="0"/>
                  <a:pt x="0" y="19153"/>
                  <a:pt x="0" y="42791"/>
                </a:cubicBezTo>
                <a:lnTo>
                  <a:pt x="0" y="271004"/>
                </a:lnTo>
                <a:cubicBezTo>
                  <a:pt x="0" y="294642"/>
                  <a:pt x="19153" y="313795"/>
                  <a:pt x="42791" y="313795"/>
                </a:cubicBezTo>
                <a:lnTo>
                  <a:pt x="1467733" y="313795"/>
                </a:lnTo>
                <a:cubicBezTo>
                  <a:pt x="1491371" y="313795"/>
                  <a:pt x="1510525" y="294642"/>
                  <a:pt x="1510525" y="271004"/>
                </a:cubicBezTo>
                <a:lnTo>
                  <a:pt x="1510525" y="42791"/>
                </a:lnTo>
                <a:cubicBezTo>
                  <a:pt x="1510525" y="19153"/>
                  <a:pt x="1491371" y="0"/>
                  <a:pt x="1467733" y="0"/>
                </a:cubicBezTo>
                <a:lnTo>
                  <a:pt x="42791" y="0"/>
                </a:lnTo>
                <a:close/>
              </a:path>
            </a:pathLst>
          </a:custGeom>
          <a:solidFill xmlns:a="http://schemas.openxmlformats.org/drawingml/2006/main">
            <a:srgbClr val="E1EBF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Text Channel1Record">
            <a:extLst xmlns:a="http://schemas.openxmlformats.org/drawingml/2006/main">
              <a:ext uri="{FF2B5EF4-FFF2-40B4-BE49-F238E27FC236}">
                <a16:creationId xmlns:a16="http://schemas.microsoft.com/office/drawing/2014/main" id="{35E44A06-2C05-45F8-AEFD-12683EAD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62" y="3475467"/>
            <a:ext cx="1230210" cy="121353"/>
          </a:xfrm>
          <a:custGeom xmlns:a="http://schemas.openxmlformats.org/drawingml/2006/main">
            <a:pathLst>
              <a:path w="1230210" h="121353">
                <a:moveTo>
                  <a:pt x="96865" y="3009"/>
                </a:moveTo>
                <a:lnTo>
                  <a:pt x="99456" y="41621"/>
                </a:lnTo>
                <a:lnTo>
                  <a:pt x="96865" y="41621"/>
                </a:lnTo>
                <a:cubicBezTo>
                  <a:pt x="93410" y="30058"/>
                  <a:pt x="88479" y="21735"/>
                  <a:pt x="82072" y="16653"/>
                </a:cubicBezTo>
                <a:cubicBezTo>
                  <a:pt x="75664" y="11568"/>
                  <a:pt x="67975" y="9026"/>
                  <a:pt x="59005" y="9026"/>
                </a:cubicBezTo>
                <a:cubicBezTo>
                  <a:pt x="51483" y="9026"/>
                  <a:pt x="44685" y="10932"/>
                  <a:pt x="38612" y="14743"/>
                </a:cubicBezTo>
                <a:cubicBezTo>
                  <a:pt x="32539" y="18553"/>
                  <a:pt x="27761" y="24631"/>
                  <a:pt x="24279" y="32976"/>
                </a:cubicBezTo>
                <a:cubicBezTo>
                  <a:pt x="20797" y="41320"/>
                  <a:pt x="19055" y="51694"/>
                  <a:pt x="19055" y="64098"/>
                </a:cubicBezTo>
                <a:cubicBezTo>
                  <a:pt x="19055" y="74334"/>
                  <a:pt x="20699" y="83207"/>
                  <a:pt x="23986" y="90717"/>
                </a:cubicBezTo>
                <a:cubicBezTo>
                  <a:pt x="27274" y="98227"/>
                  <a:pt x="32219" y="103985"/>
                  <a:pt x="38821" y="107991"/>
                </a:cubicBezTo>
                <a:cubicBezTo>
                  <a:pt x="45424" y="111996"/>
                  <a:pt x="52960" y="113998"/>
                  <a:pt x="61429" y="113998"/>
                </a:cubicBezTo>
                <a:cubicBezTo>
                  <a:pt x="68783" y="113998"/>
                  <a:pt x="75274" y="112419"/>
                  <a:pt x="80902" y="109260"/>
                </a:cubicBezTo>
                <a:cubicBezTo>
                  <a:pt x="86529" y="106100"/>
                  <a:pt x="92714" y="99823"/>
                  <a:pt x="99456" y="90430"/>
                </a:cubicBezTo>
                <a:lnTo>
                  <a:pt x="102047" y="92101"/>
                </a:lnTo>
                <a:cubicBezTo>
                  <a:pt x="96363" y="102216"/>
                  <a:pt x="89733" y="109620"/>
                  <a:pt x="82155" y="114314"/>
                </a:cubicBezTo>
                <a:cubicBezTo>
                  <a:pt x="74578" y="119007"/>
                  <a:pt x="65580" y="121353"/>
                  <a:pt x="55160" y="121353"/>
                </a:cubicBezTo>
                <a:cubicBezTo>
                  <a:pt x="36384" y="121353"/>
                  <a:pt x="21841" y="114398"/>
                  <a:pt x="11534" y="100487"/>
                </a:cubicBezTo>
                <a:cubicBezTo>
                  <a:pt x="3845" y="90140"/>
                  <a:pt x="0" y="77955"/>
                  <a:pt x="0" y="63933"/>
                </a:cubicBezTo>
                <a:cubicBezTo>
                  <a:pt x="0" y="52638"/>
                  <a:pt x="2535" y="42262"/>
                  <a:pt x="7605" y="32804"/>
                </a:cubicBezTo>
                <a:cubicBezTo>
                  <a:pt x="12676" y="23346"/>
                  <a:pt x="19654" y="16015"/>
                  <a:pt x="28541" y="10813"/>
                </a:cubicBezTo>
                <a:cubicBezTo>
                  <a:pt x="37428" y="5610"/>
                  <a:pt x="47137" y="3009"/>
                  <a:pt x="57668" y="3009"/>
                </a:cubicBezTo>
                <a:cubicBezTo>
                  <a:pt x="65858" y="3009"/>
                  <a:pt x="73937" y="5015"/>
                  <a:pt x="81905" y="9026"/>
                </a:cubicBezTo>
                <a:cubicBezTo>
                  <a:pt x="84245" y="10252"/>
                  <a:pt x="85916" y="10865"/>
                  <a:pt x="86919" y="10865"/>
                </a:cubicBezTo>
                <a:cubicBezTo>
                  <a:pt x="88424" y="10865"/>
                  <a:pt x="89733" y="10336"/>
                  <a:pt x="90847" y="9277"/>
                </a:cubicBezTo>
                <a:cubicBezTo>
                  <a:pt x="92296" y="7773"/>
                  <a:pt x="93327" y="5683"/>
                  <a:pt x="93940" y="3009"/>
                </a:cubicBezTo>
                <a:lnTo>
                  <a:pt x="96865" y="3009"/>
                </a:lnTo>
                <a:close/>
                <a:moveTo>
                  <a:pt x="135812" y="0"/>
                </a:moveTo>
                <a:lnTo>
                  <a:pt x="135812" y="56150"/>
                </a:lnTo>
                <a:cubicBezTo>
                  <a:pt x="141997" y="49323"/>
                  <a:pt x="146900" y="44944"/>
                  <a:pt x="150521" y="43013"/>
                </a:cubicBezTo>
                <a:cubicBezTo>
                  <a:pt x="154143" y="41082"/>
                  <a:pt x="157765" y="40117"/>
                  <a:pt x="161386" y="40117"/>
                </a:cubicBezTo>
                <a:cubicBezTo>
                  <a:pt x="165732" y="40117"/>
                  <a:pt x="169465" y="41312"/>
                  <a:pt x="172586" y="43703"/>
                </a:cubicBezTo>
                <a:cubicBezTo>
                  <a:pt x="175706" y="46091"/>
                  <a:pt x="178018" y="49842"/>
                  <a:pt x="179522" y="54954"/>
                </a:cubicBezTo>
                <a:cubicBezTo>
                  <a:pt x="180581" y="58510"/>
                  <a:pt x="181110" y="65010"/>
                  <a:pt x="181110" y="74456"/>
                </a:cubicBezTo>
                <a:lnTo>
                  <a:pt x="181110" y="101462"/>
                </a:lnTo>
                <a:cubicBezTo>
                  <a:pt x="181110" y="106337"/>
                  <a:pt x="181500" y="109671"/>
                  <a:pt x="182280" y="111465"/>
                </a:cubicBezTo>
                <a:cubicBezTo>
                  <a:pt x="182838" y="112811"/>
                  <a:pt x="183785" y="113876"/>
                  <a:pt x="185122" y="114661"/>
                </a:cubicBezTo>
                <a:cubicBezTo>
                  <a:pt x="186459" y="115445"/>
                  <a:pt x="188911" y="115837"/>
                  <a:pt x="192477" y="115837"/>
                </a:cubicBezTo>
                <a:lnTo>
                  <a:pt x="192477" y="118845"/>
                </a:lnTo>
                <a:lnTo>
                  <a:pt x="154867" y="118845"/>
                </a:lnTo>
                <a:lnTo>
                  <a:pt x="154867" y="115837"/>
                </a:lnTo>
                <a:lnTo>
                  <a:pt x="156622" y="115837"/>
                </a:lnTo>
                <a:cubicBezTo>
                  <a:pt x="160188" y="115837"/>
                  <a:pt x="162668" y="115291"/>
                  <a:pt x="164061" y="114199"/>
                </a:cubicBezTo>
                <a:cubicBezTo>
                  <a:pt x="165454" y="113106"/>
                  <a:pt x="166429" y="111494"/>
                  <a:pt x="166986" y="109365"/>
                </a:cubicBezTo>
                <a:cubicBezTo>
                  <a:pt x="167153" y="108468"/>
                  <a:pt x="167237" y="105834"/>
                  <a:pt x="167237" y="101462"/>
                </a:cubicBezTo>
                <a:lnTo>
                  <a:pt x="167237" y="74516"/>
                </a:lnTo>
                <a:cubicBezTo>
                  <a:pt x="167237" y="66199"/>
                  <a:pt x="166805" y="60737"/>
                  <a:pt x="165941" y="58133"/>
                </a:cubicBezTo>
                <a:cubicBezTo>
                  <a:pt x="165078" y="55526"/>
                  <a:pt x="163699" y="53572"/>
                  <a:pt x="161804" y="52269"/>
                </a:cubicBezTo>
                <a:cubicBezTo>
                  <a:pt x="159910" y="50965"/>
                  <a:pt x="157625" y="50313"/>
                  <a:pt x="154951" y="50313"/>
                </a:cubicBezTo>
                <a:cubicBezTo>
                  <a:pt x="152221" y="50313"/>
                  <a:pt x="149379" y="51036"/>
                  <a:pt x="146426" y="52481"/>
                </a:cubicBezTo>
                <a:cubicBezTo>
                  <a:pt x="143473" y="53926"/>
                  <a:pt x="139935" y="56844"/>
                  <a:pt x="135812" y="61235"/>
                </a:cubicBezTo>
                <a:lnTo>
                  <a:pt x="135812" y="101462"/>
                </a:lnTo>
                <a:cubicBezTo>
                  <a:pt x="135812" y="106730"/>
                  <a:pt x="136104" y="110009"/>
                  <a:pt x="136690" y="111298"/>
                </a:cubicBezTo>
                <a:cubicBezTo>
                  <a:pt x="137275" y="112586"/>
                  <a:pt x="138361" y="113665"/>
                  <a:pt x="139949" y="114533"/>
                </a:cubicBezTo>
                <a:cubicBezTo>
                  <a:pt x="141537" y="115402"/>
                  <a:pt x="144281" y="115837"/>
                  <a:pt x="148181" y="115837"/>
                </a:cubicBezTo>
                <a:lnTo>
                  <a:pt x="148181" y="118845"/>
                </a:lnTo>
                <a:lnTo>
                  <a:pt x="110238" y="118845"/>
                </a:lnTo>
                <a:lnTo>
                  <a:pt x="110238" y="115837"/>
                </a:lnTo>
                <a:cubicBezTo>
                  <a:pt x="113636" y="115837"/>
                  <a:pt x="116311" y="115304"/>
                  <a:pt x="118261" y="114238"/>
                </a:cubicBezTo>
                <a:cubicBezTo>
                  <a:pt x="119375" y="113679"/>
                  <a:pt x="120267" y="112616"/>
                  <a:pt x="120935" y="111047"/>
                </a:cubicBezTo>
                <a:cubicBezTo>
                  <a:pt x="121604" y="109476"/>
                  <a:pt x="121938" y="106281"/>
                  <a:pt x="121938" y="101462"/>
                </a:cubicBezTo>
                <a:lnTo>
                  <a:pt x="121938" y="32260"/>
                </a:lnTo>
                <a:cubicBezTo>
                  <a:pt x="121938" y="23549"/>
                  <a:pt x="121729" y="18195"/>
                  <a:pt x="121311" y="16198"/>
                </a:cubicBezTo>
                <a:cubicBezTo>
                  <a:pt x="120894" y="14201"/>
                  <a:pt x="120253" y="12841"/>
                  <a:pt x="119389" y="12119"/>
                </a:cubicBezTo>
                <a:cubicBezTo>
                  <a:pt x="118526" y="11394"/>
                  <a:pt x="117369" y="11032"/>
                  <a:pt x="115921" y="11032"/>
                </a:cubicBezTo>
                <a:cubicBezTo>
                  <a:pt x="114751" y="11032"/>
                  <a:pt x="112856" y="11478"/>
                  <a:pt x="110238" y="12369"/>
                </a:cubicBezTo>
                <a:lnTo>
                  <a:pt x="109068" y="9361"/>
                </a:lnTo>
                <a:lnTo>
                  <a:pt x="131967" y="0"/>
                </a:lnTo>
                <a:lnTo>
                  <a:pt x="135812" y="0"/>
                </a:lnTo>
                <a:close/>
                <a:moveTo>
                  <a:pt x="242289" y="107902"/>
                </a:moveTo>
                <a:cubicBezTo>
                  <a:pt x="234433" y="113974"/>
                  <a:pt x="229502" y="117482"/>
                  <a:pt x="227496" y="118428"/>
                </a:cubicBezTo>
                <a:cubicBezTo>
                  <a:pt x="224487" y="119821"/>
                  <a:pt x="221284" y="120517"/>
                  <a:pt x="217885" y="120517"/>
                </a:cubicBezTo>
                <a:cubicBezTo>
                  <a:pt x="212592" y="120517"/>
                  <a:pt x="208232" y="118706"/>
                  <a:pt x="204805" y="115085"/>
                </a:cubicBezTo>
                <a:cubicBezTo>
                  <a:pt x="201378" y="111463"/>
                  <a:pt x="199665" y="106699"/>
                  <a:pt x="199665" y="100793"/>
                </a:cubicBezTo>
                <a:cubicBezTo>
                  <a:pt x="199665" y="97060"/>
                  <a:pt x="200501" y="93828"/>
                  <a:pt x="202172" y="91098"/>
                </a:cubicBezTo>
                <a:cubicBezTo>
                  <a:pt x="204457" y="87309"/>
                  <a:pt x="208427" y="83743"/>
                  <a:pt x="214082" y="80400"/>
                </a:cubicBezTo>
                <a:cubicBezTo>
                  <a:pt x="219737" y="77057"/>
                  <a:pt x="229140" y="72990"/>
                  <a:pt x="242289" y="68198"/>
                </a:cubicBezTo>
                <a:lnTo>
                  <a:pt x="242289" y="65200"/>
                </a:lnTo>
                <a:cubicBezTo>
                  <a:pt x="242289" y="57595"/>
                  <a:pt x="241077" y="52376"/>
                  <a:pt x="238653" y="49545"/>
                </a:cubicBezTo>
                <a:cubicBezTo>
                  <a:pt x="236230" y="46714"/>
                  <a:pt x="232706" y="45298"/>
                  <a:pt x="228081" y="45298"/>
                </a:cubicBezTo>
                <a:cubicBezTo>
                  <a:pt x="224571" y="45298"/>
                  <a:pt x="221785" y="46246"/>
                  <a:pt x="219723" y="48140"/>
                </a:cubicBezTo>
                <a:cubicBezTo>
                  <a:pt x="217606" y="50034"/>
                  <a:pt x="216548" y="52207"/>
                  <a:pt x="216548" y="54659"/>
                </a:cubicBezTo>
                <a:lnTo>
                  <a:pt x="216715" y="59506"/>
                </a:lnTo>
                <a:cubicBezTo>
                  <a:pt x="216715" y="62069"/>
                  <a:pt x="216060" y="64047"/>
                  <a:pt x="214751" y="65440"/>
                </a:cubicBezTo>
                <a:cubicBezTo>
                  <a:pt x="213441" y="66833"/>
                  <a:pt x="211728" y="67530"/>
                  <a:pt x="209611" y="67530"/>
                </a:cubicBezTo>
                <a:cubicBezTo>
                  <a:pt x="207549" y="67530"/>
                  <a:pt x="205864" y="66804"/>
                  <a:pt x="204554" y="65351"/>
                </a:cubicBezTo>
                <a:cubicBezTo>
                  <a:pt x="203245" y="63898"/>
                  <a:pt x="202590" y="61913"/>
                  <a:pt x="202590" y="59399"/>
                </a:cubicBezTo>
                <a:cubicBezTo>
                  <a:pt x="202590" y="54592"/>
                  <a:pt x="205042" y="50176"/>
                  <a:pt x="209945" y="46152"/>
                </a:cubicBezTo>
                <a:cubicBezTo>
                  <a:pt x="214848" y="42129"/>
                  <a:pt x="221729" y="40117"/>
                  <a:pt x="230588" y="40117"/>
                </a:cubicBezTo>
                <a:cubicBezTo>
                  <a:pt x="237386" y="40117"/>
                  <a:pt x="242958" y="41257"/>
                  <a:pt x="247304" y="43538"/>
                </a:cubicBezTo>
                <a:cubicBezTo>
                  <a:pt x="250591" y="45264"/>
                  <a:pt x="253015" y="47963"/>
                  <a:pt x="254575" y="51637"/>
                </a:cubicBezTo>
                <a:cubicBezTo>
                  <a:pt x="255578" y="54029"/>
                  <a:pt x="256079" y="58927"/>
                  <a:pt x="256079" y="66328"/>
                </a:cubicBezTo>
                <a:lnTo>
                  <a:pt x="256079" y="92289"/>
                </a:lnTo>
                <a:cubicBezTo>
                  <a:pt x="256079" y="99579"/>
                  <a:pt x="256218" y="104046"/>
                  <a:pt x="256497" y="105687"/>
                </a:cubicBezTo>
                <a:cubicBezTo>
                  <a:pt x="256776" y="107329"/>
                  <a:pt x="257235" y="108429"/>
                  <a:pt x="257876" y="108986"/>
                </a:cubicBezTo>
                <a:cubicBezTo>
                  <a:pt x="258517" y="109542"/>
                  <a:pt x="259255" y="109819"/>
                  <a:pt x="260091" y="109819"/>
                </a:cubicBezTo>
                <a:cubicBezTo>
                  <a:pt x="260982" y="109819"/>
                  <a:pt x="261762" y="109624"/>
                  <a:pt x="262431" y="109234"/>
                </a:cubicBezTo>
                <a:cubicBezTo>
                  <a:pt x="263601" y="108510"/>
                  <a:pt x="265858" y="106476"/>
                  <a:pt x="269201" y="103133"/>
                </a:cubicBezTo>
                <a:lnTo>
                  <a:pt x="269201" y="107813"/>
                </a:lnTo>
                <a:cubicBezTo>
                  <a:pt x="262960" y="116171"/>
                  <a:pt x="256998" y="120350"/>
                  <a:pt x="251315" y="120350"/>
                </a:cubicBezTo>
                <a:cubicBezTo>
                  <a:pt x="248585" y="120350"/>
                  <a:pt x="246412" y="119410"/>
                  <a:pt x="244796" y="117529"/>
                </a:cubicBezTo>
                <a:cubicBezTo>
                  <a:pt x="243180" y="115647"/>
                  <a:pt x="242345" y="112438"/>
                  <a:pt x="242289" y="107902"/>
                </a:cubicBezTo>
                <a:moveTo>
                  <a:pt x="242289" y="102483"/>
                </a:moveTo>
                <a:lnTo>
                  <a:pt x="242289" y="73380"/>
                </a:lnTo>
                <a:cubicBezTo>
                  <a:pt x="233876" y="76716"/>
                  <a:pt x="228443" y="79079"/>
                  <a:pt x="225992" y="80468"/>
                </a:cubicBezTo>
                <a:cubicBezTo>
                  <a:pt x="221590" y="82915"/>
                  <a:pt x="218442" y="85472"/>
                  <a:pt x="216548" y="88142"/>
                </a:cubicBezTo>
                <a:cubicBezTo>
                  <a:pt x="214653" y="90809"/>
                  <a:pt x="213706" y="93727"/>
                  <a:pt x="213706" y="96896"/>
                </a:cubicBezTo>
                <a:cubicBezTo>
                  <a:pt x="213706" y="100899"/>
                  <a:pt x="214904" y="104221"/>
                  <a:pt x="217300" y="106863"/>
                </a:cubicBezTo>
                <a:cubicBezTo>
                  <a:pt x="219696" y="109502"/>
                  <a:pt x="222454" y="110822"/>
                  <a:pt x="225574" y="110822"/>
                </a:cubicBezTo>
                <a:cubicBezTo>
                  <a:pt x="229808" y="110822"/>
                  <a:pt x="235380" y="108042"/>
                  <a:pt x="242289" y="102483"/>
                </a:cubicBezTo>
                <a:close/>
                <a:moveTo>
                  <a:pt x="297224" y="56247"/>
                </a:moveTo>
                <a:cubicBezTo>
                  <a:pt x="306195" y="45493"/>
                  <a:pt x="314747" y="40117"/>
                  <a:pt x="322882" y="40117"/>
                </a:cubicBezTo>
                <a:cubicBezTo>
                  <a:pt x="327061" y="40117"/>
                  <a:pt x="330655" y="41159"/>
                  <a:pt x="333663" y="43243"/>
                </a:cubicBezTo>
                <a:cubicBezTo>
                  <a:pt x="336672" y="45325"/>
                  <a:pt x="339068" y="48756"/>
                  <a:pt x="340851" y="53536"/>
                </a:cubicBezTo>
                <a:cubicBezTo>
                  <a:pt x="342077" y="56870"/>
                  <a:pt x="342690" y="61982"/>
                  <a:pt x="342690" y="68872"/>
                </a:cubicBezTo>
                <a:lnTo>
                  <a:pt x="342690" y="101462"/>
                </a:lnTo>
                <a:cubicBezTo>
                  <a:pt x="342690" y="106337"/>
                  <a:pt x="343080" y="109643"/>
                  <a:pt x="343860" y="111381"/>
                </a:cubicBezTo>
                <a:cubicBezTo>
                  <a:pt x="344473" y="112783"/>
                  <a:pt x="345462" y="113876"/>
                  <a:pt x="346827" y="114661"/>
                </a:cubicBezTo>
                <a:cubicBezTo>
                  <a:pt x="348192" y="115445"/>
                  <a:pt x="350713" y="115837"/>
                  <a:pt x="354390" y="115837"/>
                </a:cubicBezTo>
                <a:lnTo>
                  <a:pt x="354390" y="118845"/>
                </a:lnTo>
                <a:lnTo>
                  <a:pt x="316530" y="118845"/>
                </a:lnTo>
                <a:lnTo>
                  <a:pt x="316530" y="115837"/>
                </a:lnTo>
                <a:lnTo>
                  <a:pt x="318118" y="115837"/>
                </a:lnTo>
                <a:cubicBezTo>
                  <a:pt x="321684" y="115837"/>
                  <a:pt x="324177" y="115291"/>
                  <a:pt x="325598" y="114199"/>
                </a:cubicBezTo>
                <a:cubicBezTo>
                  <a:pt x="327019" y="113106"/>
                  <a:pt x="328008" y="111494"/>
                  <a:pt x="328565" y="109365"/>
                </a:cubicBezTo>
                <a:cubicBezTo>
                  <a:pt x="328788" y="108524"/>
                  <a:pt x="328900" y="105889"/>
                  <a:pt x="328900" y="101462"/>
                </a:cubicBezTo>
                <a:lnTo>
                  <a:pt x="328900" y="70173"/>
                </a:lnTo>
                <a:cubicBezTo>
                  <a:pt x="328900" y="63219"/>
                  <a:pt x="327994" y="58170"/>
                  <a:pt x="326183" y="55027"/>
                </a:cubicBezTo>
                <a:cubicBezTo>
                  <a:pt x="324373" y="51884"/>
                  <a:pt x="321322" y="50313"/>
                  <a:pt x="317032" y="50313"/>
                </a:cubicBezTo>
                <a:cubicBezTo>
                  <a:pt x="310401" y="50313"/>
                  <a:pt x="303799" y="53935"/>
                  <a:pt x="297224" y="61178"/>
                </a:cubicBezTo>
                <a:lnTo>
                  <a:pt x="297224" y="101462"/>
                </a:lnTo>
                <a:cubicBezTo>
                  <a:pt x="297224" y="106673"/>
                  <a:pt x="297531" y="109896"/>
                  <a:pt x="298143" y="111130"/>
                </a:cubicBezTo>
                <a:cubicBezTo>
                  <a:pt x="298924" y="112755"/>
                  <a:pt x="299996" y="113946"/>
                  <a:pt x="301361" y="114703"/>
                </a:cubicBezTo>
                <a:cubicBezTo>
                  <a:pt x="302726" y="115459"/>
                  <a:pt x="305498" y="115837"/>
                  <a:pt x="309677" y="115837"/>
                </a:cubicBezTo>
                <a:lnTo>
                  <a:pt x="309677" y="118845"/>
                </a:lnTo>
                <a:lnTo>
                  <a:pt x="271817" y="118845"/>
                </a:lnTo>
                <a:lnTo>
                  <a:pt x="271817" y="115837"/>
                </a:lnTo>
                <a:lnTo>
                  <a:pt x="273488" y="115837"/>
                </a:lnTo>
                <a:cubicBezTo>
                  <a:pt x="277389" y="115837"/>
                  <a:pt x="280021" y="114843"/>
                  <a:pt x="281386" y="112854"/>
                </a:cubicBezTo>
                <a:cubicBezTo>
                  <a:pt x="282752" y="110864"/>
                  <a:pt x="283434" y="107066"/>
                  <a:pt x="283434" y="101462"/>
                </a:cubicBezTo>
                <a:lnTo>
                  <a:pt x="283434" y="73213"/>
                </a:lnTo>
                <a:cubicBezTo>
                  <a:pt x="283434" y="64019"/>
                  <a:pt x="283225" y="58420"/>
                  <a:pt x="282807" y="56414"/>
                </a:cubicBezTo>
                <a:cubicBezTo>
                  <a:pt x="282389" y="54408"/>
                  <a:pt x="281749" y="53043"/>
                  <a:pt x="280885" y="52319"/>
                </a:cubicBezTo>
                <a:cubicBezTo>
                  <a:pt x="280021" y="51594"/>
                  <a:pt x="278865" y="51232"/>
                  <a:pt x="277417" y="51232"/>
                </a:cubicBezTo>
                <a:cubicBezTo>
                  <a:pt x="275856" y="51232"/>
                  <a:pt x="273990" y="51650"/>
                  <a:pt x="271817" y="52486"/>
                </a:cubicBezTo>
                <a:lnTo>
                  <a:pt x="270563" y="49477"/>
                </a:lnTo>
                <a:lnTo>
                  <a:pt x="293630" y="40117"/>
                </a:lnTo>
                <a:lnTo>
                  <a:pt x="297224" y="40117"/>
                </a:lnTo>
                <a:lnTo>
                  <a:pt x="297224" y="56247"/>
                </a:lnTo>
                <a:close/>
                <a:moveTo>
                  <a:pt x="382806" y="56247"/>
                </a:moveTo>
                <a:cubicBezTo>
                  <a:pt x="391777" y="45493"/>
                  <a:pt x="400329" y="40117"/>
                  <a:pt x="408464" y="40117"/>
                </a:cubicBezTo>
                <a:cubicBezTo>
                  <a:pt x="412643" y="40117"/>
                  <a:pt x="416237" y="41159"/>
                  <a:pt x="419246" y="43243"/>
                </a:cubicBezTo>
                <a:cubicBezTo>
                  <a:pt x="422254" y="45325"/>
                  <a:pt x="424650" y="48756"/>
                  <a:pt x="426433" y="53536"/>
                </a:cubicBezTo>
                <a:cubicBezTo>
                  <a:pt x="427659" y="56870"/>
                  <a:pt x="428272" y="61982"/>
                  <a:pt x="428272" y="68872"/>
                </a:cubicBezTo>
                <a:lnTo>
                  <a:pt x="428272" y="101462"/>
                </a:lnTo>
                <a:cubicBezTo>
                  <a:pt x="428272" y="106337"/>
                  <a:pt x="428662" y="109643"/>
                  <a:pt x="429442" y="111381"/>
                </a:cubicBezTo>
                <a:cubicBezTo>
                  <a:pt x="430055" y="112783"/>
                  <a:pt x="431044" y="113876"/>
                  <a:pt x="432409" y="114661"/>
                </a:cubicBezTo>
                <a:cubicBezTo>
                  <a:pt x="433774" y="115445"/>
                  <a:pt x="436295" y="115837"/>
                  <a:pt x="439972" y="115837"/>
                </a:cubicBezTo>
                <a:lnTo>
                  <a:pt x="439972" y="118845"/>
                </a:lnTo>
                <a:lnTo>
                  <a:pt x="402112" y="118845"/>
                </a:lnTo>
                <a:lnTo>
                  <a:pt x="402112" y="115837"/>
                </a:lnTo>
                <a:lnTo>
                  <a:pt x="403700" y="115837"/>
                </a:lnTo>
                <a:cubicBezTo>
                  <a:pt x="407266" y="115837"/>
                  <a:pt x="409760" y="115291"/>
                  <a:pt x="411180" y="114199"/>
                </a:cubicBezTo>
                <a:cubicBezTo>
                  <a:pt x="412601" y="113106"/>
                  <a:pt x="413590" y="111494"/>
                  <a:pt x="414147" y="109365"/>
                </a:cubicBezTo>
                <a:cubicBezTo>
                  <a:pt x="414370" y="108524"/>
                  <a:pt x="414482" y="105889"/>
                  <a:pt x="414482" y="101462"/>
                </a:cubicBezTo>
                <a:lnTo>
                  <a:pt x="414482" y="70173"/>
                </a:lnTo>
                <a:cubicBezTo>
                  <a:pt x="414482" y="63219"/>
                  <a:pt x="413576" y="58170"/>
                  <a:pt x="411765" y="55027"/>
                </a:cubicBezTo>
                <a:cubicBezTo>
                  <a:pt x="409955" y="51884"/>
                  <a:pt x="406904" y="50313"/>
                  <a:pt x="402614" y="50313"/>
                </a:cubicBezTo>
                <a:cubicBezTo>
                  <a:pt x="395983" y="50313"/>
                  <a:pt x="389381" y="53935"/>
                  <a:pt x="382806" y="61178"/>
                </a:cubicBezTo>
                <a:lnTo>
                  <a:pt x="382806" y="101462"/>
                </a:lnTo>
                <a:cubicBezTo>
                  <a:pt x="382806" y="106673"/>
                  <a:pt x="383113" y="109896"/>
                  <a:pt x="383726" y="111130"/>
                </a:cubicBezTo>
                <a:cubicBezTo>
                  <a:pt x="384506" y="112755"/>
                  <a:pt x="385578" y="113946"/>
                  <a:pt x="386943" y="114703"/>
                </a:cubicBezTo>
                <a:cubicBezTo>
                  <a:pt x="388308" y="115459"/>
                  <a:pt x="391080" y="115837"/>
                  <a:pt x="395259" y="115837"/>
                </a:cubicBezTo>
                <a:lnTo>
                  <a:pt x="395259" y="118845"/>
                </a:lnTo>
                <a:lnTo>
                  <a:pt x="357399" y="118845"/>
                </a:lnTo>
                <a:lnTo>
                  <a:pt x="357399" y="115837"/>
                </a:lnTo>
                <a:lnTo>
                  <a:pt x="359071" y="115837"/>
                </a:lnTo>
                <a:cubicBezTo>
                  <a:pt x="362971" y="115837"/>
                  <a:pt x="365603" y="114843"/>
                  <a:pt x="366969" y="112854"/>
                </a:cubicBezTo>
                <a:cubicBezTo>
                  <a:pt x="368334" y="110864"/>
                  <a:pt x="369016" y="107066"/>
                  <a:pt x="369016" y="101462"/>
                </a:cubicBezTo>
                <a:lnTo>
                  <a:pt x="369016" y="73213"/>
                </a:lnTo>
                <a:cubicBezTo>
                  <a:pt x="369016" y="64019"/>
                  <a:pt x="368807" y="58420"/>
                  <a:pt x="368389" y="56414"/>
                </a:cubicBezTo>
                <a:cubicBezTo>
                  <a:pt x="367971" y="54408"/>
                  <a:pt x="367331" y="53043"/>
                  <a:pt x="366467" y="52319"/>
                </a:cubicBezTo>
                <a:cubicBezTo>
                  <a:pt x="365603" y="51594"/>
                  <a:pt x="364447" y="51232"/>
                  <a:pt x="362999" y="51232"/>
                </a:cubicBezTo>
                <a:cubicBezTo>
                  <a:pt x="361439" y="51232"/>
                  <a:pt x="359572" y="51650"/>
                  <a:pt x="357399" y="52486"/>
                </a:cubicBezTo>
                <a:lnTo>
                  <a:pt x="356145" y="49477"/>
                </a:lnTo>
                <a:lnTo>
                  <a:pt x="379212" y="40117"/>
                </a:lnTo>
                <a:lnTo>
                  <a:pt x="382806" y="40117"/>
                </a:lnTo>
                <a:lnTo>
                  <a:pt x="382806" y="56247"/>
                </a:lnTo>
                <a:close/>
                <a:moveTo>
                  <a:pt x="458943" y="71207"/>
                </a:moveTo>
                <a:cubicBezTo>
                  <a:pt x="458888" y="82521"/>
                  <a:pt x="461646" y="91395"/>
                  <a:pt x="467217" y="97829"/>
                </a:cubicBezTo>
                <a:cubicBezTo>
                  <a:pt x="472789" y="104262"/>
                  <a:pt x="479336" y="107479"/>
                  <a:pt x="486858" y="107479"/>
                </a:cubicBezTo>
                <a:cubicBezTo>
                  <a:pt x="491872" y="107479"/>
                  <a:pt x="496232" y="106094"/>
                  <a:pt x="499938" y="103324"/>
                </a:cubicBezTo>
                <a:cubicBezTo>
                  <a:pt x="503643" y="100554"/>
                  <a:pt x="506749" y="95810"/>
                  <a:pt x="509256" y="89092"/>
                </a:cubicBezTo>
                <a:lnTo>
                  <a:pt x="511847" y="90772"/>
                </a:lnTo>
                <a:cubicBezTo>
                  <a:pt x="510677" y="98445"/>
                  <a:pt x="507278" y="105432"/>
                  <a:pt x="501651" y="111734"/>
                </a:cubicBezTo>
                <a:cubicBezTo>
                  <a:pt x="496023" y="118035"/>
                  <a:pt x="488975" y="121186"/>
                  <a:pt x="480506" y="121186"/>
                </a:cubicBezTo>
                <a:cubicBezTo>
                  <a:pt x="471313" y="121186"/>
                  <a:pt x="463443" y="117614"/>
                  <a:pt x="456896" y="110470"/>
                </a:cubicBezTo>
                <a:cubicBezTo>
                  <a:pt x="450349" y="103324"/>
                  <a:pt x="447076" y="93718"/>
                  <a:pt x="447076" y="81651"/>
                </a:cubicBezTo>
                <a:cubicBezTo>
                  <a:pt x="447076" y="68586"/>
                  <a:pt x="450433" y="58397"/>
                  <a:pt x="457147" y="51086"/>
                </a:cubicBezTo>
                <a:cubicBezTo>
                  <a:pt x="463860" y="43773"/>
                  <a:pt x="472288" y="40117"/>
                  <a:pt x="482428" y="40117"/>
                </a:cubicBezTo>
                <a:cubicBezTo>
                  <a:pt x="491009" y="40117"/>
                  <a:pt x="498057" y="42937"/>
                  <a:pt x="503573" y="48579"/>
                </a:cubicBezTo>
                <a:cubicBezTo>
                  <a:pt x="509089" y="54218"/>
                  <a:pt x="511847" y="61761"/>
                  <a:pt x="511847" y="71207"/>
                </a:cubicBezTo>
                <a:lnTo>
                  <a:pt x="458943" y="71207"/>
                </a:lnTo>
                <a:moveTo>
                  <a:pt x="458943" y="66360"/>
                </a:moveTo>
                <a:lnTo>
                  <a:pt x="494380" y="66360"/>
                </a:lnTo>
                <a:cubicBezTo>
                  <a:pt x="494101" y="61496"/>
                  <a:pt x="493516" y="58071"/>
                  <a:pt x="492625" y="56082"/>
                </a:cubicBezTo>
                <a:cubicBezTo>
                  <a:pt x="491232" y="52987"/>
                  <a:pt x="489156" y="50555"/>
                  <a:pt x="486398" y="48788"/>
                </a:cubicBezTo>
                <a:cubicBezTo>
                  <a:pt x="483640" y="47019"/>
                  <a:pt x="480757" y="46134"/>
                  <a:pt x="477748" y="46134"/>
                </a:cubicBezTo>
                <a:cubicBezTo>
                  <a:pt x="473124" y="46134"/>
                  <a:pt x="468986" y="47916"/>
                  <a:pt x="465337" y="51480"/>
                </a:cubicBezTo>
                <a:cubicBezTo>
                  <a:pt x="461688" y="55045"/>
                  <a:pt x="459556" y="60004"/>
                  <a:pt x="458943" y="66360"/>
                </a:cubicBezTo>
                <a:close/>
                <a:moveTo>
                  <a:pt x="548397" y="0"/>
                </a:moveTo>
                <a:lnTo>
                  <a:pt x="548397" y="101462"/>
                </a:lnTo>
                <a:cubicBezTo>
                  <a:pt x="548397" y="106281"/>
                  <a:pt x="548746" y="109476"/>
                  <a:pt x="549442" y="111047"/>
                </a:cubicBezTo>
                <a:cubicBezTo>
                  <a:pt x="550138" y="112616"/>
                  <a:pt x="551211" y="113807"/>
                  <a:pt x="552660" y="114620"/>
                </a:cubicBezTo>
                <a:cubicBezTo>
                  <a:pt x="554108" y="115431"/>
                  <a:pt x="556811" y="115837"/>
                  <a:pt x="560767" y="115837"/>
                </a:cubicBezTo>
                <a:lnTo>
                  <a:pt x="560767" y="118845"/>
                </a:lnTo>
                <a:lnTo>
                  <a:pt x="523241" y="118845"/>
                </a:lnTo>
                <a:lnTo>
                  <a:pt x="523241" y="115837"/>
                </a:lnTo>
                <a:cubicBezTo>
                  <a:pt x="526751" y="115837"/>
                  <a:pt x="529147" y="115473"/>
                  <a:pt x="530428" y="114745"/>
                </a:cubicBezTo>
                <a:cubicBezTo>
                  <a:pt x="531710" y="114015"/>
                  <a:pt x="532713" y="112811"/>
                  <a:pt x="533437" y="111130"/>
                </a:cubicBezTo>
                <a:cubicBezTo>
                  <a:pt x="534161" y="109448"/>
                  <a:pt x="534524" y="106225"/>
                  <a:pt x="534524" y="101462"/>
                </a:cubicBezTo>
                <a:lnTo>
                  <a:pt x="534524" y="32093"/>
                </a:lnTo>
                <a:cubicBezTo>
                  <a:pt x="534524" y="23457"/>
                  <a:pt x="534329" y="18150"/>
                  <a:pt x="533939" y="16172"/>
                </a:cubicBezTo>
                <a:cubicBezTo>
                  <a:pt x="533549" y="14194"/>
                  <a:pt x="532922" y="12843"/>
                  <a:pt x="532058" y="12119"/>
                </a:cubicBezTo>
                <a:cubicBezTo>
                  <a:pt x="531194" y="11394"/>
                  <a:pt x="530094" y="11032"/>
                  <a:pt x="528757" y="11032"/>
                </a:cubicBezTo>
                <a:cubicBezTo>
                  <a:pt x="527308" y="11032"/>
                  <a:pt x="525470" y="11478"/>
                  <a:pt x="523241" y="12369"/>
                </a:cubicBezTo>
                <a:lnTo>
                  <a:pt x="521820" y="9361"/>
                </a:lnTo>
                <a:lnTo>
                  <a:pt x="544636" y="0"/>
                </a:lnTo>
                <a:lnTo>
                  <a:pt x="548397" y="0"/>
                </a:lnTo>
                <a:close/>
                <a:moveTo>
                  <a:pt x="627154" y="16548"/>
                </a:moveTo>
                <a:lnTo>
                  <a:pt x="654734" y="3176"/>
                </a:lnTo>
                <a:lnTo>
                  <a:pt x="657493" y="3176"/>
                </a:lnTo>
                <a:lnTo>
                  <a:pt x="657493" y="98787"/>
                </a:lnTo>
                <a:cubicBezTo>
                  <a:pt x="657493" y="105139"/>
                  <a:pt x="657757" y="109095"/>
                  <a:pt x="658286" y="110655"/>
                </a:cubicBezTo>
                <a:cubicBezTo>
                  <a:pt x="658816" y="112215"/>
                  <a:pt x="659916" y="113413"/>
                  <a:pt x="661588" y="114249"/>
                </a:cubicBezTo>
                <a:cubicBezTo>
                  <a:pt x="663259" y="115085"/>
                  <a:pt x="666658" y="115558"/>
                  <a:pt x="671784" y="115670"/>
                </a:cubicBezTo>
                <a:lnTo>
                  <a:pt x="671784" y="118845"/>
                </a:lnTo>
                <a:lnTo>
                  <a:pt x="629160" y="118845"/>
                </a:lnTo>
                <a:lnTo>
                  <a:pt x="629160" y="115670"/>
                </a:lnTo>
                <a:cubicBezTo>
                  <a:pt x="634509" y="115558"/>
                  <a:pt x="637964" y="115098"/>
                  <a:pt x="639524" y="114291"/>
                </a:cubicBezTo>
                <a:cubicBezTo>
                  <a:pt x="641084" y="113483"/>
                  <a:pt x="642170" y="112396"/>
                  <a:pt x="642783" y="111031"/>
                </a:cubicBezTo>
                <a:cubicBezTo>
                  <a:pt x="643396" y="109666"/>
                  <a:pt x="643702" y="105585"/>
                  <a:pt x="643702" y="98787"/>
                </a:cubicBezTo>
                <a:lnTo>
                  <a:pt x="643702" y="37609"/>
                </a:lnTo>
                <a:cubicBezTo>
                  <a:pt x="643702" y="29400"/>
                  <a:pt x="643424" y="24131"/>
                  <a:pt x="642867" y="21803"/>
                </a:cubicBezTo>
                <a:cubicBezTo>
                  <a:pt x="642477" y="20027"/>
                  <a:pt x="641766" y="18721"/>
                  <a:pt x="640735" y="17885"/>
                </a:cubicBezTo>
                <a:cubicBezTo>
                  <a:pt x="639705" y="17050"/>
                  <a:pt x="638465" y="16632"/>
                  <a:pt x="637016" y="16632"/>
                </a:cubicBezTo>
                <a:cubicBezTo>
                  <a:pt x="634955" y="16632"/>
                  <a:pt x="632085" y="17495"/>
                  <a:pt x="628408" y="19223"/>
                </a:cubicBezTo>
                <a:lnTo>
                  <a:pt x="627154" y="16548"/>
                </a:lnTo>
                <a:close/>
                <a:moveTo>
                  <a:pt x="851140" y="118845"/>
                </a:moveTo>
                <a:lnTo>
                  <a:pt x="820885" y="118845"/>
                </a:lnTo>
                <a:lnTo>
                  <a:pt x="782524" y="65858"/>
                </a:lnTo>
                <a:cubicBezTo>
                  <a:pt x="779682" y="65970"/>
                  <a:pt x="777370" y="66025"/>
                  <a:pt x="775587" y="66025"/>
                </a:cubicBezTo>
                <a:cubicBezTo>
                  <a:pt x="774863" y="66025"/>
                  <a:pt x="774083" y="66011"/>
                  <a:pt x="773247" y="65983"/>
                </a:cubicBezTo>
                <a:cubicBezTo>
                  <a:pt x="772411" y="65956"/>
                  <a:pt x="771547" y="65914"/>
                  <a:pt x="770656" y="65858"/>
                </a:cubicBezTo>
                <a:lnTo>
                  <a:pt x="770656" y="98787"/>
                </a:lnTo>
                <a:cubicBezTo>
                  <a:pt x="770656" y="105884"/>
                  <a:pt x="771436" y="110292"/>
                  <a:pt x="772996" y="112011"/>
                </a:cubicBezTo>
                <a:cubicBezTo>
                  <a:pt x="775113" y="114450"/>
                  <a:pt x="778289" y="115670"/>
                  <a:pt x="782524" y="115670"/>
                </a:cubicBezTo>
                <a:lnTo>
                  <a:pt x="786953" y="115670"/>
                </a:lnTo>
                <a:lnTo>
                  <a:pt x="786953" y="118845"/>
                </a:lnTo>
                <a:lnTo>
                  <a:pt x="738396" y="118845"/>
                </a:lnTo>
                <a:lnTo>
                  <a:pt x="738396" y="115670"/>
                </a:lnTo>
                <a:lnTo>
                  <a:pt x="742658" y="115670"/>
                </a:lnTo>
                <a:cubicBezTo>
                  <a:pt x="747450" y="115670"/>
                  <a:pt x="750876" y="114117"/>
                  <a:pt x="752938" y="111013"/>
                </a:cubicBezTo>
                <a:cubicBezTo>
                  <a:pt x="754108" y="109294"/>
                  <a:pt x="754693" y="105219"/>
                  <a:pt x="754693" y="98787"/>
                </a:cubicBezTo>
                <a:lnTo>
                  <a:pt x="754693" y="25574"/>
                </a:lnTo>
                <a:cubicBezTo>
                  <a:pt x="754693" y="18477"/>
                  <a:pt x="753913" y="14070"/>
                  <a:pt x="752353" y="12351"/>
                </a:cubicBezTo>
                <a:cubicBezTo>
                  <a:pt x="750180" y="9912"/>
                  <a:pt x="746948" y="8692"/>
                  <a:pt x="742658" y="8692"/>
                </a:cubicBezTo>
                <a:lnTo>
                  <a:pt x="738396" y="8692"/>
                </a:lnTo>
                <a:lnTo>
                  <a:pt x="738396" y="5516"/>
                </a:lnTo>
                <a:lnTo>
                  <a:pt x="779682" y="5516"/>
                </a:lnTo>
                <a:cubicBezTo>
                  <a:pt x="791717" y="5516"/>
                  <a:pt x="800590" y="6393"/>
                  <a:pt x="806301" y="8146"/>
                </a:cubicBezTo>
                <a:cubicBezTo>
                  <a:pt x="812012" y="9899"/>
                  <a:pt x="816860" y="13128"/>
                  <a:pt x="820844" y="17833"/>
                </a:cubicBezTo>
                <a:cubicBezTo>
                  <a:pt x="824827" y="22536"/>
                  <a:pt x="826819" y="28143"/>
                  <a:pt x="826819" y="34655"/>
                </a:cubicBezTo>
                <a:cubicBezTo>
                  <a:pt x="826819" y="41615"/>
                  <a:pt x="824549" y="47655"/>
                  <a:pt x="820008" y="52776"/>
                </a:cubicBezTo>
                <a:cubicBezTo>
                  <a:pt x="815467" y="57897"/>
                  <a:pt x="808432" y="61515"/>
                  <a:pt x="798905" y="63630"/>
                </a:cubicBezTo>
                <a:lnTo>
                  <a:pt x="822306" y="96113"/>
                </a:lnTo>
                <a:cubicBezTo>
                  <a:pt x="827655" y="103579"/>
                  <a:pt x="832252" y="108538"/>
                  <a:pt x="836096" y="110989"/>
                </a:cubicBezTo>
                <a:cubicBezTo>
                  <a:pt x="839941" y="113441"/>
                  <a:pt x="844955" y="115001"/>
                  <a:pt x="851140" y="115670"/>
                </a:cubicBezTo>
                <a:lnTo>
                  <a:pt x="851140" y="118845"/>
                </a:lnTo>
                <a:moveTo>
                  <a:pt x="770656" y="60509"/>
                </a:moveTo>
                <a:cubicBezTo>
                  <a:pt x="771715" y="60509"/>
                  <a:pt x="772634" y="60523"/>
                  <a:pt x="773414" y="60551"/>
                </a:cubicBezTo>
                <a:cubicBezTo>
                  <a:pt x="774194" y="60579"/>
                  <a:pt x="774835" y="60593"/>
                  <a:pt x="775336" y="60593"/>
                </a:cubicBezTo>
                <a:cubicBezTo>
                  <a:pt x="786145" y="60593"/>
                  <a:pt x="794294" y="58257"/>
                  <a:pt x="799782" y="53585"/>
                </a:cubicBezTo>
                <a:cubicBezTo>
                  <a:pt x="805270" y="48912"/>
                  <a:pt x="808015" y="42960"/>
                  <a:pt x="808015" y="35729"/>
                </a:cubicBezTo>
                <a:cubicBezTo>
                  <a:pt x="808015" y="28665"/>
                  <a:pt x="805800" y="22923"/>
                  <a:pt x="801370" y="18502"/>
                </a:cubicBezTo>
                <a:cubicBezTo>
                  <a:pt x="796941" y="14079"/>
                  <a:pt x="791076" y="11868"/>
                  <a:pt x="783777" y="11868"/>
                </a:cubicBezTo>
                <a:cubicBezTo>
                  <a:pt x="780546" y="11868"/>
                  <a:pt x="776172" y="12425"/>
                  <a:pt x="770656" y="13539"/>
                </a:cubicBezTo>
                <a:lnTo>
                  <a:pt x="770656" y="60509"/>
                </a:lnTo>
                <a:close/>
                <a:moveTo>
                  <a:pt x="867856" y="71207"/>
                </a:moveTo>
                <a:cubicBezTo>
                  <a:pt x="867800" y="82521"/>
                  <a:pt x="870558" y="91395"/>
                  <a:pt x="876130" y="97829"/>
                </a:cubicBezTo>
                <a:cubicBezTo>
                  <a:pt x="881701" y="104262"/>
                  <a:pt x="888248" y="107479"/>
                  <a:pt x="895770" y="107479"/>
                </a:cubicBezTo>
                <a:cubicBezTo>
                  <a:pt x="900785" y="107479"/>
                  <a:pt x="905145" y="106094"/>
                  <a:pt x="908850" y="103324"/>
                </a:cubicBezTo>
                <a:cubicBezTo>
                  <a:pt x="912555" y="100554"/>
                  <a:pt x="915661" y="95810"/>
                  <a:pt x="918169" y="89092"/>
                </a:cubicBezTo>
                <a:lnTo>
                  <a:pt x="920759" y="90772"/>
                </a:lnTo>
                <a:cubicBezTo>
                  <a:pt x="919589" y="98445"/>
                  <a:pt x="916191" y="105432"/>
                  <a:pt x="910563" y="111734"/>
                </a:cubicBezTo>
                <a:cubicBezTo>
                  <a:pt x="904936" y="118035"/>
                  <a:pt x="897887" y="121186"/>
                  <a:pt x="889418" y="121186"/>
                </a:cubicBezTo>
                <a:cubicBezTo>
                  <a:pt x="880225" y="121186"/>
                  <a:pt x="872355" y="117614"/>
                  <a:pt x="865808" y="110470"/>
                </a:cubicBezTo>
                <a:cubicBezTo>
                  <a:pt x="859261" y="103324"/>
                  <a:pt x="855988" y="93718"/>
                  <a:pt x="855988" y="81651"/>
                </a:cubicBezTo>
                <a:cubicBezTo>
                  <a:pt x="855988" y="68586"/>
                  <a:pt x="859345" y="58397"/>
                  <a:pt x="866059" y="51086"/>
                </a:cubicBezTo>
                <a:cubicBezTo>
                  <a:pt x="872773" y="43773"/>
                  <a:pt x="881200" y="40117"/>
                  <a:pt x="891341" y="40117"/>
                </a:cubicBezTo>
                <a:cubicBezTo>
                  <a:pt x="899921" y="40117"/>
                  <a:pt x="906969" y="42937"/>
                  <a:pt x="912485" y="48579"/>
                </a:cubicBezTo>
                <a:cubicBezTo>
                  <a:pt x="918001" y="54218"/>
                  <a:pt x="920759" y="61761"/>
                  <a:pt x="920759" y="71207"/>
                </a:cubicBezTo>
                <a:lnTo>
                  <a:pt x="867856" y="71207"/>
                </a:lnTo>
                <a:moveTo>
                  <a:pt x="867856" y="66360"/>
                </a:moveTo>
                <a:lnTo>
                  <a:pt x="903292" y="66360"/>
                </a:lnTo>
                <a:cubicBezTo>
                  <a:pt x="903013" y="61496"/>
                  <a:pt x="902428" y="58071"/>
                  <a:pt x="901537" y="56082"/>
                </a:cubicBezTo>
                <a:cubicBezTo>
                  <a:pt x="900144" y="52987"/>
                  <a:pt x="898068" y="50555"/>
                  <a:pt x="895310" y="48788"/>
                </a:cubicBezTo>
                <a:cubicBezTo>
                  <a:pt x="892552" y="47019"/>
                  <a:pt x="889669" y="46134"/>
                  <a:pt x="886660" y="46134"/>
                </a:cubicBezTo>
                <a:cubicBezTo>
                  <a:pt x="882036" y="46134"/>
                  <a:pt x="877899" y="47916"/>
                  <a:pt x="874249" y="51480"/>
                </a:cubicBezTo>
                <a:cubicBezTo>
                  <a:pt x="870600" y="55045"/>
                  <a:pt x="868469" y="60004"/>
                  <a:pt x="867856" y="66360"/>
                </a:cubicBezTo>
                <a:close/>
                <a:moveTo>
                  <a:pt x="996004" y="89761"/>
                </a:moveTo>
                <a:cubicBezTo>
                  <a:pt x="993943" y="99846"/>
                  <a:pt x="989903" y="107604"/>
                  <a:pt x="983886" y="113037"/>
                </a:cubicBezTo>
                <a:cubicBezTo>
                  <a:pt x="977868" y="118469"/>
                  <a:pt x="971210" y="121186"/>
                  <a:pt x="963911" y="121186"/>
                </a:cubicBezTo>
                <a:cubicBezTo>
                  <a:pt x="955219" y="121186"/>
                  <a:pt x="947641" y="117540"/>
                  <a:pt x="941178" y="110250"/>
                </a:cubicBezTo>
                <a:cubicBezTo>
                  <a:pt x="934715" y="102958"/>
                  <a:pt x="931483" y="93106"/>
                  <a:pt x="931483" y="80693"/>
                </a:cubicBezTo>
                <a:cubicBezTo>
                  <a:pt x="931483" y="68670"/>
                  <a:pt x="935063" y="58902"/>
                  <a:pt x="942223" y="51389"/>
                </a:cubicBezTo>
                <a:cubicBezTo>
                  <a:pt x="949383" y="43874"/>
                  <a:pt x="957977" y="40117"/>
                  <a:pt x="968006" y="40117"/>
                </a:cubicBezTo>
                <a:cubicBezTo>
                  <a:pt x="975528" y="40117"/>
                  <a:pt x="981713" y="42115"/>
                  <a:pt x="986560" y="46113"/>
                </a:cubicBezTo>
                <a:cubicBezTo>
                  <a:pt x="991408" y="50109"/>
                  <a:pt x="993831" y="54259"/>
                  <a:pt x="993831" y="58563"/>
                </a:cubicBezTo>
                <a:cubicBezTo>
                  <a:pt x="993831" y="60688"/>
                  <a:pt x="993149" y="62407"/>
                  <a:pt x="991784" y="63722"/>
                </a:cubicBezTo>
                <a:cubicBezTo>
                  <a:pt x="990419" y="65035"/>
                  <a:pt x="988510" y="65691"/>
                  <a:pt x="986059" y="65691"/>
                </a:cubicBezTo>
                <a:cubicBezTo>
                  <a:pt x="982771" y="65691"/>
                  <a:pt x="980292" y="64624"/>
                  <a:pt x="978620" y="62489"/>
                </a:cubicBezTo>
                <a:cubicBezTo>
                  <a:pt x="977673" y="61308"/>
                  <a:pt x="977046" y="59061"/>
                  <a:pt x="976740" y="55745"/>
                </a:cubicBezTo>
                <a:cubicBezTo>
                  <a:pt x="976433" y="52430"/>
                  <a:pt x="975305" y="49902"/>
                  <a:pt x="973355" y="48161"/>
                </a:cubicBezTo>
                <a:cubicBezTo>
                  <a:pt x="971405" y="46475"/>
                  <a:pt x="968703" y="45633"/>
                  <a:pt x="965248" y="45633"/>
                </a:cubicBezTo>
                <a:cubicBezTo>
                  <a:pt x="959676" y="45633"/>
                  <a:pt x="955191" y="47694"/>
                  <a:pt x="951792" y="51817"/>
                </a:cubicBezTo>
                <a:cubicBezTo>
                  <a:pt x="947279" y="57278"/>
                  <a:pt x="945023" y="64493"/>
                  <a:pt x="945023" y="73464"/>
                </a:cubicBezTo>
                <a:cubicBezTo>
                  <a:pt x="945023" y="82601"/>
                  <a:pt x="947265" y="90666"/>
                  <a:pt x="951751" y="97659"/>
                </a:cubicBezTo>
                <a:cubicBezTo>
                  <a:pt x="956236" y="104651"/>
                  <a:pt x="962295" y="108148"/>
                  <a:pt x="969928" y="108148"/>
                </a:cubicBezTo>
                <a:cubicBezTo>
                  <a:pt x="975389" y="108148"/>
                  <a:pt x="980292" y="106281"/>
                  <a:pt x="984638" y="102548"/>
                </a:cubicBezTo>
                <a:cubicBezTo>
                  <a:pt x="987702" y="99985"/>
                  <a:pt x="990683" y="95333"/>
                  <a:pt x="993580" y="88591"/>
                </a:cubicBezTo>
                <a:lnTo>
                  <a:pt x="996004" y="89761"/>
                </a:lnTo>
                <a:close/>
                <a:moveTo>
                  <a:pt x="1044421" y="40117"/>
                </a:moveTo>
                <a:cubicBezTo>
                  <a:pt x="1056010" y="40117"/>
                  <a:pt x="1065315" y="44514"/>
                  <a:pt x="1072336" y="53309"/>
                </a:cubicBezTo>
                <a:cubicBezTo>
                  <a:pt x="1078297" y="60822"/>
                  <a:pt x="1081278" y="69449"/>
                  <a:pt x="1081278" y="79191"/>
                </a:cubicBezTo>
                <a:cubicBezTo>
                  <a:pt x="1081278" y="86037"/>
                  <a:pt x="1079635" y="92967"/>
                  <a:pt x="1076347" y="99981"/>
                </a:cubicBezTo>
                <a:cubicBezTo>
                  <a:pt x="1073060" y="106992"/>
                  <a:pt x="1068533" y="112280"/>
                  <a:pt x="1062766" y="115842"/>
                </a:cubicBezTo>
                <a:cubicBezTo>
                  <a:pt x="1056999" y="119404"/>
                  <a:pt x="1050578" y="121186"/>
                  <a:pt x="1043502" y="121186"/>
                </a:cubicBezTo>
                <a:cubicBezTo>
                  <a:pt x="1031968" y="121186"/>
                  <a:pt x="1022803" y="116593"/>
                  <a:pt x="1016005" y="107409"/>
                </a:cubicBezTo>
                <a:cubicBezTo>
                  <a:pt x="1010266" y="99673"/>
                  <a:pt x="1007397" y="90990"/>
                  <a:pt x="1007397" y="81362"/>
                </a:cubicBezTo>
                <a:cubicBezTo>
                  <a:pt x="1007397" y="74348"/>
                  <a:pt x="1009138" y="67376"/>
                  <a:pt x="1012620" y="60447"/>
                </a:cubicBezTo>
                <a:cubicBezTo>
                  <a:pt x="1016103" y="53517"/>
                  <a:pt x="1020686" y="48396"/>
                  <a:pt x="1026369" y="45084"/>
                </a:cubicBezTo>
                <a:cubicBezTo>
                  <a:pt x="1032052" y="41772"/>
                  <a:pt x="1038069" y="40117"/>
                  <a:pt x="1044421" y="40117"/>
                </a:cubicBezTo>
                <a:moveTo>
                  <a:pt x="1041830" y="45633"/>
                </a:moveTo>
                <a:cubicBezTo>
                  <a:pt x="1038877" y="45633"/>
                  <a:pt x="1035910" y="46508"/>
                  <a:pt x="1032929" y="48257"/>
                </a:cubicBezTo>
                <a:cubicBezTo>
                  <a:pt x="1029949" y="50006"/>
                  <a:pt x="1027539" y="53073"/>
                  <a:pt x="1025700" y="57459"/>
                </a:cubicBezTo>
                <a:cubicBezTo>
                  <a:pt x="1023861" y="61845"/>
                  <a:pt x="1022942" y="67479"/>
                  <a:pt x="1022942" y="74362"/>
                </a:cubicBezTo>
                <a:cubicBezTo>
                  <a:pt x="1022942" y="85465"/>
                  <a:pt x="1025157" y="95043"/>
                  <a:pt x="1029586" y="103094"/>
                </a:cubicBezTo>
                <a:cubicBezTo>
                  <a:pt x="1034016" y="111143"/>
                  <a:pt x="1039852" y="115168"/>
                  <a:pt x="1047096" y="115168"/>
                </a:cubicBezTo>
                <a:cubicBezTo>
                  <a:pt x="1052500" y="115168"/>
                  <a:pt x="1056958" y="112947"/>
                  <a:pt x="1060468" y="108506"/>
                </a:cubicBezTo>
                <a:cubicBezTo>
                  <a:pt x="1063978" y="104064"/>
                  <a:pt x="1065733" y="96431"/>
                  <a:pt x="1065733" y="85606"/>
                </a:cubicBezTo>
                <a:cubicBezTo>
                  <a:pt x="1065733" y="72059"/>
                  <a:pt x="1062808" y="61400"/>
                  <a:pt x="1056958" y="53627"/>
                </a:cubicBezTo>
                <a:cubicBezTo>
                  <a:pt x="1053002" y="48298"/>
                  <a:pt x="1047959" y="45633"/>
                  <a:pt x="1041830" y="45633"/>
                </a:cubicBezTo>
                <a:close/>
                <a:moveTo>
                  <a:pt x="1114960" y="40117"/>
                </a:moveTo>
                <a:lnTo>
                  <a:pt x="1114960" y="57333"/>
                </a:lnTo>
                <a:cubicBezTo>
                  <a:pt x="1121368" y="45856"/>
                  <a:pt x="1127942" y="40117"/>
                  <a:pt x="1134684" y="40117"/>
                </a:cubicBezTo>
                <a:cubicBezTo>
                  <a:pt x="1137749" y="40117"/>
                  <a:pt x="1140284" y="41050"/>
                  <a:pt x="1142290" y="42916"/>
                </a:cubicBezTo>
                <a:cubicBezTo>
                  <a:pt x="1144295" y="44783"/>
                  <a:pt x="1145298" y="46942"/>
                  <a:pt x="1145298" y="49394"/>
                </a:cubicBezTo>
                <a:cubicBezTo>
                  <a:pt x="1145298" y="51567"/>
                  <a:pt x="1144574" y="53405"/>
                  <a:pt x="1143125" y="54910"/>
                </a:cubicBezTo>
                <a:cubicBezTo>
                  <a:pt x="1141677" y="56414"/>
                  <a:pt x="1139950" y="57166"/>
                  <a:pt x="1137944" y="57166"/>
                </a:cubicBezTo>
                <a:cubicBezTo>
                  <a:pt x="1135994" y="57166"/>
                  <a:pt x="1133807" y="56219"/>
                  <a:pt x="1131383" y="54325"/>
                </a:cubicBezTo>
                <a:cubicBezTo>
                  <a:pt x="1128959" y="52430"/>
                  <a:pt x="1127162" y="51483"/>
                  <a:pt x="1125992" y="51483"/>
                </a:cubicBezTo>
                <a:cubicBezTo>
                  <a:pt x="1124989" y="51483"/>
                  <a:pt x="1123903" y="52036"/>
                  <a:pt x="1122733" y="53141"/>
                </a:cubicBezTo>
                <a:cubicBezTo>
                  <a:pt x="1120226" y="55410"/>
                  <a:pt x="1117635" y="59144"/>
                  <a:pt x="1114960" y="64343"/>
                </a:cubicBezTo>
                <a:lnTo>
                  <a:pt x="1114960" y="100960"/>
                </a:lnTo>
                <a:cubicBezTo>
                  <a:pt x="1114960" y="105198"/>
                  <a:pt x="1115490" y="108404"/>
                  <a:pt x="1116548" y="110577"/>
                </a:cubicBezTo>
                <a:cubicBezTo>
                  <a:pt x="1117272" y="112083"/>
                  <a:pt x="1118554" y="113336"/>
                  <a:pt x="1120393" y="114338"/>
                </a:cubicBezTo>
                <a:cubicBezTo>
                  <a:pt x="1122231" y="115337"/>
                  <a:pt x="1124878" y="115837"/>
                  <a:pt x="1128332" y="115837"/>
                </a:cubicBezTo>
                <a:lnTo>
                  <a:pt x="1128332" y="118845"/>
                </a:lnTo>
                <a:lnTo>
                  <a:pt x="1089135" y="118845"/>
                </a:lnTo>
                <a:lnTo>
                  <a:pt x="1089135" y="115837"/>
                </a:lnTo>
                <a:cubicBezTo>
                  <a:pt x="1093035" y="115837"/>
                  <a:pt x="1095933" y="115217"/>
                  <a:pt x="1097827" y="113977"/>
                </a:cubicBezTo>
                <a:cubicBezTo>
                  <a:pt x="1099220" y="113075"/>
                  <a:pt x="1100195" y="111638"/>
                  <a:pt x="1100752" y="109665"/>
                </a:cubicBezTo>
                <a:cubicBezTo>
                  <a:pt x="1101031" y="108706"/>
                  <a:pt x="1101170" y="105971"/>
                  <a:pt x="1101170" y="101462"/>
                </a:cubicBezTo>
                <a:lnTo>
                  <a:pt x="1101170" y="72043"/>
                </a:lnTo>
                <a:cubicBezTo>
                  <a:pt x="1101170" y="63128"/>
                  <a:pt x="1100989" y="57821"/>
                  <a:pt x="1100627" y="56121"/>
                </a:cubicBezTo>
                <a:cubicBezTo>
                  <a:pt x="1100265" y="54422"/>
                  <a:pt x="1099596" y="53182"/>
                  <a:pt x="1098621" y="52402"/>
                </a:cubicBezTo>
                <a:cubicBezTo>
                  <a:pt x="1097646" y="51622"/>
                  <a:pt x="1096434" y="51232"/>
                  <a:pt x="1094985" y="51232"/>
                </a:cubicBezTo>
                <a:cubicBezTo>
                  <a:pt x="1093258" y="51232"/>
                  <a:pt x="1091308" y="51650"/>
                  <a:pt x="1089135" y="52486"/>
                </a:cubicBezTo>
                <a:lnTo>
                  <a:pt x="1088299" y="49477"/>
                </a:lnTo>
                <a:lnTo>
                  <a:pt x="1111450" y="40117"/>
                </a:lnTo>
                <a:lnTo>
                  <a:pt x="1114960" y="40117"/>
                </a:lnTo>
                <a:close/>
                <a:moveTo>
                  <a:pt x="1203633" y="110242"/>
                </a:moveTo>
                <a:cubicBezTo>
                  <a:pt x="1199900" y="114141"/>
                  <a:pt x="1196250" y="116940"/>
                  <a:pt x="1192685" y="118639"/>
                </a:cubicBezTo>
                <a:cubicBezTo>
                  <a:pt x="1189119" y="120337"/>
                  <a:pt x="1185274" y="121186"/>
                  <a:pt x="1181151" y="121186"/>
                </a:cubicBezTo>
                <a:cubicBezTo>
                  <a:pt x="1172793" y="121186"/>
                  <a:pt x="1165494" y="117697"/>
                  <a:pt x="1159254" y="110720"/>
                </a:cubicBezTo>
                <a:cubicBezTo>
                  <a:pt x="1153014" y="103742"/>
                  <a:pt x="1149893" y="94775"/>
                  <a:pt x="1149893" y="83819"/>
                </a:cubicBezTo>
                <a:cubicBezTo>
                  <a:pt x="1149893" y="72865"/>
                  <a:pt x="1153348" y="62843"/>
                  <a:pt x="1160257" y="53753"/>
                </a:cubicBezTo>
                <a:cubicBezTo>
                  <a:pt x="1167166" y="44662"/>
                  <a:pt x="1176053" y="40117"/>
                  <a:pt x="1186918" y="40117"/>
                </a:cubicBezTo>
                <a:cubicBezTo>
                  <a:pt x="1193660" y="40117"/>
                  <a:pt x="1199231" y="42261"/>
                  <a:pt x="1203633" y="46549"/>
                </a:cubicBezTo>
                <a:lnTo>
                  <a:pt x="1203633" y="32260"/>
                </a:lnTo>
                <a:cubicBezTo>
                  <a:pt x="1203633" y="23549"/>
                  <a:pt x="1203424" y="18195"/>
                  <a:pt x="1203006" y="16198"/>
                </a:cubicBezTo>
                <a:cubicBezTo>
                  <a:pt x="1202588" y="14201"/>
                  <a:pt x="1201934" y="12841"/>
                  <a:pt x="1201042" y="12119"/>
                </a:cubicBezTo>
                <a:cubicBezTo>
                  <a:pt x="1200151" y="11394"/>
                  <a:pt x="1199036" y="11032"/>
                  <a:pt x="1197699" y="11032"/>
                </a:cubicBezTo>
                <a:cubicBezTo>
                  <a:pt x="1196250" y="11032"/>
                  <a:pt x="1194328" y="11478"/>
                  <a:pt x="1191932" y="12369"/>
                </a:cubicBezTo>
                <a:lnTo>
                  <a:pt x="1190846" y="9361"/>
                </a:lnTo>
                <a:lnTo>
                  <a:pt x="1213662" y="0"/>
                </a:lnTo>
                <a:lnTo>
                  <a:pt x="1217423" y="0"/>
                </a:lnTo>
                <a:lnTo>
                  <a:pt x="1217423" y="88591"/>
                </a:lnTo>
                <a:cubicBezTo>
                  <a:pt x="1217423" y="97525"/>
                  <a:pt x="1217632" y="102976"/>
                  <a:pt x="1218050" y="104946"/>
                </a:cubicBezTo>
                <a:cubicBezTo>
                  <a:pt x="1218468" y="106915"/>
                  <a:pt x="1219136" y="108290"/>
                  <a:pt x="1220056" y="109070"/>
                </a:cubicBezTo>
                <a:cubicBezTo>
                  <a:pt x="1220975" y="109848"/>
                  <a:pt x="1222048" y="110237"/>
                  <a:pt x="1223273" y="110237"/>
                </a:cubicBezTo>
                <a:cubicBezTo>
                  <a:pt x="1224778" y="110237"/>
                  <a:pt x="1226784" y="109764"/>
                  <a:pt x="1229291" y="108816"/>
                </a:cubicBezTo>
                <a:lnTo>
                  <a:pt x="1230210" y="111825"/>
                </a:lnTo>
                <a:lnTo>
                  <a:pt x="1207478" y="121186"/>
                </a:lnTo>
                <a:lnTo>
                  <a:pt x="1203633" y="121186"/>
                </a:lnTo>
                <a:lnTo>
                  <a:pt x="1203633" y="110242"/>
                </a:lnTo>
                <a:moveTo>
                  <a:pt x="1203633" y="104405"/>
                </a:moveTo>
                <a:lnTo>
                  <a:pt x="1203633" y="65056"/>
                </a:lnTo>
                <a:cubicBezTo>
                  <a:pt x="1203299" y="61276"/>
                  <a:pt x="1202296" y="57830"/>
                  <a:pt x="1200624" y="54719"/>
                </a:cubicBezTo>
                <a:cubicBezTo>
                  <a:pt x="1198953" y="51606"/>
                  <a:pt x="1196738" y="49258"/>
                  <a:pt x="1193980" y="47675"/>
                </a:cubicBezTo>
                <a:cubicBezTo>
                  <a:pt x="1191222" y="46091"/>
                  <a:pt x="1188534" y="45298"/>
                  <a:pt x="1185915" y="45298"/>
                </a:cubicBezTo>
                <a:cubicBezTo>
                  <a:pt x="1181012" y="45298"/>
                  <a:pt x="1176638" y="47494"/>
                  <a:pt x="1172793" y="51885"/>
                </a:cubicBezTo>
                <a:cubicBezTo>
                  <a:pt x="1167723" y="57664"/>
                  <a:pt x="1165188" y="66111"/>
                  <a:pt x="1165188" y="77227"/>
                </a:cubicBezTo>
                <a:cubicBezTo>
                  <a:pt x="1165188" y="88454"/>
                  <a:pt x="1167640" y="97056"/>
                  <a:pt x="1172543" y="103031"/>
                </a:cubicBezTo>
                <a:cubicBezTo>
                  <a:pt x="1177446" y="109005"/>
                  <a:pt x="1182906" y="111992"/>
                  <a:pt x="1188924" y="111992"/>
                </a:cubicBezTo>
                <a:cubicBezTo>
                  <a:pt x="1193994" y="111992"/>
                  <a:pt x="1198897" y="109463"/>
                  <a:pt x="1203633" y="104405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564AC0-D671-4592-BECA-669F02BF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653" y="3381494"/>
            <a:ext cx="1510525" cy="313795"/>
          </a:xfrm>
          <a:custGeom xmlns:a="http://schemas.openxmlformats.org/drawingml/2006/main">
            <a:pathLst>
              <a:path w="1510525" h="313795" fill="none">
                <a:moveTo>
                  <a:pt x="42791" y="0"/>
                </a:moveTo>
                <a:cubicBezTo>
                  <a:pt x="19153" y="0"/>
                  <a:pt x="0" y="19153"/>
                  <a:pt x="0" y="42791"/>
                </a:cubicBezTo>
                <a:lnTo>
                  <a:pt x="0" y="271004"/>
                </a:lnTo>
                <a:cubicBezTo>
                  <a:pt x="0" y="294642"/>
                  <a:pt x="19153" y="313795"/>
                  <a:pt x="42791" y="313795"/>
                </a:cubicBezTo>
                <a:lnTo>
                  <a:pt x="1467733" y="313795"/>
                </a:lnTo>
                <a:cubicBezTo>
                  <a:pt x="1491371" y="313795"/>
                  <a:pt x="1510525" y="294642"/>
                  <a:pt x="1510525" y="271004"/>
                </a:cubicBezTo>
                <a:lnTo>
                  <a:pt x="1510525" y="42791"/>
                </a:lnTo>
                <a:cubicBezTo>
                  <a:pt x="1510525" y="19153"/>
                  <a:pt x="1491371" y="0"/>
                  <a:pt x="1467733" y="0"/>
                </a:cubicBezTo>
                <a:lnTo>
                  <a:pt x="4279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4373B2"/>
            </a:solidFill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AAA04D-9CBC-4747-985F-1E24F09E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653" y="3782571"/>
            <a:ext cx="1510525" cy="313795"/>
          </a:xfrm>
          <a:custGeom xmlns:a="http://schemas.openxmlformats.org/drawingml/2006/main">
            <a:pathLst>
              <a:path w="1510525" h="313795">
                <a:moveTo>
                  <a:pt x="42791" y="0"/>
                </a:moveTo>
                <a:cubicBezTo>
                  <a:pt x="19153" y="0"/>
                  <a:pt x="0" y="19153"/>
                  <a:pt x="0" y="42791"/>
                </a:cubicBezTo>
                <a:lnTo>
                  <a:pt x="0" y="271004"/>
                </a:lnTo>
                <a:cubicBezTo>
                  <a:pt x="0" y="294642"/>
                  <a:pt x="19153" y="313795"/>
                  <a:pt x="42791" y="313795"/>
                </a:cubicBezTo>
                <a:lnTo>
                  <a:pt x="1467733" y="313795"/>
                </a:lnTo>
                <a:cubicBezTo>
                  <a:pt x="1491371" y="313795"/>
                  <a:pt x="1510525" y="294642"/>
                  <a:pt x="1510525" y="271004"/>
                </a:cubicBezTo>
                <a:lnTo>
                  <a:pt x="1510525" y="42791"/>
                </a:lnTo>
                <a:cubicBezTo>
                  <a:pt x="1510525" y="19153"/>
                  <a:pt x="1491371" y="0"/>
                  <a:pt x="1467733" y="0"/>
                </a:cubicBezTo>
                <a:lnTo>
                  <a:pt x="42791" y="0"/>
                </a:lnTo>
                <a:close/>
              </a:path>
            </a:pathLst>
          </a:custGeom>
          <a:solidFill xmlns:a="http://schemas.openxmlformats.org/drawingml/2006/main">
            <a:srgbClr val="E1EBF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Channel2Record">
            <a:extLst xmlns:a="http://schemas.openxmlformats.org/drawingml/2006/main">
              <a:ext uri="{FF2B5EF4-FFF2-40B4-BE49-F238E27FC236}">
                <a16:creationId xmlns:a16="http://schemas.microsoft.com/office/drawing/2014/main" id="{401465DA-E980-4350-9B09-EAFB35ED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62" y="3876544"/>
            <a:ext cx="1230210" cy="121353"/>
          </a:xfrm>
          <a:custGeom xmlns:a="http://schemas.openxmlformats.org/drawingml/2006/main">
            <a:pathLst>
              <a:path w="1230210" h="121353">
                <a:moveTo>
                  <a:pt x="96865" y="3009"/>
                </a:moveTo>
                <a:lnTo>
                  <a:pt x="99456" y="41621"/>
                </a:lnTo>
                <a:lnTo>
                  <a:pt x="96865" y="41621"/>
                </a:lnTo>
                <a:cubicBezTo>
                  <a:pt x="93410" y="30058"/>
                  <a:pt x="88479" y="21735"/>
                  <a:pt x="82072" y="16653"/>
                </a:cubicBezTo>
                <a:cubicBezTo>
                  <a:pt x="75664" y="11568"/>
                  <a:pt x="67975" y="9026"/>
                  <a:pt x="59005" y="9026"/>
                </a:cubicBezTo>
                <a:cubicBezTo>
                  <a:pt x="51483" y="9026"/>
                  <a:pt x="44685" y="10932"/>
                  <a:pt x="38612" y="14743"/>
                </a:cubicBezTo>
                <a:cubicBezTo>
                  <a:pt x="32539" y="18553"/>
                  <a:pt x="27761" y="24631"/>
                  <a:pt x="24279" y="32976"/>
                </a:cubicBezTo>
                <a:cubicBezTo>
                  <a:pt x="20797" y="41320"/>
                  <a:pt x="19055" y="51694"/>
                  <a:pt x="19055" y="64098"/>
                </a:cubicBezTo>
                <a:cubicBezTo>
                  <a:pt x="19055" y="74334"/>
                  <a:pt x="20699" y="83207"/>
                  <a:pt x="23986" y="90717"/>
                </a:cubicBezTo>
                <a:cubicBezTo>
                  <a:pt x="27274" y="98227"/>
                  <a:pt x="32219" y="103985"/>
                  <a:pt x="38821" y="107991"/>
                </a:cubicBezTo>
                <a:cubicBezTo>
                  <a:pt x="45424" y="111996"/>
                  <a:pt x="52960" y="113998"/>
                  <a:pt x="61429" y="113998"/>
                </a:cubicBezTo>
                <a:cubicBezTo>
                  <a:pt x="68783" y="113998"/>
                  <a:pt x="75274" y="112419"/>
                  <a:pt x="80902" y="109260"/>
                </a:cubicBezTo>
                <a:cubicBezTo>
                  <a:pt x="86529" y="106100"/>
                  <a:pt x="92714" y="99823"/>
                  <a:pt x="99456" y="90430"/>
                </a:cubicBezTo>
                <a:lnTo>
                  <a:pt x="102047" y="92101"/>
                </a:lnTo>
                <a:cubicBezTo>
                  <a:pt x="96363" y="102216"/>
                  <a:pt x="89733" y="109620"/>
                  <a:pt x="82155" y="114314"/>
                </a:cubicBezTo>
                <a:cubicBezTo>
                  <a:pt x="74578" y="119007"/>
                  <a:pt x="65580" y="121353"/>
                  <a:pt x="55160" y="121353"/>
                </a:cubicBezTo>
                <a:cubicBezTo>
                  <a:pt x="36384" y="121353"/>
                  <a:pt x="21841" y="114398"/>
                  <a:pt x="11534" y="100487"/>
                </a:cubicBezTo>
                <a:cubicBezTo>
                  <a:pt x="3845" y="90140"/>
                  <a:pt x="0" y="77955"/>
                  <a:pt x="0" y="63933"/>
                </a:cubicBezTo>
                <a:cubicBezTo>
                  <a:pt x="0" y="52638"/>
                  <a:pt x="2535" y="42262"/>
                  <a:pt x="7605" y="32804"/>
                </a:cubicBezTo>
                <a:cubicBezTo>
                  <a:pt x="12676" y="23346"/>
                  <a:pt x="19654" y="16015"/>
                  <a:pt x="28541" y="10813"/>
                </a:cubicBezTo>
                <a:cubicBezTo>
                  <a:pt x="37428" y="5610"/>
                  <a:pt x="47137" y="3009"/>
                  <a:pt x="57668" y="3009"/>
                </a:cubicBezTo>
                <a:cubicBezTo>
                  <a:pt x="65858" y="3009"/>
                  <a:pt x="73937" y="5015"/>
                  <a:pt x="81905" y="9026"/>
                </a:cubicBezTo>
                <a:cubicBezTo>
                  <a:pt x="84245" y="10252"/>
                  <a:pt x="85916" y="10865"/>
                  <a:pt x="86919" y="10865"/>
                </a:cubicBezTo>
                <a:cubicBezTo>
                  <a:pt x="88424" y="10865"/>
                  <a:pt x="89733" y="10336"/>
                  <a:pt x="90847" y="9277"/>
                </a:cubicBezTo>
                <a:cubicBezTo>
                  <a:pt x="92296" y="7773"/>
                  <a:pt x="93327" y="5683"/>
                  <a:pt x="93940" y="3009"/>
                </a:cubicBezTo>
                <a:lnTo>
                  <a:pt x="96865" y="3009"/>
                </a:lnTo>
                <a:close/>
                <a:moveTo>
                  <a:pt x="135812" y="0"/>
                </a:moveTo>
                <a:lnTo>
                  <a:pt x="135812" y="56150"/>
                </a:lnTo>
                <a:cubicBezTo>
                  <a:pt x="141997" y="49323"/>
                  <a:pt x="146900" y="44944"/>
                  <a:pt x="150521" y="43013"/>
                </a:cubicBezTo>
                <a:cubicBezTo>
                  <a:pt x="154143" y="41082"/>
                  <a:pt x="157765" y="40117"/>
                  <a:pt x="161386" y="40117"/>
                </a:cubicBezTo>
                <a:cubicBezTo>
                  <a:pt x="165732" y="40117"/>
                  <a:pt x="169465" y="41312"/>
                  <a:pt x="172586" y="43703"/>
                </a:cubicBezTo>
                <a:cubicBezTo>
                  <a:pt x="175706" y="46091"/>
                  <a:pt x="178018" y="49842"/>
                  <a:pt x="179522" y="54954"/>
                </a:cubicBezTo>
                <a:cubicBezTo>
                  <a:pt x="180581" y="58510"/>
                  <a:pt x="181110" y="65010"/>
                  <a:pt x="181110" y="74456"/>
                </a:cubicBezTo>
                <a:lnTo>
                  <a:pt x="181110" y="101462"/>
                </a:lnTo>
                <a:cubicBezTo>
                  <a:pt x="181110" y="106337"/>
                  <a:pt x="181500" y="109671"/>
                  <a:pt x="182280" y="111465"/>
                </a:cubicBezTo>
                <a:cubicBezTo>
                  <a:pt x="182838" y="112811"/>
                  <a:pt x="183785" y="113876"/>
                  <a:pt x="185122" y="114661"/>
                </a:cubicBezTo>
                <a:cubicBezTo>
                  <a:pt x="186459" y="115445"/>
                  <a:pt x="188911" y="115837"/>
                  <a:pt x="192477" y="115837"/>
                </a:cubicBezTo>
                <a:lnTo>
                  <a:pt x="192477" y="118845"/>
                </a:lnTo>
                <a:lnTo>
                  <a:pt x="154867" y="118845"/>
                </a:lnTo>
                <a:lnTo>
                  <a:pt x="154867" y="115837"/>
                </a:lnTo>
                <a:lnTo>
                  <a:pt x="156622" y="115837"/>
                </a:lnTo>
                <a:cubicBezTo>
                  <a:pt x="160188" y="115837"/>
                  <a:pt x="162668" y="115291"/>
                  <a:pt x="164061" y="114199"/>
                </a:cubicBezTo>
                <a:cubicBezTo>
                  <a:pt x="165454" y="113106"/>
                  <a:pt x="166429" y="111494"/>
                  <a:pt x="166986" y="109365"/>
                </a:cubicBezTo>
                <a:cubicBezTo>
                  <a:pt x="167153" y="108468"/>
                  <a:pt x="167237" y="105834"/>
                  <a:pt x="167237" y="101462"/>
                </a:cubicBezTo>
                <a:lnTo>
                  <a:pt x="167237" y="74516"/>
                </a:lnTo>
                <a:cubicBezTo>
                  <a:pt x="167237" y="66199"/>
                  <a:pt x="166805" y="60737"/>
                  <a:pt x="165941" y="58133"/>
                </a:cubicBezTo>
                <a:cubicBezTo>
                  <a:pt x="165078" y="55526"/>
                  <a:pt x="163699" y="53572"/>
                  <a:pt x="161804" y="52269"/>
                </a:cubicBezTo>
                <a:cubicBezTo>
                  <a:pt x="159910" y="50965"/>
                  <a:pt x="157625" y="50313"/>
                  <a:pt x="154951" y="50313"/>
                </a:cubicBezTo>
                <a:cubicBezTo>
                  <a:pt x="152221" y="50313"/>
                  <a:pt x="149379" y="51036"/>
                  <a:pt x="146426" y="52481"/>
                </a:cubicBezTo>
                <a:cubicBezTo>
                  <a:pt x="143473" y="53926"/>
                  <a:pt x="139935" y="56844"/>
                  <a:pt x="135812" y="61235"/>
                </a:cubicBezTo>
                <a:lnTo>
                  <a:pt x="135812" y="101462"/>
                </a:lnTo>
                <a:cubicBezTo>
                  <a:pt x="135812" y="106730"/>
                  <a:pt x="136104" y="110009"/>
                  <a:pt x="136690" y="111298"/>
                </a:cubicBezTo>
                <a:cubicBezTo>
                  <a:pt x="137275" y="112586"/>
                  <a:pt x="138361" y="113665"/>
                  <a:pt x="139949" y="114533"/>
                </a:cubicBezTo>
                <a:cubicBezTo>
                  <a:pt x="141537" y="115402"/>
                  <a:pt x="144281" y="115837"/>
                  <a:pt x="148181" y="115837"/>
                </a:cubicBezTo>
                <a:lnTo>
                  <a:pt x="148181" y="118845"/>
                </a:lnTo>
                <a:lnTo>
                  <a:pt x="110238" y="118845"/>
                </a:lnTo>
                <a:lnTo>
                  <a:pt x="110238" y="115837"/>
                </a:lnTo>
                <a:cubicBezTo>
                  <a:pt x="113636" y="115837"/>
                  <a:pt x="116311" y="115304"/>
                  <a:pt x="118261" y="114238"/>
                </a:cubicBezTo>
                <a:cubicBezTo>
                  <a:pt x="119375" y="113679"/>
                  <a:pt x="120267" y="112616"/>
                  <a:pt x="120935" y="111047"/>
                </a:cubicBezTo>
                <a:cubicBezTo>
                  <a:pt x="121604" y="109476"/>
                  <a:pt x="121938" y="106281"/>
                  <a:pt x="121938" y="101462"/>
                </a:cubicBezTo>
                <a:lnTo>
                  <a:pt x="121938" y="32260"/>
                </a:lnTo>
                <a:cubicBezTo>
                  <a:pt x="121938" y="23549"/>
                  <a:pt x="121729" y="18195"/>
                  <a:pt x="121311" y="16198"/>
                </a:cubicBezTo>
                <a:cubicBezTo>
                  <a:pt x="120894" y="14201"/>
                  <a:pt x="120253" y="12841"/>
                  <a:pt x="119389" y="12119"/>
                </a:cubicBezTo>
                <a:cubicBezTo>
                  <a:pt x="118526" y="11394"/>
                  <a:pt x="117369" y="11032"/>
                  <a:pt x="115921" y="11032"/>
                </a:cubicBezTo>
                <a:cubicBezTo>
                  <a:pt x="114751" y="11032"/>
                  <a:pt x="112856" y="11478"/>
                  <a:pt x="110238" y="12369"/>
                </a:cubicBezTo>
                <a:lnTo>
                  <a:pt x="109068" y="9361"/>
                </a:lnTo>
                <a:lnTo>
                  <a:pt x="131967" y="0"/>
                </a:lnTo>
                <a:lnTo>
                  <a:pt x="135812" y="0"/>
                </a:lnTo>
                <a:close/>
                <a:moveTo>
                  <a:pt x="242289" y="107902"/>
                </a:moveTo>
                <a:cubicBezTo>
                  <a:pt x="234433" y="113974"/>
                  <a:pt x="229502" y="117482"/>
                  <a:pt x="227496" y="118428"/>
                </a:cubicBezTo>
                <a:cubicBezTo>
                  <a:pt x="224487" y="119821"/>
                  <a:pt x="221284" y="120517"/>
                  <a:pt x="217885" y="120517"/>
                </a:cubicBezTo>
                <a:cubicBezTo>
                  <a:pt x="212592" y="120517"/>
                  <a:pt x="208232" y="118706"/>
                  <a:pt x="204805" y="115085"/>
                </a:cubicBezTo>
                <a:cubicBezTo>
                  <a:pt x="201378" y="111463"/>
                  <a:pt x="199665" y="106699"/>
                  <a:pt x="199665" y="100793"/>
                </a:cubicBezTo>
                <a:cubicBezTo>
                  <a:pt x="199665" y="97060"/>
                  <a:pt x="200501" y="93828"/>
                  <a:pt x="202172" y="91098"/>
                </a:cubicBezTo>
                <a:cubicBezTo>
                  <a:pt x="204457" y="87309"/>
                  <a:pt x="208427" y="83743"/>
                  <a:pt x="214082" y="80400"/>
                </a:cubicBezTo>
                <a:cubicBezTo>
                  <a:pt x="219737" y="77057"/>
                  <a:pt x="229140" y="72990"/>
                  <a:pt x="242289" y="68198"/>
                </a:cubicBezTo>
                <a:lnTo>
                  <a:pt x="242289" y="65200"/>
                </a:lnTo>
                <a:cubicBezTo>
                  <a:pt x="242289" y="57595"/>
                  <a:pt x="241077" y="52376"/>
                  <a:pt x="238653" y="49545"/>
                </a:cubicBezTo>
                <a:cubicBezTo>
                  <a:pt x="236230" y="46714"/>
                  <a:pt x="232706" y="45298"/>
                  <a:pt x="228081" y="45298"/>
                </a:cubicBezTo>
                <a:cubicBezTo>
                  <a:pt x="224571" y="45298"/>
                  <a:pt x="221785" y="46246"/>
                  <a:pt x="219723" y="48140"/>
                </a:cubicBezTo>
                <a:cubicBezTo>
                  <a:pt x="217606" y="50034"/>
                  <a:pt x="216548" y="52207"/>
                  <a:pt x="216548" y="54659"/>
                </a:cubicBezTo>
                <a:lnTo>
                  <a:pt x="216715" y="59506"/>
                </a:lnTo>
                <a:cubicBezTo>
                  <a:pt x="216715" y="62069"/>
                  <a:pt x="216060" y="64047"/>
                  <a:pt x="214751" y="65440"/>
                </a:cubicBezTo>
                <a:cubicBezTo>
                  <a:pt x="213441" y="66833"/>
                  <a:pt x="211728" y="67530"/>
                  <a:pt x="209611" y="67530"/>
                </a:cubicBezTo>
                <a:cubicBezTo>
                  <a:pt x="207549" y="67530"/>
                  <a:pt x="205864" y="66804"/>
                  <a:pt x="204554" y="65351"/>
                </a:cubicBezTo>
                <a:cubicBezTo>
                  <a:pt x="203245" y="63898"/>
                  <a:pt x="202590" y="61913"/>
                  <a:pt x="202590" y="59399"/>
                </a:cubicBezTo>
                <a:cubicBezTo>
                  <a:pt x="202590" y="54592"/>
                  <a:pt x="205042" y="50176"/>
                  <a:pt x="209945" y="46152"/>
                </a:cubicBezTo>
                <a:cubicBezTo>
                  <a:pt x="214848" y="42129"/>
                  <a:pt x="221729" y="40117"/>
                  <a:pt x="230588" y="40117"/>
                </a:cubicBezTo>
                <a:cubicBezTo>
                  <a:pt x="237386" y="40117"/>
                  <a:pt x="242958" y="41257"/>
                  <a:pt x="247304" y="43538"/>
                </a:cubicBezTo>
                <a:cubicBezTo>
                  <a:pt x="250591" y="45264"/>
                  <a:pt x="253015" y="47963"/>
                  <a:pt x="254575" y="51637"/>
                </a:cubicBezTo>
                <a:cubicBezTo>
                  <a:pt x="255578" y="54029"/>
                  <a:pt x="256079" y="58927"/>
                  <a:pt x="256079" y="66328"/>
                </a:cubicBezTo>
                <a:lnTo>
                  <a:pt x="256079" y="92289"/>
                </a:lnTo>
                <a:cubicBezTo>
                  <a:pt x="256079" y="99579"/>
                  <a:pt x="256218" y="104046"/>
                  <a:pt x="256497" y="105687"/>
                </a:cubicBezTo>
                <a:cubicBezTo>
                  <a:pt x="256776" y="107329"/>
                  <a:pt x="257235" y="108429"/>
                  <a:pt x="257876" y="108986"/>
                </a:cubicBezTo>
                <a:cubicBezTo>
                  <a:pt x="258517" y="109542"/>
                  <a:pt x="259255" y="109819"/>
                  <a:pt x="260091" y="109819"/>
                </a:cubicBezTo>
                <a:cubicBezTo>
                  <a:pt x="260982" y="109819"/>
                  <a:pt x="261762" y="109624"/>
                  <a:pt x="262431" y="109234"/>
                </a:cubicBezTo>
                <a:cubicBezTo>
                  <a:pt x="263601" y="108510"/>
                  <a:pt x="265858" y="106476"/>
                  <a:pt x="269201" y="103133"/>
                </a:cubicBezTo>
                <a:lnTo>
                  <a:pt x="269201" y="107813"/>
                </a:lnTo>
                <a:cubicBezTo>
                  <a:pt x="262960" y="116171"/>
                  <a:pt x="256998" y="120350"/>
                  <a:pt x="251315" y="120350"/>
                </a:cubicBezTo>
                <a:cubicBezTo>
                  <a:pt x="248585" y="120350"/>
                  <a:pt x="246412" y="119410"/>
                  <a:pt x="244796" y="117529"/>
                </a:cubicBezTo>
                <a:cubicBezTo>
                  <a:pt x="243180" y="115647"/>
                  <a:pt x="242345" y="112438"/>
                  <a:pt x="242289" y="107902"/>
                </a:cubicBezTo>
                <a:moveTo>
                  <a:pt x="242289" y="102483"/>
                </a:moveTo>
                <a:lnTo>
                  <a:pt x="242289" y="73380"/>
                </a:lnTo>
                <a:cubicBezTo>
                  <a:pt x="233876" y="76716"/>
                  <a:pt x="228443" y="79079"/>
                  <a:pt x="225992" y="80468"/>
                </a:cubicBezTo>
                <a:cubicBezTo>
                  <a:pt x="221590" y="82915"/>
                  <a:pt x="218442" y="85472"/>
                  <a:pt x="216548" y="88142"/>
                </a:cubicBezTo>
                <a:cubicBezTo>
                  <a:pt x="214653" y="90809"/>
                  <a:pt x="213706" y="93727"/>
                  <a:pt x="213706" y="96896"/>
                </a:cubicBezTo>
                <a:cubicBezTo>
                  <a:pt x="213706" y="100899"/>
                  <a:pt x="214904" y="104221"/>
                  <a:pt x="217300" y="106863"/>
                </a:cubicBezTo>
                <a:cubicBezTo>
                  <a:pt x="219696" y="109502"/>
                  <a:pt x="222454" y="110822"/>
                  <a:pt x="225574" y="110822"/>
                </a:cubicBezTo>
                <a:cubicBezTo>
                  <a:pt x="229808" y="110822"/>
                  <a:pt x="235380" y="108042"/>
                  <a:pt x="242289" y="102483"/>
                </a:cubicBezTo>
                <a:close/>
                <a:moveTo>
                  <a:pt x="297224" y="56247"/>
                </a:moveTo>
                <a:cubicBezTo>
                  <a:pt x="306195" y="45493"/>
                  <a:pt x="314747" y="40117"/>
                  <a:pt x="322882" y="40117"/>
                </a:cubicBezTo>
                <a:cubicBezTo>
                  <a:pt x="327061" y="40117"/>
                  <a:pt x="330655" y="41159"/>
                  <a:pt x="333663" y="43243"/>
                </a:cubicBezTo>
                <a:cubicBezTo>
                  <a:pt x="336672" y="45325"/>
                  <a:pt x="339068" y="48756"/>
                  <a:pt x="340851" y="53536"/>
                </a:cubicBezTo>
                <a:cubicBezTo>
                  <a:pt x="342077" y="56870"/>
                  <a:pt x="342690" y="61982"/>
                  <a:pt x="342690" y="68872"/>
                </a:cubicBezTo>
                <a:lnTo>
                  <a:pt x="342690" y="101462"/>
                </a:lnTo>
                <a:cubicBezTo>
                  <a:pt x="342690" y="106337"/>
                  <a:pt x="343080" y="109643"/>
                  <a:pt x="343860" y="111381"/>
                </a:cubicBezTo>
                <a:cubicBezTo>
                  <a:pt x="344473" y="112783"/>
                  <a:pt x="345462" y="113876"/>
                  <a:pt x="346827" y="114661"/>
                </a:cubicBezTo>
                <a:cubicBezTo>
                  <a:pt x="348192" y="115445"/>
                  <a:pt x="350713" y="115837"/>
                  <a:pt x="354390" y="115837"/>
                </a:cubicBezTo>
                <a:lnTo>
                  <a:pt x="354390" y="118845"/>
                </a:lnTo>
                <a:lnTo>
                  <a:pt x="316530" y="118845"/>
                </a:lnTo>
                <a:lnTo>
                  <a:pt x="316530" y="115837"/>
                </a:lnTo>
                <a:lnTo>
                  <a:pt x="318118" y="115837"/>
                </a:lnTo>
                <a:cubicBezTo>
                  <a:pt x="321684" y="115837"/>
                  <a:pt x="324177" y="115291"/>
                  <a:pt x="325598" y="114199"/>
                </a:cubicBezTo>
                <a:cubicBezTo>
                  <a:pt x="327019" y="113106"/>
                  <a:pt x="328008" y="111494"/>
                  <a:pt x="328565" y="109365"/>
                </a:cubicBezTo>
                <a:cubicBezTo>
                  <a:pt x="328788" y="108524"/>
                  <a:pt x="328900" y="105889"/>
                  <a:pt x="328900" y="101462"/>
                </a:cubicBezTo>
                <a:lnTo>
                  <a:pt x="328900" y="70173"/>
                </a:lnTo>
                <a:cubicBezTo>
                  <a:pt x="328900" y="63219"/>
                  <a:pt x="327994" y="58170"/>
                  <a:pt x="326183" y="55027"/>
                </a:cubicBezTo>
                <a:cubicBezTo>
                  <a:pt x="324373" y="51884"/>
                  <a:pt x="321322" y="50313"/>
                  <a:pt x="317032" y="50313"/>
                </a:cubicBezTo>
                <a:cubicBezTo>
                  <a:pt x="310401" y="50313"/>
                  <a:pt x="303799" y="53935"/>
                  <a:pt x="297224" y="61178"/>
                </a:cubicBezTo>
                <a:lnTo>
                  <a:pt x="297224" y="101462"/>
                </a:lnTo>
                <a:cubicBezTo>
                  <a:pt x="297224" y="106673"/>
                  <a:pt x="297531" y="109896"/>
                  <a:pt x="298143" y="111130"/>
                </a:cubicBezTo>
                <a:cubicBezTo>
                  <a:pt x="298924" y="112755"/>
                  <a:pt x="299996" y="113946"/>
                  <a:pt x="301361" y="114703"/>
                </a:cubicBezTo>
                <a:cubicBezTo>
                  <a:pt x="302726" y="115459"/>
                  <a:pt x="305498" y="115837"/>
                  <a:pt x="309677" y="115837"/>
                </a:cubicBezTo>
                <a:lnTo>
                  <a:pt x="309677" y="118845"/>
                </a:lnTo>
                <a:lnTo>
                  <a:pt x="271817" y="118845"/>
                </a:lnTo>
                <a:lnTo>
                  <a:pt x="271817" y="115837"/>
                </a:lnTo>
                <a:lnTo>
                  <a:pt x="273488" y="115837"/>
                </a:lnTo>
                <a:cubicBezTo>
                  <a:pt x="277389" y="115837"/>
                  <a:pt x="280021" y="114843"/>
                  <a:pt x="281386" y="112854"/>
                </a:cubicBezTo>
                <a:cubicBezTo>
                  <a:pt x="282752" y="110864"/>
                  <a:pt x="283434" y="107066"/>
                  <a:pt x="283434" y="101462"/>
                </a:cubicBezTo>
                <a:lnTo>
                  <a:pt x="283434" y="73213"/>
                </a:lnTo>
                <a:cubicBezTo>
                  <a:pt x="283434" y="64019"/>
                  <a:pt x="283225" y="58420"/>
                  <a:pt x="282807" y="56414"/>
                </a:cubicBezTo>
                <a:cubicBezTo>
                  <a:pt x="282389" y="54408"/>
                  <a:pt x="281749" y="53043"/>
                  <a:pt x="280885" y="52319"/>
                </a:cubicBezTo>
                <a:cubicBezTo>
                  <a:pt x="280021" y="51594"/>
                  <a:pt x="278865" y="51232"/>
                  <a:pt x="277417" y="51232"/>
                </a:cubicBezTo>
                <a:cubicBezTo>
                  <a:pt x="275856" y="51232"/>
                  <a:pt x="273990" y="51650"/>
                  <a:pt x="271817" y="52486"/>
                </a:cubicBezTo>
                <a:lnTo>
                  <a:pt x="270563" y="49477"/>
                </a:lnTo>
                <a:lnTo>
                  <a:pt x="293630" y="40117"/>
                </a:lnTo>
                <a:lnTo>
                  <a:pt x="297224" y="40117"/>
                </a:lnTo>
                <a:lnTo>
                  <a:pt x="297224" y="56247"/>
                </a:lnTo>
                <a:close/>
                <a:moveTo>
                  <a:pt x="382806" y="56247"/>
                </a:moveTo>
                <a:cubicBezTo>
                  <a:pt x="391777" y="45493"/>
                  <a:pt x="400329" y="40117"/>
                  <a:pt x="408464" y="40117"/>
                </a:cubicBezTo>
                <a:cubicBezTo>
                  <a:pt x="412643" y="40117"/>
                  <a:pt x="416237" y="41159"/>
                  <a:pt x="419246" y="43243"/>
                </a:cubicBezTo>
                <a:cubicBezTo>
                  <a:pt x="422254" y="45325"/>
                  <a:pt x="424650" y="48756"/>
                  <a:pt x="426433" y="53536"/>
                </a:cubicBezTo>
                <a:cubicBezTo>
                  <a:pt x="427659" y="56870"/>
                  <a:pt x="428272" y="61982"/>
                  <a:pt x="428272" y="68872"/>
                </a:cubicBezTo>
                <a:lnTo>
                  <a:pt x="428272" y="101462"/>
                </a:lnTo>
                <a:cubicBezTo>
                  <a:pt x="428272" y="106337"/>
                  <a:pt x="428662" y="109643"/>
                  <a:pt x="429442" y="111381"/>
                </a:cubicBezTo>
                <a:cubicBezTo>
                  <a:pt x="430055" y="112783"/>
                  <a:pt x="431044" y="113876"/>
                  <a:pt x="432409" y="114661"/>
                </a:cubicBezTo>
                <a:cubicBezTo>
                  <a:pt x="433774" y="115445"/>
                  <a:pt x="436295" y="115837"/>
                  <a:pt x="439972" y="115837"/>
                </a:cubicBezTo>
                <a:lnTo>
                  <a:pt x="439972" y="118845"/>
                </a:lnTo>
                <a:lnTo>
                  <a:pt x="402112" y="118845"/>
                </a:lnTo>
                <a:lnTo>
                  <a:pt x="402112" y="115837"/>
                </a:lnTo>
                <a:lnTo>
                  <a:pt x="403700" y="115837"/>
                </a:lnTo>
                <a:cubicBezTo>
                  <a:pt x="407266" y="115837"/>
                  <a:pt x="409760" y="115291"/>
                  <a:pt x="411180" y="114199"/>
                </a:cubicBezTo>
                <a:cubicBezTo>
                  <a:pt x="412601" y="113106"/>
                  <a:pt x="413590" y="111494"/>
                  <a:pt x="414147" y="109365"/>
                </a:cubicBezTo>
                <a:cubicBezTo>
                  <a:pt x="414370" y="108524"/>
                  <a:pt x="414482" y="105889"/>
                  <a:pt x="414482" y="101462"/>
                </a:cubicBezTo>
                <a:lnTo>
                  <a:pt x="414482" y="70173"/>
                </a:lnTo>
                <a:cubicBezTo>
                  <a:pt x="414482" y="63219"/>
                  <a:pt x="413576" y="58170"/>
                  <a:pt x="411765" y="55027"/>
                </a:cubicBezTo>
                <a:cubicBezTo>
                  <a:pt x="409955" y="51884"/>
                  <a:pt x="406904" y="50313"/>
                  <a:pt x="402614" y="50313"/>
                </a:cubicBezTo>
                <a:cubicBezTo>
                  <a:pt x="395983" y="50313"/>
                  <a:pt x="389381" y="53935"/>
                  <a:pt x="382806" y="61178"/>
                </a:cubicBezTo>
                <a:lnTo>
                  <a:pt x="382806" y="101462"/>
                </a:lnTo>
                <a:cubicBezTo>
                  <a:pt x="382806" y="106673"/>
                  <a:pt x="383113" y="109896"/>
                  <a:pt x="383726" y="111130"/>
                </a:cubicBezTo>
                <a:cubicBezTo>
                  <a:pt x="384506" y="112755"/>
                  <a:pt x="385578" y="113946"/>
                  <a:pt x="386943" y="114703"/>
                </a:cubicBezTo>
                <a:cubicBezTo>
                  <a:pt x="388308" y="115459"/>
                  <a:pt x="391080" y="115837"/>
                  <a:pt x="395259" y="115837"/>
                </a:cubicBezTo>
                <a:lnTo>
                  <a:pt x="395259" y="118845"/>
                </a:lnTo>
                <a:lnTo>
                  <a:pt x="357399" y="118845"/>
                </a:lnTo>
                <a:lnTo>
                  <a:pt x="357399" y="115837"/>
                </a:lnTo>
                <a:lnTo>
                  <a:pt x="359071" y="115837"/>
                </a:lnTo>
                <a:cubicBezTo>
                  <a:pt x="362971" y="115837"/>
                  <a:pt x="365603" y="114843"/>
                  <a:pt x="366969" y="112854"/>
                </a:cubicBezTo>
                <a:cubicBezTo>
                  <a:pt x="368334" y="110864"/>
                  <a:pt x="369016" y="107066"/>
                  <a:pt x="369016" y="101462"/>
                </a:cubicBezTo>
                <a:lnTo>
                  <a:pt x="369016" y="73213"/>
                </a:lnTo>
                <a:cubicBezTo>
                  <a:pt x="369016" y="64019"/>
                  <a:pt x="368807" y="58420"/>
                  <a:pt x="368389" y="56414"/>
                </a:cubicBezTo>
                <a:cubicBezTo>
                  <a:pt x="367971" y="54408"/>
                  <a:pt x="367331" y="53043"/>
                  <a:pt x="366467" y="52319"/>
                </a:cubicBezTo>
                <a:cubicBezTo>
                  <a:pt x="365603" y="51594"/>
                  <a:pt x="364447" y="51232"/>
                  <a:pt x="362999" y="51232"/>
                </a:cubicBezTo>
                <a:cubicBezTo>
                  <a:pt x="361439" y="51232"/>
                  <a:pt x="359572" y="51650"/>
                  <a:pt x="357399" y="52486"/>
                </a:cubicBezTo>
                <a:lnTo>
                  <a:pt x="356145" y="49477"/>
                </a:lnTo>
                <a:lnTo>
                  <a:pt x="379212" y="40117"/>
                </a:lnTo>
                <a:lnTo>
                  <a:pt x="382806" y="40117"/>
                </a:lnTo>
                <a:lnTo>
                  <a:pt x="382806" y="56247"/>
                </a:lnTo>
                <a:close/>
                <a:moveTo>
                  <a:pt x="458943" y="71207"/>
                </a:moveTo>
                <a:cubicBezTo>
                  <a:pt x="458888" y="82521"/>
                  <a:pt x="461646" y="91395"/>
                  <a:pt x="467217" y="97829"/>
                </a:cubicBezTo>
                <a:cubicBezTo>
                  <a:pt x="472789" y="104262"/>
                  <a:pt x="479336" y="107479"/>
                  <a:pt x="486858" y="107479"/>
                </a:cubicBezTo>
                <a:cubicBezTo>
                  <a:pt x="491872" y="107479"/>
                  <a:pt x="496232" y="106094"/>
                  <a:pt x="499938" y="103324"/>
                </a:cubicBezTo>
                <a:cubicBezTo>
                  <a:pt x="503643" y="100554"/>
                  <a:pt x="506749" y="95810"/>
                  <a:pt x="509256" y="89092"/>
                </a:cubicBezTo>
                <a:lnTo>
                  <a:pt x="511847" y="90772"/>
                </a:lnTo>
                <a:cubicBezTo>
                  <a:pt x="510677" y="98445"/>
                  <a:pt x="507278" y="105432"/>
                  <a:pt x="501651" y="111734"/>
                </a:cubicBezTo>
                <a:cubicBezTo>
                  <a:pt x="496023" y="118035"/>
                  <a:pt x="488975" y="121186"/>
                  <a:pt x="480506" y="121186"/>
                </a:cubicBezTo>
                <a:cubicBezTo>
                  <a:pt x="471313" y="121186"/>
                  <a:pt x="463443" y="117614"/>
                  <a:pt x="456896" y="110470"/>
                </a:cubicBezTo>
                <a:cubicBezTo>
                  <a:pt x="450349" y="103324"/>
                  <a:pt x="447076" y="93718"/>
                  <a:pt x="447076" y="81651"/>
                </a:cubicBezTo>
                <a:cubicBezTo>
                  <a:pt x="447076" y="68586"/>
                  <a:pt x="450433" y="58397"/>
                  <a:pt x="457147" y="51086"/>
                </a:cubicBezTo>
                <a:cubicBezTo>
                  <a:pt x="463860" y="43773"/>
                  <a:pt x="472288" y="40117"/>
                  <a:pt x="482428" y="40117"/>
                </a:cubicBezTo>
                <a:cubicBezTo>
                  <a:pt x="491009" y="40117"/>
                  <a:pt x="498057" y="42937"/>
                  <a:pt x="503573" y="48579"/>
                </a:cubicBezTo>
                <a:cubicBezTo>
                  <a:pt x="509089" y="54218"/>
                  <a:pt x="511847" y="61761"/>
                  <a:pt x="511847" y="71207"/>
                </a:cubicBezTo>
                <a:lnTo>
                  <a:pt x="458943" y="71207"/>
                </a:lnTo>
                <a:moveTo>
                  <a:pt x="458943" y="66360"/>
                </a:moveTo>
                <a:lnTo>
                  <a:pt x="494380" y="66360"/>
                </a:lnTo>
                <a:cubicBezTo>
                  <a:pt x="494101" y="61496"/>
                  <a:pt x="493516" y="58071"/>
                  <a:pt x="492625" y="56082"/>
                </a:cubicBezTo>
                <a:cubicBezTo>
                  <a:pt x="491232" y="52987"/>
                  <a:pt x="489156" y="50555"/>
                  <a:pt x="486398" y="48788"/>
                </a:cubicBezTo>
                <a:cubicBezTo>
                  <a:pt x="483640" y="47019"/>
                  <a:pt x="480757" y="46134"/>
                  <a:pt x="477748" y="46134"/>
                </a:cubicBezTo>
                <a:cubicBezTo>
                  <a:pt x="473124" y="46134"/>
                  <a:pt x="468986" y="47916"/>
                  <a:pt x="465337" y="51480"/>
                </a:cubicBezTo>
                <a:cubicBezTo>
                  <a:pt x="461688" y="55045"/>
                  <a:pt x="459556" y="60004"/>
                  <a:pt x="458943" y="66360"/>
                </a:cubicBezTo>
                <a:close/>
                <a:moveTo>
                  <a:pt x="548397" y="0"/>
                </a:moveTo>
                <a:lnTo>
                  <a:pt x="548397" y="101462"/>
                </a:lnTo>
                <a:cubicBezTo>
                  <a:pt x="548397" y="106281"/>
                  <a:pt x="548746" y="109476"/>
                  <a:pt x="549442" y="111047"/>
                </a:cubicBezTo>
                <a:cubicBezTo>
                  <a:pt x="550138" y="112616"/>
                  <a:pt x="551211" y="113807"/>
                  <a:pt x="552660" y="114620"/>
                </a:cubicBezTo>
                <a:cubicBezTo>
                  <a:pt x="554108" y="115431"/>
                  <a:pt x="556811" y="115837"/>
                  <a:pt x="560767" y="115837"/>
                </a:cubicBezTo>
                <a:lnTo>
                  <a:pt x="560767" y="118845"/>
                </a:lnTo>
                <a:lnTo>
                  <a:pt x="523241" y="118845"/>
                </a:lnTo>
                <a:lnTo>
                  <a:pt x="523241" y="115837"/>
                </a:lnTo>
                <a:cubicBezTo>
                  <a:pt x="526751" y="115837"/>
                  <a:pt x="529147" y="115473"/>
                  <a:pt x="530428" y="114745"/>
                </a:cubicBezTo>
                <a:cubicBezTo>
                  <a:pt x="531710" y="114015"/>
                  <a:pt x="532713" y="112811"/>
                  <a:pt x="533437" y="111130"/>
                </a:cubicBezTo>
                <a:cubicBezTo>
                  <a:pt x="534161" y="109448"/>
                  <a:pt x="534524" y="106225"/>
                  <a:pt x="534524" y="101462"/>
                </a:cubicBezTo>
                <a:lnTo>
                  <a:pt x="534524" y="32093"/>
                </a:lnTo>
                <a:cubicBezTo>
                  <a:pt x="534524" y="23457"/>
                  <a:pt x="534329" y="18150"/>
                  <a:pt x="533939" y="16172"/>
                </a:cubicBezTo>
                <a:cubicBezTo>
                  <a:pt x="533549" y="14194"/>
                  <a:pt x="532922" y="12843"/>
                  <a:pt x="532058" y="12119"/>
                </a:cubicBezTo>
                <a:cubicBezTo>
                  <a:pt x="531194" y="11394"/>
                  <a:pt x="530094" y="11032"/>
                  <a:pt x="528757" y="11032"/>
                </a:cubicBezTo>
                <a:cubicBezTo>
                  <a:pt x="527308" y="11032"/>
                  <a:pt x="525470" y="11478"/>
                  <a:pt x="523241" y="12369"/>
                </a:cubicBezTo>
                <a:lnTo>
                  <a:pt x="521820" y="9361"/>
                </a:lnTo>
                <a:lnTo>
                  <a:pt x="544636" y="0"/>
                </a:lnTo>
                <a:lnTo>
                  <a:pt x="548397" y="0"/>
                </a:lnTo>
                <a:close/>
                <a:moveTo>
                  <a:pt x="685574" y="96781"/>
                </a:moveTo>
                <a:lnTo>
                  <a:pt x="677634" y="118845"/>
                </a:lnTo>
                <a:lnTo>
                  <a:pt x="610773" y="118845"/>
                </a:lnTo>
                <a:lnTo>
                  <a:pt x="610773" y="115690"/>
                </a:lnTo>
                <a:cubicBezTo>
                  <a:pt x="630442" y="97769"/>
                  <a:pt x="644287" y="83131"/>
                  <a:pt x="652311" y="71776"/>
                </a:cubicBezTo>
                <a:cubicBezTo>
                  <a:pt x="660334" y="60420"/>
                  <a:pt x="664346" y="50034"/>
                  <a:pt x="664346" y="40618"/>
                </a:cubicBezTo>
                <a:cubicBezTo>
                  <a:pt x="664346" y="33455"/>
                  <a:pt x="662145" y="27569"/>
                  <a:pt x="657743" y="22960"/>
                </a:cubicBezTo>
                <a:cubicBezTo>
                  <a:pt x="653342" y="18351"/>
                  <a:pt x="648076" y="16047"/>
                  <a:pt x="641947" y="16047"/>
                </a:cubicBezTo>
                <a:cubicBezTo>
                  <a:pt x="636376" y="16047"/>
                  <a:pt x="631375" y="17662"/>
                  <a:pt x="626945" y="20894"/>
                </a:cubicBezTo>
                <a:cubicBezTo>
                  <a:pt x="622516" y="24124"/>
                  <a:pt x="619242" y="28860"/>
                  <a:pt x="617125" y="35102"/>
                </a:cubicBezTo>
                <a:lnTo>
                  <a:pt x="614033" y="35102"/>
                </a:lnTo>
                <a:cubicBezTo>
                  <a:pt x="615426" y="24820"/>
                  <a:pt x="619006" y="16929"/>
                  <a:pt x="624772" y="11429"/>
                </a:cubicBezTo>
                <a:cubicBezTo>
                  <a:pt x="630539" y="5927"/>
                  <a:pt x="637741" y="3176"/>
                  <a:pt x="646377" y="3176"/>
                </a:cubicBezTo>
                <a:cubicBezTo>
                  <a:pt x="655570" y="3176"/>
                  <a:pt x="663245" y="6129"/>
                  <a:pt x="669402" y="12035"/>
                </a:cubicBezTo>
                <a:cubicBezTo>
                  <a:pt x="675559" y="17941"/>
                  <a:pt x="678637" y="24906"/>
                  <a:pt x="678637" y="32929"/>
                </a:cubicBezTo>
                <a:cubicBezTo>
                  <a:pt x="678637" y="38668"/>
                  <a:pt x="677300" y="44407"/>
                  <a:pt x="674626" y="50146"/>
                </a:cubicBezTo>
                <a:cubicBezTo>
                  <a:pt x="670503" y="59172"/>
                  <a:pt x="663816" y="68728"/>
                  <a:pt x="654567" y="78812"/>
                </a:cubicBezTo>
                <a:cubicBezTo>
                  <a:pt x="640694" y="93936"/>
                  <a:pt x="632030" y="102990"/>
                  <a:pt x="628575" y="105975"/>
                </a:cubicBezTo>
                <a:lnTo>
                  <a:pt x="658161" y="105975"/>
                </a:lnTo>
                <a:cubicBezTo>
                  <a:pt x="664179" y="105975"/>
                  <a:pt x="668399" y="105752"/>
                  <a:pt x="670823" y="105306"/>
                </a:cubicBezTo>
                <a:cubicBezTo>
                  <a:pt x="673247" y="104860"/>
                  <a:pt x="675434" y="103955"/>
                  <a:pt x="677384" y="102590"/>
                </a:cubicBezTo>
                <a:cubicBezTo>
                  <a:pt x="679334" y="101225"/>
                  <a:pt x="681033" y="99289"/>
                  <a:pt x="682482" y="96781"/>
                </a:cubicBezTo>
                <a:lnTo>
                  <a:pt x="685574" y="96781"/>
                </a:lnTo>
                <a:close/>
                <a:moveTo>
                  <a:pt x="851140" y="118845"/>
                </a:moveTo>
                <a:lnTo>
                  <a:pt x="820885" y="118845"/>
                </a:lnTo>
                <a:lnTo>
                  <a:pt x="782524" y="65858"/>
                </a:lnTo>
                <a:cubicBezTo>
                  <a:pt x="779682" y="65970"/>
                  <a:pt x="777370" y="66025"/>
                  <a:pt x="775587" y="66025"/>
                </a:cubicBezTo>
                <a:cubicBezTo>
                  <a:pt x="774863" y="66025"/>
                  <a:pt x="774083" y="66011"/>
                  <a:pt x="773247" y="65983"/>
                </a:cubicBezTo>
                <a:cubicBezTo>
                  <a:pt x="772411" y="65956"/>
                  <a:pt x="771547" y="65914"/>
                  <a:pt x="770656" y="65858"/>
                </a:cubicBezTo>
                <a:lnTo>
                  <a:pt x="770656" y="98787"/>
                </a:lnTo>
                <a:cubicBezTo>
                  <a:pt x="770656" y="105884"/>
                  <a:pt x="771436" y="110292"/>
                  <a:pt x="772996" y="112011"/>
                </a:cubicBezTo>
                <a:cubicBezTo>
                  <a:pt x="775113" y="114450"/>
                  <a:pt x="778289" y="115670"/>
                  <a:pt x="782524" y="115670"/>
                </a:cubicBezTo>
                <a:lnTo>
                  <a:pt x="786953" y="115670"/>
                </a:lnTo>
                <a:lnTo>
                  <a:pt x="786953" y="118845"/>
                </a:lnTo>
                <a:lnTo>
                  <a:pt x="738396" y="118845"/>
                </a:lnTo>
                <a:lnTo>
                  <a:pt x="738396" y="115670"/>
                </a:lnTo>
                <a:lnTo>
                  <a:pt x="742658" y="115670"/>
                </a:lnTo>
                <a:cubicBezTo>
                  <a:pt x="747450" y="115670"/>
                  <a:pt x="750876" y="114117"/>
                  <a:pt x="752938" y="111013"/>
                </a:cubicBezTo>
                <a:cubicBezTo>
                  <a:pt x="754108" y="109294"/>
                  <a:pt x="754693" y="105219"/>
                  <a:pt x="754693" y="98787"/>
                </a:cubicBezTo>
                <a:lnTo>
                  <a:pt x="754693" y="25574"/>
                </a:lnTo>
                <a:cubicBezTo>
                  <a:pt x="754693" y="18477"/>
                  <a:pt x="753913" y="14070"/>
                  <a:pt x="752353" y="12351"/>
                </a:cubicBezTo>
                <a:cubicBezTo>
                  <a:pt x="750180" y="9912"/>
                  <a:pt x="746948" y="8692"/>
                  <a:pt x="742658" y="8692"/>
                </a:cubicBezTo>
                <a:lnTo>
                  <a:pt x="738396" y="8692"/>
                </a:lnTo>
                <a:lnTo>
                  <a:pt x="738396" y="5516"/>
                </a:lnTo>
                <a:lnTo>
                  <a:pt x="779682" y="5516"/>
                </a:lnTo>
                <a:cubicBezTo>
                  <a:pt x="791717" y="5516"/>
                  <a:pt x="800590" y="6393"/>
                  <a:pt x="806301" y="8146"/>
                </a:cubicBezTo>
                <a:cubicBezTo>
                  <a:pt x="812012" y="9899"/>
                  <a:pt x="816860" y="13128"/>
                  <a:pt x="820844" y="17833"/>
                </a:cubicBezTo>
                <a:cubicBezTo>
                  <a:pt x="824827" y="22536"/>
                  <a:pt x="826819" y="28143"/>
                  <a:pt x="826819" y="34655"/>
                </a:cubicBezTo>
                <a:cubicBezTo>
                  <a:pt x="826819" y="41615"/>
                  <a:pt x="824549" y="47655"/>
                  <a:pt x="820008" y="52776"/>
                </a:cubicBezTo>
                <a:cubicBezTo>
                  <a:pt x="815467" y="57897"/>
                  <a:pt x="808432" y="61515"/>
                  <a:pt x="798905" y="63630"/>
                </a:cubicBezTo>
                <a:lnTo>
                  <a:pt x="822306" y="96113"/>
                </a:lnTo>
                <a:cubicBezTo>
                  <a:pt x="827655" y="103579"/>
                  <a:pt x="832252" y="108538"/>
                  <a:pt x="836096" y="110989"/>
                </a:cubicBezTo>
                <a:cubicBezTo>
                  <a:pt x="839941" y="113441"/>
                  <a:pt x="844955" y="115001"/>
                  <a:pt x="851140" y="115670"/>
                </a:cubicBezTo>
                <a:lnTo>
                  <a:pt x="851140" y="118845"/>
                </a:lnTo>
                <a:moveTo>
                  <a:pt x="770656" y="60509"/>
                </a:moveTo>
                <a:cubicBezTo>
                  <a:pt x="771715" y="60509"/>
                  <a:pt x="772634" y="60523"/>
                  <a:pt x="773414" y="60551"/>
                </a:cubicBezTo>
                <a:cubicBezTo>
                  <a:pt x="774194" y="60579"/>
                  <a:pt x="774835" y="60593"/>
                  <a:pt x="775336" y="60593"/>
                </a:cubicBezTo>
                <a:cubicBezTo>
                  <a:pt x="786145" y="60593"/>
                  <a:pt x="794294" y="58257"/>
                  <a:pt x="799782" y="53585"/>
                </a:cubicBezTo>
                <a:cubicBezTo>
                  <a:pt x="805270" y="48912"/>
                  <a:pt x="808015" y="42960"/>
                  <a:pt x="808015" y="35729"/>
                </a:cubicBezTo>
                <a:cubicBezTo>
                  <a:pt x="808015" y="28665"/>
                  <a:pt x="805800" y="22923"/>
                  <a:pt x="801370" y="18502"/>
                </a:cubicBezTo>
                <a:cubicBezTo>
                  <a:pt x="796941" y="14079"/>
                  <a:pt x="791076" y="11868"/>
                  <a:pt x="783777" y="11868"/>
                </a:cubicBezTo>
                <a:cubicBezTo>
                  <a:pt x="780546" y="11868"/>
                  <a:pt x="776172" y="12425"/>
                  <a:pt x="770656" y="13539"/>
                </a:cubicBezTo>
                <a:lnTo>
                  <a:pt x="770656" y="60509"/>
                </a:lnTo>
                <a:close/>
                <a:moveTo>
                  <a:pt x="867856" y="71207"/>
                </a:moveTo>
                <a:cubicBezTo>
                  <a:pt x="867800" y="82521"/>
                  <a:pt x="870558" y="91395"/>
                  <a:pt x="876130" y="97829"/>
                </a:cubicBezTo>
                <a:cubicBezTo>
                  <a:pt x="881701" y="104262"/>
                  <a:pt x="888248" y="107479"/>
                  <a:pt x="895770" y="107479"/>
                </a:cubicBezTo>
                <a:cubicBezTo>
                  <a:pt x="900785" y="107479"/>
                  <a:pt x="905145" y="106094"/>
                  <a:pt x="908850" y="103324"/>
                </a:cubicBezTo>
                <a:cubicBezTo>
                  <a:pt x="912555" y="100554"/>
                  <a:pt x="915661" y="95810"/>
                  <a:pt x="918169" y="89092"/>
                </a:cubicBezTo>
                <a:lnTo>
                  <a:pt x="920759" y="90772"/>
                </a:lnTo>
                <a:cubicBezTo>
                  <a:pt x="919589" y="98445"/>
                  <a:pt x="916191" y="105432"/>
                  <a:pt x="910563" y="111734"/>
                </a:cubicBezTo>
                <a:cubicBezTo>
                  <a:pt x="904936" y="118035"/>
                  <a:pt x="897887" y="121186"/>
                  <a:pt x="889418" y="121186"/>
                </a:cubicBezTo>
                <a:cubicBezTo>
                  <a:pt x="880225" y="121186"/>
                  <a:pt x="872355" y="117614"/>
                  <a:pt x="865808" y="110470"/>
                </a:cubicBezTo>
                <a:cubicBezTo>
                  <a:pt x="859261" y="103324"/>
                  <a:pt x="855988" y="93718"/>
                  <a:pt x="855988" y="81651"/>
                </a:cubicBezTo>
                <a:cubicBezTo>
                  <a:pt x="855988" y="68586"/>
                  <a:pt x="859345" y="58397"/>
                  <a:pt x="866059" y="51086"/>
                </a:cubicBezTo>
                <a:cubicBezTo>
                  <a:pt x="872773" y="43773"/>
                  <a:pt x="881200" y="40117"/>
                  <a:pt x="891341" y="40117"/>
                </a:cubicBezTo>
                <a:cubicBezTo>
                  <a:pt x="899921" y="40117"/>
                  <a:pt x="906969" y="42937"/>
                  <a:pt x="912485" y="48579"/>
                </a:cubicBezTo>
                <a:cubicBezTo>
                  <a:pt x="918001" y="54218"/>
                  <a:pt x="920759" y="61761"/>
                  <a:pt x="920759" y="71207"/>
                </a:cubicBezTo>
                <a:lnTo>
                  <a:pt x="867856" y="71207"/>
                </a:lnTo>
                <a:moveTo>
                  <a:pt x="867856" y="66360"/>
                </a:moveTo>
                <a:lnTo>
                  <a:pt x="903292" y="66360"/>
                </a:lnTo>
                <a:cubicBezTo>
                  <a:pt x="903013" y="61496"/>
                  <a:pt x="902428" y="58071"/>
                  <a:pt x="901537" y="56082"/>
                </a:cubicBezTo>
                <a:cubicBezTo>
                  <a:pt x="900144" y="52987"/>
                  <a:pt x="898068" y="50555"/>
                  <a:pt x="895310" y="48788"/>
                </a:cubicBezTo>
                <a:cubicBezTo>
                  <a:pt x="892552" y="47019"/>
                  <a:pt x="889669" y="46134"/>
                  <a:pt x="886660" y="46134"/>
                </a:cubicBezTo>
                <a:cubicBezTo>
                  <a:pt x="882036" y="46134"/>
                  <a:pt x="877899" y="47916"/>
                  <a:pt x="874249" y="51480"/>
                </a:cubicBezTo>
                <a:cubicBezTo>
                  <a:pt x="870600" y="55045"/>
                  <a:pt x="868469" y="60004"/>
                  <a:pt x="867856" y="66360"/>
                </a:cubicBezTo>
                <a:close/>
                <a:moveTo>
                  <a:pt x="996004" y="89761"/>
                </a:moveTo>
                <a:cubicBezTo>
                  <a:pt x="993943" y="99846"/>
                  <a:pt x="989903" y="107604"/>
                  <a:pt x="983886" y="113037"/>
                </a:cubicBezTo>
                <a:cubicBezTo>
                  <a:pt x="977868" y="118469"/>
                  <a:pt x="971210" y="121186"/>
                  <a:pt x="963911" y="121186"/>
                </a:cubicBezTo>
                <a:cubicBezTo>
                  <a:pt x="955219" y="121186"/>
                  <a:pt x="947641" y="117540"/>
                  <a:pt x="941178" y="110250"/>
                </a:cubicBezTo>
                <a:cubicBezTo>
                  <a:pt x="934715" y="102958"/>
                  <a:pt x="931483" y="93106"/>
                  <a:pt x="931483" y="80693"/>
                </a:cubicBezTo>
                <a:cubicBezTo>
                  <a:pt x="931483" y="68670"/>
                  <a:pt x="935063" y="58902"/>
                  <a:pt x="942223" y="51389"/>
                </a:cubicBezTo>
                <a:cubicBezTo>
                  <a:pt x="949383" y="43874"/>
                  <a:pt x="957977" y="40117"/>
                  <a:pt x="968006" y="40117"/>
                </a:cubicBezTo>
                <a:cubicBezTo>
                  <a:pt x="975528" y="40117"/>
                  <a:pt x="981713" y="42115"/>
                  <a:pt x="986560" y="46113"/>
                </a:cubicBezTo>
                <a:cubicBezTo>
                  <a:pt x="991408" y="50109"/>
                  <a:pt x="993831" y="54259"/>
                  <a:pt x="993831" y="58563"/>
                </a:cubicBezTo>
                <a:cubicBezTo>
                  <a:pt x="993831" y="60688"/>
                  <a:pt x="993149" y="62407"/>
                  <a:pt x="991784" y="63722"/>
                </a:cubicBezTo>
                <a:cubicBezTo>
                  <a:pt x="990419" y="65035"/>
                  <a:pt x="988510" y="65691"/>
                  <a:pt x="986059" y="65691"/>
                </a:cubicBezTo>
                <a:cubicBezTo>
                  <a:pt x="982771" y="65691"/>
                  <a:pt x="980292" y="64624"/>
                  <a:pt x="978620" y="62489"/>
                </a:cubicBezTo>
                <a:cubicBezTo>
                  <a:pt x="977673" y="61308"/>
                  <a:pt x="977046" y="59061"/>
                  <a:pt x="976740" y="55745"/>
                </a:cubicBezTo>
                <a:cubicBezTo>
                  <a:pt x="976433" y="52430"/>
                  <a:pt x="975305" y="49902"/>
                  <a:pt x="973355" y="48161"/>
                </a:cubicBezTo>
                <a:cubicBezTo>
                  <a:pt x="971405" y="46475"/>
                  <a:pt x="968703" y="45633"/>
                  <a:pt x="965248" y="45633"/>
                </a:cubicBezTo>
                <a:cubicBezTo>
                  <a:pt x="959676" y="45633"/>
                  <a:pt x="955191" y="47694"/>
                  <a:pt x="951792" y="51817"/>
                </a:cubicBezTo>
                <a:cubicBezTo>
                  <a:pt x="947279" y="57278"/>
                  <a:pt x="945023" y="64493"/>
                  <a:pt x="945023" y="73464"/>
                </a:cubicBezTo>
                <a:cubicBezTo>
                  <a:pt x="945023" y="82601"/>
                  <a:pt x="947265" y="90666"/>
                  <a:pt x="951751" y="97659"/>
                </a:cubicBezTo>
                <a:cubicBezTo>
                  <a:pt x="956236" y="104651"/>
                  <a:pt x="962295" y="108148"/>
                  <a:pt x="969928" y="108148"/>
                </a:cubicBezTo>
                <a:cubicBezTo>
                  <a:pt x="975389" y="108148"/>
                  <a:pt x="980292" y="106281"/>
                  <a:pt x="984638" y="102548"/>
                </a:cubicBezTo>
                <a:cubicBezTo>
                  <a:pt x="987702" y="99985"/>
                  <a:pt x="990683" y="95333"/>
                  <a:pt x="993580" y="88591"/>
                </a:cubicBezTo>
                <a:lnTo>
                  <a:pt x="996004" y="89761"/>
                </a:lnTo>
                <a:close/>
                <a:moveTo>
                  <a:pt x="1044421" y="40117"/>
                </a:moveTo>
                <a:cubicBezTo>
                  <a:pt x="1056010" y="40117"/>
                  <a:pt x="1065315" y="44514"/>
                  <a:pt x="1072336" y="53309"/>
                </a:cubicBezTo>
                <a:cubicBezTo>
                  <a:pt x="1078297" y="60822"/>
                  <a:pt x="1081278" y="69449"/>
                  <a:pt x="1081278" y="79191"/>
                </a:cubicBezTo>
                <a:cubicBezTo>
                  <a:pt x="1081278" y="86037"/>
                  <a:pt x="1079635" y="92967"/>
                  <a:pt x="1076347" y="99981"/>
                </a:cubicBezTo>
                <a:cubicBezTo>
                  <a:pt x="1073060" y="106992"/>
                  <a:pt x="1068533" y="112280"/>
                  <a:pt x="1062766" y="115842"/>
                </a:cubicBezTo>
                <a:cubicBezTo>
                  <a:pt x="1056999" y="119404"/>
                  <a:pt x="1050578" y="121186"/>
                  <a:pt x="1043502" y="121186"/>
                </a:cubicBezTo>
                <a:cubicBezTo>
                  <a:pt x="1031968" y="121186"/>
                  <a:pt x="1022803" y="116593"/>
                  <a:pt x="1016005" y="107409"/>
                </a:cubicBezTo>
                <a:cubicBezTo>
                  <a:pt x="1010266" y="99673"/>
                  <a:pt x="1007397" y="90990"/>
                  <a:pt x="1007397" y="81362"/>
                </a:cubicBezTo>
                <a:cubicBezTo>
                  <a:pt x="1007397" y="74348"/>
                  <a:pt x="1009138" y="67376"/>
                  <a:pt x="1012620" y="60447"/>
                </a:cubicBezTo>
                <a:cubicBezTo>
                  <a:pt x="1016103" y="53517"/>
                  <a:pt x="1020686" y="48396"/>
                  <a:pt x="1026369" y="45084"/>
                </a:cubicBezTo>
                <a:cubicBezTo>
                  <a:pt x="1032052" y="41772"/>
                  <a:pt x="1038069" y="40117"/>
                  <a:pt x="1044421" y="40117"/>
                </a:cubicBezTo>
                <a:moveTo>
                  <a:pt x="1041830" y="45633"/>
                </a:moveTo>
                <a:cubicBezTo>
                  <a:pt x="1038877" y="45633"/>
                  <a:pt x="1035910" y="46508"/>
                  <a:pt x="1032929" y="48257"/>
                </a:cubicBezTo>
                <a:cubicBezTo>
                  <a:pt x="1029949" y="50006"/>
                  <a:pt x="1027539" y="53073"/>
                  <a:pt x="1025700" y="57459"/>
                </a:cubicBezTo>
                <a:cubicBezTo>
                  <a:pt x="1023861" y="61845"/>
                  <a:pt x="1022942" y="67479"/>
                  <a:pt x="1022942" y="74362"/>
                </a:cubicBezTo>
                <a:cubicBezTo>
                  <a:pt x="1022942" y="85465"/>
                  <a:pt x="1025157" y="95043"/>
                  <a:pt x="1029586" y="103094"/>
                </a:cubicBezTo>
                <a:cubicBezTo>
                  <a:pt x="1034016" y="111143"/>
                  <a:pt x="1039852" y="115168"/>
                  <a:pt x="1047096" y="115168"/>
                </a:cubicBezTo>
                <a:cubicBezTo>
                  <a:pt x="1052500" y="115168"/>
                  <a:pt x="1056958" y="112947"/>
                  <a:pt x="1060468" y="108506"/>
                </a:cubicBezTo>
                <a:cubicBezTo>
                  <a:pt x="1063978" y="104064"/>
                  <a:pt x="1065733" y="96431"/>
                  <a:pt x="1065733" y="85606"/>
                </a:cubicBezTo>
                <a:cubicBezTo>
                  <a:pt x="1065733" y="72059"/>
                  <a:pt x="1062808" y="61400"/>
                  <a:pt x="1056958" y="53627"/>
                </a:cubicBezTo>
                <a:cubicBezTo>
                  <a:pt x="1053002" y="48298"/>
                  <a:pt x="1047959" y="45633"/>
                  <a:pt x="1041830" y="45633"/>
                </a:cubicBezTo>
                <a:close/>
                <a:moveTo>
                  <a:pt x="1114960" y="40117"/>
                </a:moveTo>
                <a:lnTo>
                  <a:pt x="1114960" y="57333"/>
                </a:lnTo>
                <a:cubicBezTo>
                  <a:pt x="1121368" y="45856"/>
                  <a:pt x="1127942" y="40117"/>
                  <a:pt x="1134684" y="40117"/>
                </a:cubicBezTo>
                <a:cubicBezTo>
                  <a:pt x="1137749" y="40117"/>
                  <a:pt x="1140284" y="41050"/>
                  <a:pt x="1142290" y="42916"/>
                </a:cubicBezTo>
                <a:cubicBezTo>
                  <a:pt x="1144295" y="44783"/>
                  <a:pt x="1145298" y="46942"/>
                  <a:pt x="1145298" y="49394"/>
                </a:cubicBezTo>
                <a:cubicBezTo>
                  <a:pt x="1145298" y="51567"/>
                  <a:pt x="1144574" y="53405"/>
                  <a:pt x="1143125" y="54910"/>
                </a:cubicBezTo>
                <a:cubicBezTo>
                  <a:pt x="1141677" y="56414"/>
                  <a:pt x="1139950" y="57166"/>
                  <a:pt x="1137944" y="57166"/>
                </a:cubicBezTo>
                <a:cubicBezTo>
                  <a:pt x="1135994" y="57166"/>
                  <a:pt x="1133807" y="56219"/>
                  <a:pt x="1131383" y="54325"/>
                </a:cubicBezTo>
                <a:cubicBezTo>
                  <a:pt x="1128959" y="52430"/>
                  <a:pt x="1127162" y="51483"/>
                  <a:pt x="1125992" y="51483"/>
                </a:cubicBezTo>
                <a:cubicBezTo>
                  <a:pt x="1124989" y="51483"/>
                  <a:pt x="1123903" y="52036"/>
                  <a:pt x="1122733" y="53141"/>
                </a:cubicBezTo>
                <a:cubicBezTo>
                  <a:pt x="1120226" y="55410"/>
                  <a:pt x="1117635" y="59144"/>
                  <a:pt x="1114960" y="64343"/>
                </a:cubicBezTo>
                <a:lnTo>
                  <a:pt x="1114960" y="100960"/>
                </a:lnTo>
                <a:cubicBezTo>
                  <a:pt x="1114960" y="105198"/>
                  <a:pt x="1115490" y="108404"/>
                  <a:pt x="1116548" y="110577"/>
                </a:cubicBezTo>
                <a:cubicBezTo>
                  <a:pt x="1117272" y="112083"/>
                  <a:pt x="1118554" y="113336"/>
                  <a:pt x="1120393" y="114338"/>
                </a:cubicBezTo>
                <a:cubicBezTo>
                  <a:pt x="1122231" y="115337"/>
                  <a:pt x="1124878" y="115837"/>
                  <a:pt x="1128332" y="115837"/>
                </a:cubicBezTo>
                <a:lnTo>
                  <a:pt x="1128332" y="118845"/>
                </a:lnTo>
                <a:lnTo>
                  <a:pt x="1089135" y="118845"/>
                </a:lnTo>
                <a:lnTo>
                  <a:pt x="1089135" y="115837"/>
                </a:lnTo>
                <a:cubicBezTo>
                  <a:pt x="1093035" y="115837"/>
                  <a:pt x="1095933" y="115217"/>
                  <a:pt x="1097827" y="113977"/>
                </a:cubicBezTo>
                <a:cubicBezTo>
                  <a:pt x="1099220" y="113075"/>
                  <a:pt x="1100195" y="111638"/>
                  <a:pt x="1100752" y="109665"/>
                </a:cubicBezTo>
                <a:cubicBezTo>
                  <a:pt x="1101031" y="108706"/>
                  <a:pt x="1101170" y="105971"/>
                  <a:pt x="1101170" y="101462"/>
                </a:cubicBezTo>
                <a:lnTo>
                  <a:pt x="1101170" y="72043"/>
                </a:lnTo>
                <a:cubicBezTo>
                  <a:pt x="1101170" y="63128"/>
                  <a:pt x="1100989" y="57821"/>
                  <a:pt x="1100627" y="56121"/>
                </a:cubicBezTo>
                <a:cubicBezTo>
                  <a:pt x="1100265" y="54422"/>
                  <a:pt x="1099596" y="53182"/>
                  <a:pt x="1098621" y="52402"/>
                </a:cubicBezTo>
                <a:cubicBezTo>
                  <a:pt x="1097646" y="51622"/>
                  <a:pt x="1096434" y="51232"/>
                  <a:pt x="1094985" y="51232"/>
                </a:cubicBezTo>
                <a:cubicBezTo>
                  <a:pt x="1093258" y="51232"/>
                  <a:pt x="1091308" y="51650"/>
                  <a:pt x="1089135" y="52486"/>
                </a:cubicBezTo>
                <a:lnTo>
                  <a:pt x="1088299" y="49477"/>
                </a:lnTo>
                <a:lnTo>
                  <a:pt x="1111450" y="40117"/>
                </a:lnTo>
                <a:lnTo>
                  <a:pt x="1114960" y="40117"/>
                </a:lnTo>
                <a:close/>
                <a:moveTo>
                  <a:pt x="1203633" y="110242"/>
                </a:moveTo>
                <a:cubicBezTo>
                  <a:pt x="1199900" y="114141"/>
                  <a:pt x="1196250" y="116940"/>
                  <a:pt x="1192685" y="118639"/>
                </a:cubicBezTo>
                <a:cubicBezTo>
                  <a:pt x="1189119" y="120337"/>
                  <a:pt x="1185274" y="121186"/>
                  <a:pt x="1181151" y="121186"/>
                </a:cubicBezTo>
                <a:cubicBezTo>
                  <a:pt x="1172793" y="121186"/>
                  <a:pt x="1165494" y="117697"/>
                  <a:pt x="1159254" y="110720"/>
                </a:cubicBezTo>
                <a:cubicBezTo>
                  <a:pt x="1153014" y="103742"/>
                  <a:pt x="1149893" y="94775"/>
                  <a:pt x="1149893" y="83819"/>
                </a:cubicBezTo>
                <a:cubicBezTo>
                  <a:pt x="1149893" y="72865"/>
                  <a:pt x="1153348" y="62843"/>
                  <a:pt x="1160257" y="53753"/>
                </a:cubicBezTo>
                <a:cubicBezTo>
                  <a:pt x="1167166" y="44662"/>
                  <a:pt x="1176053" y="40117"/>
                  <a:pt x="1186918" y="40117"/>
                </a:cubicBezTo>
                <a:cubicBezTo>
                  <a:pt x="1193660" y="40117"/>
                  <a:pt x="1199231" y="42261"/>
                  <a:pt x="1203633" y="46549"/>
                </a:cubicBezTo>
                <a:lnTo>
                  <a:pt x="1203633" y="32260"/>
                </a:lnTo>
                <a:cubicBezTo>
                  <a:pt x="1203633" y="23549"/>
                  <a:pt x="1203424" y="18195"/>
                  <a:pt x="1203006" y="16198"/>
                </a:cubicBezTo>
                <a:cubicBezTo>
                  <a:pt x="1202588" y="14201"/>
                  <a:pt x="1201934" y="12841"/>
                  <a:pt x="1201042" y="12119"/>
                </a:cubicBezTo>
                <a:cubicBezTo>
                  <a:pt x="1200151" y="11394"/>
                  <a:pt x="1199036" y="11032"/>
                  <a:pt x="1197699" y="11032"/>
                </a:cubicBezTo>
                <a:cubicBezTo>
                  <a:pt x="1196250" y="11032"/>
                  <a:pt x="1194328" y="11478"/>
                  <a:pt x="1191932" y="12369"/>
                </a:cubicBezTo>
                <a:lnTo>
                  <a:pt x="1190846" y="9361"/>
                </a:lnTo>
                <a:lnTo>
                  <a:pt x="1213662" y="0"/>
                </a:lnTo>
                <a:lnTo>
                  <a:pt x="1217423" y="0"/>
                </a:lnTo>
                <a:lnTo>
                  <a:pt x="1217423" y="88591"/>
                </a:lnTo>
                <a:cubicBezTo>
                  <a:pt x="1217423" y="97525"/>
                  <a:pt x="1217632" y="102976"/>
                  <a:pt x="1218050" y="104946"/>
                </a:cubicBezTo>
                <a:cubicBezTo>
                  <a:pt x="1218468" y="106915"/>
                  <a:pt x="1219136" y="108290"/>
                  <a:pt x="1220056" y="109070"/>
                </a:cubicBezTo>
                <a:cubicBezTo>
                  <a:pt x="1220975" y="109848"/>
                  <a:pt x="1222048" y="110237"/>
                  <a:pt x="1223273" y="110237"/>
                </a:cubicBezTo>
                <a:cubicBezTo>
                  <a:pt x="1224778" y="110237"/>
                  <a:pt x="1226784" y="109764"/>
                  <a:pt x="1229291" y="108816"/>
                </a:cubicBezTo>
                <a:lnTo>
                  <a:pt x="1230210" y="111825"/>
                </a:lnTo>
                <a:lnTo>
                  <a:pt x="1207478" y="121186"/>
                </a:lnTo>
                <a:lnTo>
                  <a:pt x="1203633" y="121186"/>
                </a:lnTo>
                <a:lnTo>
                  <a:pt x="1203633" y="110242"/>
                </a:lnTo>
                <a:moveTo>
                  <a:pt x="1203633" y="104405"/>
                </a:moveTo>
                <a:lnTo>
                  <a:pt x="1203633" y="65056"/>
                </a:lnTo>
                <a:cubicBezTo>
                  <a:pt x="1203299" y="61276"/>
                  <a:pt x="1202296" y="57830"/>
                  <a:pt x="1200624" y="54719"/>
                </a:cubicBezTo>
                <a:cubicBezTo>
                  <a:pt x="1198953" y="51606"/>
                  <a:pt x="1196738" y="49258"/>
                  <a:pt x="1193980" y="47675"/>
                </a:cubicBezTo>
                <a:cubicBezTo>
                  <a:pt x="1191222" y="46091"/>
                  <a:pt x="1188534" y="45298"/>
                  <a:pt x="1185915" y="45298"/>
                </a:cubicBezTo>
                <a:cubicBezTo>
                  <a:pt x="1181012" y="45298"/>
                  <a:pt x="1176638" y="47494"/>
                  <a:pt x="1172793" y="51885"/>
                </a:cubicBezTo>
                <a:cubicBezTo>
                  <a:pt x="1167723" y="57664"/>
                  <a:pt x="1165188" y="66111"/>
                  <a:pt x="1165188" y="77227"/>
                </a:cubicBezTo>
                <a:cubicBezTo>
                  <a:pt x="1165188" y="88454"/>
                  <a:pt x="1167640" y="97056"/>
                  <a:pt x="1172543" y="103031"/>
                </a:cubicBezTo>
                <a:cubicBezTo>
                  <a:pt x="1177446" y="109005"/>
                  <a:pt x="1182906" y="111992"/>
                  <a:pt x="1188924" y="111992"/>
                </a:cubicBezTo>
                <a:cubicBezTo>
                  <a:pt x="1193994" y="111992"/>
                  <a:pt x="1198897" y="109463"/>
                  <a:pt x="1203633" y="104405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62CDD1-3556-40DC-ADCB-B06B0D48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653" y="3782571"/>
            <a:ext cx="1510525" cy="313795"/>
          </a:xfrm>
          <a:custGeom xmlns:a="http://schemas.openxmlformats.org/drawingml/2006/main">
            <a:pathLst>
              <a:path w="1510525" h="313795" fill="none">
                <a:moveTo>
                  <a:pt x="42791" y="0"/>
                </a:moveTo>
                <a:cubicBezTo>
                  <a:pt x="19153" y="0"/>
                  <a:pt x="0" y="19153"/>
                  <a:pt x="0" y="42791"/>
                </a:cubicBezTo>
                <a:lnTo>
                  <a:pt x="0" y="271004"/>
                </a:lnTo>
                <a:cubicBezTo>
                  <a:pt x="0" y="294642"/>
                  <a:pt x="19153" y="313795"/>
                  <a:pt x="42791" y="313795"/>
                </a:cubicBezTo>
                <a:lnTo>
                  <a:pt x="1467733" y="313795"/>
                </a:lnTo>
                <a:cubicBezTo>
                  <a:pt x="1491371" y="313795"/>
                  <a:pt x="1510525" y="294642"/>
                  <a:pt x="1510525" y="271004"/>
                </a:cubicBezTo>
                <a:lnTo>
                  <a:pt x="1510525" y="42791"/>
                </a:lnTo>
                <a:cubicBezTo>
                  <a:pt x="1510525" y="19153"/>
                  <a:pt x="1491371" y="0"/>
                  <a:pt x="1467733" y="0"/>
                </a:cubicBezTo>
                <a:lnTo>
                  <a:pt x="4279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4373B2"/>
            </a:solidFill>
            <a:miter/>
          </a:ln>
        </p:spPr>
      </p:sp>
      <p:sp>
        <p:nvSpPr>
          <p:cNvPr id="276" name="Text ......">
            <a:extLst xmlns:a="http://schemas.openxmlformats.org/drawingml/2006/main">
              <a:ext uri="{FF2B5EF4-FFF2-40B4-BE49-F238E27FC236}">
                <a16:creationId xmlns:a16="http://schemas.microsoft.com/office/drawing/2014/main" id="{9EA8B060-3E1C-46DC-B9C6-30336A29F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9357" y="4316195"/>
            <a:ext cx="257158" cy="23619"/>
          </a:xfrm>
          <a:custGeom xmlns:a="http://schemas.openxmlformats.org/drawingml/2006/main">
            <a:pathLst>
              <a:path w="257158" h="23619">
                <a:moveTo>
                  <a:pt x="11502" y="23619"/>
                </a:moveTo>
                <a:cubicBezTo>
                  <a:pt x="18074" y="23619"/>
                  <a:pt x="23004" y="18896"/>
                  <a:pt x="23004" y="11706"/>
                </a:cubicBezTo>
                <a:cubicBezTo>
                  <a:pt x="23004" y="5134"/>
                  <a:pt x="18074" y="0"/>
                  <a:pt x="11502" y="0"/>
                </a:cubicBezTo>
                <a:cubicBezTo>
                  <a:pt x="4927" y="0"/>
                  <a:pt x="0" y="5134"/>
                  <a:pt x="0" y="11706"/>
                </a:cubicBezTo>
                <a:cubicBezTo>
                  <a:pt x="0" y="18896"/>
                  <a:pt x="4927" y="23619"/>
                  <a:pt x="11502" y="23619"/>
                </a:cubicBezTo>
                <a:close/>
                <a:moveTo>
                  <a:pt x="58332" y="23619"/>
                </a:moveTo>
                <a:cubicBezTo>
                  <a:pt x="64904" y="23619"/>
                  <a:pt x="69834" y="18896"/>
                  <a:pt x="69834" y="11706"/>
                </a:cubicBezTo>
                <a:cubicBezTo>
                  <a:pt x="69834" y="5134"/>
                  <a:pt x="64904" y="0"/>
                  <a:pt x="58332" y="0"/>
                </a:cubicBezTo>
                <a:cubicBezTo>
                  <a:pt x="51757" y="0"/>
                  <a:pt x="46830" y="5134"/>
                  <a:pt x="46830" y="11706"/>
                </a:cubicBezTo>
                <a:cubicBezTo>
                  <a:pt x="46830" y="18896"/>
                  <a:pt x="51757" y="23619"/>
                  <a:pt x="58332" y="23619"/>
                </a:cubicBezTo>
                <a:close/>
                <a:moveTo>
                  <a:pt x="105164" y="23619"/>
                </a:moveTo>
                <a:cubicBezTo>
                  <a:pt x="111736" y="23619"/>
                  <a:pt x="116666" y="18896"/>
                  <a:pt x="116666" y="11706"/>
                </a:cubicBezTo>
                <a:cubicBezTo>
                  <a:pt x="116666" y="5134"/>
                  <a:pt x="111736" y="0"/>
                  <a:pt x="105164" y="0"/>
                </a:cubicBezTo>
                <a:cubicBezTo>
                  <a:pt x="98588" y="0"/>
                  <a:pt x="93661" y="5134"/>
                  <a:pt x="93661" y="11706"/>
                </a:cubicBezTo>
                <a:cubicBezTo>
                  <a:pt x="93661" y="18896"/>
                  <a:pt x="98588" y="23619"/>
                  <a:pt x="105164" y="23619"/>
                </a:cubicBezTo>
                <a:close/>
                <a:moveTo>
                  <a:pt x="151995" y="23619"/>
                </a:moveTo>
                <a:cubicBezTo>
                  <a:pt x="158567" y="23619"/>
                  <a:pt x="163497" y="18896"/>
                  <a:pt x="163497" y="11706"/>
                </a:cubicBezTo>
                <a:cubicBezTo>
                  <a:pt x="163497" y="5134"/>
                  <a:pt x="158567" y="0"/>
                  <a:pt x="151995" y="0"/>
                </a:cubicBezTo>
                <a:cubicBezTo>
                  <a:pt x="145420" y="0"/>
                  <a:pt x="140493" y="5134"/>
                  <a:pt x="140493" y="11706"/>
                </a:cubicBezTo>
                <a:cubicBezTo>
                  <a:pt x="140493" y="18896"/>
                  <a:pt x="145420" y="23619"/>
                  <a:pt x="151995" y="23619"/>
                </a:cubicBezTo>
                <a:close/>
                <a:moveTo>
                  <a:pt x="198826" y="23619"/>
                </a:moveTo>
                <a:cubicBezTo>
                  <a:pt x="205398" y="23619"/>
                  <a:pt x="210328" y="18896"/>
                  <a:pt x="210328" y="11706"/>
                </a:cubicBezTo>
                <a:cubicBezTo>
                  <a:pt x="210328" y="5134"/>
                  <a:pt x="205398" y="0"/>
                  <a:pt x="198826" y="0"/>
                </a:cubicBezTo>
                <a:cubicBezTo>
                  <a:pt x="192251" y="0"/>
                  <a:pt x="187324" y="5134"/>
                  <a:pt x="187324" y="11706"/>
                </a:cubicBezTo>
                <a:cubicBezTo>
                  <a:pt x="187324" y="18896"/>
                  <a:pt x="192251" y="23619"/>
                  <a:pt x="198826" y="23619"/>
                </a:cubicBezTo>
                <a:close/>
                <a:moveTo>
                  <a:pt x="245656" y="23619"/>
                </a:moveTo>
                <a:cubicBezTo>
                  <a:pt x="252229" y="23619"/>
                  <a:pt x="257158" y="18896"/>
                  <a:pt x="257158" y="11706"/>
                </a:cubicBezTo>
                <a:cubicBezTo>
                  <a:pt x="257158" y="5134"/>
                  <a:pt x="252229" y="0"/>
                  <a:pt x="245656" y="0"/>
                </a:cubicBezTo>
                <a:cubicBezTo>
                  <a:pt x="239081" y="0"/>
                  <a:pt x="234154" y="5134"/>
                  <a:pt x="234154" y="11706"/>
                </a:cubicBezTo>
                <a:cubicBezTo>
                  <a:pt x="234154" y="18896"/>
                  <a:pt x="239081" y="23619"/>
                  <a:pt x="245656" y="23619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EEC19A-59AD-41D4-9254-4E11CEC0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653" y="4482029"/>
            <a:ext cx="1510525" cy="313795"/>
          </a:xfrm>
          <a:custGeom xmlns:a="http://schemas.openxmlformats.org/drawingml/2006/main">
            <a:pathLst>
              <a:path w="1510525" h="313795">
                <a:moveTo>
                  <a:pt x="42791" y="0"/>
                </a:moveTo>
                <a:cubicBezTo>
                  <a:pt x="19153" y="0"/>
                  <a:pt x="0" y="19153"/>
                  <a:pt x="0" y="42791"/>
                </a:cubicBezTo>
                <a:lnTo>
                  <a:pt x="0" y="271004"/>
                </a:lnTo>
                <a:cubicBezTo>
                  <a:pt x="0" y="294642"/>
                  <a:pt x="19153" y="313795"/>
                  <a:pt x="42791" y="313795"/>
                </a:cubicBezTo>
                <a:lnTo>
                  <a:pt x="1467733" y="313795"/>
                </a:lnTo>
                <a:cubicBezTo>
                  <a:pt x="1491371" y="313795"/>
                  <a:pt x="1510525" y="294642"/>
                  <a:pt x="1510525" y="271004"/>
                </a:cubicBezTo>
                <a:lnTo>
                  <a:pt x="1510525" y="42791"/>
                </a:lnTo>
                <a:cubicBezTo>
                  <a:pt x="1510525" y="19153"/>
                  <a:pt x="1491371" y="0"/>
                  <a:pt x="1467733" y="0"/>
                </a:cubicBezTo>
                <a:lnTo>
                  <a:pt x="42791" y="0"/>
                </a:lnTo>
                <a:close/>
              </a:path>
            </a:pathLst>
          </a:custGeom>
          <a:solidFill xmlns:a="http://schemas.openxmlformats.org/drawingml/2006/main">
            <a:srgbClr val="E1EBF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Text Channel5Record">
            <a:extLst xmlns:a="http://schemas.openxmlformats.org/drawingml/2006/main">
              <a:ext uri="{FF2B5EF4-FFF2-40B4-BE49-F238E27FC236}">
                <a16:creationId xmlns:a16="http://schemas.microsoft.com/office/drawing/2014/main" id="{52F4E09F-05A4-4C7B-B39D-67174FB2F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7862" y="4576002"/>
            <a:ext cx="1230210" cy="121353"/>
          </a:xfrm>
          <a:custGeom xmlns:a="http://schemas.openxmlformats.org/drawingml/2006/main">
            <a:pathLst>
              <a:path w="1230210" h="121353">
                <a:moveTo>
                  <a:pt x="96865" y="3009"/>
                </a:moveTo>
                <a:lnTo>
                  <a:pt x="99456" y="41621"/>
                </a:lnTo>
                <a:lnTo>
                  <a:pt x="96865" y="41621"/>
                </a:lnTo>
                <a:cubicBezTo>
                  <a:pt x="93410" y="30058"/>
                  <a:pt x="88479" y="21735"/>
                  <a:pt x="82072" y="16653"/>
                </a:cubicBezTo>
                <a:cubicBezTo>
                  <a:pt x="75664" y="11568"/>
                  <a:pt x="67975" y="9026"/>
                  <a:pt x="59005" y="9026"/>
                </a:cubicBezTo>
                <a:cubicBezTo>
                  <a:pt x="51483" y="9026"/>
                  <a:pt x="44685" y="10932"/>
                  <a:pt x="38612" y="14743"/>
                </a:cubicBezTo>
                <a:cubicBezTo>
                  <a:pt x="32539" y="18553"/>
                  <a:pt x="27761" y="24631"/>
                  <a:pt x="24279" y="32976"/>
                </a:cubicBezTo>
                <a:cubicBezTo>
                  <a:pt x="20797" y="41320"/>
                  <a:pt x="19055" y="51694"/>
                  <a:pt x="19055" y="64098"/>
                </a:cubicBezTo>
                <a:cubicBezTo>
                  <a:pt x="19055" y="74334"/>
                  <a:pt x="20699" y="83207"/>
                  <a:pt x="23986" y="90717"/>
                </a:cubicBezTo>
                <a:cubicBezTo>
                  <a:pt x="27274" y="98227"/>
                  <a:pt x="32219" y="103985"/>
                  <a:pt x="38821" y="107991"/>
                </a:cubicBezTo>
                <a:cubicBezTo>
                  <a:pt x="45424" y="111996"/>
                  <a:pt x="52960" y="113998"/>
                  <a:pt x="61429" y="113998"/>
                </a:cubicBezTo>
                <a:cubicBezTo>
                  <a:pt x="68783" y="113998"/>
                  <a:pt x="75274" y="112419"/>
                  <a:pt x="80902" y="109260"/>
                </a:cubicBezTo>
                <a:cubicBezTo>
                  <a:pt x="86529" y="106100"/>
                  <a:pt x="92714" y="99823"/>
                  <a:pt x="99456" y="90430"/>
                </a:cubicBezTo>
                <a:lnTo>
                  <a:pt x="102047" y="92101"/>
                </a:lnTo>
                <a:cubicBezTo>
                  <a:pt x="96363" y="102216"/>
                  <a:pt x="89733" y="109620"/>
                  <a:pt x="82155" y="114314"/>
                </a:cubicBezTo>
                <a:cubicBezTo>
                  <a:pt x="74578" y="119007"/>
                  <a:pt x="65580" y="121353"/>
                  <a:pt x="55160" y="121353"/>
                </a:cubicBezTo>
                <a:cubicBezTo>
                  <a:pt x="36384" y="121353"/>
                  <a:pt x="21841" y="114398"/>
                  <a:pt x="11534" y="100487"/>
                </a:cubicBezTo>
                <a:cubicBezTo>
                  <a:pt x="3845" y="90140"/>
                  <a:pt x="0" y="77955"/>
                  <a:pt x="0" y="63933"/>
                </a:cubicBezTo>
                <a:cubicBezTo>
                  <a:pt x="0" y="52638"/>
                  <a:pt x="2535" y="42262"/>
                  <a:pt x="7605" y="32804"/>
                </a:cubicBezTo>
                <a:cubicBezTo>
                  <a:pt x="12676" y="23346"/>
                  <a:pt x="19654" y="16015"/>
                  <a:pt x="28541" y="10813"/>
                </a:cubicBezTo>
                <a:cubicBezTo>
                  <a:pt x="37428" y="5610"/>
                  <a:pt x="47137" y="3009"/>
                  <a:pt x="57668" y="3009"/>
                </a:cubicBezTo>
                <a:cubicBezTo>
                  <a:pt x="65858" y="3009"/>
                  <a:pt x="73937" y="5015"/>
                  <a:pt x="81905" y="9026"/>
                </a:cubicBezTo>
                <a:cubicBezTo>
                  <a:pt x="84245" y="10252"/>
                  <a:pt x="85916" y="10865"/>
                  <a:pt x="86919" y="10865"/>
                </a:cubicBezTo>
                <a:cubicBezTo>
                  <a:pt x="88424" y="10865"/>
                  <a:pt x="89733" y="10336"/>
                  <a:pt x="90847" y="9277"/>
                </a:cubicBezTo>
                <a:cubicBezTo>
                  <a:pt x="92296" y="7773"/>
                  <a:pt x="93327" y="5683"/>
                  <a:pt x="93940" y="3009"/>
                </a:cubicBezTo>
                <a:lnTo>
                  <a:pt x="96865" y="3009"/>
                </a:lnTo>
                <a:close/>
                <a:moveTo>
                  <a:pt x="135812" y="0"/>
                </a:moveTo>
                <a:lnTo>
                  <a:pt x="135812" y="56150"/>
                </a:lnTo>
                <a:cubicBezTo>
                  <a:pt x="141997" y="49323"/>
                  <a:pt x="146900" y="44944"/>
                  <a:pt x="150521" y="43013"/>
                </a:cubicBezTo>
                <a:cubicBezTo>
                  <a:pt x="154143" y="41082"/>
                  <a:pt x="157765" y="40117"/>
                  <a:pt x="161386" y="40117"/>
                </a:cubicBezTo>
                <a:cubicBezTo>
                  <a:pt x="165732" y="40117"/>
                  <a:pt x="169465" y="41312"/>
                  <a:pt x="172586" y="43703"/>
                </a:cubicBezTo>
                <a:cubicBezTo>
                  <a:pt x="175706" y="46091"/>
                  <a:pt x="178018" y="49842"/>
                  <a:pt x="179522" y="54954"/>
                </a:cubicBezTo>
                <a:cubicBezTo>
                  <a:pt x="180581" y="58510"/>
                  <a:pt x="181110" y="65010"/>
                  <a:pt x="181110" y="74456"/>
                </a:cubicBezTo>
                <a:lnTo>
                  <a:pt x="181110" y="101462"/>
                </a:lnTo>
                <a:cubicBezTo>
                  <a:pt x="181110" y="106337"/>
                  <a:pt x="181500" y="109671"/>
                  <a:pt x="182280" y="111465"/>
                </a:cubicBezTo>
                <a:cubicBezTo>
                  <a:pt x="182838" y="112811"/>
                  <a:pt x="183785" y="113876"/>
                  <a:pt x="185122" y="114661"/>
                </a:cubicBezTo>
                <a:cubicBezTo>
                  <a:pt x="186459" y="115445"/>
                  <a:pt x="188911" y="115837"/>
                  <a:pt x="192477" y="115837"/>
                </a:cubicBezTo>
                <a:lnTo>
                  <a:pt x="192477" y="118845"/>
                </a:lnTo>
                <a:lnTo>
                  <a:pt x="154867" y="118845"/>
                </a:lnTo>
                <a:lnTo>
                  <a:pt x="154867" y="115837"/>
                </a:lnTo>
                <a:lnTo>
                  <a:pt x="156622" y="115837"/>
                </a:lnTo>
                <a:cubicBezTo>
                  <a:pt x="160188" y="115837"/>
                  <a:pt x="162668" y="115291"/>
                  <a:pt x="164061" y="114199"/>
                </a:cubicBezTo>
                <a:cubicBezTo>
                  <a:pt x="165454" y="113106"/>
                  <a:pt x="166429" y="111494"/>
                  <a:pt x="166986" y="109365"/>
                </a:cubicBezTo>
                <a:cubicBezTo>
                  <a:pt x="167153" y="108468"/>
                  <a:pt x="167237" y="105834"/>
                  <a:pt x="167237" y="101462"/>
                </a:cubicBezTo>
                <a:lnTo>
                  <a:pt x="167237" y="74516"/>
                </a:lnTo>
                <a:cubicBezTo>
                  <a:pt x="167237" y="66199"/>
                  <a:pt x="166805" y="60737"/>
                  <a:pt x="165941" y="58133"/>
                </a:cubicBezTo>
                <a:cubicBezTo>
                  <a:pt x="165078" y="55526"/>
                  <a:pt x="163699" y="53572"/>
                  <a:pt x="161804" y="52269"/>
                </a:cubicBezTo>
                <a:cubicBezTo>
                  <a:pt x="159910" y="50965"/>
                  <a:pt x="157625" y="50313"/>
                  <a:pt x="154951" y="50313"/>
                </a:cubicBezTo>
                <a:cubicBezTo>
                  <a:pt x="152221" y="50313"/>
                  <a:pt x="149379" y="51036"/>
                  <a:pt x="146426" y="52481"/>
                </a:cubicBezTo>
                <a:cubicBezTo>
                  <a:pt x="143473" y="53926"/>
                  <a:pt x="139935" y="56844"/>
                  <a:pt x="135812" y="61235"/>
                </a:cubicBezTo>
                <a:lnTo>
                  <a:pt x="135812" y="101462"/>
                </a:lnTo>
                <a:cubicBezTo>
                  <a:pt x="135812" y="106730"/>
                  <a:pt x="136104" y="110009"/>
                  <a:pt x="136690" y="111298"/>
                </a:cubicBezTo>
                <a:cubicBezTo>
                  <a:pt x="137275" y="112586"/>
                  <a:pt x="138361" y="113665"/>
                  <a:pt x="139949" y="114533"/>
                </a:cubicBezTo>
                <a:cubicBezTo>
                  <a:pt x="141537" y="115402"/>
                  <a:pt x="144281" y="115837"/>
                  <a:pt x="148181" y="115837"/>
                </a:cubicBezTo>
                <a:lnTo>
                  <a:pt x="148181" y="118845"/>
                </a:lnTo>
                <a:lnTo>
                  <a:pt x="110238" y="118845"/>
                </a:lnTo>
                <a:lnTo>
                  <a:pt x="110238" y="115837"/>
                </a:lnTo>
                <a:cubicBezTo>
                  <a:pt x="113636" y="115837"/>
                  <a:pt x="116311" y="115304"/>
                  <a:pt x="118261" y="114238"/>
                </a:cubicBezTo>
                <a:cubicBezTo>
                  <a:pt x="119375" y="113679"/>
                  <a:pt x="120267" y="112616"/>
                  <a:pt x="120935" y="111047"/>
                </a:cubicBezTo>
                <a:cubicBezTo>
                  <a:pt x="121604" y="109476"/>
                  <a:pt x="121938" y="106281"/>
                  <a:pt x="121938" y="101462"/>
                </a:cubicBezTo>
                <a:lnTo>
                  <a:pt x="121938" y="32260"/>
                </a:lnTo>
                <a:cubicBezTo>
                  <a:pt x="121938" y="23549"/>
                  <a:pt x="121729" y="18195"/>
                  <a:pt x="121311" y="16198"/>
                </a:cubicBezTo>
                <a:cubicBezTo>
                  <a:pt x="120894" y="14201"/>
                  <a:pt x="120253" y="12841"/>
                  <a:pt x="119389" y="12119"/>
                </a:cubicBezTo>
                <a:cubicBezTo>
                  <a:pt x="118526" y="11394"/>
                  <a:pt x="117369" y="11032"/>
                  <a:pt x="115921" y="11032"/>
                </a:cubicBezTo>
                <a:cubicBezTo>
                  <a:pt x="114751" y="11032"/>
                  <a:pt x="112856" y="11478"/>
                  <a:pt x="110238" y="12369"/>
                </a:cubicBezTo>
                <a:lnTo>
                  <a:pt x="109068" y="9361"/>
                </a:lnTo>
                <a:lnTo>
                  <a:pt x="131967" y="0"/>
                </a:lnTo>
                <a:lnTo>
                  <a:pt x="135812" y="0"/>
                </a:lnTo>
                <a:close/>
                <a:moveTo>
                  <a:pt x="242289" y="107902"/>
                </a:moveTo>
                <a:cubicBezTo>
                  <a:pt x="234433" y="113974"/>
                  <a:pt x="229502" y="117482"/>
                  <a:pt x="227496" y="118428"/>
                </a:cubicBezTo>
                <a:cubicBezTo>
                  <a:pt x="224487" y="119821"/>
                  <a:pt x="221284" y="120517"/>
                  <a:pt x="217885" y="120517"/>
                </a:cubicBezTo>
                <a:cubicBezTo>
                  <a:pt x="212592" y="120517"/>
                  <a:pt x="208232" y="118706"/>
                  <a:pt x="204805" y="115085"/>
                </a:cubicBezTo>
                <a:cubicBezTo>
                  <a:pt x="201378" y="111463"/>
                  <a:pt x="199665" y="106699"/>
                  <a:pt x="199665" y="100793"/>
                </a:cubicBezTo>
                <a:cubicBezTo>
                  <a:pt x="199665" y="97060"/>
                  <a:pt x="200501" y="93828"/>
                  <a:pt x="202172" y="91098"/>
                </a:cubicBezTo>
                <a:cubicBezTo>
                  <a:pt x="204457" y="87309"/>
                  <a:pt x="208427" y="83743"/>
                  <a:pt x="214082" y="80400"/>
                </a:cubicBezTo>
                <a:cubicBezTo>
                  <a:pt x="219737" y="77057"/>
                  <a:pt x="229140" y="72990"/>
                  <a:pt x="242289" y="68198"/>
                </a:cubicBezTo>
                <a:lnTo>
                  <a:pt x="242289" y="65200"/>
                </a:lnTo>
                <a:cubicBezTo>
                  <a:pt x="242289" y="57595"/>
                  <a:pt x="241077" y="52376"/>
                  <a:pt x="238653" y="49545"/>
                </a:cubicBezTo>
                <a:cubicBezTo>
                  <a:pt x="236230" y="46714"/>
                  <a:pt x="232706" y="45298"/>
                  <a:pt x="228081" y="45298"/>
                </a:cubicBezTo>
                <a:cubicBezTo>
                  <a:pt x="224571" y="45298"/>
                  <a:pt x="221785" y="46246"/>
                  <a:pt x="219723" y="48140"/>
                </a:cubicBezTo>
                <a:cubicBezTo>
                  <a:pt x="217606" y="50034"/>
                  <a:pt x="216548" y="52207"/>
                  <a:pt x="216548" y="54659"/>
                </a:cubicBezTo>
                <a:lnTo>
                  <a:pt x="216715" y="59506"/>
                </a:lnTo>
                <a:cubicBezTo>
                  <a:pt x="216715" y="62069"/>
                  <a:pt x="216060" y="64047"/>
                  <a:pt x="214751" y="65440"/>
                </a:cubicBezTo>
                <a:cubicBezTo>
                  <a:pt x="213441" y="66833"/>
                  <a:pt x="211728" y="67530"/>
                  <a:pt x="209611" y="67530"/>
                </a:cubicBezTo>
                <a:cubicBezTo>
                  <a:pt x="207549" y="67530"/>
                  <a:pt x="205864" y="66804"/>
                  <a:pt x="204554" y="65351"/>
                </a:cubicBezTo>
                <a:cubicBezTo>
                  <a:pt x="203245" y="63898"/>
                  <a:pt x="202590" y="61913"/>
                  <a:pt x="202590" y="59399"/>
                </a:cubicBezTo>
                <a:cubicBezTo>
                  <a:pt x="202590" y="54592"/>
                  <a:pt x="205042" y="50176"/>
                  <a:pt x="209945" y="46152"/>
                </a:cubicBezTo>
                <a:cubicBezTo>
                  <a:pt x="214848" y="42129"/>
                  <a:pt x="221729" y="40117"/>
                  <a:pt x="230588" y="40117"/>
                </a:cubicBezTo>
                <a:cubicBezTo>
                  <a:pt x="237386" y="40117"/>
                  <a:pt x="242958" y="41257"/>
                  <a:pt x="247304" y="43538"/>
                </a:cubicBezTo>
                <a:cubicBezTo>
                  <a:pt x="250591" y="45264"/>
                  <a:pt x="253015" y="47963"/>
                  <a:pt x="254575" y="51637"/>
                </a:cubicBezTo>
                <a:cubicBezTo>
                  <a:pt x="255578" y="54029"/>
                  <a:pt x="256079" y="58927"/>
                  <a:pt x="256079" y="66328"/>
                </a:cubicBezTo>
                <a:lnTo>
                  <a:pt x="256079" y="92289"/>
                </a:lnTo>
                <a:cubicBezTo>
                  <a:pt x="256079" y="99579"/>
                  <a:pt x="256218" y="104046"/>
                  <a:pt x="256497" y="105687"/>
                </a:cubicBezTo>
                <a:cubicBezTo>
                  <a:pt x="256776" y="107329"/>
                  <a:pt x="257235" y="108429"/>
                  <a:pt x="257876" y="108986"/>
                </a:cubicBezTo>
                <a:cubicBezTo>
                  <a:pt x="258517" y="109542"/>
                  <a:pt x="259255" y="109819"/>
                  <a:pt x="260091" y="109819"/>
                </a:cubicBezTo>
                <a:cubicBezTo>
                  <a:pt x="260982" y="109819"/>
                  <a:pt x="261762" y="109624"/>
                  <a:pt x="262431" y="109234"/>
                </a:cubicBezTo>
                <a:cubicBezTo>
                  <a:pt x="263601" y="108510"/>
                  <a:pt x="265858" y="106476"/>
                  <a:pt x="269201" y="103133"/>
                </a:cubicBezTo>
                <a:lnTo>
                  <a:pt x="269201" y="107813"/>
                </a:lnTo>
                <a:cubicBezTo>
                  <a:pt x="262960" y="116171"/>
                  <a:pt x="256998" y="120350"/>
                  <a:pt x="251315" y="120350"/>
                </a:cubicBezTo>
                <a:cubicBezTo>
                  <a:pt x="248585" y="120350"/>
                  <a:pt x="246412" y="119410"/>
                  <a:pt x="244796" y="117529"/>
                </a:cubicBezTo>
                <a:cubicBezTo>
                  <a:pt x="243180" y="115647"/>
                  <a:pt x="242345" y="112438"/>
                  <a:pt x="242289" y="107902"/>
                </a:cubicBezTo>
                <a:moveTo>
                  <a:pt x="242289" y="102483"/>
                </a:moveTo>
                <a:lnTo>
                  <a:pt x="242289" y="73380"/>
                </a:lnTo>
                <a:cubicBezTo>
                  <a:pt x="233876" y="76716"/>
                  <a:pt x="228443" y="79079"/>
                  <a:pt x="225992" y="80468"/>
                </a:cubicBezTo>
                <a:cubicBezTo>
                  <a:pt x="221590" y="82915"/>
                  <a:pt x="218442" y="85472"/>
                  <a:pt x="216548" y="88142"/>
                </a:cubicBezTo>
                <a:cubicBezTo>
                  <a:pt x="214653" y="90809"/>
                  <a:pt x="213706" y="93727"/>
                  <a:pt x="213706" y="96896"/>
                </a:cubicBezTo>
                <a:cubicBezTo>
                  <a:pt x="213706" y="100899"/>
                  <a:pt x="214904" y="104221"/>
                  <a:pt x="217300" y="106863"/>
                </a:cubicBezTo>
                <a:cubicBezTo>
                  <a:pt x="219696" y="109502"/>
                  <a:pt x="222454" y="110822"/>
                  <a:pt x="225574" y="110822"/>
                </a:cubicBezTo>
                <a:cubicBezTo>
                  <a:pt x="229808" y="110822"/>
                  <a:pt x="235380" y="108042"/>
                  <a:pt x="242289" y="102483"/>
                </a:cubicBezTo>
                <a:close/>
                <a:moveTo>
                  <a:pt x="297224" y="56247"/>
                </a:moveTo>
                <a:cubicBezTo>
                  <a:pt x="306195" y="45493"/>
                  <a:pt x="314747" y="40117"/>
                  <a:pt x="322882" y="40117"/>
                </a:cubicBezTo>
                <a:cubicBezTo>
                  <a:pt x="327061" y="40117"/>
                  <a:pt x="330655" y="41159"/>
                  <a:pt x="333663" y="43243"/>
                </a:cubicBezTo>
                <a:cubicBezTo>
                  <a:pt x="336672" y="45325"/>
                  <a:pt x="339068" y="48756"/>
                  <a:pt x="340851" y="53536"/>
                </a:cubicBezTo>
                <a:cubicBezTo>
                  <a:pt x="342077" y="56870"/>
                  <a:pt x="342690" y="61982"/>
                  <a:pt x="342690" y="68872"/>
                </a:cubicBezTo>
                <a:lnTo>
                  <a:pt x="342690" y="101462"/>
                </a:lnTo>
                <a:cubicBezTo>
                  <a:pt x="342690" y="106337"/>
                  <a:pt x="343080" y="109643"/>
                  <a:pt x="343860" y="111381"/>
                </a:cubicBezTo>
                <a:cubicBezTo>
                  <a:pt x="344473" y="112783"/>
                  <a:pt x="345462" y="113876"/>
                  <a:pt x="346827" y="114661"/>
                </a:cubicBezTo>
                <a:cubicBezTo>
                  <a:pt x="348192" y="115445"/>
                  <a:pt x="350713" y="115837"/>
                  <a:pt x="354390" y="115837"/>
                </a:cubicBezTo>
                <a:lnTo>
                  <a:pt x="354390" y="118845"/>
                </a:lnTo>
                <a:lnTo>
                  <a:pt x="316530" y="118845"/>
                </a:lnTo>
                <a:lnTo>
                  <a:pt x="316530" y="115837"/>
                </a:lnTo>
                <a:lnTo>
                  <a:pt x="318118" y="115837"/>
                </a:lnTo>
                <a:cubicBezTo>
                  <a:pt x="321684" y="115837"/>
                  <a:pt x="324177" y="115291"/>
                  <a:pt x="325598" y="114199"/>
                </a:cubicBezTo>
                <a:cubicBezTo>
                  <a:pt x="327019" y="113106"/>
                  <a:pt x="328008" y="111494"/>
                  <a:pt x="328565" y="109365"/>
                </a:cubicBezTo>
                <a:cubicBezTo>
                  <a:pt x="328788" y="108524"/>
                  <a:pt x="328900" y="105889"/>
                  <a:pt x="328900" y="101462"/>
                </a:cubicBezTo>
                <a:lnTo>
                  <a:pt x="328900" y="70173"/>
                </a:lnTo>
                <a:cubicBezTo>
                  <a:pt x="328900" y="63219"/>
                  <a:pt x="327994" y="58170"/>
                  <a:pt x="326183" y="55027"/>
                </a:cubicBezTo>
                <a:cubicBezTo>
                  <a:pt x="324373" y="51884"/>
                  <a:pt x="321322" y="50313"/>
                  <a:pt x="317032" y="50313"/>
                </a:cubicBezTo>
                <a:cubicBezTo>
                  <a:pt x="310401" y="50313"/>
                  <a:pt x="303799" y="53935"/>
                  <a:pt x="297224" y="61178"/>
                </a:cubicBezTo>
                <a:lnTo>
                  <a:pt x="297224" y="101462"/>
                </a:lnTo>
                <a:cubicBezTo>
                  <a:pt x="297224" y="106673"/>
                  <a:pt x="297531" y="109896"/>
                  <a:pt x="298143" y="111130"/>
                </a:cubicBezTo>
                <a:cubicBezTo>
                  <a:pt x="298924" y="112755"/>
                  <a:pt x="299996" y="113946"/>
                  <a:pt x="301361" y="114703"/>
                </a:cubicBezTo>
                <a:cubicBezTo>
                  <a:pt x="302726" y="115459"/>
                  <a:pt x="305498" y="115837"/>
                  <a:pt x="309677" y="115837"/>
                </a:cubicBezTo>
                <a:lnTo>
                  <a:pt x="309677" y="118845"/>
                </a:lnTo>
                <a:lnTo>
                  <a:pt x="271817" y="118845"/>
                </a:lnTo>
                <a:lnTo>
                  <a:pt x="271817" y="115837"/>
                </a:lnTo>
                <a:lnTo>
                  <a:pt x="273488" y="115837"/>
                </a:lnTo>
                <a:cubicBezTo>
                  <a:pt x="277389" y="115837"/>
                  <a:pt x="280021" y="114843"/>
                  <a:pt x="281386" y="112854"/>
                </a:cubicBezTo>
                <a:cubicBezTo>
                  <a:pt x="282752" y="110864"/>
                  <a:pt x="283434" y="107066"/>
                  <a:pt x="283434" y="101462"/>
                </a:cubicBezTo>
                <a:lnTo>
                  <a:pt x="283434" y="73213"/>
                </a:lnTo>
                <a:cubicBezTo>
                  <a:pt x="283434" y="64019"/>
                  <a:pt x="283225" y="58420"/>
                  <a:pt x="282807" y="56414"/>
                </a:cubicBezTo>
                <a:cubicBezTo>
                  <a:pt x="282389" y="54408"/>
                  <a:pt x="281749" y="53043"/>
                  <a:pt x="280885" y="52319"/>
                </a:cubicBezTo>
                <a:cubicBezTo>
                  <a:pt x="280021" y="51594"/>
                  <a:pt x="278865" y="51232"/>
                  <a:pt x="277417" y="51232"/>
                </a:cubicBezTo>
                <a:cubicBezTo>
                  <a:pt x="275856" y="51232"/>
                  <a:pt x="273990" y="51650"/>
                  <a:pt x="271817" y="52486"/>
                </a:cubicBezTo>
                <a:lnTo>
                  <a:pt x="270563" y="49477"/>
                </a:lnTo>
                <a:lnTo>
                  <a:pt x="293630" y="40117"/>
                </a:lnTo>
                <a:lnTo>
                  <a:pt x="297224" y="40117"/>
                </a:lnTo>
                <a:lnTo>
                  <a:pt x="297224" y="56247"/>
                </a:lnTo>
                <a:close/>
                <a:moveTo>
                  <a:pt x="382806" y="56247"/>
                </a:moveTo>
                <a:cubicBezTo>
                  <a:pt x="391777" y="45493"/>
                  <a:pt x="400329" y="40117"/>
                  <a:pt x="408464" y="40117"/>
                </a:cubicBezTo>
                <a:cubicBezTo>
                  <a:pt x="412643" y="40117"/>
                  <a:pt x="416237" y="41159"/>
                  <a:pt x="419246" y="43243"/>
                </a:cubicBezTo>
                <a:cubicBezTo>
                  <a:pt x="422254" y="45325"/>
                  <a:pt x="424650" y="48756"/>
                  <a:pt x="426433" y="53536"/>
                </a:cubicBezTo>
                <a:cubicBezTo>
                  <a:pt x="427659" y="56870"/>
                  <a:pt x="428272" y="61982"/>
                  <a:pt x="428272" y="68872"/>
                </a:cubicBezTo>
                <a:lnTo>
                  <a:pt x="428272" y="101462"/>
                </a:lnTo>
                <a:cubicBezTo>
                  <a:pt x="428272" y="106337"/>
                  <a:pt x="428662" y="109643"/>
                  <a:pt x="429442" y="111381"/>
                </a:cubicBezTo>
                <a:cubicBezTo>
                  <a:pt x="430055" y="112783"/>
                  <a:pt x="431044" y="113876"/>
                  <a:pt x="432409" y="114661"/>
                </a:cubicBezTo>
                <a:cubicBezTo>
                  <a:pt x="433774" y="115445"/>
                  <a:pt x="436295" y="115837"/>
                  <a:pt x="439972" y="115837"/>
                </a:cubicBezTo>
                <a:lnTo>
                  <a:pt x="439972" y="118845"/>
                </a:lnTo>
                <a:lnTo>
                  <a:pt x="402112" y="118845"/>
                </a:lnTo>
                <a:lnTo>
                  <a:pt x="402112" y="115837"/>
                </a:lnTo>
                <a:lnTo>
                  <a:pt x="403700" y="115837"/>
                </a:lnTo>
                <a:cubicBezTo>
                  <a:pt x="407266" y="115837"/>
                  <a:pt x="409760" y="115291"/>
                  <a:pt x="411180" y="114199"/>
                </a:cubicBezTo>
                <a:cubicBezTo>
                  <a:pt x="412601" y="113106"/>
                  <a:pt x="413590" y="111494"/>
                  <a:pt x="414147" y="109365"/>
                </a:cubicBezTo>
                <a:cubicBezTo>
                  <a:pt x="414370" y="108524"/>
                  <a:pt x="414482" y="105889"/>
                  <a:pt x="414482" y="101462"/>
                </a:cubicBezTo>
                <a:lnTo>
                  <a:pt x="414482" y="70173"/>
                </a:lnTo>
                <a:cubicBezTo>
                  <a:pt x="414482" y="63219"/>
                  <a:pt x="413576" y="58170"/>
                  <a:pt x="411765" y="55027"/>
                </a:cubicBezTo>
                <a:cubicBezTo>
                  <a:pt x="409955" y="51884"/>
                  <a:pt x="406904" y="50313"/>
                  <a:pt x="402614" y="50313"/>
                </a:cubicBezTo>
                <a:cubicBezTo>
                  <a:pt x="395983" y="50313"/>
                  <a:pt x="389381" y="53935"/>
                  <a:pt x="382806" y="61178"/>
                </a:cubicBezTo>
                <a:lnTo>
                  <a:pt x="382806" y="101462"/>
                </a:lnTo>
                <a:cubicBezTo>
                  <a:pt x="382806" y="106673"/>
                  <a:pt x="383113" y="109896"/>
                  <a:pt x="383726" y="111130"/>
                </a:cubicBezTo>
                <a:cubicBezTo>
                  <a:pt x="384506" y="112755"/>
                  <a:pt x="385578" y="113946"/>
                  <a:pt x="386943" y="114703"/>
                </a:cubicBezTo>
                <a:cubicBezTo>
                  <a:pt x="388308" y="115459"/>
                  <a:pt x="391080" y="115837"/>
                  <a:pt x="395259" y="115837"/>
                </a:cubicBezTo>
                <a:lnTo>
                  <a:pt x="395259" y="118845"/>
                </a:lnTo>
                <a:lnTo>
                  <a:pt x="357399" y="118845"/>
                </a:lnTo>
                <a:lnTo>
                  <a:pt x="357399" y="115837"/>
                </a:lnTo>
                <a:lnTo>
                  <a:pt x="359071" y="115837"/>
                </a:lnTo>
                <a:cubicBezTo>
                  <a:pt x="362971" y="115837"/>
                  <a:pt x="365603" y="114843"/>
                  <a:pt x="366969" y="112854"/>
                </a:cubicBezTo>
                <a:cubicBezTo>
                  <a:pt x="368334" y="110864"/>
                  <a:pt x="369016" y="107066"/>
                  <a:pt x="369016" y="101462"/>
                </a:cubicBezTo>
                <a:lnTo>
                  <a:pt x="369016" y="73213"/>
                </a:lnTo>
                <a:cubicBezTo>
                  <a:pt x="369016" y="64019"/>
                  <a:pt x="368807" y="58420"/>
                  <a:pt x="368389" y="56414"/>
                </a:cubicBezTo>
                <a:cubicBezTo>
                  <a:pt x="367971" y="54408"/>
                  <a:pt x="367331" y="53043"/>
                  <a:pt x="366467" y="52319"/>
                </a:cubicBezTo>
                <a:cubicBezTo>
                  <a:pt x="365603" y="51594"/>
                  <a:pt x="364447" y="51232"/>
                  <a:pt x="362999" y="51232"/>
                </a:cubicBezTo>
                <a:cubicBezTo>
                  <a:pt x="361439" y="51232"/>
                  <a:pt x="359572" y="51650"/>
                  <a:pt x="357399" y="52486"/>
                </a:cubicBezTo>
                <a:lnTo>
                  <a:pt x="356145" y="49477"/>
                </a:lnTo>
                <a:lnTo>
                  <a:pt x="379212" y="40117"/>
                </a:lnTo>
                <a:lnTo>
                  <a:pt x="382806" y="40117"/>
                </a:lnTo>
                <a:lnTo>
                  <a:pt x="382806" y="56247"/>
                </a:lnTo>
                <a:close/>
                <a:moveTo>
                  <a:pt x="458943" y="71207"/>
                </a:moveTo>
                <a:cubicBezTo>
                  <a:pt x="458888" y="82521"/>
                  <a:pt x="461646" y="91395"/>
                  <a:pt x="467217" y="97829"/>
                </a:cubicBezTo>
                <a:cubicBezTo>
                  <a:pt x="472789" y="104262"/>
                  <a:pt x="479336" y="107479"/>
                  <a:pt x="486858" y="107479"/>
                </a:cubicBezTo>
                <a:cubicBezTo>
                  <a:pt x="491872" y="107479"/>
                  <a:pt x="496232" y="106094"/>
                  <a:pt x="499938" y="103324"/>
                </a:cubicBezTo>
                <a:cubicBezTo>
                  <a:pt x="503643" y="100554"/>
                  <a:pt x="506749" y="95810"/>
                  <a:pt x="509256" y="89092"/>
                </a:cubicBezTo>
                <a:lnTo>
                  <a:pt x="511847" y="90772"/>
                </a:lnTo>
                <a:cubicBezTo>
                  <a:pt x="510677" y="98445"/>
                  <a:pt x="507278" y="105432"/>
                  <a:pt x="501651" y="111734"/>
                </a:cubicBezTo>
                <a:cubicBezTo>
                  <a:pt x="496023" y="118035"/>
                  <a:pt x="488975" y="121186"/>
                  <a:pt x="480506" y="121186"/>
                </a:cubicBezTo>
                <a:cubicBezTo>
                  <a:pt x="471313" y="121186"/>
                  <a:pt x="463443" y="117614"/>
                  <a:pt x="456896" y="110470"/>
                </a:cubicBezTo>
                <a:cubicBezTo>
                  <a:pt x="450349" y="103324"/>
                  <a:pt x="447076" y="93718"/>
                  <a:pt x="447076" y="81651"/>
                </a:cubicBezTo>
                <a:cubicBezTo>
                  <a:pt x="447076" y="68586"/>
                  <a:pt x="450433" y="58397"/>
                  <a:pt x="457147" y="51086"/>
                </a:cubicBezTo>
                <a:cubicBezTo>
                  <a:pt x="463860" y="43773"/>
                  <a:pt x="472288" y="40117"/>
                  <a:pt x="482428" y="40117"/>
                </a:cubicBezTo>
                <a:cubicBezTo>
                  <a:pt x="491009" y="40117"/>
                  <a:pt x="498057" y="42937"/>
                  <a:pt x="503573" y="48579"/>
                </a:cubicBezTo>
                <a:cubicBezTo>
                  <a:pt x="509089" y="54218"/>
                  <a:pt x="511847" y="61761"/>
                  <a:pt x="511847" y="71207"/>
                </a:cubicBezTo>
                <a:lnTo>
                  <a:pt x="458943" y="71207"/>
                </a:lnTo>
                <a:moveTo>
                  <a:pt x="458943" y="66360"/>
                </a:moveTo>
                <a:lnTo>
                  <a:pt x="494380" y="66360"/>
                </a:lnTo>
                <a:cubicBezTo>
                  <a:pt x="494101" y="61496"/>
                  <a:pt x="493516" y="58071"/>
                  <a:pt x="492625" y="56082"/>
                </a:cubicBezTo>
                <a:cubicBezTo>
                  <a:pt x="491232" y="52987"/>
                  <a:pt x="489156" y="50555"/>
                  <a:pt x="486398" y="48788"/>
                </a:cubicBezTo>
                <a:cubicBezTo>
                  <a:pt x="483640" y="47019"/>
                  <a:pt x="480757" y="46134"/>
                  <a:pt x="477748" y="46134"/>
                </a:cubicBezTo>
                <a:cubicBezTo>
                  <a:pt x="473124" y="46134"/>
                  <a:pt x="468986" y="47916"/>
                  <a:pt x="465337" y="51480"/>
                </a:cubicBezTo>
                <a:cubicBezTo>
                  <a:pt x="461688" y="55045"/>
                  <a:pt x="459556" y="60004"/>
                  <a:pt x="458943" y="66360"/>
                </a:cubicBezTo>
                <a:close/>
                <a:moveTo>
                  <a:pt x="548397" y="0"/>
                </a:moveTo>
                <a:lnTo>
                  <a:pt x="548397" y="101462"/>
                </a:lnTo>
                <a:cubicBezTo>
                  <a:pt x="548397" y="106281"/>
                  <a:pt x="548746" y="109476"/>
                  <a:pt x="549442" y="111047"/>
                </a:cubicBezTo>
                <a:cubicBezTo>
                  <a:pt x="550138" y="112616"/>
                  <a:pt x="551211" y="113807"/>
                  <a:pt x="552660" y="114620"/>
                </a:cubicBezTo>
                <a:cubicBezTo>
                  <a:pt x="554108" y="115431"/>
                  <a:pt x="556811" y="115837"/>
                  <a:pt x="560767" y="115837"/>
                </a:cubicBezTo>
                <a:lnTo>
                  <a:pt x="560767" y="118845"/>
                </a:lnTo>
                <a:lnTo>
                  <a:pt x="523241" y="118845"/>
                </a:lnTo>
                <a:lnTo>
                  <a:pt x="523241" y="115837"/>
                </a:lnTo>
                <a:cubicBezTo>
                  <a:pt x="526751" y="115837"/>
                  <a:pt x="529147" y="115473"/>
                  <a:pt x="530428" y="114745"/>
                </a:cubicBezTo>
                <a:cubicBezTo>
                  <a:pt x="531710" y="114015"/>
                  <a:pt x="532713" y="112811"/>
                  <a:pt x="533437" y="111130"/>
                </a:cubicBezTo>
                <a:cubicBezTo>
                  <a:pt x="534161" y="109448"/>
                  <a:pt x="534524" y="106225"/>
                  <a:pt x="534524" y="101462"/>
                </a:cubicBezTo>
                <a:lnTo>
                  <a:pt x="534524" y="32093"/>
                </a:lnTo>
                <a:cubicBezTo>
                  <a:pt x="534524" y="23457"/>
                  <a:pt x="534329" y="18150"/>
                  <a:pt x="533939" y="16172"/>
                </a:cubicBezTo>
                <a:cubicBezTo>
                  <a:pt x="533549" y="14194"/>
                  <a:pt x="532922" y="12843"/>
                  <a:pt x="532058" y="12119"/>
                </a:cubicBezTo>
                <a:cubicBezTo>
                  <a:pt x="531194" y="11394"/>
                  <a:pt x="530094" y="11032"/>
                  <a:pt x="528757" y="11032"/>
                </a:cubicBezTo>
                <a:cubicBezTo>
                  <a:pt x="527308" y="11032"/>
                  <a:pt x="525470" y="11478"/>
                  <a:pt x="523241" y="12369"/>
                </a:cubicBezTo>
                <a:lnTo>
                  <a:pt x="521820" y="9361"/>
                </a:lnTo>
                <a:lnTo>
                  <a:pt x="544636" y="0"/>
                </a:lnTo>
                <a:lnTo>
                  <a:pt x="548397" y="0"/>
                </a:lnTo>
                <a:close/>
                <a:moveTo>
                  <a:pt x="681395" y="5516"/>
                </a:moveTo>
                <a:lnTo>
                  <a:pt x="674876" y="19724"/>
                </a:lnTo>
                <a:lnTo>
                  <a:pt x="640777" y="19724"/>
                </a:lnTo>
                <a:lnTo>
                  <a:pt x="633339" y="34747"/>
                </a:lnTo>
                <a:cubicBezTo>
                  <a:pt x="648104" y="36925"/>
                  <a:pt x="659805" y="42425"/>
                  <a:pt x="668441" y="51248"/>
                </a:cubicBezTo>
                <a:cubicBezTo>
                  <a:pt x="675851" y="58841"/>
                  <a:pt x="679557" y="67775"/>
                  <a:pt x="679557" y="78050"/>
                </a:cubicBezTo>
                <a:cubicBezTo>
                  <a:pt x="679557" y="84026"/>
                  <a:pt x="678345" y="89554"/>
                  <a:pt x="675921" y="94634"/>
                </a:cubicBezTo>
                <a:cubicBezTo>
                  <a:pt x="673497" y="99715"/>
                  <a:pt x="670447" y="104043"/>
                  <a:pt x="666769" y="107618"/>
                </a:cubicBezTo>
                <a:cubicBezTo>
                  <a:pt x="663092" y="111190"/>
                  <a:pt x="658997" y="114066"/>
                  <a:pt x="654484" y="116244"/>
                </a:cubicBezTo>
                <a:cubicBezTo>
                  <a:pt x="648076" y="119316"/>
                  <a:pt x="641502" y="120851"/>
                  <a:pt x="634760" y="120851"/>
                </a:cubicBezTo>
                <a:cubicBezTo>
                  <a:pt x="627962" y="120851"/>
                  <a:pt x="623017" y="119695"/>
                  <a:pt x="619925" y="117383"/>
                </a:cubicBezTo>
                <a:cubicBezTo>
                  <a:pt x="616833" y="115071"/>
                  <a:pt x="615286" y="112522"/>
                  <a:pt x="615286" y="109736"/>
                </a:cubicBezTo>
                <a:cubicBezTo>
                  <a:pt x="615286" y="108176"/>
                  <a:pt x="615927" y="106797"/>
                  <a:pt x="617209" y="105599"/>
                </a:cubicBezTo>
                <a:cubicBezTo>
                  <a:pt x="618490" y="104401"/>
                  <a:pt x="620106" y="103802"/>
                  <a:pt x="622056" y="103802"/>
                </a:cubicBezTo>
                <a:cubicBezTo>
                  <a:pt x="623505" y="103802"/>
                  <a:pt x="624772" y="104025"/>
                  <a:pt x="625859" y="104470"/>
                </a:cubicBezTo>
                <a:cubicBezTo>
                  <a:pt x="626945" y="104916"/>
                  <a:pt x="628798" y="106058"/>
                  <a:pt x="631417" y="107897"/>
                </a:cubicBezTo>
                <a:cubicBezTo>
                  <a:pt x="635596" y="110794"/>
                  <a:pt x="639830" y="112271"/>
                  <a:pt x="644120" y="112327"/>
                </a:cubicBezTo>
                <a:cubicBezTo>
                  <a:pt x="650639" y="112327"/>
                  <a:pt x="656364" y="109855"/>
                  <a:pt x="661295" y="104912"/>
                </a:cubicBezTo>
                <a:cubicBezTo>
                  <a:pt x="666226" y="99967"/>
                  <a:pt x="668692" y="93947"/>
                  <a:pt x="668692" y="86851"/>
                </a:cubicBezTo>
                <a:cubicBezTo>
                  <a:pt x="668692" y="79981"/>
                  <a:pt x="666491" y="73571"/>
                  <a:pt x="662089" y="67621"/>
                </a:cubicBezTo>
                <a:cubicBezTo>
                  <a:pt x="657688" y="61670"/>
                  <a:pt x="651614" y="57074"/>
                  <a:pt x="643870" y="53834"/>
                </a:cubicBezTo>
                <a:cubicBezTo>
                  <a:pt x="637796" y="51321"/>
                  <a:pt x="629522" y="49869"/>
                  <a:pt x="619047" y="49477"/>
                </a:cubicBezTo>
                <a:lnTo>
                  <a:pt x="640777" y="5516"/>
                </a:lnTo>
                <a:lnTo>
                  <a:pt x="681395" y="5516"/>
                </a:lnTo>
                <a:close/>
                <a:moveTo>
                  <a:pt x="851140" y="118845"/>
                </a:moveTo>
                <a:lnTo>
                  <a:pt x="820885" y="118845"/>
                </a:lnTo>
                <a:lnTo>
                  <a:pt x="782524" y="65858"/>
                </a:lnTo>
                <a:cubicBezTo>
                  <a:pt x="779682" y="65970"/>
                  <a:pt x="777370" y="66025"/>
                  <a:pt x="775587" y="66025"/>
                </a:cubicBezTo>
                <a:cubicBezTo>
                  <a:pt x="774863" y="66025"/>
                  <a:pt x="774083" y="66011"/>
                  <a:pt x="773247" y="65983"/>
                </a:cubicBezTo>
                <a:cubicBezTo>
                  <a:pt x="772411" y="65956"/>
                  <a:pt x="771547" y="65914"/>
                  <a:pt x="770656" y="65858"/>
                </a:cubicBezTo>
                <a:lnTo>
                  <a:pt x="770656" y="98787"/>
                </a:lnTo>
                <a:cubicBezTo>
                  <a:pt x="770656" y="105884"/>
                  <a:pt x="771436" y="110292"/>
                  <a:pt x="772996" y="112011"/>
                </a:cubicBezTo>
                <a:cubicBezTo>
                  <a:pt x="775113" y="114450"/>
                  <a:pt x="778289" y="115670"/>
                  <a:pt x="782524" y="115670"/>
                </a:cubicBezTo>
                <a:lnTo>
                  <a:pt x="786953" y="115670"/>
                </a:lnTo>
                <a:lnTo>
                  <a:pt x="786953" y="118845"/>
                </a:lnTo>
                <a:lnTo>
                  <a:pt x="738396" y="118845"/>
                </a:lnTo>
                <a:lnTo>
                  <a:pt x="738396" y="115670"/>
                </a:lnTo>
                <a:lnTo>
                  <a:pt x="742658" y="115670"/>
                </a:lnTo>
                <a:cubicBezTo>
                  <a:pt x="747450" y="115670"/>
                  <a:pt x="750876" y="114117"/>
                  <a:pt x="752938" y="111013"/>
                </a:cubicBezTo>
                <a:cubicBezTo>
                  <a:pt x="754108" y="109294"/>
                  <a:pt x="754693" y="105219"/>
                  <a:pt x="754693" y="98787"/>
                </a:cubicBezTo>
                <a:lnTo>
                  <a:pt x="754693" y="25574"/>
                </a:lnTo>
                <a:cubicBezTo>
                  <a:pt x="754693" y="18477"/>
                  <a:pt x="753913" y="14070"/>
                  <a:pt x="752353" y="12351"/>
                </a:cubicBezTo>
                <a:cubicBezTo>
                  <a:pt x="750180" y="9912"/>
                  <a:pt x="746948" y="8692"/>
                  <a:pt x="742658" y="8692"/>
                </a:cubicBezTo>
                <a:lnTo>
                  <a:pt x="738396" y="8692"/>
                </a:lnTo>
                <a:lnTo>
                  <a:pt x="738396" y="5516"/>
                </a:lnTo>
                <a:lnTo>
                  <a:pt x="779682" y="5516"/>
                </a:lnTo>
                <a:cubicBezTo>
                  <a:pt x="791717" y="5516"/>
                  <a:pt x="800590" y="6393"/>
                  <a:pt x="806301" y="8146"/>
                </a:cubicBezTo>
                <a:cubicBezTo>
                  <a:pt x="812012" y="9899"/>
                  <a:pt x="816860" y="13128"/>
                  <a:pt x="820844" y="17833"/>
                </a:cubicBezTo>
                <a:cubicBezTo>
                  <a:pt x="824827" y="22536"/>
                  <a:pt x="826819" y="28143"/>
                  <a:pt x="826819" y="34655"/>
                </a:cubicBezTo>
                <a:cubicBezTo>
                  <a:pt x="826819" y="41615"/>
                  <a:pt x="824549" y="47655"/>
                  <a:pt x="820008" y="52776"/>
                </a:cubicBezTo>
                <a:cubicBezTo>
                  <a:pt x="815467" y="57897"/>
                  <a:pt x="808432" y="61515"/>
                  <a:pt x="798905" y="63630"/>
                </a:cubicBezTo>
                <a:lnTo>
                  <a:pt x="822306" y="96113"/>
                </a:lnTo>
                <a:cubicBezTo>
                  <a:pt x="827655" y="103579"/>
                  <a:pt x="832252" y="108538"/>
                  <a:pt x="836096" y="110989"/>
                </a:cubicBezTo>
                <a:cubicBezTo>
                  <a:pt x="839941" y="113441"/>
                  <a:pt x="844955" y="115001"/>
                  <a:pt x="851140" y="115670"/>
                </a:cubicBezTo>
                <a:lnTo>
                  <a:pt x="851140" y="118845"/>
                </a:lnTo>
                <a:moveTo>
                  <a:pt x="770656" y="60509"/>
                </a:moveTo>
                <a:cubicBezTo>
                  <a:pt x="771715" y="60509"/>
                  <a:pt x="772634" y="60523"/>
                  <a:pt x="773414" y="60551"/>
                </a:cubicBezTo>
                <a:cubicBezTo>
                  <a:pt x="774194" y="60579"/>
                  <a:pt x="774835" y="60593"/>
                  <a:pt x="775336" y="60593"/>
                </a:cubicBezTo>
                <a:cubicBezTo>
                  <a:pt x="786145" y="60593"/>
                  <a:pt x="794294" y="58257"/>
                  <a:pt x="799782" y="53585"/>
                </a:cubicBezTo>
                <a:cubicBezTo>
                  <a:pt x="805270" y="48912"/>
                  <a:pt x="808015" y="42960"/>
                  <a:pt x="808015" y="35729"/>
                </a:cubicBezTo>
                <a:cubicBezTo>
                  <a:pt x="808015" y="28665"/>
                  <a:pt x="805800" y="22923"/>
                  <a:pt x="801370" y="18502"/>
                </a:cubicBezTo>
                <a:cubicBezTo>
                  <a:pt x="796941" y="14079"/>
                  <a:pt x="791076" y="11868"/>
                  <a:pt x="783777" y="11868"/>
                </a:cubicBezTo>
                <a:cubicBezTo>
                  <a:pt x="780546" y="11868"/>
                  <a:pt x="776172" y="12425"/>
                  <a:pt x="770656" y="13539"/>
                </a:cubicBezTo>
                <a:lnTo>
                  <a:pt x="770656" y="60509"/>
                </a:lnTo>
                <a:close/>
                <a:moveTo>
                  <a:pt x="867856" y="71207"/>
                </a:moveTo>
                <a:cubicBezTo>
                  <a:pt x="867800" y="82521"/>
                  <a:pt x="870558" y="91395"/>
                  <a:pt x="876130" y="97829"/>
                </a:cubicBezTo>
                <a:cubicBezTo>
                  <a:pt x="881701" y="104262"/>
                  <a:pt x="888248" y="107479"/>
                  <a:pt x="895770" y="107479"/>
                </a:cubicBezTo>
                <a:cubicBezTo>
                  <a:pt x="900785" y="107479"/>
                  <a:pt x="905145" y="106094"/>
                  <a:pt x="908850" y="103324"/>
                </a:cubicBezTo>
                <a:cubicBezTo>
                  <a:pt x="912555" y="100554"/>
                  <a:pt x="915661" y="95810"/>
                  <a:pt x="918169" y="89092"/>
                </a:cubicBezTo>
                <a:lnTo>
                  <a:pt x="920759" y="90772"/>
                </a:lnTo>
                <a:cubicBezTo>
                  <a:pt x="919589" y="98445"/>
                  <a:pt x="916191" y="105432"/>
                  <a:pt x="910563" y="111734"/>
                </a:cubicBezTo>
                <a:cubicBezTo>
                  <a:pt x="904936" y="118035"/>
                  <a:pt x="897887" y="121186"/>
                  <a:pt x="889418" y="121186"/>
                </a:cubicBezTo>
                <a:cubicBezTo>
                  <a:pt x="880225" y="121186"/>
                  <a:pt x="872355" y="117614"/>
                  <a:pt x="865808" y="110470"/>
                </a:cubicBezTo>
                <a:cubicBezTo>
                  <a:pt x="859261" y="103324"/>
                  <a:pt x="855988" y="93718"/>
                  <a:pt x="855988" y="81651"/>
                </a:cubicBezTo>
                <a:cubicBezTo>
                  <a:pt x="855988" y="68586"/>
                  <a:pt x="859345" y="58397"/>
                  <a:pt x="866059" y="51086"/>
                </a:cubicBezTo>
                <a:cubicBezTo>
                  <a:pt x="872773" y="43773"/>
                  <a:pt x="881200" y="40117"/>
                  <a:pt x="891341" y="40117"/>
                </a:cubicBezTo>
                <a:cubicBezTo>
                  <a:pt x="899921" y="40117"/>
                  <a:pt x="906969" y="42937"/>
                  <a:pt x="912485" y="48579"/>
                </a:cubicBezTo>
                <a:cubicBezTo>
                  <a:pt x="918001" y="54218"/>
                  <a:pt x="920759" y="61761"/>
                  <a:pt x="920759" y="71207"/>
                </a:cubicBezTo>
                <a:lnTo>
                  <a:pt x="867856" y="71207"/>
                </a:lnTo>
                <a:moveTo>
                  <a:pt x="867856" y="66360"/>
                </a:moveTo>
                <a:lnTo>
                  <a:pt x="903292" y="66360"/>
                </a:lnTo>
                <a:cubicBezTo>
                  <a:pt x="903013" y="61496"/>
                  <a:pt x="902428" y="58071"/>
                  <a:pt x="901537" y="56082"/>
                </a:cubicBezTo>
                <a:cubicBezTo>
                  <a:pt x="900144" y="52987"/>
                  <a:pt x="898068" y="50555"/>
                  <a:pt x="895310" y="48788"/>
                </a:cubicBezTo>
                <a:cubicBezTo>
                  <a:pt x="892552" y="47019"/>
                  <a:pt x="889669" y="46134"/>
                  <a:pt x="886660" y="46134"/>
                </a:cubicBezTo>
                <a:cubicBezTo>
                  <a:pt x="882036" y="46134"/>
                  <a:pt x="877899" y="47916"/>
                  <a:pt x="874249" y="51480"/>
                </a:cubicBezTo>
                <a:cubicBezTo>
                  <a:pt x="870600" y="55045"/>
                  <a:pt x="868469" y="60004"/>
                  <a:pt x="867856" y="66360"/>
                </a:cubicBezTo>
                <a:close/>
                <a:moveTo>
                  <a:pt x="996004" y="89761"/>
                </a:moveTo>
                <a:cubicBezTo>
                  <a:pt x="993943" y="99846"/>
                  <a:pt x="989903" y="107604"/>
                  <a:pt x="983886" y="113037"/>
                </a:cubicBezTo>
                <a:cubicBezTo>
                  <a:pt x="977868" y="118469"/>
                  <a:pt x="971210" y="121186"/>
                  <a:pt x="963911" y="121186"/>
                </a:cubicBezTo>
                <a:cubicBezTo>
                  <a:pt x="955219" y="121186"/>
                  <a:pt x="947641" y="117540"/>
                  <a:pt x="941178" y="110250"/>
                </a:cubicBezTo>
                <a:cubicBezTo>
                  <a:pt x="934715" y="102958"/>
                  <a:pt x="931483" y="93106"/>
                  <a:pt x="931483" y="80693"/>
                </a:cubicBezTo>
                <a:cubicBezTo>
                  <a:pt x="931483" y="68670"/>
                  <a:pt x="935063" y="58902"/>
                  <a:pt x="942223" y="51389"/>
                </a:cubicBezTo>
                <a:cubicBezTo>
                  <a:pt x="949383" y="43874"/>
                  <a:pt x="957977" y="40117"/>
                  <a:pt x="968006" y="40117"/>
                </a:cubicBezTo>
                <a:cubicBezTo>
                  <a:pt x="975528" y="40117"/>
                  <a:pt x="981713" y="42115"/>
                  <a:pt x="986560" y="46113"/>
                </a:cubicBezTo>
                <a:cubicBezTo>
                  <a:pt x="991408" y="50109"/>
                  <a:pt x="993831" y="54259"/>
                  <a:pt x="993831" y="58563"/>
                </a:cubicBezTo>
                <a:cubicBezTo>
                  <a:pt x="993831" y="60688"/>
                  <a:pt x="993149" y="62407"/>
                  <a:pt x="991784" y="63722"/>
                </a:cubicBezTo>
                <a:cubicBezTo>
                  <a:pt x="990419" y="65035"/>
                  <a:pt x="988510" y="65691"/>
                  <a:pt x="986059" y="65691"/>
                </a:cubicBezTo>
                <a:cubicBezTo>
                  <a:pt x="982771" y="65691"/>
                  <a:pt x="980292" y="64624"/>
                  <a:pt x="978620" y="62489"/>
                </a:cubicBezTo>
                <a:cubicBezTo>
                  <a:pt x="977673" y="61308"/>
                  <a:pt x="977046" y="59061"/>
                  <a:pt x="976740" y="55745"/>
                </a:cubicBezTo>
                <a:cubicBezTo>
                  <a:pt x="976433" y="52430"/>
                  <a:pt x="975305" y="49902"/>
                  <a:pt x="973355" y="48161"/>
                </a:cubicBezTo>
                <a:cubicBezTo>
                  <a:pt x="971405" y="46475"/>
                  <a:pt x="968703" y="45633"/>
                  <a:pt x="965248" y="45633"/>
                </a:cubicBezTo>
                <a:cubicBezTo>
                  <a:pt x="959676" y="45633"/>
                  <a:pt x="955191" y="47694"/>
                  <a:pt x="951792" y="51817"/>
                </a:cubicBezTo>
                <a:cubicBezTo>
                  <a:pt x="947279" y="57278"/>
                  <a:pt x="945023" y="64493"/>
                  <a:pt x="945023" y="73464"/>
                </a:cubicBezTo>
                <a:cubicBezTo>
                  <a:pt x="945023" y="82601"/>
                  <a:pt x="947265" y="90666"/>
                  <a:pt x="951751" y="97659"/>
                </a:cubicBezTo>
                <a:cubicBezTo>
                  <a:pt x="956236" y="104651"/>
                  <a:pt x="962295" y="108148"/>
                  <a:pt x="969928" y="108148"/>
                </a:cubicBezTo>
                <a:cubicBezTo>
                  <a:pt x="975389" y="108148"/>
                  <a:pt x="980292" y="106281"/>
                  <a:pt x="984638" y="102548"/>
                </a:cubicBezTo>
                <a:cubicBezTo>
                  <a:pt x="987702" y="99985"/>
                  <a:pt x="990683" y="95333"/>
                  <a:pt x="993580" y="88591"/>
                </a:cubicBezTo>
                <a:lnTo>
                  <a:pt x="996004" y="89761"/>
                </a:lnTo>
                <a:close/>
                <a:moveTo>
                  <a:pt x="1044421" y="40117"/>
                </a:moveTo>
                <a:cubicBezTo>
                  <a:pt x="1056010" y="40117"/>
                  <a:pt x="1065315" y="44514"/>
                  <a:pt x="1072336" y="53309"/>
                </a:cubicBezTo>
                <a:cubicBezTo>
                  <a:pt x="1078297" y="60822"/>
                  <a:pt x="1081278" y="69449"/>
                  <a:pt x="1081278" y="79191"/>
                </a:cubicBezTo>
                <a:cubicBezTo>
                  <a:pt x="1081278" y="86037"/>
                  <a:pt x="1079635" y="92967"/>
                  <a:pt x="1076347" y="99981"/>
                </a:cubicBezTo>
                <a:cubicBezTo>
                  <a:pt x="1073060" y="106992"/>
                  <a:pt x="1068533" y="112280"/>
                  <a:pt x="1062766" y="115842"/>
                </a:cubicBezTo>
                <a:cubicBezTo>
                  <a:pt x="1056999" y="119404"/>
                  <a:pt x="1050578" y="121186"/>
                  <a:pt x="1043502" y="121186"/>
                </a:cubicBezTo>
                <a:cubicBezTo>
                  <a:pt x="1031968" y="121186"/>
                  <a:pt x="1022803" y="116593"/>
                  <a:pt x="1016005" y="107409"/>
                </a:cubicBezTo>
                <a:cubicBezTo>
                  <a:pt x="1010266" y="99673"/>
                  <a:pt x="1007397" y="90990"/>
                  <a:pt x="1007397" y="81362"/>
                </a:cubicBezTo>
                <a:cubicBezTo>
                  <a:pt x="1007397" y="74348"/>
                  <a:pt x="1009138" y="67376"/>
                  <a:pt x="1012620" y="60447"/>
                </a:cubicBezTo>
                <a:cubicBezTo>
                  <a:pt x="1016103" y="53517"/>
                  <a:pt x="1020686" y="48396"/>
                  <a:pt x="1026369" y="45084"/>
                </a:cubicBezTo>
                <a:cubicBezTo>
                  <a:pt x="1032052" y="41772"/>
                  <a:pt x="1038069" y="40117"/>
                  <a:pt x="1044421" y="40117"/>
                </a:cubicBezTo>
                <a:moveTo>
                  <a:pt x="1041830" y="45633"/>
                </a:moveTo>
                <a:cubicBezTo>
                  <a:pt x="1038877" y="45633"/>
                  <a:pt x="1035910" y="46508"/>
                  <a:pt x="1032929" y="48257"/>
                </a:cubicBezTo>
                <a:cubicBezTo>
                  <a:pt x="1029949" y="50006"/>
                  <a:pt x="1027539" y="53073"/>
                  <a:pt x="1025700" y="57459"/>
                </a:cubicBezTo>
                <a:cubicBezTo>
                  <a:pt x="1023861" y="61845"/>
                  <a:pt x="1022942" y="67479"/>
                  <a:pt x="1022942" y="74362"/>
                </a:cubicBezTo>
                <a:cubicBezTo>
                  <a:pt x="1022942" y="85465"/>
                  <a:pt x="1025157" y="95043"/>
                  <a:pt x="1029586" y="103094"/>
                </a:cubicBezTo>
                <a:cubicBezTo>
                  <a:pt x="1034016" y="111143"/>
                  <a:pt x="1039852" y="115168"/>
                  <a:pt x="1047096" y="115168"/>
                </a:cubicBezTo>
                <a:cubicBezTo>
                  <a:pt x="1052500" y="115168"/>
                  <a:pt x="1056958" y="112947"/>
                  <a:pt x="1060468" y="108506"/>
                </a:cubicBezTo>
                <a:cubicBezTo>
                  <a:pt x="1063978" y="104064"/>
                  <a:pt x="1065733" y="96431"/>
                  <a:pt x="1065733" y="85606"/>
                </a:cubicBezTo>
                <a:cubicBezTo>
                  <a:pt x="1065733" y="72059"/>
                  <a:pt x="1062808" y="61400"/>
                  <a:pt x="1056958" y="53627"/>
                </a:cubicBezTo>
                <a:cubicBezTo>
                  <a:pt x="1053002" y="48298"/>
                  <a:pt x="1047959" y="45633"/>
                  <a:pt x="1041830" y="45633"/>
                </a:cubicBezTo>
                <a:close/>
                <a:moveTo>
                  <a:pt x="1114960" y="40117"/>
                </a:moveTo>
                <a:lnTo>
                  <a:pt x="1114960" y="57333"/>
                </a:lnTo>
                <a:cubicBezTo>
                  <a:pt x="1121368" y="45856"/>
                  <a:pt x="1127942" y="40117"/>
                  <a:pt x="1134684" y="40117"/>
                </a:cubicBezTo>
                <a:cubicBezTo>
                  <a:pt x="1137749" y="40117"/>
                  <a:pt x="1140284" y="41050"/>
                  <a:pt x="1142290" y="42916"/>
                </a:cubicBezTo>
                <a:cubicBezTo>
                  <a:pt x="1144295" y="44783"/>
                  <a:pt x="1145298" y="46942"/>
                  <a:pt x="1145298" y="49394"/>
                </a:cubicBezTo>
                <a:cubicBezTo>
                  <a:pt x="1145298" y="51567"/>
                  <a:pt x="1144574" y="53405"/>
                  <a:pt x="1143125" y="54910"/>
                </a:cubicBezTo>
                <a:cubicBezTo>
                  <a:pt x="1141677" y="56414"/>
                  <a:pt x="1139950" y="57166"/>
                  <a:pt x="1137944" y="57166"/>
                </a:cubicBezTo>
                <a:cubicBezTo>
                  <a:pt x="1135994" y="57166"/>
                  <a:pt x="1133807" y="56219"/>
                  <a:pt x="1131383" y="54325"/>
                </a:cubicBezTo>
                <a:cubicBezTo>
                  <a:pt x="1128959" y="52430"/>
                  <a:pt x="1127162" y="51483"/>
                  <a:pt x="1125992" y="51483"/>
                </a:cubicBezTo>
                <a:cubicBezTo>
                  <a:pt x="1124989" y="51483"/>
                  <a:pt x="1123903" y="52036"/>
                  <a:pt x="1122733" y="53141"/>
                </a:cubicBezTo>
                <a:cubicBezTo>
                  <a:pt x="1120226" y="55410"/>
                  <a:pt x="1117635" y="59144"/>
                  <a:pt x="1114960" y="64343"/>
                </a:cubicBezTo>
                <a:lnTo>
                  <a:pt x="1114960" y="100960"/>
                </a:lnTo>
                <a:cubicBezTo>
                  <a:pt x="1114960" y="105198"/>
                  <a:pt x="1115490" y="108404"/>
                  <a:pt x="1116548" y="110577"/>
                </a:cubicBezTo>
                <a:cubicBezTo>
                  <a:pt x="1117272" y="112083"/>
                  <a:pt x="1118554" y="113336"/>
                  <a:pt x="1120393" y="114338"/>
                </a:cubicBezTo>
                <a:cubicBezTo>
                  <a:pt x="1122231" y="115337"/>
                  <a:pt x="1124878" y="115837"/>
                  <a:pt x="1128332" y="115837"/>
                </a:cubicBezTo>
                <a:lnTo>
                  <a:pt x="1128332" y="118845"/>
                </a:lnTo>
                <a:lnTo>
                  <a:pt x="1089135" y="118845"/>
                </a:lnTo>
                <a:lnTo>
                  <a:pt x="1089135" y="115837"/>
                </a:lnTo>
                <a:cubicBezTo>
                  <a:pt x="1093035" y="115837"/>
                  <a:pt x="1095933" y="115217"/>
                  <a:pt x="1097827" y="113977"/>
                </a:cubicBezTo>
                <a:cubicBezTo>
                  <a:pt x="1099220" y="113075"/>
                  <a:pt x="1100195" y="111638"/>
                  <a:pt x="1100752" y="109665"/>
                </a:cubicBezTo>
                <a:cubicBezTo>
                  <a:pt x="1101031" y="108706"/>
                  <a:pt x="1101170" y="105971"/>
                  <a:pt x="1101170" y="101462"/>
                </a:cubicBezTo>
                <a:lnTo>
                  <a:pt x="1101170" y="72043"/>
                </a:lnTo>
                <a:cubicBezTo>
                  <a:pt x="1101170" y="63128"/>
                  <a:pt x="1100989" y="57821"/>
                  <a:pt x="1100627" y="56121"/>
                </a:cubicBezTo>
                <a:cubicBezTo>
                  <a:pt x="1100265" y="54422"/>
                  <a:pt x="1099596" y="53182"/>
                  <a:pt x="1098621" y="52402"/>
                </a:cubicBezTo>
                <a:cubicBezTo>
                  <a:pt x="1097646" y="51622"/>
                  <a:pt x="1096434" y="51232"/>
                  <a:pt x="1094985" y="51232"/>
                </a:cubicBezTo>
                <a:cubicBezTo>
                  <a:pt x="1093258" y="51232"/>
                  <a:pt x="1091308" y="51650"/>
                  <a:pt x="1089135" y="52486"/>
                </a:cubicBezTo>
                <a:lnTo>
                  <a:pt x="1088299" y="49477"/>
                </a:lnTo>
                <a:lnTo>
                  <a:pt x="1111450" y="40117"/>
                </a:lnTo>
                <a:lnTo>
                  <a:pt x="1114960" y="40117"/>
                </a:lnTo>
                <a:close/>
                <a:moveTo>
                  <a:pt x="1203633" y="110242"/>
                </a:moveTo>
                <a:cubicBezTo>
                  <a:pt x="1199900" y="114141"/>
                  <a:pt x="1196250" y="116940"/>
                  <a:pt x="1192685" y="118639"/>
                </a:cubicBezTo>
                <a:cubicBezTo>
                  <a:pt x="1189119" y="120337"/>
                  <a:pt x="1185274" y="121186"/>
                  <a:pt x="1181151" y="121186"/>
                </a:cubicBezTo>
                <a:cubicBezTo>
                  <a:pt x="1172793" y="121186"/>
                  <a:pt x="1165494" y="117697"/>
                  <a:pt x="1159254" y="110720"/>
                </a:cubicBezTo>
                <a:cubicBezTo>
                  <a:pt x="1153014" y="103742"/>
                  <a:pt x="1149893" y="94775"/>
                  <a:pt x="1149893" y="83819"/>
                </a:cubicBezTo>
                <a:cubicBezTo>
                  <a:pt x="1149893" y="72865"/>
                  <a:pt x="1153348" y="62843"/>
                  <a:pt x="1160257" y="53753"/>
                </a:cubicBezTo>
                <a:cubicBezTo>
                  <a:pt x="1167166" y="44662"/>
                  <a:pt x="1176053" y="40117"/>
                  <a:pt x="1186918" y="40117"/>
                </a:cubicBezTo>
                <a:cubicBezTo>
                  <a:pt x="1193660" y="40117"/>
                  <a:pt x="1199231" y="42261"/>
                  <a:pt x="1203633" y="46549"/>
                </a:cubicBezTo>
                <a:lnTo>
                  <a:pt x="1203633" y="32260"/>
                </a:lnTo>
                <a:cubicBezTo>
                  <a:pt x="1203633" y="23549"/>
                  <a:pt x="1203424" y="18195"/>
                  <a:pt x="1203006" y="16198"/>
                </a:cubicBezTo>
                <a:cubicBezTo>
                  <a:pt x="1202588" y="14201"/>
                  <a:pt x="1201934" y="12841"/>
                  <a:pt x="1201042" y="12119"/>
                </a:cubicBezTo>
                <a:cubicBezTo>
                  <a:pt x="1200151" y="11394"/>
                  <a:pt x="1199036" y="11032"/>
                  <a:pt x="1197699" y="11032"/>
                </a:cubicBezTo>
                <a:cubicBezTo>
                  <a:pt x="1196250" y="11032"/>
                  <a:pt x="1194328" y="11478"/>
                  <a:pt x="1191932" y="12369"/>
                </a:cubicBezTo>
                <a:lnTo>
                  <a:pt x="1190846" y="9361"/>
                </a:lnTo>
                <a:lnTo>
                  <a:pt x="1213662" y="0"/>
                </a:lnTo>
                <a:lnTo>
                  <a:pt x="1217423" y="0"/>
                </a:lnTo>
                <a:lnTo>
                  <a:pt x="1217423" y="88591"/>
                </a:lnTo>
                <a:cubicBezTo>
                  <a:pt x="1217423" y="97525"/>
                  <a:pt x="1217632" y="102976"/>
                  <a:pt x="1218050" y="104946"/>
                </a:cubicBezTo>
                <a:cubicBezTo>
                  <a:pt x="1218468" y="106915"/>
                  <a:pt x="1219136" y="108290"/>
                  <a:pt x="1220056" y="109070"/>
                </a:cubicBezTo>
                <a:cubicBezTo>
                  <a:pt x="1220975" y="109848"/>
                  <a:pt x="1222048" y="110237"/>
                  <a:pt x="1223273" y="110237"/>
                </a:cubicBezTo>
                <a:cubicBezTo>
                  <a:pt x="1224778" y="110237"/>
                  <a:pt x="1226784" y="109764"/>
                  <a:pt x="1229291" y="108816"/>
                </a:cubicBezTo>
                <a:lnTo>
                  <a:pt x="1230210" y="111825"/>
                </a:lnTo>
                <a:lnTo>
                  <a:pt x="1207478" y="121186"/>
                </a:lnTo>
                <a:lnTo>
                  <a:pt x="1203633" y="121186"/>
                </a:lnTo>
                <a:lnTo>
                  <a:pt x="1203633" y="110242"/>
                </a:lnTo>
                <a:moveTo>
                  <a:pt x="1203633" y="104405"/>
                </a:moveTo>
                <a:lnTo>
                  <a:pt x="1203633" y="65056"/>
                </a:lnTo>
                <a:cubicBezTo>
                  <a:pt x="1203299" y="61276"/>
                  <a:pt x="1202296" y="57830"/>
                  <a:pt x="1200624" y="54719"/>
                </a:cubicBezTo>
                <a:cubicBezTo>
                  <a:pt x="1198953" y="51606"/>
                  <a:pt x="1196738" y="49258"/>
                  <a:pt x="1193980" y="47675"/>
                </a:cubicBezTo>
                <a:cubicBezTo>
                  <a:pt x="1191222" y="46091"/>
                  <a:pt x="1188534" y="45298"/>
                  <a:pt x="1185915" y="45298"/>
                </a:cubicBezTo>
                <a:cubicBezTo>
                  <a:pt x="1181012" y="45298"/>
                  <a:pt x="1176638" y="47494"/>
                  <a:pt x="1172793" y="51885"/>
                </a:cubicBezTo>
                <a:cubicBezTo>
                  <a:pt x="1167723" y="57664"/>
                  <a:pt x="1165188" y="66111"/>
                  <a:pt x="1165188" y="77227"/>
                </a:cubicBezTo>
                <a:cubicBezTo>
                  <a:pt x="1165188" y="88454"/>
                  <a:pt x="1167640" y="97056"/>
                  <a:pt x="1172543" y="103031"/>
                </a:cubicBezTo>
                <a:cubicBezTo>
                  <a:pt x="1177446" y="109005"/>
                  <a:pt x="1182906" y="111992"/>
                  <a:pt x="1188924" y="111992"/>
                </a:cubicBezTo>
                <a:cubicBezTo>
                  <a:pt x="1193994" y="111992"/>
                  <a:pt x="1198897" y="109463"/>
                  <a:pt x="1203633" y="104405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E4F83C-A87C-47AA-B7B4-CFE002C9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653" y="4482029"/>
            <a:ext cx="1510525" cy="313795"/>
          </a:xfrm>
          <a:custGeom xmlns:a="http://schemas.openxmlformats.org/drawingml/2006/main">
            <a:pathLst>
              <a:path w="1510525" h="313795" fill="none">
                <a:moveTo>
                  <a:pt x="42791" y="0"/>
                </a:moveTo>
                <a:cubicBezTo>
                  <a:pt x="19153" y="0"/>
                  <a:pt x="0" y="19153"/>
                  <a:pt x="0" y="42791"/>
                </a:cubicBezTo>
                <a:lnTo>
                  <a:pt x="0" y="271004"/>
                </a:lnTo>
                <a:cubicBezTo>
                  <a:pt x="0" y="294642"/>
                  <a:pt x="19153" y="313795"/>
                  <a:pt x="42791" y="313795"/>
                </a:cubicBezTo>
                <a:lnTo>
                  <a:pt x="1467733" y="313795"/>
                </a:lnTo>
                <a:cubicBezTo>
                  <a:pt x="1491371" y="313795"/>
                  <a:pt x="1510525" y="294642"/>
                  <a:pt x="1510525" y="271004"/>
                </a:cubicBezTo>
                <a:lnTo>
                  <a:pt x="1510525" y="42791"/>
                </a:lnTo>
                <a:cubicBezTo>
                  <a:pt x="1510525" y="19153"/>
                  <a:pt x="1491371" y="0"/>
                  <a:pt x="1467733" y="0"/>
                </a:cubicBezTo>
                <a:lnTo>
                  <a:pt x="4279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4373B2"/>
            </a:solidFill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369DE-04D4-46EE-81CE-CE8714C0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7507" y="1957524"/>
            <a:ext cx="2378327" cy="3286713"/>
          </a:xfrm>
          <a:custGeom xmlns:a="http://schemas.openxmlformats.org/drawingml/2006/main">
            <a:pathLst>
              <a:path w="2378327" h="3286713" fill="none">
                <a:moveTo>
                  <a:pt x="136931" y="0"/>
                </a:moveTo>
                <a:cubicBezTo>
                  <a:pt x="61311" y="0"/>
                  <a:pt x="0" y="61311"/>
                  <a:pt x="0" y="136931"/>
                </a:cubicBezTo>
                <a:lnTo>
                  <a:pt x="0" y="3149782"/>
                </a:lnTo>
                <a:cubicBezTo>
                  <a:pt x="0" y="3225402"/>
                  <a:pt x="61311" y="3286713"/>
                  <a:pt x="136931" y="3286713"/>
                </a:cubicBezTo>
                <a:lnTo>
                  <a:pt x="2241396" y="3286713"/>
                </a:lnTo>
                <a:cubicBezTo>
                  <a:pt x="2317016" y="3286713"/>
                  <a:pt x="2378327" y="3225402"/>
                  <a:pt x="2378327" y="3149782"/>
                </a:cubicBezTo>
                <a:lnTo>
                  <a:pt x="2378327" y="136931"/>
                </a:lnTo>
                <a:cubicBezTo>
                  <a:pt x="2378327" y="61311"/>
                  <a:pt x="2317016" y="0"/>
                  <a:pt x="2241396" y="0"/>
                </a:cubicBezTo>
                <a:lnTo>
                  <a:pt x="136931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47" cap="flat">
            <a:solidFill>
              <a:srgbClr val="231F20"/>
            </a:solidFill>
            <a:miter/>
          </a:ln>
        </p:spPr>
      </p:sp>
      <p:sp>
        <p:nvSpPr>
          <p:cNvPr id="281" name="Text ExecutionRecord">
            <a:extLst xmlns:a="http://schemas.openxmlformats.org/drawingml/2006/main">
              <a:ext uri="{FF2B5EF4-FFF2-40B4-BE49-F238E27FC236}">
                <a16:creationId xmlns:a16="http://schemas.microsoft.com/office/drawing/2014/main" id="{9525B5CB-E6BB-438A-BEFA-3D8FCBDC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5706" y="5264571"/>
            <a:ext cx="1357391" cy="145423"/>
          </a:xfrm>
          <a:custGeom xmlns:a="http://schemas.openxmlformats.org/drawingml/2006/main">
            <a:pathLst>
              <a:path w="1357391" h="145423">
                <a:moveTo>
                  <a:pt x="35657" y="14041"/>
                </a:moveTo>
                <a:lnTo>
                  <a:pt x="35657" y="67597"/>
                </a:lnTo>
                <a:lnTo>
                  <a:pt x="63185" y="67597"/>
                </a:lnTo>
                <a:cubicBezTo>
                  <a:pt x="70328" y="67597"/>
                  <a:pt x="75101" y="66420"/>
                  <a:pt x="77503" y="64067"/>
                </a:cubicBezTo>
                <a:cubicBezTo>
                  <a:pt x="80705" y="60977"/>
                  <a:pt x="82491" y="55534"/>
                  <a:pt x="82861" y="47739"/>
                </a:cubicBezTo>
                <a:lnTo>
                  <a:pt x="86278" y="47739"/>
                </a:lnTo>
                <a:lnTo>
                  <a:pt x="86278" y="95277"/>
                </a:lnTo>
                <a:lnTo>
                  <a:pt x="82861" y="95277"/>
                </a:lnTo>
                <a:cubicBezTo>
                  <a:pt x="81998" y="88658"/>
                  <a:pt x="81136" y="84412"/>
                  <a:pt x="80274" y="82540"/>
                </a:cubicBezTo>
                <a:cubicBezTo>
                  <a:pt x="79166" y="80200"/>
                  <a:pt x="77349" y="78361"/>
                  <a:pt x="74824" y="77024"/>
                </a:cubicBezTo>
                <a:cubicBezTo>
                  <a:pt x="72299" y="75687"/>
                  <a:pt x="68419" y="75018"/>
                  <a:pt x="63185" y="75018"/>
                </a:cubicBezTo>
                <a:lnTo>
                  <a:pt x="35657" y="75018"/>
                </a:lnTo>
                <a:lnTo>
                  <a:pt x="35657" y="119924"/>
                </a:lnTo>
                <a:cubicBezTo>
                  <a:pt x="35657" y="125952"/>
                  <a:pt x="35903" y="129618"/>
                  <a:pt x="36396" y="130924"/>
                </a:cubicBezTo>
                <a:cubicBezTo>
                  <a:pt x="36888" y="132230"/>
                  <a:pt x="37751" y="133269"/>
                  <a:pt x="38982" y="134040"/>
                </a:cubicBezTo>
                <a:cubicBezTo>
                  <a:pt x="40214" y="134809"/>
                  <a:pt x="42554" y="135193"/>
                  <a:pt x="46003" y="135193"/>
                </a:cubicBezTo>
                <a:lnTo>
                  <a:pt x="67249" y="135193"/>
                </a:lnTo>
                <a:cubicBezTo>
                  <a:pt x="74331" y="135193"/>
                  <a:pt x="79473" y="134658"/>
                  <a:pt x="82676" y="133588"/>
                </a:cubicBezTo>
                <a:cubicBezTo>
                  <a:pt x="85878" y="132519"/>
                  <a:pt x="88957" y="130412"/>
                  <a:pt x="91913" y="127270"/>
                </a:cubicBezTo>
                <a:cubicBezTo>
                  <a:pt x="95732" y="123125"/>
                  <a:pt x="99642" y="116873"/>
                  <a:pt x="103645" y="108515"/>
                </a:cubicBezTo>
                <a:lnTo>
                  <a:pt x="107340" y="108515"/>
                </a:lnTo>
                <a:lnTo>
                  <a:pt x="96532" y="142615"/>
                </a:lnTo>
                <a:lnTo>
                  <a:pt x="0" y="142615"/>
                </a:lnTo>
                <a:lnTo>
                  <a:pt x="0" y="138804"/>
                </a:lnTo>
                <a:lnTo>
                  <a:pt x="4434" y="138804"/>
                </a:lnTo>
                <a:cubicBezTo>
                  <a:pt x="7390" y="138804"/>
                  <a:pt x="10192" y="138035"/>
                  <a:pt x="12840" y="136497"/>
                </a:cubicBezTo>
                <a:cubicBezTo>
                  <a:pt x="14811" y="135427"/>
                  <a:pt x="16150" y="133822"/>
                  <a:pt x="16858" y="131683"/>
                </a:cubicBezTo>
                <a:cubicBezTo>
                  <a:pt x="17567" y="129543"/>
                  <a:pt x="17921" y="125164"/>
                  <a:pt x="17921" y="118545"/>
                </a:cubicBezTo>
                <a:lnTo>
                  <a:pt x="17921" y="30288"/>
                </a:lnTo>
                <a:cubicBezTo>
                  <a:pt x="17921" y="21707"/>
                  <a:pt x="17120" y="16419"/>
                  <a:pt x="15519" y="14423"/>
                </a:cubicBezTo>
                <a:cubicBezTo>
                  <a:pt x="13302" y="11761"/>
                  <a:pt x="9607" y="10430"/>
                  <a:pt x="4434" y="10430"/>
                </a:cubicBezTo>
                <a:lnTo>
                  <a:pt x="0" y="10430"/>
                </a:lnTo>
                <a:lnTo>
                  <a:pt x="0" y="6619"/>
                </a:lnTo>
                <a:lnTo>
                  <a:pt x="96532" y="6619"/>
                </a:lnTo>
                <a:lnTo>
                  <a:pt x="97918" y="36506"/>
                </a:lnTo>
                <a:lnTo>
                  <a:pt x="94315" y="36506"/>
                </a:lnTo>
                <a:cubicBezTo>
                  <a:pt x="93022" y="29321"/>
                  <a:pt x="91590" y="24384"/>
                  <a:pt x="90020" y="21697"/>
                </a:cubicBezTo>
                <a:cubicBezTo>
                  <a:pt x="88449" y="19010"/>
                  <a:pt x="86124" y="16962"/>
                  <a:pt x="83045" y="15551"/>
                </a:cubicBezTo>
                <a:cubicBezTo>
                  <a:pt x="80582" y="14544"/>
                  <a:pt x="76240" y="14041"/>
                  <a:pt x="70020" y="14041"/>
                </a:cubicBezTo>
                <a:lnTo>
                  <a:pt x="35657" y="14041"/>
                </a:lnTo>
                <a:close/>
                <a:moveTo>
                  <a:pt x="114206" y="50748"/>
                </a:moveTo>
                <a:lnTo>
                  <a:pt x="154020" y="50748"/>
                </a:lnTo>
                <a:lnTo>
                  <a:pt x="154020" y="54358"/>
                </a:lnTo>
                <a:cubicBezTo>
                  <a:pt x="151495" y="54358"/>
                  <a:pt x="149724" y="54831"/>
                  <a:pt x="148708" y="55778"/>
                </a:cubicBezTo>
                <a:cubicBezTo>
                  <a:pt x="147692" y="56722"/>
                  <a:pt x="147184" y="57971"/>
                  <a:pt x="147184" y="59523"/>
                </a:cubicBezTo>
                <a:cubicBezTo>
                  <a:pt x="147184" y="61144"/>
                  <a:pt x="148262" y="63643"/>
                  <a:pt x="150417" y="67020"/>
                </a:cubicBezTo>
                <a:cubicBezTo>
                  <a:pt x="151094" y="68067"/>
                  <a:pt x="152111" y="69704"/>
                  <a:pt x="153465" y="71931"/>
                </a:cubicBezTo>
                <a:lnTo>
                  <a:pt x="159470" y="82399"/>
                </a:lnTo>
                <a:lnTo>
                  <a:pt x="166398" y="71969"/>
                </a:lnTo>
                <a:cubicBezTo>
                  <a:pt x="170832" y="65414"/>
                  <a:pt x="173049" y="61250"/>
                  <a:pt x="173049" y="59476"/>
                </a:cubicBezTo>
                <a:cubicBezTo>
                  <a:pt x="173049" y="58043"/>
                  <a:pt x="172526" y="56832"/>
                  <a:pt x="171479" y="55844"/>
                </a:cubicBezTo>
                <a:cubicBezTo>
                  <a:pt x="170432" y="54853"/>
                  <a:pt x="168738" y="54358"/>
                  <a:pt x="166398" y="54358"/>
                </a:cubicBezTo>
                <a:lnTo>
                  <a:pt x="166398" y="50748"/>
                </a:lnTo>
                <a:lnTo>
                  <a:pt x="195034" y="50748"/>
                </a:lnTo>
                <a:lnTo>
                  <a:pt x="195034" y="54358"/>
                </a:lnTo>
                <a:cubicBezTo>
                  <a:pt x="192017" y="54559"/>
                  <a:pt x="189399" y="55462"/>
                  <a:pt x="187182" y="57069"/>
                </a:cubicBezTo>
                <a:cubicBezTo>
                  <a:pt x="184165" y="59344"/>
                  <a:pt x="180039" y="64296"/>
                  <a:pt x="174804" y="71925"/>
                </a:cubicBezTo>
                <a:lnTo>
                  <a:pt x="163257" y="88655"/>
                </a:lnTo>
                <a:lnTo>
                  <a:pt x="184319" y="121632"/>
                </a:lnTo>
                <a:cubicBezTo>
                  <a:pt x="189492" y="129732"/>
                  <a:pt x="193187" y="134603"/>
                  <a:pt x="195404" y="136243"/>
                </a:cubicBezTo>
                <a:cubicBezTo>
                  <a:pt x="197621" y="137883"/>
                  <a:pt x="200484" y="138804"/>
                  <a:pt x="203995" y="139004"/>
                </a:cubicBezTo>
                <a:lnTo>
                  <a:pt x="203995" y="142615"/>
                </a:lnTo>
                <a:lnTo>
                  <a:pt x="164089" y="142615"/>
                </a:lnTo>
                <a:lnTo>
                  <a:pt x="164089" y="139004"/>
                </a:lnTo>
                <a:cubicBezTo>
                  <a:pt x="166860" y="139004"/>
                  <a:pt x="169015" y="138334"/>
                  <a:pt x="170555" y="136995"/>
                </a:cubicBezTo>
                <a:cubicBezTo>
                  <a:pt x="171725" y="136057"/>
                  <a:pt x="172310" y="134817"/>
                  <a:pt x="172310" y="133275"/>
                </a:cubicBezTo>
                <a:cubicBezTo>
                  <a:pt x="172310" y="131735"/>
                  <a:pt x="170339" y="127850"/>
                  <a:pt x="166398" y="121619"/>
                </a:cubicBezTo>
                <a:lnTo>
                  <a:pt x="154020" y="101968"/>
                </a:lnTo>
                <a:lnTo>
                  <a:pt x="140441" y="121538"/>
                </a:lnTo>
                <a:cubicBezTo>
                  <a:pt x="136253" y="127662"/>
                  <a:pt x="134159" y="131296"/>
                  <a:pt x="134159" y="132441"/>
                </a:cubicBezTo>
                <a:cubicBezTo>
                  <a:pt x="134159" y="134056"/>
                  <a:pt x="134852" y="135521"/>
                  <a:pt x="136237" y="136835"/>
                </a:cubicBezTo>
                <a:cubicBezTo>
                  <a:pt x="137623" y="138147"/>
                  <a:pt x="139702" y="138870"/>
                  <a:pt x="142473" y="139004"/>
                </a:cubicBezTo>
                <a:lnTo>
                  <a:pt x="142473" y="142615"/>
                </a:lnTo>
                <a:lnTo>
                  <a:pt x="114853" y="142615"/>
                </a:lnTo>
                <a:lnTo>
                  <a:pt x="114853" y="139004"/>
                </a:lnTo>
                <a:cubicBezTo>
                  <a:pt x="117070" y="138670"/>
                  <a:pt x="119009" y="137833"/>
                  <a:pt x="120672" y="136494"/>
                </a:cubicBezTo>
                <a:cubicBezTo>
                  <a:pt x="123012" y="134553"/>
                  <a:pt x="126954" y="129599"/>
                  <a:pt x="132496" y="121632"/>
                </a:cubicBezTo>
                <a:lnTo>
                  <a:pt x="150232" y="96004"/>
                </a:lnTo>
                <a:lnTo>
                  <a:pt x="134159" y="70724"/>
                </a:lnTo>
                <a:cubicBezTo>
                  <a:pt x="129602" y="63495"/>
                  <a:pt x="126076" y="58960"/>
                  <a:pt x="123582" y="57119"/>
                </a:cubicBezTo>
                <a:cubicBezTo>
                  <a:pt x="121088" y="55278"/>
                  <a:pt x="117963" y="54358"/>
                  <a:pt x="114206" y="54358"/>
                </a:cubicBezTo>
                <a:lnTo>
                  <a:pt x="114206" y="50748"/>
                </a:lnTo>
                <a:close/>
                <a:moveTo>
                  <a:pt x="226443" y="85448"/>
                </a:moveTo>
                <a:cubicBezTo>
                  <a:pt x="226381" y="99025"/>
                  <a:pt x="229430" y="109674"/>
                  <a:pt x="235588" y="117394"/>
                </a:cubicBezTo>
                <a:cubicBezTo>
                  <a:pt x="241746" y="125115"/>
                  <a:pt x="248982" y="128975"/>
                  <a:pt x="257296" y="128975"/>
                </a:cubicBezTo>
                <a:cubicBezTo>
                  <a:pt x="262839" y="128975"/>
                  <a:pt x="267658" y="127313"/>
                  <a:pt x="271753" y="123989"/>
                </a:cubicBezTo>
                <a:cubicBezTo>
                  <a:pt x="275848" y="120664"/>
                  <a:pt x="279281" y="114972"/>
                  <a:pt x="282053" y="106911"/>
                </a:cubicBezTo>
                <a:lnTo>
                  <a:pt x="284916" y="108926"/>
                </a:lnTo>
                <a:cubicBezTo>
                  <a:pt x="283623" y="118134"/>
                  <a:pt x="279867" y="126519"/>
                  <a:pt x="273647" y="134080"/>
                </a:cubicBezTo>
                <a:cubicBezTo>
                  <a:pt x="267427" y="141642"/>
                  <a:pt x="259636" y="145423"/>
                  <a:pt x="250276" y="145423"/>
                </a:cubicBezTo>
                <a:cubicBezTo>
                  <a:pt x="240114" y="145423"/>
                  <a:pt x="231416" y="141136"/>
                  <a:pt x="224180" y="132563"/>
                </a:cubicBezTo>
                <a:cubicBezTo>
                  <a:pt x="216944" y="123989"/>
                  <a:pt x="213326" y="112461"/>
                  <a:pt x="213326" y="97982"/>
                </a:cubicBezTo>
                <a:cubicBezTo>
                  <a:pt x="213326" y="82303"/>
                  <a:pt x="217036" y="70077"/>
                  <a:pt x="224457" y="61303"/>
                </a:cubicBezTo>
                <a:cubicBezTo>
                  <a:pt x="231878" y="52528"/>
                  <a:pt x="241192" y="48140"/>
                  <a:pt x="252400" y="48140"/>
                </a:cubicBezTo>
                <a:cubicBezTo>
                  <a:pt x="261884" y="48140"/>
                  <a:pt x="269674" y="51525"/>
                  <a:pt x="275771" y="58294"/>
                </a:cubicBezTo>
                <a:cubicBezTo>
                  <a:pt x="281868" y="65062"/>
                  <a:pt x="284916" y="74113"/>
                  <a:pt x="284916" y="85448"/>
                </a:cubicBezTo>
                <a:lnTo>
                  <a:pt x="226443" y="85448"/>
                </a:lnTo>
                <a:moveTo>
                  <a:pt x="226443" y="79631"/>
                </a:moveTo>
                <a:lnTo>
                  <a:pt x="265610" y="79631"/>
                </a:lnTo>
                <a:cubicBezTo>
                  <a:pt x="265302" y="73796"/>
                  <a:pt x="264655" y="69685"/>
                  <a:pt x="263670" y="67299"/>
                </a:cubicBezTo>
                <a:cubicBezTo>
                  <a:pt x="262130" y="63584"/>
                  <a:pt x="259837" y="60666"/>
                  <a:pt x="256788" y="58545"/>
                </a:cubicBezTo>
                <a:cubicBezTo>
                  <a:pt x="253740" y="56422"/>
                  <a:pt x="250553" y="55361"/>
                  <a:pt x="247227" y="55361"/>
                </a:cubicBezTo>
                <a:cubicBezTo>
                  <a:pt x="242116" y="55361"/>
                  <a:pt x="237543" y="57499"/>
                  <a:pt x="233510" y="61776"/>
                </a:cubicBezTo>
                <a:cubicBezTo>
                  <a:pt x="229476" y="66053"/>
                  <a:pt x="227120" y="72005"/>
                  <a:pt x="226443" y="79631"/>
                </a:cubicBezTo>
                <a:close/>
                <a:moveTo>
                  <a:pt x="368083" y="107713"/>
                </a:moveTo>
                <a:cubicBezTo>
                  <a:pt x="365805" y="119815"/>
                  <a:pt x="361340" y="129125"/>
                  <a:pt x="354689" y="135644"/>
                </a:cubicBezTo>
                <a:cubicBezTo>
                  <a:pt x="348038" y="142163"/>
                  <a:pt x="340679" y="145423"/>
                  <a:pt x="332611" y="145423"/>
                </a:cubicBezTo>
                <a:cubicBezTo>
                  <a:pt x="323004" y="145423"/>
                  <a:pt x="314629" y="141049"/>
                  <a:pt x="307485" y="132300"/>
                </a:cubicBezTo>
                <a:cubicBezTo>
                  <a:pt x="300342" y="123550"/>
                  <a:pt x="296770" y="111727"/>
                  <a:pt x="296770" y="96831"/>
                </a:cubicBezTo>
                <a:cubicBezTo>
                  <a:pt x="296770" y="82404"/>
                  <a:pt x="300727" y="70683"/>
                  <a:pt x="308640" y="61667"/>
                </a:cubicBezTo>
                <a:cubicBezTo>
                  <a:pt x="316554" y="52649"/>
                  <a:pt x="326053" y="48140"/>
                  <a:pt x="337138" y="48140"/>
                </a:cubicBezTo>
                <a:cubicBezTo>
                  <a:pt x="345452" y="48140"/>
                  <a:pt x="352287" y="50539"/>
                  <a:pt x="357645" y="55336"/>
                </a:cubicBezTo>
                <a:cubicBezTo>
                  <a:pt x="363003" y="60131"/>
                  <a:pt x="365682" y="65111"/>
                  <a:pt x="365682" y="70276"/>
                </a:cubicBezTo>
                <a:cubicBezTo>
                  <a:pt x="365682" y="72825"/>
                  <a:pt x="364927" y="74889"/>
                  <a:pt x="363419" y="76466"/>
                </a:cubicBezTo>
                <a:cubicBezTo>
                  <a:pt x="361910" y="78041"/>
                  <a:pt x="359801" y="78829"/>
                  <a:pt x="357091" y="78829"/>
                </a:cubicBezTo>
                <a:cubicBezTo>
                  <a:pt x="353457" y="78829"/>
                  <a:pt x="350717" y="77548"/>
                  <a:pt x="348869" y="74987"/>
                </a:cubicBezTo>
                <a:cubicBezTo>
                  <a:pt x="347823" y="73570"/>
                  <a:pt x="347130" y="70873"/>
                  <a:pt x="346791" y="66894"/>
                </a:cubicBezTo>
                <a:cubicBezTo>
                  <a:pt x="346452" y="62916"/>
                  <a:pt x="345205" y="59882"/>
                  <a:pt x="343050" y="57793"/>
                </a:cubicBezTo>
                <a:cubicBezTo>
                  <a:pt x="340894" y="55770"/>
                  <a:pt x="337908" y="54759"/>
                  <a:pt x="334089" y="54759"/>
                </a:cubicBezTo>
                <a:cubicBezTo>
                  <a:pt x="327931" y="54759"/>
                  <a:pt x="322974" y="57233"/>
                  <a:pt x="319217" y="62181"/>
                </a:cubicBezTo>
                <a:cubicBezTo>
                  <a:pt x="314229" y="68733"/>
                  <a:pt x="311735" y="77392"/>
                  <a:pt x="311735" y="88156"/>
                </a:cubicBezTo>
                <a:cubicBezTo>
                  <a:pt x="311735" y="99121"/>
                  <a:pt x="314213" y="108800"/>
                  <a:pt x="319171" y="117191"/>
                </a:cubicBezTo>
                <a:cubicBezTo>
                  <a:pt x="324128" y="125582"/>
                  <a:pt x="330826" y="129777"/>
                  <a:pt x="339262" y="129777"/>
                </a:cubicBezTo>
                <a:cubicBezTo>
                  <a:pt x="345298" y="129777"/>
                  <a:pt x="350717" y="127537"/>
                  <a:pt x="355520" y="123058"/>
                </a:cubicBezTo>
                <a:cubicBezTo>
                  <a:pt x="358908" y="119982"/>
                  <a:pt x="362202" y="114399"/>
                  <a:pt x="365405" y="106309"/>
                </a:cubicBezTo>
                <a:lnTo>
                  <a:pt x="368083" y="107713"/>
                </a:lnTo>
                <a:close/>
                <a:moveTo>
                  <a:pt x="454391" y="50748"/>
                </a:moveTo>
                <a:lnTo>
                  <a:pt x="454391" y="106710"/>
                </a:lnTo>
                <a:cubicBezTo>
                  <a:pt x="454391" y="117209"/>
                  <a:pt x="454622" y="123631"/>
                  <a:pt x="455084" y="125976"/>
                </a:cubicBezTo>
                <a:cubicBezTo>
                  <a:pt x="455546" y="128318"/>
                  <a:pt x="456285" y="129955"/>
                  <a:pt x="457301" y="130887"/>
                </a:cubicBezTo>
                <a:cubicBezTo>
                  <a:pt x="458317" y="131819"/>
                  <a:pt x="459503" y="132285"/>
                  <a:pt x="460857" y="132285"/>
                </a:cubicBezTo>
                <a:cubicBezTo>
                  <a:pt x="462766" y="132285"/>
                  <a:pt x="464922" y="131716"/>
                  <a:pt x="467324" y="130580"/>
                </a:cubicBezTo>
                <a:lnTo>
                  <a:pt x="468617" y="134190"/>
                </a:lnTo>
                <a:lnTo>
                  <a:pt x="443306" y="145423"/>
                </a:lnTo>
                <a:lnTo>
                  <a:pt x="439149" y="145423"/>
                </a:lnTo>
                <a:lnTo>
                  <a:pt x="439149" y="126057"/>
                </a:lnTo>
                <a:cubicBezTo>
                  <a:pt x="431882" y="134576"/>
                  <a:pt x="426340" y="139933"/>
                  <a:pt x="422522" y="142129"/>
                </a:cubicBezTo>
                <a:cubicBezTo>
                  <a:pt x="418703" y="144325"/>
                  <a:pt x="414670" y="145423"/>
                  <a:pt x="410420" y="145423"/>
                </a:cubicBezTo>
                <a:cubicBezTo>
                  <a:pt x="405679" y="145423"/>
                  <a:pt x="401568" y="143935"/>
                  <a:pt x="398088" y="140960"/>
                </a:cubicBezTo>
                <a:cubicBezTo>
                  <a:pt x="394609" y="137984"/>
                  <a:pt x="392192" y="134157"/>
                  <a:pt x="390837" y="129476"/>
                </a:cubicBezTo>
                <a:cubicBezTo>
                  <a:pt x="389482" y="124796"/>
                  <a:pt x="388805" y="118177"/>
                  <a:pt x="388805" y="109619"/>
                </a:cubicBezTo>
                <a:lnTo>
                  <a:pt x="388805" y="68599"/>
                </a:lnTo>
                <a:cubicBezTo>
                  <a:pt x="388805" y="64222"/>
                  <a:pt x="388374" y="61192"/>
                  <a:pt x="387511" y="59511"/>
                </a:cubicBezTo>
                <a:cubicBezTo>
                  <a:pt x="386649" y="57826"/>
                  <a:pt x="385371" y="56530"/>
                  <a:pt x="383678" y="55621"/>
                </a:cubicBezTo>
                <a:cubicBezTo>
                  <a:pt x="381984" y="54712"/>
                  <a:pt x="378921" y="54291"/>
                  <a:pt x="374487" y="54358"/>
                </a:cubicBezTo>
                <a:lnTo>
                  <a:pt x="374487" y="50748"/>
                </a:lnTo>
                <a:lnTo>
                  <a:pt x="404139" y="50748"/>
                </a:lnTo>
                <a:lnTo>
                  <a:pt x="404139" y="112301"/>
                </a:lnTo>
                <a:cubicBezTo>
                  <a:pt x="404139" y="120870"/>
                  <a:pt x="405509" y="126494"/>
                  <a:pt x="408250" y="129172"/>
                </a:cubicBezTo>
                <a:cubicBezTo>
                  <a:pt x="410990" y="131849"/>
                  <a:pt x="414300" y="133187"/>
                  <a:pt x="418180" y="133187"/>
                </a:cubicBezTo>
                <a:cubicBezTo>
                  <a:pt x="420828" y="133187"/>
                  <a:pt x="423830" y="132284"/>
                  <a:pt x="427187" y="130476"/>
                </a:cubicBezTo>
                <a:cubicBezTo>
                  <a:pt x="430543" y="128669"/>
                  <a:pt x="434530" y="125221"/>
                  <a:pt x="439149" y="120134"/>
                </a:cubicBezTo>
                <a:lnTo>
                  <a:pt x="439149" y="68198"/>
                </a:lnTo>
                <a:cubicBezTo>
                  <a:pt x="439149" y="62868"/>
                  <a:pt x="438272" y="59263"/>
                  <a:pt x="436516" y="57382"/>
                </a:cubicBezTo>
                <a:cubicBezTo>
                  <a:pt x="434761" y="55502"/>
                  <a:pt x="431113" y="54494"/>
                  <a:pt x="425570" y="54358"/>
                </a:cubicBezTo>
                <a:lnTo>
                  <a:pt x="425570" y="50748"/>
                </a:lnTo>
                <a:lnTo>
                  <a:pt x="454391" y="50748"/>
                </a:lnTo>
                <a:close/>
                <a:moveTo>
                  <a:pt x="499379" y="20459"/>
                </a:moveTo>
                <a:lnTo>
                  <a:pt x="499379" y="50748"/>
                </a:lnTo>
                <a:lnTo>
                  <a:pt x="519147" y="50748"/>
                </a:lnTo>
                <a:lnTo>
                  <a:pt x="519147" y="57567"/>
                </a:lnTo>
                <a:lnTo>
                  <a:pt x="499379" y="57768"/>
                </a:lnTo>
                <a:lnTo>
                  <a:pt x="499379" y="117423"/>
                </a:lnTo>
                <a:cubicBezTo>
                  <a:pt x="499379" y="123380"/>
                  <a:pt x="500164" y="127396"/>
                  <a:pt x="501734" y="129473"/>
                </a:cubicBezTo>
                <a:cubicBezTo>
                  <a:pt x="503305" y="131548"/>
                  <a:pt x="505321" y="132585"/>
                  <a:pt x="507785" y="132585"/>
                </a:cubicBezTo>
                <a:cubicBezTo>
                  <a:pt x="509817" y="132585"/>
                  <a:pt x="511788" y="131892"/>
                  <a:pt x="513697" y="130504"/>
                </a:cubicBezTo>
                <a:cubicBezTo>
                  <a:pt x="515606" y="129117"/>
                  <a:pt x="517084" y="127069"/>
                  <a:pt x="518131" y="124362"/>
                </a:cubicBezTo>
                <a:lnTo>
                  <a:pt x="521733" y="124362"/>
                </a:lnTo>
                <a:cubicBezTo>
                  <a:pt x="519578" y="130947"/>
                  <a:pt x="516530" y="135903"/>
                  <a:pt x="512588" y="139230"/>
                </a:cubicBezTo>
                <a:cubicBezTo>
                  <a:pt x="508647" y="142556"/>
                  <a:pt x="504582" y="144219"/>
                  <a:pt x="500395" y="144219"/>
                </a:cubicBezTo>
                <a:cubicBezTo>
                  <a:pt x="497562" y="144219"/>
                  <a:pt x="494791" y="143364"/>
                  <a:pt x="492081" y="141652"/>
                </a:cubicBezTo>
                <a:cubicBezTo>
                  <a:pt x="489371" y="139941"/>
                  <a:pt x="487370" y="137492"/>
                  <a:pt x="486077" y="134306"/>
                </a:cubicBezTo>
                <a:cubicBezTo>
                  <a:pt x="484783" y="131120"/>
                  <a:pt x="484137" y="126205"/>
                  <a:pt x="484137" y="119563"/>
                </a:cubicBezTo>
                <a:lnTo>
                  <a:pt x="484137" y="57567"/>
                </a:lnTo>
                <a:lnTo>
                  <a:pt x="470742" y="57567"/>
                </a:lnTo>
                <a:lnTo>
                  <a:pt x="470742" y="54352"/>
                </a:lnTo>
                <a:cubicBezTo>
                  <a:pt x="474129" y="52889"/>
                  <a:pt x="477593" y="50413"/>
                  <a:pt x="481134" y="46924"/>
                </a:cubicBezTo>
                <a:cubicBezTo>
                  <a:pt x="484676" y="43435"/>
                  <a:pt x="487832" y="39276"/>
                  <a:pt x="490603" y="34447"/>
                </a:cubicBezTo>
                <a:cubicBezTo>
                  <a:pt x="492019" y="31898"/>
                  <a:pt x="493990" y="27235"/>
                  <a:pt x="496515" y="20459"/>
                </a:cubicBezTo>
                <a:lnTo>
                  <a:pt x="499379" y="20459"/>
                </a:lnTo>
                <a:close/>
                <a:moveTo>
                  <a:pt x="548924" y="0"/>
                </a:moveTo>
                <a:cubicBezTo>
                  <a:pt x="551510" y="0"/>
                  <a:pt x="553712" y="991"/>
                  <a:pt x="555528" y="2974"/>
                </a:cubicBezTo>
                <a:cubicBezTo>
                  <a:pt x="557345" y="4955"/>
                  <a:pt x="558254" y="7357"/>
                  <a:pt x="558254" y="10180"/>
                </a:cubicBezTo>
                <a:cubicBezTo>
                  <a:pt x="558254" y="13002"/>
                  <a:pt x="557345" y="15422"/>
                  <a:pt x="555528" y="17438"/>
                </a:cubicBezTo>
                <a:cubicBezTo>
                  <a:pt x="553712" y="19452"/>
                  <a:pt x="551510" y="20459"/>
                  <a:pt x="548924" y="20459"/>
                </a:cubicBezTo>
                <a:cubicBezTo>
                  <a:pt x="546337" y="20459"/>
                  <a:pt x="544120" y="19452"/>
                  <a:pt x="542273" y="17438"/>
                </a:cubicBezTo>
                <a:cubicBezTo>
                  <a:pt x="540425" y="15422"/>
                  <a:pt x="539501" y="13002"/>
                  <a:pt x="539501" y="10180"/>
                </a:cubicBezTo>
                <a:cubicBezTo>
                  <a:pt x="539501" y="7357"/>
                  <a:pt x="540410" y="4955"/>
                  <a:pt x="542226" y="2974"/>
                </a:cubicBezTo>
                <a:cubicBezTo>
                  <a:pt x="544043" y="991"/>
                  <a:pt x="546276" y="0"/>
                  <a:pt x="548924" y="0"/>
                </a:cubicBezTo>
                <a:moveTo>
                  <a:pt x="556591" y="48140"/>
                </a:moveTo>
                <a:lnTo>
                  <a:pt x="556591" y="121754"/>
                </a:lnTo>
                <a:cubicBezTo>
                  <a:pt x="556591" y="127537"/>
                  <a:pt x="556976" y="131388"/>
                  <a:pt x="557745" y="133306"/>
                </a:cubicBezTo>
                <a:cubicBezTo>
                  <a:pt x="558515" y="135222"/>
                  <a:pt x="559655" y="136651"/>
                  <a:pt x="561163" y="137594"/>
                </a:cubicBezTo>
                <a:cubicBezTo>
                  <a:pt x="562672" y="138534"/>
                  <a:pt x="565428" y="139004"/>
                  <a:pt x="569431" y="139004"/>
                </a:cubicBezTo>
                <a:lnTo>
                  <a:pt x="569431" y="142615"/>
                </a:lnTo>
                <a:lnTo>
                  <a:pt x="528324" y="142615"/>
                </a:lnTo>
                <a:lnTo>
                  <a:pt x="528324" y="139004"/>
                </a:lnTo>
                <a:cubicBezTo>
                  <a:pt x="532450" y="139004"/>
                  <a:pt x="535221" y="138567"/>
                  <a:pt x="536638" y="137694"/>
                </a:cubicBezTo>
                <a:cubicBezTo>
                  <a:pt x="538054" y="136819"/>
                  <a:pt x="539178" y="135373"/>
                  <a:pt x="540009" y="133356"/>
                </a:cubicBezTo>
                <a:cubicBezTo>
                  <a:pt x="540841" y="131338"/>
                  <a:pt x="541256" y="127471"/>
                  <a:pt x="541256" y="121754"/>
                </a:cubicBezTo>
                <a:lnTo>
                  <a:pt x="541256" y="86652"/>
                </a:lnTo>
                <a:cubicBezTo>
                  <a:pt x="541256" y="76648"/>
                  <a:pt x="540979" y="70169"/>
                  <a:pt x="540425" y="67214"/>
                </a:cubicBezTo>
                <a:cubicBezTo>
                  <a:pt x="539994" y="65064"/>
                  <a:pt x="539317" y="63571"/>
                  <a:pt x="538393" y="62736"/>
                </a:cubicBezTo>
                <a:cubicBezTo>
                  <a:pt x="537469" y="61898"/>
                  <a:pt x="536207" y="61479"/>
                  <a:pt x="534605" y="61479"/>
                </a:cubicBezTo>
                <a:cubicBezTo>
                  <a:pt x="532881" y="61479"/>
                  <a:pt x="530787" y="61980"/>
                  <a:pt x="528324" y="62983"/>
                </a:cubicBezTo>
                <a:lnTo>
                  <a:pt x="527031" y="59373"/>
                </a:lnTo>
                <a:lnTo>
                  <a:pt x="552526" y="48140"/>
                </a:lnTo>
                <a:lnTo>
                  <a:pt x="556591" y="48140"/>
                </a:lnTo>
                <a:close/>
                <a:moveTo>
                  <a:pt x="621378" y="48140"/>
                </a:moveTo>
                <a:cubicBezTo>
                  <a:pt x="634187" y="48140"/>
                  <a:pt x="644472" y="53417"/>
                  <a:pt x="652231" y="63970"/>
                </a:cubicBezTo>
                <a:cubicBezTo>
                  <a:pt x="658821" y="72986"/>
                  <a:pt x="662115" y="83339"/>
                  <a:pt x="662115" y="95029"/>
                </a:cubicBezTo>
                <a:cubicBezTo>
                  <a:pt x="662115" y="103245"/>
                  <a:pt x="660299" y="111561"/>
                  <a:pt x="656665" y="119977"/>
                </a:cubicBezTo>
                <a:cubicBezTo>
                  <a:pt x="653032" y="128391"/>
                  <a:pt x="648028" y="134735"/>
                  <a:pt x="641654" y="139010"/>
                </a:cubicBezTo>
                <a:cubicBezTo>
                  <a:pt x="635280" y="143285"/>
                  <a:pt x="628183" y="145423"/>
                  <a:pt x="620362" y="145423"/>
                </a:cubicBezTo>
                <a:cubicBezTo>
                  <a:pt x="607614" y="145423"/>
                  <a:pt x="597484" y="139912"/>
                  <a:pt x="589970" y="128890"/>
                </a:cubicBezTo>
                <a:cubicBezTo>
                  <a:pt x="583627" y="119607"/>
                  <a:pt x="580456" y="109188"/>
                  <a:pt x="580456" y="97634"/>
                </a:cubicBezTo>
                <a:cubicBezTo>
                  <a:pt x="580456" y="89218"/>
                  <a:pt x="582380" y="80852"/>
                  <a:pt x="586229" y="72536"/>
                </a:cubicBezTo>
                <a:cubicBezTo>
                  <a:pt x="590078" y="64220"/>
                  <a:pt x="595143" y="58075"/>
                  <a:pt x="601425" y="54101"/>
                </a:cubicBezTo>
                <a:cubicBezTo>
                  <a:pt x="607706" y="50127"/>
                  <a:pt x="614357" y="48140"/>
                  <a:pt x="621378" y="48140"/>
                </a:cubicBezTo>
                <a:moveTo>
                  <a:pt x="618514" y="54759"/>
                </a:moveTo>
                <a:cubicBezTo>
                  <a:pt x="615250" y="54759"/>
                  <a:pt x="611971" y="55809"/>
                  <a:pt x="608676" y="57909"/>
                </a:cubicBezTo>
                <a:cubicBezTo>
                  <a:pt x="605382" y="60007"/>
                  <a:pt x="602718" y="63687"/>
                  <a:pt x="600686" y="68950"/>
                </a:cubicBezTo>
                <a:cubicBezTo>
                  <a:pt x="598654" y="74214"/>
                  <a:pt x="597638" y="80975"/>
                  <a:pt x="597638" y="89234"/>
                </a:cubicBezTo>
                <a:cubicBezTo>
                  <a:pt x="597638" y="102559"/>
                  <a:pt x="600086" y="114051"/>
                  <a:pt x="604981" y="123713"/>
                </a:cubicBezTo>
                <a:cubicBezTo>
                  <a:pt x="609877" y="133372"/>
                  <a:pt x="616328" y="138202"/>
                  <a:pt x="624334" y="138202"/>
                </a:cubicBezTo>
                <a:cubicBezTo>
                  <a:pt x="630308" y="138202"/>
                  <a:pt x="635234" y="135537"/>
                  <a:pt x="639114" y="130207"/>
                </a:cubicBezTo>
                <a:cubicBezTo>
                  <a:pt x="642994" y="124877"/>
                  <a:pt x="644934" y="115717"/>
                  <a:pt x="644934" y="102727"/>
                </a:cubicBezTo>
                <a:cubicBezTo>
                  <a:pt x="644934" y="86471"/>
                  <a:pt x="641701" y="73680"/>
                  <a:pt x="635234" y="64353"/>
                </a:cubicBezTo>
                <a:cubicBezTo>
                  <a:pt x="630862" y="57957"/>
                  <a:pt x="625289" y="54759"/>
                  <a:pt x="618514" y="54759"/>
                </a:cubicBezTo>
                <a:close/>
                <a:moveTo>
                  <a:pt x="699251" y="67496"/>
                </a:moveTo>
                <a:cubicBezTo>
                  <a:pt x="709166" y="54592"/>
                  <a:pt x="718619" y="48140"/>
                  <a:pt x="727610" y="48140"/>
                </a:cubicBezTo>
                <a:cubicBezTo>
                  <a:pt x="732229" y="48140"/>
                  <a:pt x="736201" y="49390"/>
                  <a:pt x="739526" y="51891"/>
                </a:cubicBezTo>
                <a:cubicBezTo>
                  <a:pt x="742852" y="54390"/>
                  <a:pt x="745500" y="58508"/>
                  <a:pt x="747471" y="64243"/>
                </a:cubicBezTo>
                <a:cubicBezTo>
                  <a:pt x="748825" y="68244"/>
                  <a:pt x="749503" y="74379"/>
                  <a:pt x="749503" y="82647"/>
                </a:cubicBezTo>
                <a:lnTo>
                  <a:pt x="749503" y="121754"/>
                </a:lnTo>
                <a:cubicBezTo>
                  <a:pt x="749503" y="127604"/>
                  <a:pt x="749934" y="131572"/>
                  <a:pt x="750796" y="133657"/>
                </a:cubicBezTo>
                <a:cubicBezTo>
                  <a:pt x="751474" y="135339"/>
                  <a:pt x="752567" y="136651"/>
                  <a:pt x="754075" y="137594"/>
                </a:cubicBezTo>
                <a:cubicBezTo>
                  <a:pt x="755584" y="138534"/>
                  <a:pt x="758371" y="139004"/>
                  <a:pt x="762435" y="139004"/>
                </a:cubicBezTo>
                <a:lnTo>
                  <a:pt x="762435" y="142615"/>
                </a:lnTo>
                <a:lnTo>
                  <a:pt x="720589" y="142615"/>
                </a:lnTo>
                <a:lnTo>
                  <a:pt x="720589" y="139004"/>
                </a:lnTo>
                <a:lnTo>
                  <a:pt x="722345" y="139004"/>
                </a:lnTo>
                <a:cubicBezTo>
                  <a:pt x="726286" y="139004"/>
                  <a:pt x="729042" y="138349"/>
                  <a:pt x="730612" y="137039"/>
                </a:cubicBezTo>
                <a:cubicBezTo>
                  <a:pt x="732183" y="135727"/>
                  <a:pt x="733276" y="133793"/>
                  <a:pt x="733891" y="131238"/>
                </a:cubicBezTo>
                <a:cubicBezTo>
                  <a:pt x="734138" y="130229"/>
                  <a:pt x="734261" y="127067"/>
                  <a:pt x="734261" y="121754"/>
                </a:cubicBezTo>
                <a:lnTo>
                  <a:pt x="734261" y="84207"/>
                </a:lnTo>
                <a:cubicBezTo>
                  <a:pt x="734261" y="75862"/>
                  <a:pt x="733260" y="69804"/>
                  <a:pt x="731259" y="66033"/>
                </a:cubicBezTo>
                <a:cubicBezTo>
                  <a:pt x="729257" y="62261"/>
                  <a:pt x="725886" y="60376"/>
                  <a:pt x="721144" y="60376"/>
                </a:cubicBezTo>
                <a:cubicBezTo>
                  <a:pt x="713815" y="60376"/>
                  <a:pt x="706518" y="64721"/>
                  <a:pt x="699251" y="73413"/>
                </a:cubicBezTo>
                <a:lnTo>
                  <a:pt x="699251" y="121754"/>
                </a:lnTo>
                <a:cubicBezTo>
                  <a:pt x="699251" y="128008"/>
                  <a:pt x="699589" y="131875"/>
                  <a:pt x="700267" y="133356"/>
                </a:cubicBezTo>
                <a:cubicBezTo>
                  <a:pt x="701129" y="135306"/>
                  <a:pt x="702315" y="136735"/>
                  <a:pt x="703823" y="137644"/>
                </a:cubicBezTo>
                <a:cubicBezTo>
                  <a:pt x="705332" y="138551"/>
                  <a:pt x="708396" y="139004"/>
                  <a:pt x="713015" y="139004"/>
                </a:cubicBezTo>
                <a:lnTo>
                  <a:pt x="713015" y="142615"/>
                </a:lnTo>
                <a:lnTo>
                  <a:pt x="671169" y="142615"/>
                </a:lnTo>
                <a:lnTo>
                  <a:pt x="671169" y="139004"/>
                </a:lnTo>
                <a:lnTo>
                  <a:pt x="673016" y="139004"/>
                </a:lnTo>
                <a:cubicBezTo>
                  <a:pt x="677327" y="139004"/>
                  <a:pt x="680237" y="137811"/>
                  <a:pt x="681746" y="135425"/>
                </a:cubicBezTo>
                <a:cubicBezTo>
                  <a:pt x="683254" y="133037"/>
                  <a:pt x="684009" y="128480"/>
                  <a:pt x="684009" y="121754"/>
                </a:cubicBezTo>
                <a:lnTo>
                  <a:pt x="684009" y="87855"/>
                </a:lnTo>
                <a:cubicBezTo>
                  <a:pt x="684009" y="76823"/>
                  <a:pt x="683778" y="70104"/>
                  <a:pt x="683316" y="67697"/>
                </a:cubicBezTo>
                <a:cubicBezTo>
                  <a:pt x="682854" y="65290"/>
                  <a:pt x="682146" y="63652"/>
                  <a:pt x="681191" y="62783"/>
                </a:cubicBezTo>
                <a:cubicBezTo>
                  <a:pt x="680237" y="61913"/>
                  <a:pt x="678959" y="61479"/>
                  <a:pt x="677358" y="61479"/>
                </a:cubicBezTo>
                <a:cubicBezTo>
                  <a:pt x="675634" y="61479"/>
                  <a:pt x="673570" y="61980"/>
                  <a:pt x="671169" y="62983"/>
                </a:cubicBezTo>
                <a:lnTo>
                  <a:pt x="669783" y="59373"/>
                </a:lnTo>
                <a:lnTo>
                  <a:pt x="695279" y="48140"/>
                </a:lnTo>
                <a:lnTo>
                  <a:pt x="699251" y="48140"/>
                </a:lnTo>
                <a:lnTo>
                  <a:pt x="699251" y="67496"/>
                </a:lnTo>
                <a:close/>
                <a:moveTo>
                  <a:pt x="938409" y="142615"/>
                </a:moveTo>
                <a:lnTo>
                  <a:pt x="904969" y="142615"/>
                </a:lnTo>
                <a:lnTo>
                  <a:pt x="862569" y="79030"/>
                </a:lnTo>
                <a:cubicBezTo>
                  <a:pt x="859429" y="79163"/>
                  <a:pt x="856873" y="79230"/>
                  <a:pt x="854902" y="79230"/>
                </a:cubicBezTo>
                <a:cubicBezTo>
                  <a:pt x="854102" y="79230"/>
                  <a:pt x="853239" y="79214"/>
                  <a:pt x="852316" y="79180"/>
                </a:cubicBezTo>
                <a:cubicBezTo>
                  <a:pt x="851392" y="79147"/>
                  <a:pt x="850437" y="79097"/>
                  <a:pt x="849452" y="79030"/>
                </a:cubicBezTo>
                <a:lnTo>
                  <a:pt x="849452" y="118545"/>
                </a:lnTo>
                <a:cubicBezTo>
                  <a:pt x="849452" y="127061"/>
                  <a:pt x="850314" y="132350"/>
                  <a:pt x="852038" y="134413"/>
                </a:cubicBezTo>
                <a:cubicBezTo>
                  <a:pt x="854379" y="137340"/>
                  <a:pt x="857889" y="138804"/>
                  <a:pt x="862569" y="138804"/>
                </a:cubicBezTo>
                <a:lnTo>
                  <a:pt x="867465" y="138804"/>
                </a:lnTo>
                <a:lnTo>
                  <a:pt x="867465" y="142615"/>
                </a:lnTo>
                <a:lnTo>
                  <a:pt x="813795" y="142615"/>
                </a:lnTo>
                <a:lnTo>
                  <a:pt x="813795" y="138804"/>
                </a:lnTo>
                <a:lnTo>
                  <a:pt x="818506" y="138804"/>
                </a:lnTo>
                <a:cubicBezTo>
                  <a:pt x="823802" y="138804"/>
                  <a:pt x="827590" y="136941"/>
                  <a:pt x="829868" y="133215"/>
                </a:cubicBezTo>
                <a:cubicBezTo>
                  <a:pt x="831162" y="131153"/>
                  <a:pt x="831808" y="126263"/>
                  <a:pt x="831808" y="118545"/>
                </a:cubicBezTo>
                <a:lnTo>
                  <a:pt x="831808" y="30689"/>
                </a:lnTo>
                <a:cubicBezTo>
                  <a:pt x="831808" y="22173"/>
                  <a:pt x="830946" y="16883"/>
                  <a:pt x="829222" y="14821"/>
                </a:cubicBezTo>
                <a:cubicBezTo>
                  <a:pt x="826820" y="11894"/>
                  <a:pt x="823248" y="10430"/>
                  <a:pt x="818506" y="10430"/>
                </a:cubicBezTo>
                <a:lnTo>
                  <a:pt x="813795" y="10430"/>
                </a:lnTo>
                <a:lnTo>
                  <a:pt x="813795" y="6619"/>
                </a:lnTo>
                <a:lnTo>
                  <a:pt x="859429" y="6619"/>
                </a:lnTo>
                <a:cubicBezTo>
                  <a:pt x="872731" y="6619"/>
                  <a:pt x="882538" y="7671"/>
                  <a:pt x="888850" y="9775"/>
                </a:cubicBezTo>
                <a:cubicBezTo>
                  <a:pt x="895162" y="11879"/>
                  <a:pt x="900520" y="15754"/>
                  <a:pt x="904923" y="21400"/>
                </a:cubicBezTo>
                <a:cubicBezTo>
                  <a:pt x="909327" y="27043"/>
                  <a:pt x="911528" y="33772"/>
                  <a:pt x="911528" y="41587"/>
                </a:cubicBezTo>
                <a:cubicBezTo>
                  <a:pt x="911528" y="49938"/>
                  <a:pt x="909019" y="57186"/>
                  <a:pt x="904000" y="63331"/>
                </a:cubicBezTo>
                <a:cubicBezTo>
                  <a:pt x="898981" y="69476"/>
                  <a:pt x="891206" y="73818"/>
                  <a:pt x="880675" y="76356"/>
                </a:cubicBezTo>
                <a:lnTo>
                  <a:pt x="906540" y="115335"/>
                </a:lnTo>
                <a:cubicBezTo>
                  <a:pt x="912452" y="124295"/>
                  <a:pt x="917533" y="130245"/>
                  <a:pt x="921782" y="133187"/>
                </a:cubicBezTo>
                <a:cubicBezTo>
                  <a:pt x="926031" y="136129"/>
                  <a:pt x="931574" y="138001"/>
                  <a:pt x="938409" y="138804"/>
                </a:cubicBezTo>
                <a:lnTo>
                  <a:pt x="938409" y="142615"/>
                </a:lnTo>
                <a:moveTo>
                  <a:pt x="849452" y="72611"/>
                </a:moveTo>
                <a:cubicBezTo>
                  <a:pt x="850622" y="72611"/>
                  <a:pt x="851638" y="72628"/>
                  <a:pt x="852500" y="72661"/>
                </a:cubicBezTo>
                <a:cubicBezTo>
                  <a:pt x="853363" y="72695"/>
                  <a:pt x="854071" y="72711"/>
                  <a:pt x="854625" y="72711"/>
                </a:cubicBezTo>
                <a:cubicBezTo>
                  <a:pt x="866572" y="72711"/>
                  <a:pt x="875579" y="69908"/>
                  <a:pt x="881645" y="64303"/>
                </a:cubicBezTo>
                <a:cubicBezTo>
                  <a:pt x="887711" y="58695"/>
                  <a:pt x="890744" y="51552"/>
                  <a:pt x="890744" y="42875"/>
                </a:cubicBezTo>
                <a:cubicBezTo>
                  <a:pt x="890744" y="34398"/>
                  <a:pt x="888296" y="27507"/>
                  <a:pt x="883400" y="22202"/>
                </a:cubicBezTo>
                <a:cubicBezTo>
                  <a:pt x="878504" y="16895"/>
                  <a:pt x="872022" y="14241"/>
                  <a:pt x="863955" y="14241"/>
                </a:cubicBezTo>
                <a:cubicBezTo>
                  <a:pt x="860383" y="14241"/>
                  <a:pt x="855549" y="14910"/>
                  <a:pt x="849452" y="16247"/>
                </a:cubicBezTo>
                <a:lnTo>
                  <a:pt x="849452" y="72611"/>
                </a:lnTo>
                <a:close/>
                <a:moveTo>
                  <a:pt x="956886" y="85448"/>
                </a:moveTo>
                <a:cubicBezTo>
                  <a:pt x="956825" y="99025"/>
                  <a:pt x="959873" y="109674"/>
                  <a:pt x="966031" y="117394"/>
                </a:cubicBezTo>
                <a:cubicBezTo>
                  <a:pt x="972190" y="125115"/>
                  <a:pt x="979426" y="128975"/>
                  <a:pt x="987739" y="128975"/>
                </a:cubicBezTo>
                <a:cubicBezTo>
                  <a:pt x="993282" y="128975"/>
                  <a:pt x="998101" y="127313"/>
                  <a:pt x="1002196" y="123989"/>
                </a:cubicBezTo>
                <a:cubicBezTo>
                  <a:pt x="1006292" y="120664"/>
                  <a:pt x="1009725" y="114972"/>
                  <a:pt x="1012496" y="106911"/>
                </a:cubicBezTo>
                <a:lnTo>
                  <a:pt x="1015360" y="108926"/>
                </a:lnTo>
                <a:cubicBezTo>
                  <a:pt x="1014066" y="118134"/>
                  <a:pt x="1010310" y="126519"/>
                  <a:pt x="1004090" y="134080"/>
                </a:cubicBezTo>
                <a:cubicBezTo>
                  <a:pt x="997870" y="141642"/>
                  <a:pt x="990080" y="145423"/>
                  <a:pt x="980719" y="145423"/>
                </a:cubicBezTo>
                <a:cubicBezTo>
                  <a:pt x="970558" y="145423"/>
                  <a:pt x="961859" y="141136"/>
                  <a:pt x="954623" y="132563"/>
                </a:cubicBezTo>
                <a:cubicBezTo>
                  <a:pt x="947387" y="123989"/>
                  <a:pt x="943769" y="112461"/>
                  <a:pt x="943769" y="97982"/>
                </a:cubicBezTo>
                <a:cubicBezTo>
                  <a:pt x="943769" y="82303"/>
                  <a:pt x="947479" y="70077"/>
                  <a:pt x="954900" y="61303"/>
                </a:cubicBezTo>
                <a:cubicBezTo>
                  <a:pt x="962321" y="52528"/>
                  <a:pt x="971635" y="48140"/>
                  <a:pt x="982844" y="48140"/>
                </a:cubicBezTo>
                <a:cubicBezTo>
                  <a:pt x="992327" y="48140"/>
                  <a:pt x="1000118" y="51525"/>
                  <a:pt x="1006215" y="58294"/>
                </a:cubicBezTo>
                <a:cubicBezTo>
                  <a:pt x="1012311" y="65062"/>
                  <a:pt x="1015360" y="74113"/>
                  <a:pt x="1015360" y="85448"/>
                </a:cubicBezTo>
                <a:lnTo>
                  <a:pt x="956886" y="85448"/>
                </a:lnTo>
                <a:moveTo>
                  <a:pt x="956886" y="79631"/>
                </a:moveTo>
                <a:lnTo>
                  <a:pt x="996053" y="79631"/>
                </a:lnTo>
                <a:cubicBezTo>
                  <a:pt x="995745" y="73796"/>
                  <a:pt x="995099" y="69685"/>
                  <a:pt x="994113" y="67299"/>
                </a:cubicBezTo>
                <a:cubicBezTo>
                  <a:pt x="992574" y="63584"/>
                  <a:pt x="990280" y="60666"/>
                  <a:pt x="987231" y="58545"/>
                </a:cubicBezTo>
                <a:cubicBezTo>
                  <a:pt x="984183" y="56422"/>
                  <a:pt x="980996" y="55361"/>
                  <a:pt x="977671" y="55361"/>
                </a:cubicBezTo>
                <a:cubicBezTo>
                  <a:pt x="972559" y="55361"/>
                  <a:pt x="967987" y="57499"/>
                  <a:pt x="963953" y="61776"/>
                </a:cubicBezTo>
                <a:cubicBezTo>
                  <a:pt x="959919" y="66053"/>
                  <a:pt x="957564" y="72005"/>
                  <a:pt x="956886" y="79631"/>
                </a:cubicBezTo>
                <a:close/>
                <a:moveTo>
                  <a:pt x="1098527" y="107713"/>
                </a:moveTo>
                <a:cubicBezTo>
                  <a:pt x="1096248" y="119815"/>
                  <a:pt x="1091783" y="129125"/>
                  <a:pt x="1085132" y="135644"/>
                </a:cubicBezTo>
                <a:cubicBezTo>
                  <a:pt x="1078481" y="142163"/>
                  <a:pt x="1071122" y="145423"/>
                  <a:pt x="1063054" y="145423"/>
                </a:cubicBezTo>
                <a:cubicBezTo>
                  <a:pt x="1053447" y="145423"/>
                  <a:pt x="1045072" y="141049"/>
                  <a:pt x="1037928" y="132300"/>
                </a:cubicBezTo>
                <a:cubicBezTo>
                  <a:pt x="1030785" y="123550"/>
                  <a:pt x="1027213" y="111727"/>
                  <a:pt x="1027213" y="96831"/>
                </a:cubicBezTo>
                <a:cubicBezTo>
                  <a:pt x="1027213" y="82404"/>
                  <a:pt x="1031170" y="70683"/>
                  <a:pt x="1039083" y="61667"/>
                </a:cubicBezTo>
                <a:cubicBezTo>
                  <a:pt x="1046997" y="52649"/>
                  <a:pt x="1056496" y="48140"/>
                  <a:pt x="1067581" y="48140"/>
                </a:cubicBezTo>
                <a:cubicBezTo>
                  <a:pt x="1075895" y="48140"/>
                  <a:pt x="1082730" y="50539"/>
                  <a:pt x="1088088" y="55336"/>
                </a:cubicBezTo>
                <a:cubicBezTo>
                  <a:pt x="1093446" y="60131"/>
                  <a:pt x="1096125" y="65111"/>
                  <a:pt x="1096125" y="70276"/>
                </a:cubicBezTo>
                <a:cubicBezTo>
                  <a:pt x="1096125" y="72825"/>
                  <a:pt x="1095370" y="74889"/>
                  <a:pt x="1093862" y="76466"/>
                </a:cubicBezTo>
                <a:cubicBezTo>
                  <a:pt x="1092353" y="78041"/>
                  <a:pt x="1090244" y="78829"/>
                  <a:pt x="1087534" y="78829"/>
                </a:cubicBezTo>
                <a:cubicBezTo>
                  <a:pt x="1083900" y="78829"/>
                  <a:pt x="1081160" y="77548"/>
                  <a:pt x="1079312" y="74987"/>
                </a:cubicBezTo>
                <a:cubicBezTo>
                  <a:pt x="1078266" y="73570"/>
                  <a:pt x="1077573" y="70873"/>
                  <a:pt x="1077234" y="66894"/>
                </a:cubicBezTo>
                <a:cubicBezTo>
                  <a:pt x="1076895" y="62916"/>
                  <a:pt x="1075648" y="59882"/>
                  <a:pt x="1073493" y="57793"/>
                </a:cubicBezTo>
                <a:cubicBezTo>
                  <a:pt x="1071337" y="55770"/>
                  <a:pt x="1068351" y="54759"/>
                  <a:pt x="1064532" y="54759"/>
                </a:cubicBezTo>
                <a:cubicBezTo>
                  <a:pt x="1058374" y="54759"/>
                  <a:pt x="1053417" y="57233"/>
                  <a:pt x="1049660" y="62181"/>
                </a:cubicBezTo>
                <a:cubicBezTo>
                  <a:pt x="1044672" y="68733"/>
                  <a:pt x="1042178" y="77392"/>
                  <a:pt x="1042178" y="88156"/>
                </a:cubicBezTo>
                <a:cubicBezTo>
                  <a:pt x="1042178" y="99121"/>
                  <a:pt x="1044656" y="108800"/>
                  <a:pt x="1049614" y="117191"/>
                </a:cubicBezTo>
                <a:cubicBezTo>
                  <a:pt x="1054571" y="125582"/>
                  <a:pt x="1061269" y="129777"/>
                  <a:pt x="1069705" y="129777"/>
                </a:cubicBezTo>
                <a:cubicBezTo>
                  <a:pt x="1075741" y="129777"/>
                  <a:pt x="1081160" y="127537"/>
                  <a:pt x="1085963" y="123058"/>
                </a:cubicBezTo>
                <a:cubicBezTo>
                  <a:pt x="1089351" y="119982"/>
                  <a:pt x="1092645" y="114399"/>
                  <a:pt x="1095848" y="106309"/>
                </a:cubicBezTo>
                <a:lnTo>
                  <a:pt x="1098527" y="107713"/>
                </a:lnTo>
                <a:close/>
                <a:moveTo>
                  <a:pt x="1152041" y="48140"/>
                </a:moveTo>
                <a:cubicBezTo>
                  <a:pt x="1164850" y="48140"/>
                  <a:pt x="1175134" y="53417"/>
                  <a:pt x="1182894" y="63970"/>
                </a:cubicBezTo>
                <a:cubicBezTo>
                  <a:pt x="1189483" y="72986"/>
                  <a:pt x="1192778" y="83339"/>
                  <a:pt x="1192778" y="95029"/>
                </a:cubicBezTo>
                <a:cubicBezTo>
                  <a:pt x="1192778" y="103245"/>
                  <a:pt x="1190961" y="111561"/>
                  <a:pt x="1187328" y="119977"/>
                </a:cubicBezTo>
                <a:cubicBezTo>
                  <a:pt x="1183695" y="128391"/>
                  <a:pt x="1178691" y="134735"/>
                  <a:pt x="1172317" y="139010"/>
                </a:cubicBezTo>
                <a:cubicBezTo>
                  <a:pt x="1165943" y="143285"/>
                  <a:pt x="1158846" y="145423"/>
                  <a:pt x="1151024" y="145423"/>
                </a:cubicBezTo>
                <a:cubicBezTo>
                  <a:pt x="1138277" y="145423"/>
                  <a:pt x="1128146" y="139912"/>
                  <a:pt x="1120633" y="128890"/>
                </a:cubicBezTo>
                <a:cubicBezTo>
                  <a:pt x="1114290" y="119607"/>
                  <a:pt x="1111118" y="109188"/>
                  <a:pt x="1111118" y="97634"/>
                </a:cubicBezTo>
                <a:cubicBezTo>
                  <a:pt x="1111118" y="89218"/>
                  <a:pt x="1113043" y="80852"/>
                  <a:pt x="1116892" y="72536"/>
                </a:cubicBezTo>
                <a:cubicBezTo>
                  <a:pt x="1120741" y="64220"/>
                  <a:pt x="1125806" y="58075"/>
                  <a:pt x="1132088" y="54101"/>
                </a:cubicBezTo>
                <a:cubicBezTo>
                  <a:pt x="1138369" y="50127"/>
                  <a:pt x="1145020" y="48140"/>
                  <a:pt x="1152041" y="48140"/>
                </a:cubicBezTo>
                <a:moveTo>
                  <a:pt x="1149177" y="54759"/>
                </a:moveTo>
                <a:cubicBezTo>
                  <a:pt x="1145913" y="54759"/>
                  <a:pt x="1142634" y="55809"/>
                  <a:pt x="1139339" y="57909"/>
                </a:cubicBezTo>
                <a:cubicBezTo>
                  <a:pt x="1136044" y="60007"/>
                  <a:pt x="1133381" y="63687"/>
                  <a:pt x="1131349" y="68950"/>
                </a:cubicBezTo>
                <a:cubicBezTo>
                  <a:pt x="1129316" y="74214"/>
                  <a:pt x="1128300" y="80975"/>
                  <a:pt x="1128300" y="89234"/>
                </a:cubicBezTo>
                <a:cubicBezTo>
                  <a:pt x="1128300" y="102559"/>
                  <a:pt x="1130748" y="114051"/>
                  <a:pt x="1135644" y="123713"/>
                </a:cubicBezTo>
                <a:cubicBezTo>
                  <a:pt x="1140540" y="133372"/>
                  <a:pt x="1146991" y="138202"/>
                  <a:pt x="1154997" y="138202"/>
                </a:cubicBezTo>
                <a:cubicBezTo>
                  <a:pt x="1160970" y="138202"/>
                  <a:pt x="1165897" y="135537"/>
                  <a:pt x="1169777" y="130207"/>
                </a:cubicBezTo>
                <a:cubicBezTo>
                  <a:pt x="1173656" y="124877"/>
                  <a:pt x="1175596" y="115717"/>
                  <a:pt x="1175596" y="102727"/>
                </a:cubicBezTo>
                <a:cubicBezTo>
                  <a:pt x="1175596" y="86471"/>
                  <a:pt x="1172363" y="73680"/>
                  <a:pt x="1165897" y="64353"/>
                </a:cubicBezTo>
                <a:cubicBezTo>
                  <a:pt x="1161524" y="57957"/>
                  <a:pt x="1155951" y="54759"/>
                  <a:pt x="1149177" y="54759"/>
                </a:cubicBezTo>
                <a:close/>
                <a:moveTo>
                  <a:pt x="1230006" y="48140"/>
                </a:moveTo>
                <a:lnTo>
                  <a:pt x="1230006" y="68800"/>
                </a:lnTo>
                <a:cubicBezTo>
                  <a:pt x="1237088" y="55027"/>
                  <a:pt x="1244355" y="48140"/>
                  <a:pt x="1251807" y="48140"/>
                </a:cubicBezTo>
                <a:cubicBezTo>
                  <a:pt x="1255194" y="48140"/>
                  <a:pt x="1257996" y="49260"/>
                  <a:pt x="1260213" y="51500"/>
                </a:cubicBezTo>
                <a:cubicBezTo>
                  <a:pt x="1262430" y="53740"/>
                  <a:pt x="1263539" y="56330"/>
                  <a:pt x="1263539" y="59272"/>
                </a:cubicBezTo>
                <a:cubicBezTo>
                  <a:pt x="1263539" y="61880"/>
                  <a:pt x="1262738" y="64086"/>
                  <a:pt x="1261137" y="65892"/>
                </a:cubicBezTo>
                <a:cubicBezTo>
                  <a:pt x="1259536" y="67697"/>
                  <a:pt x="1257627" y="68599"/>
                  <a:pt x="1255410" y="68599"/>
                </a:cubicBezTo>
                <a:cubicBezTo>
                  <a:pt x="1253254" y="68599"/>
                  <a:pt x="1250837" y="67463"/>
                  <a:pt x="1248158" y="65190"/>
                </a:cubicBezTo>
                <a:cubicBezTo>
                  <a:pt x="1245479" y="62916"/>
                  <a:pt x="1243493" y="61780"/>
                  <a:pt x="1242200" y="61780"/>
                </a:cubicBezTo>
                <a:cubicBezTo>
                  <a:pt x="1241091" y="61780"/>
                  <a:pt x="1239890" y="62443"/>
                  <a:pt x="1238597" y="63770"/>
                </a:cubicBezTo>
                <a:cubicBezTo>
                  <a:pt x="1235826" y="66492"/>
                  <a:pt x="1232962" y="70973"/>
                  <a:pt x="1230006" y="77212"/>
                </a:cubicBezTo>
                <a:lnTo>
                  <a:pt x="1230006" y="121152"/>
                </a:lnTo>
                <a:cubicBezTo>
                  <a:pt x="1230006" y="126238"/>
                  <a:pt x="1230591" y="130084"/>
                  <a:pt x="1231761" y="132692"/>
                </a:cubicBezTo>
                <a:cubicBezTo>
                  <a:pt x="1232562" y="134499"/>
                  <a:pt x="1233978" y="136004"/>
                  <a:pt x="1236011" y="137205"/>
                </a:cubicBezTo>
                <a:cubicBezTo>
                  <a:pt x="1238043" y="138404"/>
                  <a:pt x="1240968" y="139004"/>
                  <a:pt x="1244786" y="139004"/>
                </a:cubicBezTo>
                <a:lnTo>
                  <a:pt x="1244786" y="142615"/>
                </a:lnTo>
                <a:lnTo>
                  <a:pt x="1201462" y="142615"/>
                </a:lnTo>
                <a:lnTo>
                  <a:pt x="1201462" y="139004"/>
                </a:lnTo>
                <a:cubicBezTo>
                  <a:pt x="1205773" y="139004"/>
                  <a:pt x="1208976" y="138260"/>
                  <a:pt x="1211069" y="136773"/>
                </a:cubicBezTo>
                <a:cubicBezTo>
                  <a:pt x="1212609" y="135690"/>
                  <a:pt x="1213687" y="133965"/>
                  <a:pt x="1214303" y="131598"/>
                </a:cubicBezTo>
                <a:cubicBezTo>
                  <a:pt x="1214610" y="130447"/>
                  <a:pt x="1214764" y="127166"/>
                  <a:pt x="1214764" y="121754"/>
                </a:cubicBezTo>
                <a:lnTo>
                  <a:pt x="1214764" y="86451"/>
                </a:lnTo>
                <a:cubicBezTo>
                  <a:pt x="1214764" y="75754"/>
                  <a:pt x="1214564" y="69385"/>
                  <a:pt x="1214164" y="67346"/>
                </a:cubicBezTo>
                <a:cubicBezTo>
                  <a:pt x="1213764" y="65307"/>
                  <a:pt x="1213025" y="63819"/>
                  <a:pt x="1211947" y="62883"/>
                </a:cubicBezTo>
                <a:cubicBezTo>
                  <a:pt x="1210869" y="61947"/>
                  <a:pt x="1209530" y="61479"/>
                  <a:pt x="1207929" y="61479"/>
                </a:cubicBezTo>
                <a:cubicBezTo>
                  <a:pt x="1206020" y="61479"/>
                  <a:pt x="1203864" y="61980"/>
                  <a:pt x="1201462" y="62983"/>
                </a:cubicBezTo>
                <a:lnTo>
                  <a:pt x="1200539" y="59373"/>
                </a:lnTo>
                <a:lnTo>
                  <a:pt x="1226127" y="48140"/>
                </a:lnTo>
                <a:lnTo>
                  <a:pt x="1230006" y="48140"/>
                </a:lnTo>
                <a:close/>
                <a:moveTo>
                  <a:pt x="1328015" y="132291"/>
                </a:moveTo>
                <a:cubicBezTo>
                  <a:pt x="1323889" y="136969"/>
                  <a:pt x="1319855" y="140328"/>
                  <a:pt x="1315914" y="142367"/>
                </a:cubicBezTo>
                <a:cubicBezTo>
                  <a:pt x="1311973" y="144404"/>
                  <a:pt x="1307724" y="145423"/>
                  <a:pt x="1303166" y="145423"/>
                </a:cubicBezTo>
                <a:cubicBezTo>
                  <a:pt x="1293929" y="145423"/>
                  <a:pt x="1285861" y="141237"/>
                  <a:pt x="1278964" y="132864"/>
                </a:cubicBezTo>
                <a:cubicBezTo>
                  <a:pt x="1272067" y="124490"/>
                  <a:pt x="1268618" y="113730"/>
                  <a:pt x="1268618" y="100583"/>
                </a:cubicBezTo>
                <a:cubicBezTo>
                  <a:pt x="1268618" y="87439"/>
                  <a:pt x="1272436" y="75412"/>
                  <a:pt x="1280073" y="64503"/>
                </a:cubicBezTo>
                <a:cubicBezTo>
                  <a:pt x="1287709" y="53594"/>
                  <a:pt x="1297531" y="48140"/>
                  <a:pt x="1309540" y="48140"/>
                </a:cubicBezTo>
                <a:cubicBezTo>
                  <a:pt x="1316992" y="48140"/>
                  <a:pt x="1323150" y="50713"/>
                  <a:pt x="1328015" y="55859"/>
                </a:cubicBezTo>
                <a:lnTo>
                  <a:pt x="1328015" y="38713"/>
                </a:lnTo>
                <a:cubicBezTo>
                  <a:pt x="1328015" y="28259"/>
                  <a:pt x="1327784" y="21834"/>
                  <a:pt x="1327322" y="19438"/>
                </a:cubicBezTo>
                <a:cubicBezTo>
                  <a:pt x="1326861" y="17041"/>
                  <a:pt x="1326137" y="15409"/>
                  <a:pt x="1325152" y="14542"/>
                </a:cubicBezTo>
                <a:cubicBezTo>
                  <a:pt x="1324166" y="13673"/>
                  <a:pt x="1322935" y="13238"/>
                  <a:pt x="1321457" y="13238"/>
                </a:cubicBezTo>
                <a:cubicBezTo>
                  <a:pt x="1319855" y="13238"/>
                  <a:pt x="1317731" y="13773"/>
                  <a:pt x="1315083" y="14843"/>
                </a:cubicBezTo>
                <a:lnTo>
                  <a:pt x="1313882" y="11233"/>
                </a:lnTo>
                <a:lnTo>
                  <a:pt x="1339100" y="0"/>
                </a:lnTo>
                <a:lnTo>
                  <a:pt x="1343257" y="0"/>
                </a:lnTo>
                <a:lnTo>
                  <a:pt x="1343257" y="106309"/>
                </a:lnTo>
                <a:cubicBezTo>
                  <a:pt x="1343257" y="117030"/>
                  <a:pt x="1343488" y="123572"/>
                  <a:pt x="1343950" y="125935"/>
                </a:cubicBezTo>
                <a:cubicBezTo>
                  <a:pt x="1344412" y="128298"/>
                  <a:pt x="1345151" y="129948"/>
                  <a:pt x="1346167" y="130884"/>
                </a:cubicBezTo>
                <a:cubicBezTo>
                  <a:pt x="1347183" y="131818"/>
                  <a:pt x="1348369" y="132285"/>
                  <a:pt x="1349723" y="132285"/>
                </a:cubicBezTo>
                <a:cubicBezTo>
                  <a:pt x="1351386" y="132285"/>
                  <a:pt x="1353603" y="131716"/>
                  <a:pt x="1356374" y="130580"/>
                </a:cubicBezTo>
                <a:lnTo>
                  <a:pt x="1357391" y="134190"/>
                </a:lnTo>
                <a:lnTo>
                  <a:pt x="1332265" y="145423"/>
                </a:lnTo>
                <a:lnTo>
                  <a:pt x="1328015" y="145423"/>
                </a:lnTo>
                <a:lnTo>
                  <a:pt x="1328015" y="132291"/>
                </a:lnTo>
                <a:moveTo>
                  <a:pt x="1328015" y="125286"/>
                </a:moveTo>
                <a:lnTo>
                  <a:pt x="1328015" y="78068"/>
                </a:lnTo>
                <a:cubicBezTo>
                  <a:pt x="1327646" y="73531"/>
                  <a:pt x="1326537" y="69397"/>
                  <a:pt x="1324690" y="65663"/>
                </a:cubicBezTo>
                <a:cubicBezTo>
                  <a:pt x="1322842" y="61927"/>
                  <a:pt x="1320394" y="59109"/>
                  <a:pt x="1317346" y="57210"/>
                </a:cubicBezTo>
                <a:cubicBezTo>
                  <a:pt x="1314298" y="55309"/>
                  <a:pt x="1311326" y="54358"/>
                  <a:pt x="1308432" y="54358"/>
                </a:cubicBezTo>
                <a:cubicBezTo>
                  <a:pt x="1303012" y="54358"/>
                  <a:pt x="1298178" y="56993"/>
                  <a:pt x="1293929" y="62262"/>
                </a:cubicBezTo>
                <a:cubicBezTo>
                  <a:pt x="1288325" y="69197"/>
                  <a:pt x="1285523" y="79334"/>
                  <a:pt x="1285523" y="92673"/>
                </a:cubicBezTo>
                <a:cubicBezTo>
                  <a:pt x="1285523" y="106145"/>
                  <a:pt x="1288232" y="116467"/>
                  <a:pt x="1293652" y="123638"/>
                </a:cubicBezTo>
                <a:cubicBezTo>
                  <a:pt x="1299071" y="130806"/>
                  <a:pt x="1305106" y="134391"/>
                  <a:pt x="1311757" y="134391"/>
                </a:cubicBezTo>
                <a:cubicBezTo>
                  <a:pt x="1317361" y="134391"/>
                  <a:pt x="1322781" y="131356"/>
                  <a:pt x="1328015" y="125286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1B08A-68AA-4C69-A8A8-2F11FCE9C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287" y="3269681"/>
            <a:ext cx="454835" cy="10"/>
          </a:xfrm>
          <a:custGeom xmlns:a="http://schemas.openxmlformats.org/drawingml/2006/main">
            <a:pathLst>
              <a:path w="454835" h="1" fill="none">
                <a:moveTo>
                  <a:pt x="0" y="0"/>
                </a:moveTo>
                <a:lnTo>
                  <a:pt x="4548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33" cap="flat">
            <a:solidFill>
              <a:srgbClr val="231F20"/>
            </a:solidFill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005621-D82F-4660-898C-2A611F8F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114" y="3202893"/>
            <a:ext cx="183522" cy="133577"/>
          </a:xfrm>
          <a:custGeom xmlns:a="http://schemas.openxmlformats.org/drawingml/2006/main">
            <a:pathLst>
              <a:path w="183522" h="133577">
                <a:moveTo>
                  <a:pt x="183522" y="66788"/>
                </a:moveTo>
                <a:lnTo>
                  <a:pt x="0" y="0"/>
                </a:lnTo>
                <a:lnTo>
                  <a:pt x="0" y="133577"/>
                </a:lnTo>
                <a:lnTo>
                  <a:pt x="183522" y="6678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8BE49D-1744-4966-9626-CF4CE067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198" y="3269681"/>
            <a:ext cx="407405" cy="10"/>
          </a:xfrm>
          <a:custGeom xmlns:a="http://schemas.openxmlformats.org/drawingml/2006/main">
            <a:pathLst>
              <a:path w="407405" h="1" fill="none">
                <a:moveTo>
                  <a:pt x="40740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33" cap="flat">
            <a:solidFill>
              <a:srgbClr val="231F20"/>
            </a:solidFill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4A6B2-3DF2-4D37-939D-4C5FFD496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678" y="3202893"/>
            <a:ext cx="183522" cy="133577"/>
          </a:xfrm>
          <a:custGeom xmlns:a="http://schemas.openxmlformats.org/drawingml/2006/main">
            <a:pathLst>
              <a:path w="183522" h="133577">
                <a:moveTo>
                  <a:pt x="0" y="66788"/>
                </a:moveTo>
                <a:lnTo>
                  <a:pt x="183522" y="0"/>
                </a:lnTo>
                <a:lnTo>
                  <a:pt x="183522" y="133577"/>
                </a:lnTo>
                <a:lnTo>
                  <a:pt x="0" y="6678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Text Execution">
            <a:extLst xmlns:a="http://schemas.openxmlformats.org/drawingml/2006/main">
              <a:ext uri="{FF2B5EF4-FFF2-40B4-BE49-F238E27FC236}">
                <a16:creationId xmlns:a16="http://schemas.microsoft.com/office/drawing/2014/main" id="{EA6ED847-0038-4AD4-873F-2A0ECD1F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4013" y="7121841"/>
            <a:ext cx="827771" cy="145423"/>
          </a:xfrm>
          <a:custGeom xmlns:a="http://schemas.openxmlformats.org/drawingml/2006/main">
            <a:pathLst>
              <a:path w="827771" h="145423">
                <a:moveTo>
                  <a:pt x="38713" y="14041"/>
                </a:moveTo>
                <a:lnTo>
                  <a:pt x="38713" y="67597"/>
                </a:lnTo>
                <a:lnTo>
                  <a:pt x="68599" y="67597"/>
                </a:lnTo>
                <a:cubicBezTo>
                  <a:pt x="76355" y="67597"/>
                  <a:pt x="81537" y="66420"/>
                  <a:pt x="84145" y="64067"/>
                </a:cubicBezTo>
                <a:cubicBezTo>
                  <a:pt x="87621" y="60977"/>
                  <a:pt x="89560" y="55534"/>
                  <a:pt x="89962" y="47739"/>
                </a:cubicBezTo>
                <a:lnTo>
                  <a:pt x="93672" y="47739"/>
                </a:lnTo>
                <a:lnTo>
                  <a:pt x="93672" y="95277"/>
                </a:lnTo>
                <a:lnTo>
                  <a:pt x="89962" y="95277"/>
                </a:lnTo>
                <a:cubicBezTo>
                  <a:pt x="89025" y="88658"/>
                  <a:pt x="88089" y="84412"/>
                  <a:pt x="87153" y="82540"/>
                </a:cubicBezTo>
                <a:cubicBezTo>
                  <a:pt x="85950" y="80200"/>
                  <a:pt x="83977" y="78361"/>
                  <a:pt x="81236" y="77024"/>
                </a:cubicBezTo>
                <a:cubicBezTo>
                  <a:pt x="78495" y="75687"/>
                  <a:pt x="74283" y="75018"/>
                  <a:pt x="68599" y="75018"/>
                </a:cubicBezTo>
                <a:lnTo>
                  <a:pt x="38713" y="75018"/>
                </a:lnTo>
                <a:lnTo>
                  <a:pt x="38713" y="119924"/>
                </a:lnTo>
                <a:cubicBezTo>
                  <a:pt x="38713" y="125952"/>
                  <a:pt x="38980" y="129618"/>
                  <a:pt x="39515" y="130924"/>
                </a:cubicBezTo>
                <a:cubicBezTo>
                  <a:pt x="40050" y="132230"/>
                  <a:pt x="40986" y="133269"/>
                  <a:pt x="42323" y="134040"/>
                </a:cubicBezTo>
                <a:cubicBezTo>
                  <a:pt x="43660" y="134809"/>
                  <a:pt x="46201" y="135193"/>
                  <a:pt x="49945" y="135193"/>
                </a:cubicBezTo>
                <a:lnTo>
                  <a:pt x="73012" y="135193"/>
                </a:lnTo>
                <a:cubicBezTo>
                  <a:pt x="80701" y="135193"/>
                  <a:pt x="86284" y="134658"/>
                  <a:pt x="89761" y="133588"/>
                </a:cubicBezTo>
                <a:cubicBezTo>
                  <a:pt x="93238" y="132519"/>
                  <a:pt x="96581" y="130412"/>
                  <a:pt x="99790" y="127270"/>
                </a:cubicBezTo>
                <a:cubicBezTo>
                  <a:pt x="103935" y="123125"/>
                  <a:pt x="108181" y="116873"/>
                  <a:pt x="112527" y="108515"/>
                </a:cubicBezTo>
                <a:lnTo>
                  <a:pt x="116539" y="108515"/>
                </a:lnTo>
                <a:lnTo>
                  <a:pt x="104805" y="142615"/>
                </a:lnTo>
                <a:lnTo>
                  <a:pt x="0" y="142615"/>
                </a:lnTo>
                <a:lnTo>
                  <a:pt x="0" y="138804"/>
                </a:lnTo>
                <a:lnTo>
                  <a:pt x="4814" y="138804"/>
                </a:lnTo>
                <a:cubicBezTo>
                  <a:pt x="8023" y="138804"/>
                  <a:pt x="11066" y="138035"/>
                  <a:pt x="13941" y="136497"/>
                </a:cubicBezTo>
                <a:cubicBezTo>
                  <a:pt x="16080" y="135427"/>
                  <a:pt x="17534" y="133822"/>
                  <a:pt x="18303" y="131683"/>
                </a:cubicBezTo>
                <a:cubicBezTo>
                  <a:pt x="19072" y="129543"/>
                  <a:pt x="19457" y="125164"/>
                  <a:pt x="19457" y="118545"/>
                </a:cubicBezTo>
                <a:lnTo>
                  <a:pt x="19457" y="30288"/>
                </a:lnTo>
                <a:cubicBezTo>
                  <a:pt x="19457" y="21707"/>
                  <a:pt x="18587" y="16419"/>
                  <a:pt x="16849" y="14423"/>
                </a:cubicBezTo>
                <a:cubicBezTo>
                  <a:pt x="14442" y="11761"/>
                  <a:pt x="10430" y="10430"/>
                  <a:pt x="4814" y="10430"/>
                </a:cubicBezTo>
                <a:lnTo>
                  <a:pt x="0" y="10430"/>
                </a:lnTo>
                <a:lnTo>
                  <a:pt x="0" y="6619"/>
                </a:lnTo>
                <a:lnTo>
                  <a:pt x="104805" y="6619"/>
                </a:lnTo>
                <a:lnTo>
                  <a:pt x="106309" y="36506"/>
                </a:lnTo>
                <a:lnTo>
                  <a:pt x="102398" y="36506"/>
                </a:lnTo>
                <a:cubicBezTo>
                  <a:pt x="100994" y="29321"/>
                  <a:pt x="99439" y="24384"/>
                  <a:pt x="97734" y="21697"/>
                </a:cubicBezTo>
                <a:cubicBezTo>
                  <a:pt x="96029" y="19010"/>
                  <a:pt x="93505" y="16962"/>
                  <a:pt x="90162" y="15551"/>
                </a:cubicBezTo>
                <a:cubicBezTo>
                  <a:pt x="87488" y="14544"/>
                  <a:pt x="82774" y="14041"/>
                  <a:pt x="76021" y="14041"/>
                </a:cubicBezTo>
                <a:lnTo>
                  <a:pt x="38713" y="14041"/>
                </a:lnTo>
                <a:close/>
                <a:moveTo>
                  <a:pt x="123993" y="50748"/>
                </a:moveTo>
                <a:lnTo>
                  <a:pt x="167219" y="50748"/>
                </a:lnTo>
                <a:lnTo>
                  <a:pt x="167219" y="54358"/>
                </a:lnTo>
                <a:cubicBezTo>
                  <a:pt x="164478" y="54358"/>
                  <a:pt x="162555" y="54831"/>
                  <a:pt x="161452" y="55778"/>
                </a:cubicBezTo>
                <a:cubicBezTo>
                  <a:pt x="160349" y="56722"/>
                  <a:pt x="159797" y="57971"/>
                  <a:pt x="159797" y="59523"/>
                </a:cubicBezTo>
                <a:cubicBezTo>
                  <a:pt x="159797" y="61144"/>
                  <a:pt x="160967" y="63643"/>
                  <a:pt x="163308" y="67020"/>
                </a:cubicBezTo>
                <a:cubicBezTo>
                  <a:pt x="164043" y="68067"/>
                  <a:pt x="165146" y="69704"/>
                  <a:pt x="166617" y="71931"/>
                </a:cubicBezTo>
                <a:lnTo>
                  <a:pt x="173136" y="82399"/>
                </a:lnTo>
                <a:lnTo>
                  <a:pt x="180658" y="71969"/>
                </a:lnTo>
                <a:cubicBezTo>
                  <a:pt x="185472" y="65414"/>
                  <a:pt x="187879" y="61250"/>
                  <a:pt x="187879" y="59476"/>
                </a:cubicBezTo>
                <a:cubicBezTo>
                  <a:pt x="187879" y="58043"/>
                  <a:pt x="187311" y="56832"/>
                  <a:pt x="186174" y="55844"/>
                </a:cubicBezTo>
                <a:cubicBezTo>
                  <a:pt x="185037" y="54853"/>
                  <a:pt x="183199" y="54358"/>
                  <a:pt x="180658" y="54358"/>
                </a:cubicBezTo>
                <a:lnTo>
                  <a:pt x="180658" y="50748"/>
                </a:lnTo>
                <a:lnTo>
                  <a:pt x="211748" y="50748"/>
                </a:lnTo>
                <a:lnTo>
                  <a:pt x="211748" y="54358"/>
                </a:lnTo>
                <a:cubicBezTo>
                  <a:pt x="208472" y="54559"/>
                  <a:pt x="205631" y="55462"/>
                  <a:pt x="203224" y="57069"/>
                </a:cubicBezTo>
                <a:cubicBezTo>
                  <a:pt x="199947" y="59344"/>
                  <a:pt x="195468" y="64296"/>
                  <a:pt x="189785" y="71925"/>
                </a:cubicBezTo>
                <a:lnTo>
                  <a:pt x="177248" y="88655"/>
                </a:lnTo>
                <a:lnTo>
                  <a:pt x="200115" y="121632"/>
                </a:lnTo>
                <a:cubicBezTo>
                  <a:pt x="205731" y="129732"/>
                  <a:pt x="209743" y="134603"/>
                  <a:pt x="212150" y="136243"/>
                </a:cubicBezTo>
                <a:cubicBezTo>
                  <a:pt x="214557" y="137883"/>
                  <a:pt x="217666" y="138804"/>
                  <a:pt x="221477" y="139004"/>
                </a:cubicBezTo>
                <a:lnTo>
                  <a:pt x="221477" y="142615"/>
                </a:lnTo>
                <a:lnTo>
                  <a:pt x="178151" y="142615"/>
                </a:lnTo>
                <a:lnTo>
                  <a:pt x="178151" y="139004"/>
                </a:lnTo>
                <a:cubicBezTo>
                  <a:pt x="181159" y="139004"/>
                  <a:pt x="183500" y="138334"/>
                  <a:pt x="185171" y="136995"/>
                </a:cubicBezTo>
                <a:cubicBezTo>
                  <a:pt x="186442" y="136057"/>
                  <a:pt x="187077" y="134817"/>
                  <a:pt x="187077" y="133275"/>
                </a:cubicBezTo>
                <a:cubicBezTo>
                  <a:pt x="187077" y="131735"/>
                  <a:pt x="184937" y="127850"/>
                  <a:pt x="180658" y="121619"/>
                </a:cubicBezTo>
                <a:lnTo>
                  <a:pt x="167219" y="101968"/>
                </a:lnTo>
                <a:lnTo>
                  <a:pt x="152476" y="121538"/>
                </a:lnTo>
                <a:cubicBezTo>
                  <a:pt x="147930" y="127662"/>
                  <a:pt x="145656" y="131296"/>
                  <a:pt x="145656" y="132441"/>
                </a:cubicBezTo>
                <a:cubicBezTo>
                  <a:pt x="145656" y="134056"/>
                  <a:pt x="146408" y="135521"/>
                  <a:pt x="147913" y="136835"/>
                </a:cubicBezTo>
                <a:cubicBezTo>
                  <a:pt x="149417" y="138147"/>
                  <a:pt x="151674" y="138870"/>
                  <a:pt x="154683" y="139004"/>
                </a:cubicBezTo>
                <a:lnTo>
                  <a:pt x="154683" y="142615"/>
                </a:lnTo>
                <a:lnTo>
                  <a:pt x="124695" y="142615"/>
                </a:lnTo>
                <a:lnTo>
                  <a:pt x="124695" y="139004"/>
                </a:lnTo>
                <a:cubicBezTo>
                  <a:pt x="127102" y="138670"/>
                  <a:pt x="129208" y="137833"/>
                  <a:pt x="131014" y="136494"/>
                </a:cubicBezTo>
                <a:cubicBezTo>
                  <a:pt x="133554" y="134553"/>
                  <a:pt x="137834" y="129599"/>
                  <a:pt x="143851" y="121632"/>
                </a:cubicBezTo>
                <a:lnTo>
                  <a:pt x="163107" y="96004"/>
                </a:lnTo>
                <a:lnTo>
                  <a:pt x="145656" y="70724"/>
                </a:lnTo>
                <a:cubicBezTo>
                  <a:pt x="140709" y="63495"/>
                  <a:pt x="136881" y="58960"/>
                  <a:pt x="134173" y="57119"/>
                </a:cubicBezTo>
                <a:cubicBezTo>
                  <a:pt x="131465" y="55278"/>
                  <a:pt x="128072" y="54358"/>
                  <a:pt x="123993" y="54358"/>
                </a:cubicBezTo>
                <a:lnTo>
                  <a:pt x="123993" y="50748"/>
                </a:lnTo>
                <a:close/>
                <a:moveTo>
                  <a:pt x="245848" y="85448"/>
                </a:moveTo>
                <a:cubicBezTo>
                  <a:pt x="245781" y="99025"/>
                  <a:pt x="249090" y="109674"/>
                  <a:pt x="255776" y="117394"/>
                </a:cubicBezTo>
                <a:cubicBezTo>
                  <a:pt x="262463" y="125115"/>
                  <a:pt x="270319" y="128975"/>
                  <a:pt x="279345" y="128975"/>
                </a:cubicBezTo>
                <a:cubicBezTo>
                  <a:pt x="285362" y="128975"/>
                  <a:pt x="290594" y="127313"/>
                  <a:pt x="295041" y="123989"/>
                </a:cubicBezTo>
                <a:cubicBezTo>
                  <a:pt x="299487" y="120664"/>
                  <a:pt x="303214" y="114972"/>
                  <a:pt x="306223" y="106911"/>
                </a:cubicBezTo>
                <a:lnTo>
                  <a:pt x="309332" y="108926"/>
                </a:lnTo>
                <a:cubicBezTo>
                  <a:pt x="307928" y="118134"/>
                  <a:pt x="303849" y="126519"/>
                  <a:pt x="297097" y="134080"/>
                </a:cubicBezTo>
                <a:cubicBezTo>
                  <a:pt x="290344" y="141642"/>
                  <a:pt x="281886" y="145423"/>
                  <a:pt x="271723" y="145423"/>
                </a:cubicBezTo>
                <a:cubicBezTo>
                  <a:pt x="260691" y="145423"/>
                  <a:pt x="251247" y="141136"/>
                  <a:pt x="243390" y="132563"/>
                </a:cubicBezTo>
                <a:cubicBezTo>
                  <a:pt x="235534" y="123989"/>
                  <a:pt x="231606" y="112461"/>
                  <a:pt x="231606" y="97982"/>
                </a:cubicBezTo>
                <a:cubicBezTo>
                  <a:pt x="231606" y="82303"/>
                  <a:pt x="235635" y="70077"/>
                  <a:pt x="243691" y="61303"/>
                </a:cubicBezTo>
                <a:cubicBezTo>
                  <a:pt x="251748" y="52528"/>
                  <a:pt x="261861" y="48140"/>
                  <a:pt x="274029" y="48140"/>
                </a:cubicBezTo>
                <a:cubicBezTo>
                  <a:pt x="284326" y="48140"/>
                  <a:pt x="292784" y="51525"/>
                  <a:pt x="299403" y="58294"/>
                </a:cubicBezTo>
                <a:cubicBezTo>
                  <a:pt x="306022" y="65062"/>
                  <a:pt x="309332" y="74113"/>
                  <a:pt x="309332" y="85448"/>
                </a:cubicBezTo>
                <a:lnTo>
                  <a:pt x="245848" y="85448"/>
                </a:lnTo>
                <a:moveTo>
                  <a:pt x="245848" y="79631"/>
                </a:moveTo>
                <a:lnTo>
                  <a:pt x="288371" y="79631"/>
                </a:lnTo>
                <a:cubicBezTo>
                  <a:pt x="288037" y="73796"/>
                  <a:pt x="287335" y="69685"/>
                  <a:pt x="286265" y="67299"/>
                </a:cubicBezTo>
                <a:cubicBezTo>
                  <a:pt x="284594" y="63584"/>
                  <a:pt x="282103" y="60666"/>
                  <a:pt x="278793" y="58545"/>
                </a:cubicBezTo>
                <a:cubicBezTo>
                  <a:pt x="275484" y="56422"/>
                  <a:pt x="272024" y="55361"/>
                  <a:pt x="268413" y="55361"/>
                </a:cubicBezTo>
                <a:cubicBezTo>
                  <a:pt x="262864" y="55361"/>
                  <a:pt x="257899" y="57499"/>
                  <a:pt x="253520" y="61776"/>
                </a:cubicBezTo>
                <a:cubicBezTo>
                  <a:pt x="249140" y="66053"/>
                  <a:pt x="246583" y="72005"/>
                  <a:pt x="245848" y="79631"/>
                </a:cubicBezTo>
                <a:close/>
                <a:moveTo>
                  <a:pt x="399626" y="107713"/>
                </a:moveTo>
                <a:cubicBezTo>
                  <a:pt x="397152" y="119815"/>
                  <a:pt x="392305" y="129125"/>
                  <a:pt x="385084" y="135644"/>
                </a:cubicBezTo>
                <a:cubicBezTo>
                  <a:pt x="377863" y="142163"/>
                  <a:pt x="369873" y="145423"/>
                  <a:pt x="361114" y="145423"/>
                </a:cubicBezTo>
                <a:cubicBezTo>
                  <a:pt x="350684" y="145423"/>
                  <a:pt x="341591" y="141049"/>
                  <a:pt x="333835" y="132300"/>
                </a:cubicBezTo>
                <a:cubicBezTo>
                  <a:pt x="326079" y="123550"/>
                  <a:pt x="322201" y="111727"/>
                  <a:pt x="322201" y="96831"/>
                </a:cubicBezTo>
                <a:cubicBezTo>
                  <a:pt x="322201" y="82404"/>
                  <a:pt x="326497" y="70683"/>
                  <a:pt x="335088" y="61667"/>
                </a:cubicBezTo>
                <a:cubicBezTo>
                  <a:pt x="343680" y="52649"/>
                  <a:pt x="353993" y="48140"/>
                  <a:pt x="366028" y="48140"/>
                </a:cubicBezTo>
                <a:cubicBezTo>
                  <a:pt x="375055" y="48140"/>
                  <a:pt x="382476" y="50539"/>
                  <a:pt x="388293" y="55336"/>
                </a:cubicBezTo>
                <a:cubicBezTo>
                  <a:pt x="394110" y="60131"/>
                  <a:pt x="397018" y="65111"/>
                  <a:pt x="397018" y="70276"/>
                </a:cubicBezTo>
                <a:cubicBezTo>
                  <a:pt x="397018" y="72825"/>
                  <a:pt x="396199" y="74889"/>
                  <a:pt x="394561" y="76466"/>
                </a:cubicBezTo>
                <a:cubicBezTo>
                  <a:pt x="392923" y="78041"/>
                  <a:pt x="390633" y="78829"/>
                  <a:pt x="387691" y="78829"/>
                </a:cubicBezTo>
                <a:cubicBezTo>
                  <a:pt x="383747" y="78829"/>
                  <a:pt x="380771" y="77548"/>
                  <a:pt x="378765" y="74987"/>
                </a:cubicBezTo>
                <a:cubicBezTo>
                  <a:pt x="377629" y="73570"/>
                  <a:pt x="376877" y="70873"/>
                  <a:pt x="376509" y="66894"/>
                </a:cubicBezTo>
                <a:cubicBezTo>
                  <a:pt x="376141" y="62916"/>
                  <a:pt x="374787" y="59882"/>
                  <a:pt x="372447" y="57793"/>
                </a:cubicBezTo>
                <a:cubicBezTo>
                  <a:pt x="370107" y="55770"/>
                  <a:pt x="366864" y="54759"/>
                  <a:pt x="362719" y="54759"/>
                </a:cubicBezTo>
                <a:cubicBezTo>
                  <a:pt x="356033" y="54759"/>
                  <a:pt x="350650" y="57233"/>
                  <a:pt x="346572" y="62181"/>
                </a:cubicBezTo>
                <a:cubicBezTo>
                  <a:pt x="341156" y="68733"/>
                  <a:pt x="338448" y="77392"/>
                  <a:pt x="338448" y="88156"/>
                </a:cubicBezTo>
                <a:cubicBezTo>
                  <a:pt x="338448" y="99121"/>
                  <a:pt x="341139" y="108800"/>
                  <a:pt x="346522" y="117191"/>
                </a:cubicBezTo>
                <a:cubicBezTo>
                  <a:pt x="351904" y="125582"/>
                  <a:pt x="359175" y="129777"/>
                  <a:pt x="368335" y="129777"/>
                </a:cubicBezTo>
                <a:cubicBezTo>
                  <a:pt x="374887" y="129777"/>
                  <a:pt x="380771" y="127537"/>
                  <a:pt x="385986" y="123058"/>
                </a:cubicBezTo>
                <a:cubicBezTo>
                  <a:pt x="389664" y="119982"/>
                  <a:pt x="393241" y="114399"/>
                  <a:pt x="396718" y="106309"/>
                </a:cubicBezTo>
                <a:lnTo>
                  <a:pt x="399626" y="107713"/>
                </a:lnTo>
                <a:close/>
                <a:moveTo>
                  <a:pt x="493330" y="50748"/>
                </a:moveTo>
                <a:lnTo>
                  <a:pt x="493330" y="106710"/>
                </a:lnTo>
                <a:cubicBezTo>
                  <a:pt x="493330" y="117209"/>
                  <a:pt x="493580" y="123631"/>
                  <a:pt x="494082" y="125976"/>
                </a:cubicBezTo>
                <a:cubicBezTo>
                  <a:pt x="494583" y="128318"/>
                  <a:pt x="495386" y="129955"/>
                  <a:pt x="496489" y="130887"/>
                </a:cubicBezTo>
                <a:cubicBezTo>
                  <a:pt x="497592" y="131819"/>
                  <a:pt x="498879" y="132285"/>
                  <a:pt x="500350" y="132285"/>
                </a:cubicBezTo>
                <a:cubicBezTo>
                  <a:pt x="502423" y="132285"/>
                  <a:pt x="504763" y="131716"/>
                  <a:pt x="507370" y="130580"/>
                </a:cubicBezTo>
                <a:lnTo>
                  <a:pt x="508774" y="134190"/>
                </a:lnTo>
                <a:lnTo>
                  <a:pt x="481295" y="145423"/>
                </a:lnTo>
                <a:lnTo>
                  <a:pt x="476781" y="145423"/>
                </a:lnTo>
                <a:lnTo>
                  <a:pt x="476781" y="126057"/>
                </a:lnTo>
                <a:cubicBezTo>
                  <a:pt x="468892" y="134576"/>
                  <a:pt x="462874" y="139933"/>
                  <a:pt x="458729" y="142129"/>
                </a:cubicBezTo>
                <a:cubicBezTo>
                  <a:pt x="454584" y="144325"/>
                  <a:pt x="450204" y="145423"/>
                  <a:pt x="445591" y="145423"/>
                </a:cubicBezTo>
                <a:cubicBezTo>
                  <a:pt x="440442" y="145423"/>
                  <a:pt x="435980" y="143935"/>
                  <a:pt x="432202" y="140960"/>
                </a:cubicBezTo>
                <a:cubicBezTo>
                  <a:pt x="428424" y="137984"/>
                  <a:pt x="425800" y="134157"/>
                  <a:pt x="424329" y="129476"/>
                </a:cubicBezTo>
                <a:cubicBezTo>
                  <a:pt x="422858" y="124796"/>
                  <a:pt x="422123" y="118177"/>
                  <a:pt x="422123" y="109619"/>
                </a:cubicBezTo>
                <a:lnTo>
                  <a:pt x="422123" y="68599"/>
                </a:lnTo>
                <a:cubicBezTo>
                  <a:pt x="422123" y="64222"/>
                  <a:pt x="421655" y="61192"/>
                  <a:pt x="420718" y="59511"/>
                </a:cubicBezTo>
                <a:cubicBezTo>
                  <a:pt x="419782" y="57826"/>
                  <a:pt x="418395" y="56530"/>
                  <a:pt x="416556" y="55621"/>
                </a:cubicBezTo>
                <a:cubicBezTo>
                  <a:pt x="414718" y="54712"/>
                  <a:pt x="411391" y="54291"/>
                  <a:pt x="406577" y="54358"/>
                </a:cubicBezTo>
                <a:lnTo>
                  <a:pt x="406577" y="50748"/>
                </a:lnTo>
                <a:lnTo>
                  <a:pt x="438771" y="50748"/>
                </a:lnTo>
                <a:lnTo>
                  <a:pt x="438771" y="112301"/>
                </a:lnTo>
                <a:cubicBezTo>
                  <a:pt x="438771" y="120870"/>
                  <a:pt x="440259" y="126494"/>
                  <a:pt x="443234" y="129172"/>
                </a:cubicBezTo>
                <a:cubicBezTo>
                  <a:pt x="446209" y="131849"/>
                  <a:pt x="449803" y="133187"/>
                  <a:pt x="454015" y="133187"/>
                </a:cubicBezTo>
                <a:cubicBezTo>
                  <a:pt x="456890" y="133187"/>
                  <a:pt x="460150" y="132284"/>
                  <a:pt x="463794" y="130476"/>
                </a:cubicBezTo>
                <a:cubicBezTo>
                  <a:pt x="467438" y="128669"/>
                  <a:pt x="471767" y="125221"/>
                  <a:pt x="476781" y="120134"/>
                </a:cubicBezTo>
                <a:lnTo>
                  <a:pt x="476781" y="68198"/>
                </a:lnTo>
                <a:cubicBezTo>
                  <a:pt x="476781" y="62868"/>
                  <a:pt x="475829" y="59263"/>
                  <a:pt x="473923" y="57382"/>
                </a:cubicBezTo>
                <a:cubicBezTo>
                  <a:pt x="472018" y="55502"/>
                  <a:pt x="468056" y="54494"/>
                  <a:pt x="462039" y="54358"/>
                </a:cubicBezTo>
                <a:lnTo>
                  <a:pt x="462039" y="50748"/>
                </a:lnTo>
                <a:lnTo>
                  <a:pt x="493330" y="50748"/>
                </a:lnTo>
                <a:close/>
                <a:moveTo>
                  <a:pt x="542171" y="20459"/>
                </a:moveTo>
                <a:lnTo>
                  <a:pt x="542171" y="50748"/>
                </a:lnTo>
                <a:lnTo>
                  <a:pt x="563634" y="50748"/>
                </a:lnTo>
                <a:lnTo>
                  <a:pt x="563634" y="57567"/>
                </a:lnTo>
                <a:lnTo>
                  <a:pt x="542171" y="57768"/>
                </a:lnTo>
                <a:lnTo>
                  <a:pt x="542171" y="117423"/>
                </a:lnTo>
                <a:cubicBezTo>
                  <a:pt x="542171" y="123380"/>
                  <a:pt x="543024" y="127396"/>
                  <a:pt x="544729" y="129473"/>
                </a:cubicBezTo>
                <a:cubicBezTo>
                  <a:pt x="546434" y="131548"/>
                  <a:pt x="548623" y="132585"/>
                  <a:pt x="551298" y="132585"/>
                </a:cubicBezTo>
                <a:cubicBezTo>
                  <a:pt x="553504" y="132585"/>
                  <a:pt x="555644" y="131892"/>
                  <a:pt x="557716" y="130504"/>
                </a:cubicBezTo>
                <a:cubicBezTo>
                  <a:pt x="559789" y="129117"/>
                  <a:pt x="561394" y="127069"/>
                  <a:pt x="562530" y="124362"/>
                </a:cubicBezTo>
                <a:lnTo>
                  <a:pt x="566442" y="124362"/>
                </a:lnTo>
                <a:cubicBezTo>
                  <a:pt x="564102" y="130947"/>
                  <a:pt x="560792" y="135903"/>
                  <a:pt x="556513" y="139230"/>
                </a:cubicBezTo>
                <a:cubicBezTo>
                  <a:pt x="552234" y="142556"/>
                  <a:pt x="547821" y="144219"/>
                  <a:pt x="543274" y="144219"/>
                </a:cubicBezTo>
                <a:cubicBezTo>
                  <a:pt x="540199" y="144219"/>
                  <a:pt x="537190" y="143364"/>
                  <a:pt x="534248" y="141652"/>
                </a:cubicBezTo>
                <a:cubicBezTo>
                  <a:pt x="531306" y="139941"/>
                  <a:pt x="529133" y="137492"/>
                  <a:pt x="527729" y="134306"/>
                </a:cubicBezTo>
                <a:cubicBezTo>
                  <a:pt x="526325" y="131120"/>
                  <a:pt x="525623" y="126205"/>
                  <a:pt x="525623" y="119563"/>
                </a:cubicBezTo>
                <a:lnTo>
                  <a:pt x="525623" y="57567"/>
                </a:lnTo>
                <a:lnTo>
                  <a:pt x="511081" y="57567"/>
                </a:lnTo>
                <a:lnTo>
                  <a:pt x="511081" y="54352"/>
                </a:lnTo>
                <a:cubicBezTo>
                  <a:pt x="514758" y="52889"/>
                  <a:pt x="518519" y="50413"/>
                  <a:pt x="522364" y="46924"/>
                </a:cubicBezTo>
                <a:cubicBezTo>
                  <a:pt x="526208" y="43435"/>
                  <a:pt x="529635" y="39276"/>
                  <a:pt x="532644" y="34447"/>
                </a:cubicBezTo>
                <a:cubicBezTo>
                  <a:pt x="534181" y="31898"/>
                  <a:pt x="536321" y="27235"/>
                  <a:pt x="539062" y="20459"/>
                </a:cubicBezTo>
                <a:lnTo>
                  <a:pt x="542171" y="20459"/>
                </a:lnTo>
                <a:close/>
                <a:moveTo>
                  <a:pt x="595962" y="0"/>
                </a:moveTo>
                <a:cubicBezTo>
                  <a:pt x="598770" y="0"/>
                  <a:pt x="601160" y="991"/>
                  <a:pt x="603133" y="2974"/>
                </a:cubicBezTo>
                <a:cubicBezTo>
                  <a:pt x="605105" y="4955"/>
                  <a:pt x="606091" y="7357"/>
                  <a:pt x="606091" y="10180"/>
                </a:cubicBezTo>
                <a:cubicBezTo>
                  <a:pt x="606091" y="13002"/>
                  <a:pt x="605105" y="15422"/>
                  <a:pt x="603133" y="17438"/>
                </a:cubicBezTo>
                <a:cubicBezTo>
                  <a:pt x="601160" y="19452"/>
                  <a:pt x="598770" y="20459"/>
                  <a:pt x="595962" y="20459"/>
                </a:cubicBezTo>
                <a:cubicBezTo>
                  <a:pt x="593154" y="20459"/>
                  <a:pt x="590747" y="19452"/>
                  <a:pt x="588741" y="17438"/>
                </a:cubicBezTo>
                <a:cubicBezTo>
                  <a:pt x="586735" y="15422"/>
                  <a:pt x="585732" y="13002"/>
                  <a:pt x="585732" y="10180"/>
                </a:cubicBezTo>
                <a:cubicBezTo>
                  <a:pt x="585732" y="7357"/>
                  <a:pt x="586718" y="4955"/>
                  <a:pt x="588691" y="2974"/>
                </a:cubicBezTo>
                <a:cubicBezTo>
                  <a:pt x="590663" y="991"/>
                  <a:pt x="593087" y="0"/>
                  <a:pt x="595962" y="0"/>
                </a:cubicBezTo>
                <a:moveTo>
                  <a:pt x="604286" y="48140"/>
                </a:moveTo>
                <a:lnTo>
                  <a:pt x="604286" y="121754"/>
                </a:lnTo>
                <a:cubicBezTo>
                  <a:pt x="604286" y="127537"/>
                  <a:pt x="604704" y="131388"/>
                  <a:pt x="605540" y="133306"/>
                </a:cubicBezTo>
                <a:cubicBezTo>
                  <a:pt x="606376" y="135222"/>
                  <a:pt x="607612" y="136651"/>
                  <a:pt x="609251" y="137594"/>
                </a:cubicBezTo>
                <a:cubicBezTo>
                  <a:pt x="610889" y="138534"/>
                  <a:pt x="613881" y="139004"/>
                  <a:pt x="618227" y="139004"/>
                </a:cubicBezTo>
                <a:lnTo>
                  <a:pt x="618227" y="142615"/>
                </a:lnTo>
                <a:lnTo>
                  <a:pt x="573597" y="142615"/>
                </a:lnTo>
                <a:lnTo>
                  <a:pt x="573597" y="139004"/>
                </a:lnTo>
                <a:cubicBezTo>
                  <a:pt x="578077" y="139004"/>
                  <a:pt x="581085" y="138567"/>
                  <a:pt x="582623" y="137694"/>
                </a:cubicBezTo>
                <a:cubicBezTo>
                  <a:pt x="584161" y="136819"/>
                  <a:pt x="585381" y="135373"/>
                  <a:pt x="586284" y="133356"/>
                </a:cubicBezTo>
                <a:cubicBezTo>
                  <a:pt x="587186" y="131338"/>
                  <a:pt x="587638" y="127471"/>
                  <a:pt x="587638" y="121754"/>
                </a:cubicBezTo>
                <a:lnTo>
                  <a:pt x="587638" y="86652"/>
                </a:lnTo>
                <a:cubicBezTo>
                  <a:pt x="587638" y="76648"/>
                  <a:pt x="587337" y="70169"/>
                  <a:pt x="586735" y="67214"/>
                </a:cubicBezTo>
                <a:cubicBezTo>
                  <a:pt x="586267" y="65064"/>
                  <a:pt x="585532" y="63571"/>
                  <a:pt x="584529" y="62736"/>
                </a:cubicBezTo>
                <a:cubicBezTo>
                  <a:pt x="583526" y="61898"/>
                  <a:pt x="582155" y="61479"/>
                  <a:pt x="580417" y="61479"/>
                </a:cubicBezTo>
                <a:cubicBezTo>
                  <a:pt x="578545" y="61479"/>
                  <a:pt x="576271" y="61980"/>
                  <a:pt x="573597" y="62983"/>
                </a:cubicBezTo>
                <a:lnTo>
                  <a:pt x="572193" y="59373"/>
                </a:lnTo>
                <a:lnTo>
                  <a:pt x="599873" y="48140"/>
                </a:lnTo>
                <a:lnTo>
                  <a:pt x="604286" y="48140"/>
                </a:lnTo>
                <a:close/>
                <a:moveTo>
                  <a:pt x="674625" y="48140"/>
                </a:moveTo>
                <a:cubicBezTo>
                  <a:pt x="688532" y="48140"/>
                  <a:pt x="699698" y="53417"/>
                  <a:pt x="708122" y="63970"/>
                </a:cubicBezTo>
                <a:cubicBezTo>
                  <a:pt x="715276" y="72986"/>
                  <a:pt x="718853" y="83339"/>
                  <a:pt x="718853" y="95029"/>
                </a:cubicBezTo>
                <a:cubicBezTo>
                  <a:pt x="718853" y="103245"/>
                  <a:pt x="716881" y="111561"/>
                  <a:pt x="712936" y="119977"/>
                </a:cubicBezTo>
                <a:cubicBezTo>
                  <a:pt x="708991" y="128391"/>
                  <a:pt x="703559" y="134735"/>
                  <a:pt x="696639" y="139010"/>
                </a:cubicBezTo>
                <a:cubicBezTo>
                  <a:pt x="689719" y="143285"/>
                  <a:pt x="682013" y="145423"/>
                  <a:pt x="673522" y="145423"/>
                </a:cubicBezTo>
                <a:cubicBezTo>
                  <a:pt x="659681" y="145423"/>
                  <a:pt x="648683" y="139912"/>
                  <a:pt x="640526" y="128890"/>
                </a:cubicBezTo>
                <a:cubicBezTo>
                  <a:pt x="633639" y="119607"/>
                  <a:pt x="630196" y="109188"/>
                  <a:pt x="630196" y="97634"/>
                </a:cubicBezTo>
                <a:cubicBezTo>
                  <a:pt x="630196" y="89218"/>
                  <a:pt x="632285" y="80852"/>
                  <a:pt x="636464" y="72536"/>
                </a:cubicBezTo>
                <a:cubicBezTo>
                  <a:pt x="640643" y="64220"/>
                  <a:pt x="646142" y="58075"/>
                  <a:pt x="652962" y="54101"/>
                </a:cubicBezTo>
                <a:cubicBezTo>
                  <a:pt x="659782" y="50127"/>
                  <a:pt x="667003" y="48140"/>
                  <a:pt x="674625" y="48140"/>
                </a:cubicBezTo>
                <a:moveTo>
                  <a:pt x="671516" y="54759"/>
                </a:moveTo>
                <a:cubicBezTo>
                  <a:pt x="667972" y="54759"/>
                  <a:pt x="664412" y="55809"/>
                  <a:pt x="660835" y="57909"/>
                </a:cubicBezTo>
                <a:cubicBezTo>
                  <a:pt x="657258" y="60007"/>
                  <a:pt x="654366" y="63687"/>
                  <a:pt x="652160" y="68950"/>
                </a:cubicBezTo>
                <a:cubicBezTo>
                  <a:pt x="649953" y="74214"/>
                  <a:pt x="648850" y="80975"/>
                  <a:pt x="648850" y="89234"/>
                </a:cubicBezTo>
                <a:cubicBezTo>
                  <a:pt x="648850" y="102559"/>
                  <a:pt x="651508" y="114051"/>
                  <a:pt x="656823" y="123713"/>
                </a:cubicBezTo>
                <a:cubicBezTo>
                  <a:pt x="662139" y="133372"/>
                  <a:pt x="669142" y="138202"/>
                  <a:pt x="677834" y="138202"/>
                </a:cubicBezTo>
                <a:cubicBezTo>
                  <a:pt x="684320" y="138202"/>
                  <a:pt x="689669" y="135537"/>
                  <a:pt x="693881" y="130207"/>
                </a:cubicBezTo>
                <a:cubicBezTo>
                  <a:pt x="698093" y="124877"/>
                  <a:pt x="700199" y="115717"/>
                  <a:pt x="700199" y="102727"/>
                </a:cubicBezTo>
                <a:cubicBezTo>
                  <a:pt x="700199" y="86471"/>
                  <a:pt x="696689" y="73680"/>
                  <a:pt x="689669" y="64353"/>
                </a:cubicBezTo>
                <a:cubicBezTo>
                  <a:pt x="684921" y="57957"/>
                  <a:pt x="678871" y="54759"/>
                  <a:pt x="671516" y="54759"/>
                </a:cubicBezTo>
                <a:close/>
                <a:moveTo>
                  <a:pt x="759172" y="67496"/>
                </a:moveTo>
                <a:cubicBezTo>
                  <a:pt x="769936" y="54592"/>
                  <a:pt x="780199" y="48140"/>
                  <a:pt x="789961" y="48140"/>
                </a:cubicBezTo>
                <a:cubicBezTo>
                  <a:pt x="794976" y="48140"/>
                  <a:pt x="799288" y="49390"/>
                  <a:pt x="802899" y="51891"/>
                </a:cubicBezTo>
                <a:cubicBezTo>
                  <a:pt x="806509" y="54390"/>
                  <a:pt x="809384" y="58508"/>
                  <a:pt x="811524" y="64243"/>
                </a:cubicBezTo>
                <a:cubicBezTo>
                  <a:pt x="812995" y="68244"/>
                  <a:pt x="813730" y="74379"/>
                  <a:pt x="813730" y="82647"/>
                </a:cubicBezTo>
                <a:lnTo>
                  <a:pt x="813730" y="121754"/>
                </a:lnTo>
                <a:cubicBezTo>
                  <a:pt x="813730" y="127604"/>
                  <a:pt x="814198" y="131572"/>
                  <a:pt x="815134" y="133657"/>
                </a:cubicBezTo>
                <a:cubicBezTo>
                  <a:pt x="815870" y="135339"/>
                  <a:pt x="817056" y="136651"/>
                  <a:pt x="818695" y="137594"/>
                </a:cubicBezTo>
                <a:cubicBezTo>
                  <a:pt x="820333" y="138534"/>
                  <a:pt x="823358" y="139004"/>
                  <a:pt x="827771" y="139004"/>
                </a:cubicBezTo>
                <a:lnTo>
                  <a:pt x="827771" y="142615"/>
                </a:lnTo>
                <a:lnTo>
                  <a:pt x="782339" y="142615"/>
                </a:lnTo>
                <a:lnTo>
                  <a:pt x="782339" y="139004"/>
                </a:lnTo>
                <a:lnTo>
                  <a:pt x="784244" y="139004"/>
                </a:lnTo>
                <a:cubicBezTo>
                  <a:pt x="788524" y="139004"/>
                  <a:pt x="791516" y="138349"/>
                  <a:pt x="793221" y="137039"/>
                </a:cubicBezTo>
                <a:cubicBezTo>
                  <a:pt x="794925" y="135727"/>
                  <a:pt x="796112" y="133793"/>
                  <a:pt x="796781" y="131238"/>
                </a:cubicBezTo>
                <a:cubicBezTo>
                  <a:pt x="797048" y="130229"/>
                  <a:pt x="797182" y="127067"/>
                  <a:pt x="797182" y="121754"/>
                </a:cubicBezTo>
                <a:lnTo>
                  <a:pt x="797182" y="84207"/>
                </a:lnTo>
                <a:cubicBezTo>
                  <a:pt x="797182" y="75862"/>
                  <a:pt x="796096" y="69804"/>
                  <a:pt x="793923" y="66033"/>
                </a:cubicBezTo>
                <a:cubicBezTo>
                  <a:pt x="791750" y="62261"/>
                  <a:pt x="788089" y="60376"/>
                  <a:pt x="782941" y="60376"/>
                </a:cubicBezTo>
                <a:cubicBezTo>
                  <a:pt x="774984" y="60376"/>
                  <a:pt x="767061" y="64721"/>
                  <a:pt x="759172" y="73413"/>
                </a:cubicBezTo>
                <a:lnTo>
                  <a:pt x="759172" y="121754"/>
                </a:lnTo>
                <a:cubicBezTo>
                  <a:pt x="759172" y="128008"/>
                  <a:pt x="759539" y="131875"/>
                  <a:pt x="760275" y="133356"/>
                </a:cubicBezTo>
                <a:cubicBezTo>
                  <a:pt x="761211" y="135306"/>
                  <a:pt x="762498" y="136735"/>
                  <a:pt x="764136" y="137644"/>
                </a:cubicBezTo>
                <a:cubicBezTo>
                  <a:pt x="765774" y="138551"/>
                  <a:pt x="769100" y="139004"/>
                  <a:pt x="774115" y="139004"/>
                </a:cubicBezTo>
                <a:lnTo>
                  <a:pt x="774115" y="142615"/>
                </a:lnTo>
                <a:lnTo>
                  <a:pt x="728683" y="142615"/>
                </a:lnTo>
                <a:lnTo>
                  <a:pt x="728683" y="139004"/>
                </a:lnTo>
                <a:lnTo>
                  <a:pt x="730689" y="139004"/>
                </a:lnTo>
                <a:cubicBezTo>
                  <a:pt x="735369" y="139004"/>
                  <a:pt x="738528" y="137811"/>
                  <a:pt x="740166" y="135425"/>
                </a:cubicBezTo>
                <a:cubicBezTo>
                  <a:pt x="741804" y="133037"/>
                  <a:pt x="742623" y="128480"/>
                  <a:pt x="742623" y="121754"/>
                </a:cubicBezTo>
                <a:lnTo>
                  <a:pt x="742623" y="87855"/>
                </a:lnTo>
                <a:cubicBezTo>
                  <a:pt x="742623" y="76823"/>
                  <a:pt x="742373" y="70104"/>
                  <a:pt x="741871" y="67697"/>
                </a:cubicBezTo>
                <a:cubicBezTo>
                  <a:pt x="741370" y="65290"/>
                  <a:pt x="740601" y="63652"/>
                  <a:pt x="739565" y="62783"/>
                </a:cubicBezTo>
                <a:cubicBezTo>
                  <a:pt x="738528" y="61913"/>
                  <a:pt x="737141" y="61479"/>
                  <a:pt x="735402" y="61479"/>
                </a:cubicBezTo>
                <a:cubicBezTo>
                  <a:pt x="733530" y="61479"/>
                  <a:pt x="731290" y="61980"/>
                  <a:pt x="728683" y="62983"/>
                </a:cubicBezTo>
                <a:lnTo>
                  <a:pt x="727179" y="59373"/>
                </a:lnTo>
                <a:lnTo>
                  <a:pt x="754859" y="48140"/>
                </a:lnTo>
                <a:lnTo>
                  <a:pt x="759172" y="48140"/>
                </a:lnTo>
                <a:lnTo>
                  <a:pt x="759172" y="6749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Text Candidates">
            <a:extLst xmlns:a="http://schemas.openxmlformats.org/drawingml/2006/main">
              <a:ext uri="{FF2B5EF4-FFF2-40B4-BE49-F238E27FC236}">
                <a16:creationId xmlns:a16="http://schemas.microsoft.com/office/drawing/2014/main" id="{B6179EA5-E371-4E0B-9276-FCD8D0AA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7256" y="7368318"/>
            <a:ext cx="898175" cy="145623"/>
          </a:xfrm>
          <a:custGeom xmlns:a="http://schemas.openxmlformats.org/drawingml/2006/main">
            <a:pathLst>
              <a:path w="898175" h="145623">
                <a:moveTo>
                  <a:pt x="116238" y="3611"/>
                </a:moveTo>
                <a:lnTo>
                  <a:pt x="119347" y="49945"/>
                </a:lnTo>
                <a:lnTo>
                  <a:pt x="116238" y="49945"/>
                </a:lnTo>
                <a:cubicBezTo>
                  <a:pt x="112093" y="36069"/>
                  <a:pt x="106175" y="26082"/>
                  <a:pt x="98486" y="19983"/>
                </a:cubicBezTo>
                <a:cubicBezTo>
                  <a:pt x="90797" y="13882"/>
                  <a:pt x="81570" y="10831"/>
                  <a:pt x="70806" y="10831"/>
                </a:cubicBezTo>
                <a:cubicBezTo>
                  <a:pt x="61780" y="10831"/>
                  <a:pt x="53623" y="13118"/>
                  <a:pt x="46335" y="17692"/>
                </a:cubicBezTo>
                <a:cubicBezTo>
                  <a:pt x="39047" y="22264"/>
                  <a:pt x="33314" y="29557"/>
                  <a:pt x="29135" y="39571"/>
                </a:cubicBezTo>
                <a:cubicBezTo>
                  <a:pt x="24956" y="49584"/>
                  <a:pt x="22866" y="62032"/>
                  <a:pt x="22866" y="76917"/>
                </a:cubicBezTo>
                <a:cubicBezTo>
                  <a:pt x="22866" y="89201"/>
                  <a:pt x="24839" y="99849"/>
                  <a:pt x="28784" y="108860"/>
                </a:cubicBezTo>
                <a:cubicBezTo>
                  <a:pt x="32728" y="117872"/>
                  <a:pt x="38662" y="124781"/>
                  <a:pt x="46585" y="129589"/>
                </a:cubicBezTo>
                <a:cubicBezTo>
                  <a:pt x="54508" y="134395"/>
                  <a:pt x="63551" y="136798"/>
                  <a:pt x="73714" y="136798"/>
                </a:cubicBezTo>
                <a:cubicBezTo>
                  <a:pt x="82540" y="136798"/>
                  <a:pt x="90329" y="134903"/>
                  <a:pt x="97082" y="131112"/>
                </a:cubicBezTo>
                <a:cubicBezTo>
                  <a:pt x="103835" y="127320"/>
                  <a:pt x="111257" y="119788"/>
                  <a:pt x="119347" y="108515"/>
                </a:cubicBezTo>
                <a:lnTo>
                  <a:pt x="122456" y="110521"/>
                </a:lnTo>
                <a:cubicBezTo>
                  <a:pt x="115636" y="122659"/>
                  <a:pt x="107680" y="131544"/>
                  <a:pt x="98587" y="137177"/>
                </a:cubicBezTo>
                <a:cubicBezTo>
                  <a:pt x="89493" y="142808"/>
                  <a:pt x="78695" y="145623"/>
                  <a:pt x="66192" y="145623"/>
                </a:cubicBezTo>
                <a:cubicBezTo>
                  <a:pt x="43660" y="145623"/>
                  <a:pt x="26210" y="137277"/>
                  <a:pt x="13840" y="120585"/>
                </a:cubicBezTo>
                <a:cubicBezTo>
                  <a:pt x="4613" y="108168"/>
                  <a:pt x="0" y="93546"/>
                  <a:pt x="0" y="76720"/>
                </a:cubicBezTo>
                <a:cubicBezTo>
                  <a:pt x="0" y="63166"/>
                  <a:pt x="3042" y="50714"/>
                  <a:pt x="9127" y="39364"/>
                </a:cubicBezTo>
                <a:cubicBezTo>
                  <a:pt x="15211" y="28015"/>
                  <a:pt x="23585" y="19218"/>
                  <a:pt x="34250" y="12975"/>
                </a:cubicBezTo>
                <a:cubicBezTo>
                  <a:pt x="44914" y="6732"/>
                  <a:pt x="56564" y="3611"/>
                  <a:pt x="69201" y="3611"/>
                </a:cubicBezTo>
                <a:cubicBezTo>
                  <a:pt x="79030" y="3611"/>
                  <a:pt x="88725" y="6017"/>
                  <a:pt x="98286" y="10831"/>
                </a:cubicBezTo>
                <a:cubicBezTo>
                  <a:pt x="101094" y="12302"/>
                  <a:pt x="103100" y="13038"/>
                  <a:pt x="104303" y="13038"/>
                </a:cubicBezTo>
                <a:cubicBezTo>
                  <a:pt x="106108" y="13038"/>
                  <a:pt x="107680" y="12403"/>
                  <a:pt x="109017" y="11132"/>
                </a:cubicBezTo>
                <a:cubicBezTo>
                  <a:pt x="110755" y="9327"/>
                  <a:pt x="111992" y="6820"/>
                  <a:pt x="112728" y="3611"/>
                </a:cubicBezTo>
                <a:lnTo>
                  <a:pt x="116238" y="3611"/>
                </a:lnTo>
                <a:close/>
                <a:moveTo>
                  <a:pt x="188048" y="129483"/>
                </a:moveTo>
                <a:cubicBezTo>
                  <a:pt x="178620" y="136768"/>
                  <a:pt x="172703" y="140979"/>
                  <a:pt x="170296" y="142113"/>
                </a:cubicBezTo>
                <a:cubicBezTo>
                  <a:pt x="166686" y="143785"/>
                  <a:pt x="162841" y="144620"/>
                  <a:pt x="158763" y="144620"/>
                </a:cubicBezTo>
                <a:cubicBezTo>
                  <a:pt x="152411" y="144620"/>
                  <a:pt x="147179" y="142447"/>
                  <a:pt x="143067" y="138101"/>
                </a:cubicBezTo>
                <a:cubicBezTo>
                  <a:pt x="138955" y="133756"/>
                  <a:pt x="136899" y="128039"/>
                  <a:pt x="136899" y="120952"/>
                </a:cubicBezTo>
                <a:cubicBezTo>
                  <a:pt x="136899" y="116472"/>
                  <a:pt x="137902" y="112594"/>
                  <a:pt x="139908" y="109318"/>
                </a:cubicBezTo>
                <a:cubicBezTo>
                  <a:pt x="142649" y="104771"/>
                  <a:pt x="147413" y="100492"/>
                  <a:pt x="154199" y="96480"/>
                </a:cubicBezTo>
                <a:cubicBezTo>
                  <a:pt x="160986" y="92469"/>
                  <a:pt x="172269" y="87588"/>
                  <a:pt x="188048" y="81838"/>
                </a:cubicBezTo>
                <a:lnTo>
                  <a:pt x="188048" y="78240"/>
                </a:lnTo>
                <a:cubicBezTo>
                  <a:pt x="188048" y="69113"/>
                  <a:pt x="186594" y="62851"/>
                  <a:pt x="183685" y="59454"/>
                </a:cubicBezTo>
                <a:cubicBezTo>
                  <a:pt x="180777" y="56057"/>
                  <a:pt x="176548" y="54358"/>
                  <a:pt x="170998" y="54358"/>
                </a:cubicBezTo>
                <a:cubicBezTo>
                  <a:pt x="166786" y="54358"/>
                  <a:pt x="163443" y="55495"/>
                  <a:pt x="160969" y="57768"/>
                </a:cubicBezTo>
                <a:cubicBezTo>
                  <a:pt x="158428" y="60041"/>
                  <a:pt x="157158" y="62649"/>
                  <a:pt x="157158" y="65591"/>
                </a:cubicBezTo>
                <a:lnTo>
                  <a:pt x="157359" y="71408"/>
                </a:lnTo>
                <a:cubicBezTo>
                  <a:pt x="157359" y="74483"/>
                  <a:pt x="156573" y="76857"/>
                  <a:pt x="155002" y="78528"/>
                </a:cubicBezTo>
                <a:cubicBezTo>
                  <a:pt x="153431" y="80200"/>
                  <a:pt x="151375" y="81036"/>
                  <a:pt x="148834" y="81036"/>
                </a:cubicBezTo>
                <a:cubicBezTo>
                  <a:pt x="146360" y="81036"/>
                  <a:pt x="144337" y="80164"/>
                  <a:pt x="142766" y="78422"/>
                </a:cubicBezTo>
                <a:cubicBezTo>
                  <a:pt x="141195" y="76677"/>
                  <a:pt x="140409" y="74296"/>
                  <a:pt x="140409" y="71279"/>
                </a:cubicBezTo>
                <a:cubicBezTo>
                  <a:pt x="140409" y="65510"/>
                  <a:pt x="143351" y="60211"/>
                  <a:pt x="149235" y="55383"/>
                </a:cubicBezTo>
                <a:cubicBezTo>
                  <a:pt x="155119" y="50554"/>
                  <a:pt x="163376" y="48140"/>
                  <a:pt x="174007" y="48140"/>
                </a:cubicBezTo>
                <a:cubicBezTo>
                  <a:pt x="182164" y="48140"/>
                  <a:pt x="188850" y="49509"/>
                  <a:pt x="194065" y="52246"/>
                </a:cubicBezTo>
                <a:cubicBezTo>
                  <a:pt x="198010" y="54316"/>
                  <a:pt x="200919" y="57556"/>
                  <a:pt x="202791" y="61965"/>
                </a:cubicBezTo>
                <a:cubicBezTo>
                  <a:pt x="203994" y="64835"/>
                  <a:pt x="204596" y="70712"/>
                  <a:pt x="204596" y="79594"/>
                </a:cubicBezTo>
                <a:lnTo>
                  <a:pt x="204596" y="110747"/>
                </a:lnTo>
                <a:cubicBezTo>
                  <a:pt x="204596" y="119495"/>
                  <a:pt x="204763" y="124855"/>
                  <a:pt x="205097" y="126825"/>
                </a:cubicBezTo>
                <a:cubicBezTo>
                  <a:pt x="205432" y="128795"/>
                  <a:pt x="205983" y="130115"/>
                  <a:pt x="206752" y="130783"/>
                </a:cubicBezTo>
                <a:cubicBezTo>
                  <a:pt x="207521" y="131450"/>
                  <a:pt x="208407" y="131783"/>
                  <a:pt x="209410" y="131783"/>
                </a:cubicBezTo>
                <a:cubicBezTo>
                  <a:pt x="210480" y="131783"/>
                  <a:pt x="211416" y="131549"/>
                  <a:pt x="212218" y="131081"/>
                </a:cubicBezTo>
                <a:cubicBezTo>
                  <a:pt x="213622" y="130212"/>
                  <a:pt x="216330" y="127771"/>
                  <a:pt x="220342" y="123760"/>
                </a:cubicBezTo>
                <a:lnTo>
                  <a:pt x="220342" y="129376"/>
                </a:lnTo>
                <a:cubicBezTo>
                  <a:pt x="212853" y="139405"/>
                  <a:pt x="205699" y="144420"/>
                  <a:pt x="198879" y="144420"/>
                </a:cubicBezTo>
                <a:cubicBezTo>
                  <a:pt x="195603" y="144420"/>
                  <a:pt x="192996" y="143292"/>
                  <a:pt x="191057" y="141035"/>
                </a:cubicBezTo>
                <a:cubicBezTo>
                  <a:pt x="189118" y="138776"/>
                  <a:pt x="188115" y="134926"/>
                  <a:pt x="188048" y="129483"/>
                </a:cubicBezTo>
                <a:moveTo>
                  <a:pt x="188048" y="122979"/>
                </a:moveTo>
                <a:lnTo>
                  <a:pt x="188048" y="88056"/>
                </a:lnTo>
                <a:cubicBezTo>
                  <a:pt x="177952" y="92059"/>
                  <a:pt x="171433" y="94895"/>
                  <a:pt x="168491" y="96562"/>
                </a:cubicBezTo>
                <a:cubicBezTo>
                  <a:pt x="163209" y="99498"/>
                  <a:pt x="159431" y="102567"/>
                  <a:pt x="157158" y="105770"/>
                </a:cubicBezTo>
                <a:cubicBezTo>
                  <a:pt x="154885" y="108971"/>
                  <a:pt x="153748" y="112473"/>
                  <a:pt x="153748" y="116276"/>
                </a:cubicBezTo>
                <a:cubicBezTo>
                  <a:pt x="153748" y="121079"/>
                  <a:pt x="155186" y="125066"/>
                  <a:pt x="158061" y="128235"/>
                </a:cubicBezTo>
                <a:cubicBezTo>
                  <a:pt x="160936" y="131403"/>
                  <a:pt x="164245" y="132987"/>
                  <a:pt x="167990" y="132987"/>
                </a:cubicBezTo>
                <a:cubicBezTo>
                  <a:pt x="173071" y="132987"/>
                  <a:pt x="179757" y="129651"/>
                  <a:pt x="188048" y="122979"/>
                </a:cubicBezTo>
                <a:close/>
                <a:moveTo>
                  <a:pt x="253971" y="67496"/>
                </a:moveTo>
                <a:cubicBezTo>
                  <a:pt x="264736" y="54592"/>
                  <a:pt x="274999" y="48140"/>
                  <a:pt x="284760" y="48140"/>
                </a:cubicBezTo>
                <a:cubicBezTo>
                  <a:pt x="289775" y="48140"/>
                  <a:pt x="294088" y="49390"/>
                  <a:pt x="297698" y="51891"/>
                </a:cubicBezTo>
                <a:cubicBezTo>
                  <a:pt x="301309" y="54390"/>
                  <a:pt x="304184" y="58508"/>
                  <a:pt x="306323" y="64243"/>
                </a:cubicBezTo>
                <a:cubicBezTo>
                  <a:pt x="307794" y="68244"/>
                  <a:pt x="308530" y="74379"/>
                  <a:pt x="308530" y="82647"/>
                </a:cubicBezTo>
                <a:lnTo>
                  <a:pt x="308530" y="121754"/>
                </a:lnTo>
                <a:cubicBezTo>
                  <a:pt x="308530" y="127604"/>
                  <a:pt x="308998" y="131572"/>
                  <a:pt x="309934" y="133657"/>
                </a:cubicBezTo>
                <a:cubicBezTo>
                  <a:pt x="310669" y="135339"/>
                  <a:pt x="311856" y="136651"/>
                  <a:pt x="313494" y="137594"/>
                </a:cubicBezTo>
                <a:cubicBezTo>
                  <a:pt x="315132" y="138534"/>
                  <a:pt x="318158" y="139004"/>
                  <a:pt x="322570" y="139004"/>
                </a:cubicBezTo>
                <a:lnTo>
                  <a:pt x="322570" y="142615"/>
                </a:lnTo>
                <a:lnTo>
                  <a:pt x="277138" y="142615"/>
                </a:lnTo>
                <a:lnTo>
                  <a:pt x="277138" y="139004"/>
                </a:lnTo>
                <a:lnTo>
                  <a:pt x="279044" y="139004"/>
                </a:lnTo>
                <a:cubicBezTo>
                  <a:pt x="283323" y="139004"/>
                  <a:pt x="286315" y="138349"/>
                  <a:pt x="288020" y="137039"/>
                </a:cubicBezTo>
                <a:cubicBezTo>
                  <a:pt x="289725" y="135727"/>
                  <a:pt x="290912" y="133793"/>
                  <a:pt x="291580" y="131238"/>
                </a:cubicBezTo>
                <a:cubicBezTo>
                  <a:pt x="291848" y="130229"/>
                  <a:pt x="291981" y="127067"/>
                  <a:pt x="291981" y="121754"/>
                </a:cubicBezTo>
                <a:lnTo>
                  <a:pt x="291981" y="84207"/>
                </a:lnTo>
                <a:cubicBezTo>
                  <a:pt x="291981" y="75862"/>
                  <a:pt x="290895" y="69804"/>
                  <a:pt x="288722" y="66033"/>
                </a:cubicBezTo>
                <a:cubicBezTo>
                  <a:pt x="286549" y="62261"/>
                  <a:pt x="282888" y="60376"/>
                  <a:pt x="277740" y="60376"/>
                </a:cubicBezTo>
                <a:cubicBezTo>
                  <a:pt x="269784" y="60376"/>
                  <a:pt x="261861" y="64721"/>
                  <a:pt x="253971" y="73413"/>
                </a:cubicBezTo>
                <a:lnTo>
                  <a:pt x="253971" y="121754"/>
                </a:lnTo>
                <a:cubicBezTo>
                  <a:pt x="253971" y="128008"/>
                  <a:pt x="254339" y="131875"/>
                  <a:pt x="255074" y="133356"/>
                </a:cubicBezTo>
                <a:cubicBezTo>
                  <a:pt x="256010" y="135306"/>
                  <a:pt x="257297" y="136735"/>
                  <a:pt x="258935" y="137644"/>
                </a:cubicBezTo>
                <a:cubicBezTo>
                  <a:pt x="260573" y="138551"/>
                  <a:pt x="263900" y="139004"/>
                  <a:pt x="268914" y="139004"/>
                </a:cubicBezTo>
                <a:lnTo>
                  <a:pt x="268914" y="142615"/>
                </a:lnTo>
                <a:lnTo>
                  <a:pt x="223482" y="142615"/>
                </a:lnTo>
                <a:lnTo>
                  <a:pt x="223482" y="139004"/>
                </a:lnTo>
                <a:lnTo>
                  <a:pt x="225488" y="139004"/>
                </a:lnTo>
                <a:cubicBezTo>
                  <a:pt x="230168" y="139004"/>
                  <a:pt x="233328" y="137811"/>
                  <a:pt x="234966" y="135425"/>
                </a:cubicBezTo>
                <a:cubicBezTo>
                  <a:pt x="236604" y="133037"/>
                  <a:pt x="237423" y="128480"/>
                  <a:pt x="237423" y="121754"/>
                </a:cubicBezTo>
                <a:lnTo>
                  <a:pt x="237423" y="87855"/>
                </a:lnTo>
                <a:cubicBezTo>
                  <a:pt x="237423" y="76823"/>
                  <a:pt x="237172" y="70104"/>
                  <a:pt x="236671" y="67697"/>
                </a:cubicBezTo>
                <a:cubicBezTo>
                  <a:pt x="236169" y="65290"/>
                  <a:pt x="235400" y="63652"/>
                  <a:pt x="234364" y="62783"/>
                </a:cubicBezTo>
                <a:cubicBezTo>
                  <a:pt x="233328" y="61913"/>
                  <a:pt x="231940" y="61479"/>
                  <a:pt x="230202" y="61479"/>
                </a:cubicBezTo>
                <a:cubicBezTo>
                  <a:pt x="228330" y="61479"/>
                  <a:pt x="226090" y="61980"/>
                  <a:pt x="223482" y="62983"/>
                </a:cubicBezTo>
                <a:lnTo>
                  <a:pt x="221978" y="59373"/>
                </a:lnTo>
                <a:lnTo>
                  <a:pt x="249658" y="48140"/>
                </a:lnTo>
                <a:lnTo>
                  <a:pt x="253971" y="48140"/>
                </a:lnTo>
                <a:lnTo>
                  <a:pt x="253971" y="67496"/>
                </a:lnTo>
                <a:close/>
                <a:moveTo>
                  <a:pt x="394780" y="132291"/>
                </a:moveTo>
                <a:cubicBezTo>
                  <a:pt x="390301" y="136969"/>
                  <a:pt x="385921" y="140328"/>
                  <a:pt x="381642" y="142367"/>
                </a:cubicBezTo>
                <a:cubicBezTo>
                  <a:pt x="377363" y="144404"/>
                  <a:pt x="372750" y="145423"/>
                  <a:pt x="367802" y="145423"/>
                </a:cubicBezTo>
                <a:cubicBezTo>
                  <a:pt x="357773" y="145423"/>
                  <a:pt x="349014" y="141237"/>
                  <a:pt x="341525" y="132864"/>
                </a:cubicBezTo>
                <a:cubicBezTo>
                  <a:pt x="334037" y="124490"/>
                  <a:pt x="330293" y="113730"/>
                  <a:pt x="330293" y="100583"/>
                </a:cubicBezTo>
                <a:cubicBezTo>
                  <a:pt x="330293" y="87439"/>
                  <a:pt x="334438" y="75412"/>
                  <a:pt x="342729" y="64503"/>
                </a:cubicBezTo>
                <a:cubicBezTo>
                  <a:pt x="351020" y="53594"/>
                  <a:pt x="361684" y="48140"/>
                  <a:pt x="374722" y="48140"/>
                </a:cubicBezTo>
                <a:cubicBezTo>
                  <a:pt x="382812" y="48140"/>
                  <a:pt x="389498" y="50713"/>
                  <a:pt x="394780" y="55859"/>
                </a:cubicBezTo>
                <a:lnTo>
                  <a:pt x="394780" y="38713"/>
                </a:lnTo>
                <a:cubicBezTo>
                  <a:pt x="394780" y="28259"/>
                  <a:pt x="394530" y="21834"/>
                  <a:pt x="394028" y="19438"/>
                </a:cubicBezTo>
                <a:cubicBezTo>
                  <a:pt x="393527" y="17041"/>
                  <a:pt x="392741" y="15409"/>
                  <a:pt x="391671" y="14542"/>
                </a:cubicBezTo>
                <a:cubicBezTo>
                  <a:pt x="390601" y="13673"/>
                  <a:pt x="389264" y="13238"/>
                  <a:pt x="387660" y="13238"/>
                </a:cubicBezTo>
                <a:cubicBezTo>
                  <a:pt x="385921" y="13238"/>
                  <a:pt x="383614" y="13773"/>
                  <a:pt x="380739" y="14843"/>
                </a:cubicBezTo>
                <a:lnTo>
                  <a:pt x="379436" y="11233"/>
                </a:lnTo>
                <a:lnTo>
                  <a:pt x="406815" y="0"/>
                </a:lnTo>
                <a:lnTo>
                  <a:pt x="411328" y="0"/>
                </a:lnTo>
                <a:lnTo>
                  <a:pt x="411328" y="106309"/>
                </a:lnTo>
                <a:cubicBezTo>
                  <a:pt x="411328" y="117030"/>
                  <a:pt x="411579" y="123572"/>
                  <a:pt x="412081" y="125935"/>
                </a:cubicBezTo>
                <a:cubicBezTo>
                  <a:pt x="412582" y="128298"/>
                  <a:pt x="413384" y="129948"/>
                  <a:pt x="414488" y="130884"/>
                </a:cubicBezTo>
                <a:cubicBezTo>
                  <a:pt x="415591" y="131818"/>
                  <a:pt x="416878" y="132285"/>
                  <a:pt x="418349" y="132285"/>
                </a:cubicBezTo>
                <a:cubicBezTo>
                  <a:pt x="420154" y="132285"/>
                  <a:pt x="422561" y="131716"/>
                  <a:pt x="425570" y="130580"/>
                </a:cubicBezTo>
                <a:lnTo>
                  <a:pt x="426673" y="134190"/>
                </a:lnTo>
                <a:lnTo>
                  <a:pt x="399394" y="145423"/>
                </a:lnTo>
                <a:lnTo>
                  <a:pt x="394780" y="145423"/>
                </a:lnTo>
                <a:lnTo>
                  <a:pt x="394780" y="132291"/>
                </a:lnTo>
                <a:moveTo>
                  <a:pt x="394780" y="125286"/>
                </a:moveTo>
                <a:lnTo>
                  <a:pt x="394780" y="78068"/>
                </a:lnTo>
                <a:cubicBezTo>
                  <a:pt x="394379" y="73531"/>
                  <a:pt x="393176" y="69397"/>
                  <a:pt x="391170" y="65663"/>
                </a:cubicBezTo>
                <a:cubicBezTo>
                  <a:pt x="389164" y="61927"/>
                  <a:pt x="386506" y="59109"/>
                  <a:pt x="383197" y="57210"/>
                </a:cubicBezTo>
                <a:cubicBezTo>
                  <a:pt x="379887" y="55309"/>
                  <a:pt x="376661" y="54358"/>
                  <a:pt x="373518" y="54358"/>
                </a:cubicBezTo>
                <a:cubicBezTo>
                  <a:pt x="367635" y="54358"/>
                  <a:pt x="362386" y="56993"/>
                  <a:pt x="357773" y="62262"/>
                </a:cubicBezTo>
                <a:cubicBezTo>
                  <a:pt x="351688" y="69197"/>
                  <a:pt x="348646" y="79334"/>
                  <a:pt x="348646" y="92673"/>
                </a:cubicBezTo>
                <a:cubicBezTo>
                  <a:pt x="348646" y="106145"/>
                  <a:pt x="351588" y="116467"/>
                  <a:pt x="357472" y="123638"/>
                </a:cubicBezTo>
                <a:cubicBezTo>
                  <a:pt x="363356" y="130806"/>
                  <a:pt x="369908" y="134391"/>
                  <a:pt x="377129" y="134391"/>
                </a:cubicBezTo>
                <a:cubicBezTo>
                  <a:pt x="383213" y="134391"/>
                  <a:pt x="389097" y="131356"/>
                  <a:pt x="394780" y="125286"/>
                </a:cubicBezTo>
                <a:close/>
                <a:moveTo>
                  <a:pt x="455958" y="0"/>
                </a:moveTo>
                <a:cubicBezTo>
                  <a:pt x="458766" y="0"/>
                  <a:pt x="461156" y="991"/>
                  <a:pt x="463129" y="2974"/>
                </a:cubicBezTo>
                <a:cubicBezTo>
                  <a:pt x="465101" y="4955"/>
                  <a:pt x="466087" y="7357"/>
                  <a:pt x="466087" y="10180"/>
                </a:cubicBezTo>
                <a:cubicBezTo>
                  <a:pt x="466087" y="13002"/>
                  <a:pt x="465101" y="15422"/>
                  <a:pt x="463129" y="17438"/>
                </a:cubicBezTo>
                <a:cubicBezTo>
                  <a:pt x="461156" y="19452"/>
                  <a:pt x="458766" y="20459"/>
                  <a:pt x="455958" y="20459"/>
                </a:cubicBezTo>
                <a:cubicBezTo>
                  <a:pt x="453150" y="20459"/>
                  <a:pt x="450743" y="19452"/>
                  <a:pt x="448737" y="17438"/>
                </a:cubicBezTo>
                <a:cubicBezTo>
                  <a:pt x="446731" y="15422"/>
                  <a:pt x="445728" y="13002"/>
                  <a:pt x="445728" y="10180"/>
                </a:cubicBezTo>
                <a:cubicBezTo>
                  <a:pt x="445728" y="7357"/>
                  <a:pt x="446714" y="4955"/>
                  <a:pt x="448687" y="2974"/>
                </a:cubicBezTo>
                <a:cubicBezTo>
                  <a:pt x="450659" y="991"/>
                  <a:pt x="453083" y="0"/>
                  <a:pt x="455958" y="0"/>
                </a:cubicBezTo>
                <a:moveTo>
                  <a:pt x="464282" y="48140"/>
                </a:moveTo>
                <a:lnTo>
                  <a:pt x="464282" y="121754"/>
                </a:lnTo>
                <a:cubicBezTo>
                  <a:pt x="464282" y="127537"/>
                  <a:pt x="464700" y="131388"/>
                  <a:pt x="465536" y="133306"/>
                </a:cubicBezTo>
                <a:cubicBezTo>
                  <a:pt x="466371" y="135222"/>
                  <a:pt x="467608" y="136651"/>
                  <a:pt x="469246" y="137594"/>
                </a:cubicBezTo>
                <a:cubicBezTo>
                  <a:pt x="470885" y="138534"/>
                  <a:pt x="473877" y="139004"/>
                  <a:pt x="478223" y="139004"/>
                </a:cubicBezTo>
                <a:lnTo>
                  <a:pt x="478223" y="142615"/>
                </a:lnTo>
                <a:lnTo>
                  <a:pt x="433593" y="142615"/>
                </a:lnTo>
                <a:lnTo>
                  <a:pt x="433593" y="139004"/>
                </a:lnTo>
                <a:cubicBezTo>
                  <a:pt x="438072" y="139004"/>
                  <a:pt x="441081" y="138567"/>
                  <a:pt x="442619" y="137694"/>
                </a:cubicBezTo>
                <a:cubicBezTo>
                  <a:pt x="444157" y="136819"/>
                  <a:pt x="445377" y="135373"/>
                  <a:pt x="446280" y="133356"/>
                </a:cubicBezTo>
                <a:cubicBezTo>
                  <a:pt x="447182" y="131338"/>
                  <a:pt x="447634" y="127471"/>
                  <a:pt x="447634" y="121754"/>
                </a:cubicBezTo>
                <a:lnTo>
                  <a:pt x="447634" y="86652"/>
                </a:lnTo>
                <a:cubicBezTo>
                  <a:pt x="447634" y="76648"/>
                  <a:pt x="447333" y="70169"/>
                  <a:pt x="446731" y="67214"/>
                </a:cubicBezTo>
                <a:cubicBezTo>
                  <a:pt x="446263" y="65064"/>
                  <a:pt x="445527" y="63571"/>
                  <a:pt x="444525" y="62736"/>
                </a:cubicBezTo>
                <a:cubicBezTo>
                  <a:pt x="443522" y="61898"/>
                  <a:pt x="442151" y="61479"/>
                  <a:pt x="440413" y="61479"/>
                </a:cubicBezTo>
                <a:cubicBezTo>
                  <a:pt x="438541" y="61479"/>
                  <a:pt x="436267" y="61980"/>
                  <a:pt x="433593" y="62983"/>
                </a:cubicBezTo>
                <a:lnTo>
                  <a:pt x="432189" y="59373"/>
                </a:lnTo>
                <a:lnTo>
                  <a:pt x="459869" y="48140"/>
                </a:lnTo>
                <a:lnTo>
                  <a:pt x="464282" y="48140"/>
                </a:lnTo>
                <a:close/>
                <a:moveTo>
                  <a:pt x="554580" y="132291"/>
                </a:moveTo>
                <a:cubicBezTo>
                  <a:pt x="550100" y="136969"/>
                  <a:pt x="545721" y="140328"/>
                  <a:pt x="541441" y="142367"/>
                </a:cubicBezTo>
                <a:cubicBezTo>
                  <a:pt x="537162" y="144404"/>
                  <a:pt x="532549" y="145423"/>
                  <a:pt x="527601" y="145423"/>
                </a:cubicBezTo>
                <a:cubicBezTo>
                  <a:pt x="517572" y="145423"/>
                  <a:pt x="508813" y="141237"/>
                  <a:pt x="501325" y="132864"/>
                </a:cubicBezTo>
                <a:cubicBezTo>
                  <a:pt x="493836" y="124490"/>
                  <a:pt x="490092" y="113730"/>
                  <a:pt x="490092" y="100583"/>
                </a:cubicBezTo>
                <a:cubicBezTo>
                  <a:pt x="490092" y="87439"/>
                  <a:pt x="494238" y="75412"/>
                  <a:pt x="502528" y="64503"/>
                </a:cubicBezTo>
                <a:cubicBezTo>
                  <a:pt x="510819" y="53594"/>
                  <a:pt x="521483" y="48140"/>
                  <a:pt x="534521" y="48140"/>
                </a:cubicBezTo>
                <a:cubicBezTo>
                  <a:pt x="542612" y="48140"/>
                  <a:pt x="549298" y="50713"/>
                  <a:pt x="554580" y="55859"/>
                </a:cubicBezTo>
                <a:lnTo>
                  <a:pt x="554580" y="38713"/>
                </a:lnTo>
                <a:cubicBezTo>
                  <a:pt x="554580" y="28259"/>
                  <a:pt x="554329" y="21834"/>
                  <a:pt x="553827" y="19438"/>
                </a:cubicBezTo>
                <a:cubicBezTo>
                  <a:pt x="553326" y="17041"/>
                  <a:pt x="552540" y="15409"/>
                  <a:pt x="551471" y="14542"/>
                </a:cubicBezTo>
                <a:cubicBezTo>
                  <a:pt x="550401" y="13673"/>
                  <a:pt x="549064" y="13238"/>
                  <a:pt x="547459" y="13238"/>
                </a:cubicBezTo>
                <a:cubicBezTo>
                  <a:pt x="545721" y="13238"/>
                  <a:pt x="543414" y="13773"/>
                  <a:pt x="540539" y="14843"/>
                </a:cubicBezTo>
                <a:lnTo>
                  <a:pt x="539235" y="11233"/>
                </a:lnTo>
                <a:lnTo>
                  <a:pt x="566615" y="0"/>
                </a:lnTo>
                <a:lnTo>
                  <a:pt x="571128" y="0"/>
                </a:lnTo>
                <a:lnTo>
                  <a:pt x="571128" y="106309"/>
                </a:lnTo>
                <a:cubicBezTo>
                  <a:pt x="571128" y="117030"/>
                  <a:pt x="571378" y="123572"/>
                  <a:pt x="571880" y="125935"/>
                </a:cubicBezTo>
                <a:cubicBezTo>
                  <a:pt x="572381" y="128298"/>
                  <a:pt x="573184" y="129948"/>
                  <a:pt x="574287" y="130884"/>
                </a:cubicBezTo>
                <a:cubicBezTo>
                  <a:pt x="575390" y="131818"/>
                  <a:pt x="576677" y="132285"/>
                  <a:pt x="578148" y="132285"/>
                </a:cubicBezTo>
                <a:cubicBezTo>
                  <a:pt x="579953" y="132285"/>
                  <a:pt x="582360" y="131716"/>
                  <a:pt x="585369" y="130580"/>
                </a:cubicBezTo>
                <a:lnTo>
                  <a:pt x="586472" y="134190"/>
                </a:lnTo>
                <a:lnTo>
                  <a:pt x="559193" y="145423"/>
                </a:lnTo>
                <a:lnTo>
                  <a:pt x="554580" y="145423"/>
                </a:lnTo>
                <a:lnTo>
                  <a:pt x="554580" y="132291"/>
                </a:lnTo>
                <a:moveTo>
                  <a:pt x="554580" y="125286"/>
                </a:moveTo>
                <a:lnTo>
                  <a:pt x="554580" y="78068"/>
                </a:lnTo>
                <a:cubicBezTo>
                  <a:pt x="554178" y="73531"/>
                  <a:pt x="552975" y="69397"/>
                  <a:pt x="550969" y="65663"/>
                </a:cubicBezTo>
                <a:cubicBezTo>
                  <a:pt x="548963" y="61927"/>
                  <a:pt x="546306" y="59109"/>
                  <a:pt x="542996" y="57210"/>
                </a:cubicBezTo>
                <a:cubicBezTo>
                  <a:pt x="539686" y="55309"/>
                  <a:pt x="536460" y="54358"/>
                  <a:pt x="533318" y="54358"/>
                </a:cubicBezTo>
                <a:cubicBezTo>
                  <a:pt x="527434" y="54358"/>
                  <a:pt x="522185" y="56993"/>
                  <a:pt x="517572" y="62262"/>
                </a:cubicBezTo>
                <a:cubicBezTo>
                  <a:pt x="511488" y="69197"/>
                  <a:pt x="508446" y="79334"/>
                  <a:pt x="508446" y="92673"/>
                </a:cubicBezTo>
                <a:cubicBezTo>
                  <a:pt x="508446" y="106145"/>
                  <a:pt x="511387" y="116467"/>
                  <a:pt x="517271" y="123638"/>
                </a:cubicBezTo>
                <a:cubicBezTo>
                  <a:pt x="523155" y="130806"/>
                  <a:pt x="529707" y="134391"/>
                  <a:pt x="536928" y="134391"/>
                </a:cubicBezTo>
                <a:cubicBezTo>
                  <a:pt x="543013" y="134391"/>
                  <a:pt x="548896" y="131356"/>
                  <a:pt x="554580" y="125286"/>
                </a:cubicBezTo>
                <a:close/>
                <a:moveTo>
                  <a:pt x="644441" y="129483"/>
                </a:moveTo>
                <a:cubicBezTo>
                  <a:pt x="635013" y="136768"/>
                  <a:pt x="629096" y="140979"/>
                  <a:pt x="626689" y="142113"/>
                </a:cubicBezTo>
                <a:cubicBezTo>
                  <a:pt x="623078" y="143785"/>
                  <a:pt x="619234" y="144620"/>
                  <a:pt x="615155" y="144620"/>
                </a:cubicBezTo>
                <a:cubicBezTo>
                  <a:pt x="608804" y="144620"/>
                  <a:pt x="603572" y="142447"/>
                  <a:pt x="599460" y="138101"/>
                </a:cubicBezTo>
                <a:cubicBezTo>
                  <a:pt x="595348" y="133756"/>
                  <a:pt x="593292" y="128039"/>
                  <a:pt x="593292" y="120952"/>
                </a:cubicBezTo>
                <a:cubicBezTo>
                  <a:pt x="593292" y="116472"/>
                  <a:pt x="594295" y="112594"/>
                  <a:pt x="596301" y="109318"/>
                </a:cubicBezTo>
                <a:cubicBezTo>
                  <a:pt x="599042" y="104771"/>
                  <a:pt x="603806" y="100492"/>
                  <a:pt x="610592" y="96480"/>
                </a:cubicBezTo>
                <a:cubicBezTo>
                  <a:pt x="617379" y="92469"/>
                  <a:pt x="628661" y="87588"/>
                  <a:pt x="644441" y="81838"/>
                </a:cubicBezTo>
                <a:lnTo>
                  <a:pt x="644441" y="78240"/>
                </a:lnTo>
                <a:cubicBezTo>
                  <a:pt x="644441" y="69113"/>
                  <a:pt x="642986" y="62851"/>
                  <a:pt x="640078" y="59454"/>
                </a:cubicBezTo>
                <a:cubicBezTo>
                  <a:pt x="637169" y="56057"/>
                  <a:pt x="632940" y="54358"/>
                  <a:pt x="627391" y="54358"/>
                </a:cubicBezTo>
                <a:cubicBezTo>
                  <a:pt x="623179" y="54358"/>
                  <a:pt x="619836" y="55495"/>
                  <a:pt x="617362" y="57768"/>
                </a:cubicBezTo>
                <a:cubicBezTo>
                  <a:pt x="614821" y="60041"/>
                  <a:pt x="613551" y="62649"/>
                  <a:pt x="613551" y="65591"/>
                </a:cubicBezTo>
                <a:lnTo>
                  <a:pt x="613751" y="71408"/>
                </a:lnTo>
                <a:cubicBezTo>
                  <a:pt x="613751" y="74483"/>
                  <a:pt x="612966" y="76857"/>
                  <a:pt x="611395" y="78528"/>
                </a:cubicBezTo>
                <a:cubicBezTo>
                  <a:pt x="609823" y="80200"/>
                  <a:pt x="607767" y="81036"/>
                  <a:pt x="605227" y="81036"/>
                </a:cubicBezTo>
                <a:cubicBezTo>
                  <a:pt x="602753" y="81036"/>
                  <a:pt x="600730" y="80164"/>
                  <a:pt x="599159" y="78422"/>
                </a:cubicBezTo>
                <a:cubicBezTo>
                  <a:pt x="597588" y="76677"/>
                  <a:pt x="596802" y="74296"/>
                  <a:pt x="596802" y="71279"/>
                </a:cubicBezTo>
                <a:cubicBezTo>
                  <a:pt x="596802" y="65510"/>
                  <a:pt x="599744" y="60211"/>
                  <a:pt x="605628" y="55383"/>
                </a:cubicBezTo>
                <a:cubicBezTo>
                  <a:pt x="611512" y="50554"/>
                  <a:pt x="619769" y="48140"/>
                  <a:pt x="630400" y="48140"/>
                </a:cubicBezTo>
                <a:cubicBezTo>
                  <a:pt x="638557" y="48140"/>
                  <a:pt x="645243" y="49509"/>
                  <a:pt x="650458" y="52246"/>
                </a:cubicBezTo>
                <a:cubicBezTo>
                  <a:pt x="654403" y="54316"/>
                  <a:pt x="657311" y="57556"/>
                  <a:pt x="659183" y="61965"/>
                </a:cubicBezTo>
                <a:cubicBezTo>
                  <a:pt x="660387" y="64835"/>
                  <a:pt x="660989" y="70712"/>
                  <a:pt x="660989" y="79594"/>
                </a:cubicBezTo>
                <a:lnTo>
                  <a:pt x="660989" y="110747"/>
                </a:lnTo>
                <a:cubicBezTo>
                  <a:pt x="660989" y="119495"/>
                  <a:pt x="661156" y="124855"/>
                  <a:pt x="661490" y="126825"/>
                </a:cubicBezTo>
                <a:cubicBezTo>
                  <a:pt x="661824" y="128795"/>
                  <a:pt x="662376" y="130115"/>
                  <a:pt x="663145" y="130783"/>
                </a:cubicBezTo>
                <a:cubicBezTo>
                  <a:pt x="663914" y="131450"/>
                  <a:pt x="664800" y="131783"/>
                  <a:pt x="665803" y="131783"/>
                </a:cubicBezTo>
                <a:cubicBezTo>
                  <a:pt x="666872" y="131783"/>
                  <a:pt x="667809" y="131549"/>
                  <a:pt x="668611" y="131081"/>
                </a:cubicBezTo>
                <a:cubicBezTo>
                  <a:pt x="670015" y="130212"/>
                  <a:pt x="672723" y="127771"/>
                  <a:pt x="676734" y="123760"/>
                </a:cubicBezTo>
                <a:lnTo>
                  <a:pt x="676734" y="129376"/>
                </a:lnTo>
                <a:cubicBezTo>
                  <a:pt x="669246" y="139405"/>
                  <a:pt x="662092" y="144420"/>
                  <a:pt x="655272" y="144420"/>
                </a:cubicBezTo>
                <a:cubicBezTo>
                  <a:pt x="651996" y="144420"/>
                  <a:pt x="649388" y="143292"/>
                  <a:pt x="647449" y="141035"/>
                </a:cubicBezTo>
                <a:cubicBezTo>
                  <a:pt x="645510" y="138776"/>
                  <a:pt x="644507" y="134926"/>
                  <a:pt x="644441" y="129483"/>
                </a:cubicBezTo>
                <a:moveTo>
                  <a:pt x="644441" y="122979"/>
                </a:moveTo>
                <a:lnTo>
                  <a:pt x="644441" y="88056"/>
                </a:lnTo>
                <a:cubicBezTo>
                  <a:pt x="634345" y="92059"/>
                  <a:pt x="627826" y="94895"/>
                  <a:pt x="624884" y="96562"/>
                </a:cubicBezTo>
                <a:cubicBezTo>
                  <a:pt x="619602" y="99498"/>
                  <a:pt x="615824" y="102567"/>
                  <a:pt x="613551" y="105770"/>
                </a:cubicBezTo>
                <a:cubicBezTo>
                  <a:pt x="611278" y="108971"/>
                  <a:pt x="610141" y="112473"/>
                  <a:pt x="610141" y="116276"/>
                </a:cubicBezTo>
                <a:cubicBezTo>
                  <a:pt x="610141" y="121079"/>
                  <a:pt x="611578" y="125066"/>
                  <a:pt x="614453" y="128235"/>
                </a:cubicBezTo>
                <a:cubicBezTo>
                  <a:pt x="617328" y="131403"/>
                  <a:pt x="620638" y="132987"/>
                  <a:pt x="624382" y="132987"/>
                </a:cubicBezTo>
                <a:cubicBezTo>
                  <a:pt x="629464" y="132987"/>
                  <a:pt x="636150" y="129651"/>
                  <a:pt x="644441" y="122979"/>
                </a:cubicBezTo>
                <a:close/>
                <a:moveTo>
                  <a:pt x="710263" y="20459"/>
                </a:moveTo>
                <a:lnTo>
                  <a:pt x="710263" y="50748"/>
                </a:lnTo>
                <a:lnTo>
                  <a:pt x="731725" y="50748"/>
                </a:lnTo>
                <a:lnTo>
                  <a:pt x="731725" y="57567"/>
                </a:lnTo>
                <a:lnTo>
                  <a:pt x="710263" y="57768"/>
                </a:lnTo>
                <a:lnTo>
                  <a:pt x="710263" y="117423"/>
                </a:lnTo>
                <a:cubicBezTo>
                  <a:pt x="710263" y="123380"/>
                  <a:pt x="711116" y="127396"/>
                  <a:pt x="712821" y="129473"/>
                </a:cubicBezTo>
                <a:cubicBezTo>
                  <a:pt x="714525" y="131548"/>
                  <a:pt x="716715" y="132585"/>
                  <a:pt x="719390" y="132585"/>
                </a:cubicBezTo>
                <a:cubicBezTo>
                  <a:pt x="721596" y="132585"/>
                  <a:pt x="723736" y="131892"/>
                  <a:pt x="725808" y="130504"/>
                </a:cubicBezTo>
                <a:cubicBezTo>
                  <a:pt x="727881" y="129117"/>
                  <a:pt x="729486" y="127069"/>
                  <a:pt x="730622" y="124362"/>
                </a:cubicBezTo>
                <a:lnTo>
                  <a:pt x="734534" y="124362"/>
                </a:lnTo>
                <a:cubicBezTo>
                  <a:pt x="732194" y="130947"/>
                  <a:pt x="728884" y="135903"/>
                  <a:pt x="724605" y="139230"/>
                </a:cubicBezTo>
                <a:cubicBezTo>
                  <a:pt x="720326" y="142556"/>
                  <a:pt x="715913" y="144219"/>
                  <a:pt x="711366" y="144219"/>
                </a:cubicBezTo>
                <a:cubicBezTo>
                  <a:pt x="708291" y="144219"/>
                  <a:pt x="705282" y="143364"/>
                  <a:pt x="702340" y="141652"/>
                </a:cubicBezTo>
                <a:cubicBezTo>
                  <a:pt x="699398" y="139941"/>
                  <a:pt x="697225" y="137492"/>
                  <a:pt x="695821" y="134306"/>
                </a:cubicBezTo>
                <a:cubicBezTo>
                  <a:pt x="694417" y="131120"/>
                  <a:pt x="693715" y="126205"/>
                  <a:pt x="693715" y="119563"/>
                </a:cubicBezTo>
                <a:lnTo>
                  <a:pt x="693715" y="57567"/>
                </a:lnTo>
                <a:lnTo>
                  <a:pt x="679173" y="57567"/>
                </a:lnTo>
                <a:lnTo>
                  <a:pt x="679173" y="54352"/>
                </a:lnTo>
                <a:cubicBezTo>
                  <a:pt x="682850" y="52889"/>
                  <a:pt x="686611" y="50413"/>
                  <a:pt x="690456" y="46924"/>
                </a:cubicBezTo>
                <a:cubicBezTo>
                  <a:pt x="694300" y="43435"/>
                  <a:pt x="697727" y="39276"/>
                  <a:pt x="700735" y="34447"/>
                </a:cubicBezTo>
                <a:cubicBezTo>
                  <a:pt x="702273" y="31898"/>
                  <a:pt x="704413" y="27235"/>
                  <a:pt x="707154" y="20459"/>
                </a:cubicBezTo>
                <a:lnTo>
                  <a:pt x="710263" y="20459"/>
                </a:lnTo>
                <a:close/>
                <a:moveTo>
                  <a:pt x="756131" y="85448"/>
                </a:moveTo>
                <a:cubicBezTo>
                  <a:pt x="756064" y="99025"/>
                  <a:pt x="759373" y="109674"/>
                  <a:pt x="766060" y="117394"/>
                </a:cubicBezTo>
                <a:cubicBezTo>
                  <a:pt x="772746" y="125115"/>
                  <a:pt x="780602" y="128975"/>
                  <a:pt x="789628" y="128975"/>
                </a:cubicBezTo>
                <a:cubicBezTo>
                  <a:pt x="795646" y="128975"/>
                  <a:pt x="800877" y="127313"/>
                  <a:pt x="805324" y="123989"/>
                </a:cubicBezTo>
                <a:cubicBezTo>
                  <a:pt x="809770" y="120664"/>
                  <a:pt x="813497" y="114972"/>
                  <a:pt x="816506" y="106911"/>
                </a:cubicBezTo>
                <a:lnTo>
                  <a:pt x="819615" y="108926"/>
                </a:lnTo>
                <a:cubicBezTo>
                  <a:pt x="818211" y="118134"/>
                  <a:pt x="814133" y="126519"/>
                  <a:pt x="807380" y="134080"/>
                </a:cubicBezTo>
                <a:cubicBezTo>
                  <a:pt x="800627" y="141642"/>
                  <a:pt x="792169" y="145423"/>
                  <a:pt x="782006" y="145423"/>
                </a:cubicBezTo>
                <a:cubicBezTo>
                  <a:pt x="770974" y="145423"/>
                  <a:pt x="761530" y="141136"/>
                  <a:pt x="753674" y="132563"/>
                </a:cubicBezTo>
                <a:cubicBezTo>
                  <a:pt x="745817" y="123989"/>
                  <a:pt x="741889" y="112461"/>
                  <a:pt x="741889" y="97982"/>
                </a:cubicBezTo>
                <a:cubicBezTo>
                  <a:pt x="741889" y="82303"/>
                  <a:pt x="745918" y="70077"/>
                  <a:pt x="753974" y="61303"/>
                </a:cubicBezTo>
                <a:cubicBezTo>
                  <a:pt x="762031" y="52528"/>
                  <a:pt x="772144" y="48140"/>
                  <a:pt x="784313" y="48140"/>
                </a:cubicBezTo>
                <a:cubicBezTo>
                  <a:pt x="794609" y="48140"/>
                  <a:pt x="803067" y="51525"/>
                  <a:pt x="809686" y="58294"/>
                </a:cubicBezTo>
                <a:cubicBezTo>
                  <a:pt x="816306" y="65062"/>
                  <a:pt x="819615" y="74113"/>
                  <a:pt x="819615" y="85448"/>
                </a:cubicBezTo>
                <a:lnTo>
                  <a:pt x="756131" y="85448"/>
                </a:lnTo>
                <a:moveTo>
                  <a:pt x="756131" y="79631"/>
                </a:moveTo>
                <a:lnTo>
                  <a:pt x="798654" y="79631"/>
                </a:lnTo>
                <a:cubicBezTo>
                  <a:pt x="798320" y="73796"/>
                  <a:pt x="797618" y="69685"/>
                  <a:pt x="796548" y="67299"/>
                </a:cubicBezTo>
                <a:cubicBezTo>
                  <a:pt x="794877" y="63584"/>
                  <a:pt x="792386" y="60666"/>
                  <a:pt x="789076" y="58545"/>
                </a:cubicBezTo>
                <a:cubicBezTo>
                  <a:pt x="785767" y="56422"/>
                  <a:pt x="782307" y="55361"/>
                  <a:pt x="778696" y="55361"/>
                </a:cubicBezTo>
                <a:cubicBezTo>
                  <a:pt x="773147" y="55361"/>
                  <a:pt x="768182" y="57499"/>
                  <a:pt x="763803" y="61776"/>
                </a:cubicBezTo>
                <a:cubicBezTo>
                  <a:pt x="759424" y="66053"/>
                  <a:pt x="756866" y="72005"/>
                  <a:pt x="756131" y="79631"/>
                </a:cubicBezTo>
                <a:close/>
                <a:moveTo>
                  <a:pt x="891255" y="48140"/>
                </a:moveTo>
                <a:lnTo>
                  <a:pt x="891255" y="79431"/>
                </a:lnTo>
                <a:lnTo>
                  <a:pt x="887945" y="79431"/>
                </a:lnTo>
                <a:cubicBezTo>
                  <a:pt x="885404" y="69642"/>
                  <a:pt x="882145" y="62983"/>
                  <a:pt x="878167" y="59454"/>
                </a:cubicBezTo>
                <a:cubicBezTo>
                  <a:pt x="874188" y="55923"/>
                  <a:pt x="869124" y="54157"/>
                  <a:pt x="862972" y="54157"/>
                </a:cubicBezTo>
                <a:cubicBezTo>
                  <a:pt x="858292" y="54157"/>
                  <a:pt x="854515" y="55390"/>
                  <a:pt x="851640" y="57856"/>
                </a:cubicBezTo>
                <a:cubicBezTo>
                  <a:pt x="848764" y="60321"/>
                  <a:pt x="847327" y="63053"/>
                  <a:pt x="847327" y="66051"/>
                </a:cubicBezTo>
                <a:cubicBezTo>
                  <a:pt x="847327" y="69781"/>
                  <a:pt x="848397" y="72979"/>
                  <a:pt x="850536" y="75645"/>
                </a:cubicBezTo>
                <a:cubicBezTo>
                  <a:pt x="852609" y="78376"/>
                  <a:pt x="856821" y="81274"/>
                  <a:pt x="863173" y="84339"/>
                </a:cubicBezTo>
                <a:lnTo>
                  <a:pt x="877816" y="91435"/>
                </a:lnTo>
                <a:cubicBezTo>
                  <a:pt x="891388" y="98045"/>
                  <a:pt x="898175" y="106759"/>
                  <a:pt x="898175" y="117576"/>
                </a:cubicBezTo>
                <a:cubicBezTo>
                  <a:pt x="898175" y="125923"/>
                  <a:pt x="895016" y="132651"/>
                  <a:pt x="888697" y="137760"/>
                </a:cubicBezTo>
                <a:cubicBezTo>
                  <a:pt x="882379" y="142868"/>
                  <a:pt x="875308" y="145423"/>
                  <a:pt x="867486" y="145423"/>
                </a:cubicBezTo>
                <a:cubicBezTo>
                  <a:pt x="861869" y="145423"/>
                  <a:pt x="855451" y="144470"/>
                  <a:pt x="848230" y="142564"/>
                </a:cubicBezTo>
                <a:cubicBezTo>
                  <a:pt x="846023" y="141929"/>
                  <a:pt x="844218" y="141612"/>
                  <a:pt x="842814" y="141612"/>
                </a:cubicBezTo>
                <a:cubicBezTo>
                  <a:pt x="841276" y="141612"/>
                  <a:pt x="840073" y="142414"/>
                  <a:pt x="839203" y="144019"/>
                </a:cubicBezTo>
                <a:lnTo>
                  <a:pt x="835894" y="144019"/>
                </a:lnTo>
                <a:lnTo>
                  <a:pt x="835894" y="111123"/>
                </a:lnTo>
                <a:lnTo>
                  <a:pt x="839203" y="111123"/>
                </a:lnTo>
                <a:cubicBezTo>
                  <a:pt x="841075" y="120484"/>
                  <a:pt x="844653" y="127537"/>
                  <a:pt x="849935" y="132285"/>
                </a:cubicBezTo>
                <a:cubicBezTo>
                  <a:pt x="855217" y="137032"/>
                  <a:pt x="861134" y="139405"/>
                  <a:pt x="867686" y="139405"/>
                </a:cubicBezTo>
                <a:cubicBezTo>
                  <a:pt x="872300" y="139405"/>
                  <a:pt x="876060" y="138059"/>
                  <a:pt x="878969" y="135365"/>
                </a:cubicBezTo>
                <a:cubicBezTo>
                  <a:pt x="881877" y="132670"/>
                  <a:pt x="883332" y="129426"/>
                  <a:pt x="883332" y="125634"/>
                </a:cubicBezTo>
                <a:cubicBezTo>
                  <a:pt x="883332" y="121044"/>
                  <a:pt x="881710" y="117185"/>
                  <a:pt x="878467" y="114060"/>
                </a:cubicBezTo>
                <a:cubicBezTo>
                  <a:pt x="875225" y="110932"/>
                  <a:pt x="868756" y="106982"/>
                  <a:pt x="859061" y="102210"/>
                </a:cubicBezTo>
                <a:cubicBezTo>
                  <a:pt x="849366" y="97435"/>
                  <a:pt x="843014" y="93106"/>
                  <a:pt x="840006" y="89222"/>
                </a:cubicBezTo>
                <a:cubicBezTo>
                  <a:pt x="836997" y="85405"/>
                  <a:pt x="835493" y="80583"/>
                  <a:pt x="835493" y="74758"/>
                </a:cubicBezTo>
                <a:cubicBezTo>
                  <a:pt x="835493" y="67190"/>
                  <a:pt x="838083" y="60862"/>
                  <a:pt x="843265" y="55775"/>
                </a:cubicBezTo>
                <a:cubicBezTo>
                  <a:pt x="848447" y="50685"/>
                  <a:pt x="855150" y="48140"/>
                  <a:pt x="863374" y="48140"/>
                </a:cubicBezTo>
                <a:cubicBezTo>
                  <a:pt x="866984" y="48140"/>
                  <a:pt x="871364" y="48909"/>
                  <a:pt x="876512" y="50447"/>
                </a:cubicBezTo>
                <a:cubicBezTo>
                  <a:pt x="879922" y="51450"/>
                  <a:pt x="882195" y="51951"/>
                  <a:pt x="883332" y="51951"/>
                </a:cubicBezTo>
                <a:cubicBezTo>
                  <a:pt x="884401" y="51951"/>
                  <a:pt x="885237" y="51717"/>
                  <a:pt x="885839" y="51249"/>
                </a:cubicBezTo>
                <a:cubicBezTo>
                  <a:pt x="886441" y="50781"/>
                  <a:pt x="887143" y="49745"/>
                  <a:pt x="887945" y="48140"/>
                </a:cubicBezTo>
                <a:lnTo>
                  <a:pt x="891255" y="48140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ad276de0e43d1"/>
          <a:stretch xmlns:a="http://schemas.openxmlformats.org/drawingml/2006/main"/>
        </p:blipFill>
        <p:spPr>
          <a:xfrm xmlns:a="http://schemas.openxmlformats.org/drawingml/2006/main">
            <a:off x="3463146" y="6415974"/>
            <a:ext cx="706053" cy="706053"/>
          </a:xfrm>
          <a:prstGeom xmlns:a="http://schemas.openxmlformats.org/drawingml/2006/main" prst="rect">
            <a:avLst/>
          </a:prstGeom>
        </p:spPr>
      </p:pic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97094-C5B6-4E01-A568-0413A4AB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0793" y="5936557"/>
            <a:ext cx="81919" cy="99823"/>
          </a:xfrm>
          <a:custGeom xmlns:a="http://schemas.openxmlformats.org/drawingml/2006/main">
            <a:pathLst>
              <a:path w="81919" h="99823" fill="none">
                <a:moveTo>
                  <a:pt x="81919" y="0"/>
                </a:moveTo>
                <a:cubicBezTo>
                  <a:pt x="40258" y="17270"/>
                  <a:pt x="8969" y="54533"/>
                  <a:pt x="0" y="9982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CFF4B3-73F5-4EAF-B5FF-931D70A5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195" y="6114335"/>
            <a:ext cx="10" cy="1870089"/>
          </a:xfrm>
          <a:custGeom xmlns:a="http://schemas.openxmlformats.org/drawingml/2006/main">
            <a:pathLst>
              <a:path w="1" h="1870089" fill="none">
                <a:moveTo>
                  <a:pt x="0" y="0"/>
                </a:moveTo>
                <a:lnTo>
                  <a:pt x="0" y="1870089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299300"/>
            </a:custDash>
            <a:round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B3072C-00C0-40D3-A3E0-F01ADD27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584" y="8062458"/>
            <a:ext cx="99823" cy="81919"/>
          </a:xfrm>
          <a:custGeom xmlns:a="http://schemas.openxmlformats.org/drawingml/2006/main">
            <a:pathLst>
              <a:path w="99823" h="81919" fill="none">
                <a:moveTo>
                  <a:pt x="0" y="0"/>
                </a:moveTo>
                <a:cubicBezTo>
                  <a:pt x="17270" y="41661"/>
                  <a:pt x="54533" y="72950"/>
                  <a:pt x="99823" y="8191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C0A50C-CDB9-4CA9-923C-7811ADC2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6595" y="8146975"/>
            <a:ext cx="7282868" cy="10"/>
          </a:xfrm>
          <a:custGeom xmlns:a="http://schemas.openxmlformats.org/drawingml/2006/main">
            <a:pathLst>
              <a:path w="7282868" h="1" fill="none">
                <a:moveTo>
                  <a:pt x="0" y="0"/>
                </a:moveTo>
                <a:lnTo>
                  <a:pt x="72828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00700"/>
            </a:custDash>
            <a:round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D3E66-DEB3-4DE1-B819-058A6435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7603" y="8036763"/>
            <a:ext cx="81919" cy="99823"/>
          </a:xfrm>
          <a:custGeom xmlns:a="http://schemas.openxmlformats.org/drawingml/2006/main">
            <a:pathLst>
              <a:path w="81919" h="99823" fill="none">
                <a:moveTo>
                  <a:pt x="0" y="99823"/>
                </a:moveTo>
                <a:cubicBezTo>
                  <a:pt x="41661" y="82553"/>
                  <a:pt x="72950" y="45290"/>
                  <a:pt x="81919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8D6F56-7F3E-4AA1-8CEB-D41136AE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2120" y="6088718"/>
            <a:ext cx="10" cy="1870089"/>
          </a:xfrm>
          <a:custGeom xmlns:a="http://schemas.openxmlformats.org/drawingml/2006/main">
            <a:pathLst>
              <a:path w="1" h="1870089" fill="none">
                <a:moveTo>
                  <a:pt x="0" y="187008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299300"/>
            </a:custDash>
            <a:round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E8151-0C2A-4AFA-B73D-CA0D2852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908" y="5928765"/>
            <a:ext cx="99823" cy="81919"/>
          </a:xfrm>
          <a:custGeom xmlns:a="http://schemas.openxmlformats.org/drawingml/2006/main">
            <a:pathLst>
              <a:path w="99823" h="81919" fill="none">
                <a:moveTo>
                  <a:pt x="99823" y="81919"/>
                </a:moveTo>
                <a:cubicBezTo>
                  <a:pt x="82553" y="40258"/>
                  <a:pt x="45290" y="8969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14200"/>
            </a:custDash>
            <a:round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8F9215-6DB8-41DB-997E-F0E16E74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0866" y="5926167"/>
            <a:ext cx="7282851" cy="10"/>
          </a:xfrm>
          <a:custGeom xmlns:a="http://schemas.openxmlformats.org/drawingml/2006/main">
            <a:pathLst>
              <a:path w="7282851" h="1" fill="none">
                <a:moveTo>
                  <a:pt x="728285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custDash>
              <a:ds d="0" sp="300700"/>
            </a:custDash>
            <a:round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329ECF-E812-4960-B78F-C1984F29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195" y="5926167"/>
            <a:ext cx="7633926" cy="2220805"/>
          </a:xfrm>
          <a:custGeom xmlns:a="http://schemas.openxmlformats.org/drawingml/2006/main">
            <a:pathLst>
              <a:path w="7633926" h="2220805" fill="none">
                <a:moveTo>
                  <a:pt x="0" y="136931"/>
                </a:moveTo>
                <a:lnTo>
                  <a:pt x="0" y="136931"/>
                </a:lnTo>
                <a:moveTo>
                  <a:pt x="0" y="2083873"/>
                </a:moveTo>
                <a:lnTo>
                  <a:pt x="0" y="2083873"/>
                </a:lnTo>
                <a:moveTo>
                  <a:pt x="136931" y="2220805"/>
                </a:moveTo>
                <a:lnTo>
                  <a:pt x="136931" y="2220805"/>
                </a:lnTo>
                <a:moveTo>
                  <a:pt x="7496994" y="2220805"/>
                </a:moveTo>
                <a:lnTo>
                  <a:pt x="7496994" y="2220805"/>
                </a:lnTo>
                <a:moveTo>
                  <a:pt x="7633926" y="2083873"/>
                </a:moveTo>
                <a:lnTo>
                  <a:pt x="7633926" y="2083873"/>
                </a:lnTo>
                <a:moveTo>
                  <a:pt x="7633926" y="136931"/>
                </a:moveTo>
                <a:lnTo>
                  <a:pt x="7633926" y="136931"/>
                </a:lnTo>
                <a:moveTo>
                  <a:pt x="7496994" y="0"/>
                </a:moveTo>
                <a:lnTo>
                  <a:pt x="7496994" y="0"/>
                </a:lnTo>
                <a:moveTo>
                  <a:pt x="136931" y="0"/>
                </a:moveTo>
                <a:lnTo>
                  <a:pt x="1369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16" cap="rnd">
            <a:solidFill>
              <a:srgbClr val="5D5859"/>
            </a:solidFill>
            <a:round/>
          </a:ln>
        </p:spPr>
      </p:sp>
      <p:sp>
        <p:nvSpPr>
          <p:cNvPr id="298" name="Text Phase-IV:CyberMutation">
            <a:extLst xmlns:a="http://schemas.openxmlformats.org/drawingml/2006/main">
              <a:ext uri="{FF2B5EF4-FFF2-40B4-BE49-F238E27FC236}">
                <a16:creationId xmlns:a16="http://schemas.microsoft.com/office/drawing/2014/main" id="{8513E338-5CDE-4432-95FF-F2C35FC1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2210" y="5987615"/>
            <a:ext cx="2316667" cy="183333"/>
          </a:xfrm>
          <a:custGeom xmlns:a="http://schemas.openxmlformats.org/drawingml/2006/main">
            <a:pathLst>
              <a:path w="2316667" h="183333">
                <a:moveTo>
                  <a:pt x="50246" y="77425"/>
                </a:moveTo>
                <a:lnTo>
                  <a:pt x="50246" y="115135"/>
                </a:lnTo>
                <a:cubicBezTo>
                  <a:pt x="50246" y="122527"/>
                  <a:pt x="50697" y="127181"/>
                  <a:pt x="51600" y="129097"/>
                </a:cubicBezTo>
                <a:cubicBezTo>
                  <a:pt x="52503" y="131011"/>
                  <a:pt x="54107" y="132539"/>
                  <a:pt x="56414" y="133682"/>
                </a:cubicBezTo>
                <a:cubicBezTo>
                  <a:pt x="58721" y="134823"/>
                  <a:pt x="62950" y="135394"/>
                  <a:pt x="69101" y="135394"/>
                </a:cubicBezTo>
                <a:lnTo>
                  <a:pt x="69101" y="139004"/>
                </a:lnTo>
                <a:lnTo>
                  <a:pt x="0" y="139004"/>
                </a:lnTo>
                <a:lnTo>
                  <a:pt x="0" y="135394"/>
                </a:lnTo>
                <a:cubicBezTo>
                  <a:pt x="6285" y="135394"/>
                  <a:pt x="10547" y="134805"/>
                  <a:pt x="12787" y="133629"/>
                </a:cubicBezTo>
                <a:cubicBezTo>
                  <a:pt x="15027" y="132453"/>
                  <a:pt x="16598" y="130924"/>
                  <a:pt x="17501" y="129044"/>
                </a:cubicBezTo>
                <a:cubicBezTo>
                  <a:pt x="18404" y="127163"/>
                  <a:pt x="18855" y="122527"/>
                  <a:pt x="18855" y="115135"/>
                </a:cubicBezTo>
                <a:lnTo>
                  <a:pt x="18855" y="26878"/>
                </a:lnTo>
                <a:cubicBezTo>
                  <a:pt x="18855" y="19486"/>
                  <a:pt x="18404" y="14833"/>
                  <a:pt x="17501" y="12919"/>
                </a:cubicBezTo>
                <a:cubicBezTo>
                  <a:pt x="16598" y="11003"/>
                  <a:pt x="15010" y="9474"/>
                  <a:pt x="12737" y="8334"/>
                </a:cubicBezTo>
                <a:cubicBezTo>
                  <a:pt x="10464" y="7191"/>
                  <a:pt x="6218" y="6619"/>
                  <a:pt x="0" y="6619"/>
                </a:cubicBezTo>
                <a:lnTo>
                  <a:pt x="0" y="3009"/>
                </a:lnTo>
                <a:lnTo>
                  <a:pt x="59272" y="3009"/>
                </a:lnTo>
                <a:cubicBezTo>
                  <a:pt x="78796" y="3009"/>
                  <a:pt x="92803" y="6486"/>
                  <a:pt x="101294" y="13439"/>
                </a:cubicBezTo>
                <a:cubicBezTo>
                  <a:pt x="109786" y="20393"/>
                  <a:pt x="114031" y="29085"/>
                  <a:pt x="114031" y="39515"/>
                </a:cubicBezTo>
                <a:cubicBezTo>
                  <a:pt x="114031" y="48341"/>
                  <a:pt x="111290" y="55896"/>
                  <a:pt x="105808" y="62181"/>
                </a:cubicBezTo>
                <a:cubicBezTo>
                  <a:pt x="100325" y="68466"/>
                  <a:pt x="92770" y="72745"/>
                  <a:pt x="83142" y="75018"/>
                </a:cubicBezTo>
                <a:cubicBezTo>
                  <a:pt x="76656" y="76623"/>
                  <a:pt x="65691" y="77425"/>
                  <a:pt x="50246" y="77425"/>
                </a:cubicBezTo>
                <a:moveTo>
                  <a:pt x="50246" y="10831"/>
                </a:moveTo>
                <a:lnTo>
                  <a:pt x="50246" y="69602"/>
                </a:lnTo>
                <a:cubicBezTo>
                  <a:pt x="52452" y="69736"/>
                  <a:pt x="54124" y="69803"/>
                  <a:pt x="55261" y="69803"/>
                </a:cubicBezTo>
                <a:cubicBezTo>
                  <a:pt x="63418" y="69803"/>
                  <a:pt x="69703" y="67379"/>
                  <a:pt x="74115" y="62532"/>
                </a:cubicBezTo>
                <a:cubicBezTo>
                  <a:pt x="78528" y="57684"/>
                  <a:pt x="80735" y="50179"/>
                  <a:pt x="80735" y="40016"/>
                </a:cubicBezTo>
                <a:cubicBezTo>
                  <a:pt x="80735" y="29920"/>
                  <a:pt x="78528" y="22532"/>
                  <a:pt x="74115" y="17852"/>
                </a:cubicBezTo>
                <a:cubicBezTo>
                  <a:pt x="69703" y="13172"/>
                  <a:pt x="63117" y="10831"/>
                  <a:pt x="54358" y="10831"/>
                </a:cubicBezTo>
                <a:lnTo>
                  <a:pt x="50246" y="10831"/>
                </a:lnTo>
                <a:close/>
                <a:moveTo>
                  <a:pt x="165514" y="3009"/>
                </a:moveTo>
                <a:lnTo>
                  <a:pt x="165514" y="57266"/>
                </a:lnTo>
                <a:cubicBezTo>
                  <a:pt x="170662" y="51813"/>
                  <a:pt x="175376" y="47959"/>
                  <a:pt x="179655" y="45705"/>
                </a:cubicBezTo>
                <a:cubicBezTo>
                  <a:pt x="183934" y="43450"/>
                  <a:pt x="188380" y="42323"/>
                  <a:pt x="192994" y="42323"/>
                </a:cubicBezTo>
                <a:cubicBezTo>
                  <a:pt x="198878" y="42323"/>
                  <a:pt x="203909" y="43995"/>
                  <a:pt x="208088" y="47338"/>
                </a:cubicBezTo>
                <a:cubicBezTo>
                  <a:pt x="212267" y="50681"/>
                  <a:pt x="215041" y="54609"/>
                  <a:pt x="216412" y="59122"/>
                </a:cubicBezTo>
                <a:cubicBezTo>
                  <a:pt x="217783" y="63635"/>
                  <a:pt x="218468" y="71240"/>
                  <a:pt x="218468" y="81938"/>
                </a:cubicBezTo>
                <a:lnTo>
                  <a:pt x="218468" y="118545"/>
                </a:lnTo>
                <a:cubicBezTo>
                  <a:pt x="218468" y="125743"/>
                  <a:pt x="219137" y="130233"/>
                  <a:pt x="220474" y="132015"/>
                </a:cubicBezTo>
                <a:cubicBezTo>
                  <a:pt x="221811" y="133797"/>
                  <a:pt x="224519" y="134923"/>
                  <a:pt x="228597" y="135394"/>
                </a:cubicBezTo>
                <a:lnTo>
                  <a:pt x="228597" y="139004"/>
                </a:lnTo>
                <a:lnTo>
                  <a:pt x="181059" y="139004"/>
                </a:lnTo>
                <a:lnTo>
                  <a:pt x="181059" y="135394"/>
                </a:lnTo>
                <a:cubicBezTo>
                  <a:pt x="184402" y="134923"/>
                  <a:pt x="186910" y="133578"/>
                  <a:pt x="188581" y="131357"/>
                </a:cubicBezTo>
                <a:cubicBezTo>
                  <a:pt x="189785" y="129608"/>
                  <a:pt x="190386" y="125337"/>
                  <a:pt x="190386" y="118545"/>
                </a:cubicBezTo>
                <a:lnTo>
                  <a:pt x="190386" y="76789"/>
                </a:lnTo>
                <a:cubicBezTo>
                  <a:pt x="190386" y="69046"/>
                  <a:pt x="190085" y="64190"/>
                  <a:pt x="189484" y="62222"/>
                </a:cubicBezTo>
                <a:cubicBezTo>
                  <a:pt x="188882" y="60251"/>
                  <a:pt x="187862" y="58715"/>
                  <a:pt x="186425" y="57614"/>
                </a:cubicBezTo>
                <a:cubicBezTo>
                  <a:pt x="184987" y="56513"/>
                  <a:pt x="183366" y="55963"/>
                  <a:pt x="181561" y="55963"/>
                </a:cubicBezTo>
                <a:cubicBezTo>
                  <a:pt x="178886" y="55963"/>
                  <a:pt x="176279" y="56882"/>
                  <a:pt x="173738" y="58721"/>
                </a:cubicBezTo>
                <a:cubicBezTo>
                  <a:pt x="171197" y="60559"/>
                  <a:pt x="168456" y="63785"/>
                  <a:pt x="165514" y="68399"/>
                </a:cubicBezTo>
                <a:lnTo>
                  <a:pt x="165514" y="118545"/>
                </a:lnTo>
                <a:cubicBezTo>
                  <a:pt x="165514" y="125270"/>
                  <a:pt x="166015" y="129474"/>
                  <a:pt x="167018" y="131156"/>
                </a:cubicBezTo>
                <a:cubicBezTo>
                  <a:pt x="168289" y="133442"/>
                  <a:pt x="170896" y="134855"/>
                  <a:pt x="174841" y="135394"/>
                </a:cubicBezTo>
                <a:lnTo>
                  <a:pt x="174841" y="139004"/>
                </a:lnTo>
                <a:lnTo>
                  <a:pt x="127303" y="139004"/>
                </a:lnTo>
                <a:lnTo>
                  <a:pt x="127303" y="135394"/>
                </a:lnTo>
                <a:cubicBezTo>
                  <a:pt x="131248" y="134990"/>
                  <a:pt x="134056" y="133713"/>
                  <a:pt x="135727" y="131561"/>
                </a:cubicBezTo>
                <a:cubicBezTo>
                  <a:pt x="136864" y="130081"/>
                  <a:pt x="137432" y="125743"/>
                  <a:pt x="137432" y="118545"/>
                </a:cubicBezTo>
                <a:lnTo>
                  <a:pt x="137432" y="23468"/>
                </a:lnTo>
                <a:cubicBezTo>
                  <a:pt x="137432" y="16295"/>
                  <a:pt x="136780" y="11829"/>
                  <a:pt x="135477" y="10070"/>
                </a:cubicBezTo>
                <a:cubicBezTo>
                  <a:pt x="134173" y="8311"/>
                  <a:pt x="131448" y="7160"/>
                  <a:pt x="127303" y="6619"/>
                </a:cubicBezTo>
                <a:lnTo>
                  <a:pt x="127303" y="3009"/>
                </a:lnTo>
                <a:lnTo>
                  <a:pt x="165514" y="3009"/>
                </a:lnTo>
                <a:close/>
                <a:moveTo>
                  <a:pt x="293154" y="125164"/>
                </a:moveTo>
                <a:cubicBezTo>
                  <a:pt x="281720" y="135327"/>
                  <a:pt x="271457" y="140408"/>
                  <a:pt x="262364" y="140408"/>
                </a:cubicBezTo>
                <a:cubicBezTo>
                  <a:pt x="257015" y="140408"/>
                  <a:pt x="252569" y="138648"/>
                  <a:pt x="249025" y="135127"/>
                </a:cubicBezTo>
                <a:cubicBezTo>
                  <a:pt x="245482" y="131604"/>
                  <a:pt x="243710" y="127194"/>
                  <a:pt x="243710" y="121895"/>
                </a:cubicBezTo>
                <a:cubicBezTo>
                  <a:pt x="243710" y="114716"/>
                  <a:pt x="246786" y="108258"/>
                  <a:pt x="252937" y="102523"/>
                </a:cubicBezTo>
                <a:cubicBezTo>
                  <a:pt x="259088" y="96788"/>
                  <a:pt x="272494" y="89157"/>
                  <a:pt x="293154" y="79631"/>
                </a:cubicBezTo>
                <a:lnTo>
                  <a:pt x="293154" y="70204"/>
                </a:lnTo>
                <a:cubicBezTo>
                  <a:pt x="293154" y="63117"/>
                  <a:pt x="292769" y="58654"/>
                  <a:pt x="292000" y="56815"/>
                </a:cubicBezTo>
                <a:cubicBezTo>
                  <a:pt x="291231" y="54976"/>
                  <a:pt x="289777" y="53372"/>
                  <a:pt x="287638" y="52001"/>
                </a:cubicBezTo>
                <a:cubicBezTo>
                  <a:pt x="285498" y="50631"/>
                  <a:pt x="283091" y="49945"/>
                  <a:pt x="280417" y="49945"/>
                </a:cubicBezTo>
                <a:cubicBezTo>
                  <a:pt x="276071" y="49945"/>
                  <a:pt x="272494" y="50915"/>
                  <a:pt x="269685" y="52854"/>
                </a:cubicBezTo>
                <a:cubicBezTo>
                  <a:pt x="267947" y="54057"/>
                  <a:pt x="267078" y="55461"/>
                  <a:pt x="267078" y="57066"/>
                </a:cubicBezTo>
                <a:cubicBezTo>
                  <a:pt x="267078" y="58470"/>
                  <a:pt x="268014" y="60208"/>
                  <a:pt x="269886" y="62281"/>
                </a:cubicBezTo>
                <a:cubicBezTo>
                  <a:pt x="272427" y="65156"/>
                  <a:pt x="273697" y="67931"/>
                  <a:pt x="273697" y="70605"/>
                </a:cubicBezTo>
                <a:cubicBezTo>
                  <a:pt x="273697" y="73881"/>
                  <a:pt x="272477" y="76673"/>
                  <a:pt x="270036" y="78980"/>
                </a:cubicBezTo>
                <a:cubicBezTo>
                  <a:pt x="267596" y="81286"/>
                  <a:pt x="264403" y="82440"/>
                  <a:pt x="260459" y="82440"/>
                </a:cubicBezTo>
                <a:cubicBezTo>
                  <a:pt x="256246" y="82440"/>
                  <a:pt x="252719" y="81169"/>
                  <a:pt x="249878" y="78629"/>
                </a:cubicBezTo>
                <a:cubicBezTo>
                  <a:pt x="247036" y="76088"/>
                  <a:pt x="245615" y="73113"/>
                  <a:pt x="245615" y="69703"/>
                </a:cubicBezTo>
                <a:cubicBezTo>
                  <a:pt x="245615" y="64889"/>
                  <a:pt x="247521" y="60292"/>
                  <a:pt x="251332" y="55913"/>
                </a:cubicBezTo>
                <a:cubicBezTo>
                  <a:pt x="255143" y="51533"/>
                  <a:pt x="260459" y="48173"/>
                  <a:pt x="267278" y="45833"/>
                </a:cubicBezTo>
                <a:cubicBezTo>
                  <a:pt x="274098" y="43493"/>
                  <a:pt x="281186" y="42323"/>
                  <a:pt x="288540" y="42323"/>
                </a:cubicBezTo>
                <a:cubicBezTo>
                  <a:pt x="297433" y="42323"/>
                  <a:pt x="304470" y="44217"/>
                  <a:pt x="309652" y="48005"/>
                </a:cubicBezTo>
                <a:cubicBezTo>
                  <a:pt x="314833" y="51791"/>
                  <a:pt x="318193" y="55896"/>
                  <a:pt x="319731" y="60319"/>
                </a:cubicBezTo>
                <a:cubicBezTo>
                  <a:pt x="320667" y="63134"/>
                  <a:pt x="321135" y="69600"/>
                  <a:pt x="321135" y="79719"/>
                </a:cubicBezTo>
                <a:lnTo>
                  <a:pt x="321135" y="116210"/>
                </a:lnTo>
                <a:cubicBezTo>
                  <a:pt x="321135" y="120499"/>
                  <a:pt x="321302" y="123198"/>
                  <a:pt x="321636" y="124305"/>
                </a:cubicBezTo>
                <a:cubicBezTo>
                  <a:pt x="321971" y="125410"/>
                  <a:pt x="322472" y="126232"/>
                  <a:pt x="323141" y="126769"/>
                </a:cubicBezTo>
                <a:cubicBezTo>
                  <a:pt x="323809" y="127303"/>
                  <a:pt x="324578" y="127571"/>
                  <a:pt x="325448" y="127571"/>
                </a:cubicBezTo>
                <a:cubicBezTo>
                  <a:pt x="327186" y="127571"/>
                  <a:pt x="328958" y="126334"/>
                  <a:pt x="330763" y="123860"/>
                </a:cubicBezTo>
                <a:lnTo>
                  <a:pt x="333772" y="126267"/>
                </a:lnTo>
                <a:cubicBezTo>
                  <a:pt x="330429" y="131215"/>
                  <a:pt x="326969" y="134809"/>
                  <a:pt x="323392" y="137048"/>
                </a:cubicBezTo>
                <a:cubicBezTo>
                  <a:pt x="319814" y="139288"/>
                  <a:pt x="315753" y="140408"/>
                  <a:pt x="311206" y="140408"/>
                </a:cubicBezTo>
                <a:cubicBezTo>
                  <a:pt x="305857" y="140408"/>
                  <a:pt x="301678" y="139146"/>
                  <a:pt x="298670" y="136622"/>
                </a:cubicBezTo>
                <a:cubicBezTo>
                  <a:pt x="295661" y="134098"/>
                  <a:pt x="293822" y="130279"/>
                  <a:pt x="293154" y="125164"/>
                </a:cubicBezTo>
                <a:moveTo>
                  <a:pt x="293154" y="117742"/>
                </a:moveTo>
                <a:lnTo>
                  <a:pt x="293154" y="86370"/>
                </a:lnTo>
                <a:cubicBezTo>
                  <a:pt x="285063" y="91140"/>
                  <a:pt x="279046" y="96246"/>
                  <a:pt x="275101" y="101689"/>
                </a:cubicBezTo>
                <a:cubicBezTo>
                  <a:pt x="272494" y="105317"/>
                  <a:pt x="271190" y="108978"/>
                  <a:pt x="271190" y="112674"/>
                </a:cubicBezTo>
                <a:cubicBezTo>
                  <a:pt x="271190" y="115765"/>
                  <a:pt x="272293" y="118486"/>
                  <a:pt x="274499" y="120839"/>
                </a:cubicBezTo>
                <a:cubicBezTo>
                  <a:pt x="276171" y="122652"/>
                  <a:pt x="278511" y="123559"/>
                  <a:pt x="281520" y="123559"/>
                </a:cubicBezTo>
                <a:cubicBezTo>
                  <a:pt x="284863" y="123559"/>
                  <a:pt x="288741" y="121620"/>
                  <a:pt x="293154" y="117742"/>
                </a:cubicBezTo>
                <a:close/>
                <a:moveTo>
                  <a:pt x="403374" y="42724"/>
                </a:moveTo>
                <a:lnTo>
                  <a:pt x="404878" y="74817"/>
                </a:lnTo>
                <a:lnTo>
                  <a:pt x="401469" y="74817"/>
                </a:lnTo>
                <a:cubicBezTo>
                  <a:pt x="397390" y="65246"/>
                  <a:pt x="393161" y="58708"/>
                  <a:pt x="388782" y="55204"/>
                </a:cubicBezTo>
                <a:cubicBezTo>
                  <a:pt x="384402" y="51698"/>
                  <a:pt x="380040" y="49945"/>
                  <a:pt x="375694" y="49945"/>
                </a:cubicBezTo>
                <a:cubicBezTo>
                  <a:pt x="372952" y="49945"/>
                  <a:pt x="370612" y="50865"/>
                  <a:pt x="368673" y="52703"/>
                </a:cubicBezTo>
                <a:cubicBezTo>
                  <a:pt x="366734" y="54542"/>
                  <a:pt x="365765" y="56665"/>
                  <a:pt x="365765" y="59072"/>
                </a:cubicBezTo>
                <a:cubicBezTo>
                  <a:pt x="365765" y="60877"/>
                  <a:pt x="366433" y="62615"/>
                  <a:pt x="367771" y="64287"/>
                </a:cubicBezTo>
                <a:cubicBezTo>
                  <a:pt x="369910" y="67028"/>
                  <a:pt x="375894" y="71725"/>
                  <a:pt x="385723" y="78378"/>
                </a:cubicBezTo>
                <a:cubicBezTo>
                  <a:pt x="395551" y="85031"/>
                  <a:pt x="402020" y="90680"/>
                  <a:pt x="405129" y="95327"/>
                </a:cubicBezTo>
                <a:cubicBezTo>
                  <a:pt x="408238" y="99974"/>
                  <a:pt x="409793" y="105172"/>
                  <a:pt x="409793" y="110922"/>
                </a:cubicBezTo>
                <a:cubicBezTo>
                  <a:pt x="409793" y="116138"/>
                  <a:pt x="408489" y="121252"/>
                  <a:pt x="405881" y="126267"/>
                </a:cubicBezTo>
                <a:cubicBezTo>
                  <a:pt x="403274" y="131282"/>
                  <a:pt x="399596" y="135126"/>
                  <a:pt x="394849" y="137801"/>
                </a:cubicBezTo>
                <a:cubicBezTo>
                  <a:pt x="390102" y="140475"/>
                  <a:pt x="384854" y="141812"/>
                  <a:pt x="379104" y="141812"/>
                </a:cubicBezTo>
                <a:cubicBezTo>
                  <a:pt x="374624" y="141812"/>
                  <a:pt x="368640" y="140382"/>
                  <a:pt x="361151" y="137522"/>
                </a:cubicBezTo>
                <a:cubicBezTo>
                  <a:pt x="359146" y="136772"/>
                  <a:pt x="357775" y="136397"/>
                  <a:pt x="357039" y="136397"/>
                </a:cubicBezTo>
                <a:cubicBezTo>
                  <a:pt x="354833" y="136397"/>
                  <a:pt x="352994" y="138068"/>
                  <a:pt x="351523" y="141411"/>
                </a:cubicBezTo>
                <a:lnTo>
                  <a:pt x="348214" y="141411"/>
                </a:lnTo>
                <a:lnTo>
                  <a:pt x="346609" y="107713"/>
                </a:lnTo>
                <a:lnTo>
                  <a:pt x="350019" y="107713"/>
                </a:lnTo>
                <a:cubicBezTo>
                  <a:pt x="353028" y="116539"/>
                  <a:pt x="357156" y="123158"/>
                  <a:pt x="362405" y="127571"/>
                </a:cubicBezTo>
                <a:cubicBezTo>
                  <a:pt x="367654" y="131984"/>
                  <a:pt x="372618" y="134190"/>
                  <a:pt x="377298" y="134190"/>
                </a:cubicBezTo>
                <a:cubicBezTo>
                  <a:pt x="380508" y="134190"/>
                  <a:pt x="383132" y="133204"/>
                  <a:pt x="385171" y="131231"/>
                </a:cubicBezTo>
                <a:cubicBezTo>
                  <a:pt x="387210" y="129259"/>
                  <a:pt x="388230" y="126869"/>
                  <a:pt x="388230" y="124061"/>
                </a:cubicBezTo>
                <a:cubicBezTo>
                  <a:pt x="388230" y="120851"/>
                  <a:pt x="387227" y="118077"/>
                  <a:pt x="385221" y="115736"/>
                </a:cubicBezTo>
                <a:cubicBezTo>
                  <a:pt x="383215" y="113396"/>
                  <a:pt x="378736" y="109853"/>
                  <a:pt x="371782" y="105106"/>
                </a:cubicBezTo>
                <a:cubicBezTo>
                  <a:pt x="361553" y="98018"/>
                  <a:pt x="354933" y="92603"/>
                  <a:pt x="351925" y="88858"/>
                </a:cubicBezTo>
                <a:cubicBezTo>
                  <a:pt x="347512" y="83376"/>
                  <a:pt x="345305" y="77325"/>
                  <a:pt x="345305" y="70706"/>
                </a:cubicBezTo>
                <a:cubicBezTo>
                  <a:pt x="345305" y="63485"/>
                  <a:pt x="347796" y="56949"/>
                  <a:pt x="352777" y="51099"/>
                </a:cubicBezTo>
                <a:cubicBezTo>
                  <a:pt x="357758" y="45248"/>
                  <a:pt x="364962" y="42323"/>
                  <a:pt x="374390" y="42323"/>
                </a:cubicBezTo>
                <a:cubicBezTo>
                  <a:pt x="379471" y="42323"/>
                  <a:pt x="384386" y="43608"/>
                  <a:pt x="389133" y="46178"/>
                </a:cubicBezTo>
                <a:cubicBezTo>
                  <a:pt x="390938" y="47219"/>
                  <a:pt x="392409" y="47739"/>
                  <a:pt x="393546" y="47739"/>
                </a:cubicBezTo>
                <a:cubicBezTo>
                  <a:pt x="394749" y="47739"/>
                  <a:pt x="395718" y="47488"/>
                  <a:pt x="396454" y="46987"/>
                </a:cubicBezTo>
                <a:cubicBezTo>
                  <a:pt x="397189" y="46485"/>
                  <a:pt x="398360" y="45064"/>
                  <a:pt x="399964" y="42724"/>
                </a:cubicBezTo>
                <a:lnTo>
                  <a:pt x="403374" y="42724"/>
                </a:lnTo>
                <a:close/>
                <a:moveTo>
                  <a:pt x="503432" y="88658"/>
                </a:moveTo>
                <a:lnTo>
                  <a:pt x="451983" y="88658"/>
                </a:lnTo>
                <a:cubicBezTo>
                  <a:pt x="452584" y="101127"/>
                  <a:pt x="455894" y="110982"/>
                  <a:pt x="461911" y="118222"/>
                </a:cubicBezTo>
                <a:cubicBezTo>
                  <a:pt x="466525" y="123786"/>
                  <a:pt x="472074" y="126568"/>
                  <a:pt x="478560" y="126568"/>
                </a:cubicBezTo>
                <a:cubicBezTo>
                  <a:pt x="482571" y="126568"/>
                  <a:pt x="486215" y="125448"/>
                  <a:pt x="489492" y="123208"/>
                </a:cubicBezTo>
                <a:cubicBezTo>
                  <a:pt x="492768" y="120968"/>
                  <a:pt x="496278" y="116940"/>
                  <a:pt x="500022" y="111123"/>
                </a:cubicBezTo>
                <a:lnTo>
                  <a:pt x="503432" y="113329"/>
                </a:lnTo>
                <a:cubicBezTo>
                  <a:pt x="498351" y="123693"/>
                  <a:pt x="492734" y="131031"/>
                  <a:pt x="486583" y="135343"/>
                </a:cubicBezTo>
                <a:cubicBezTo>
                  <a:pt x="480432" y="139656"/>
                  <a:pt x="473311" y="141812"/>
                  <a:pt x="465221" y="141812"/>
                </a:cubicBezTo>
                <a:cubicBezTo>
                  <a:pt x="451314" y="141812"/>
                  <a:pt x="440783" y="136458"/>
                  <a:pt x="433629" y="125750"/>
                </a:cubicBezTo>
                <a:cubicBezTo>
                  <a:pt x="427879" y="117117"/>
                  <a:pt x="425004" y="106408"/>
                  <a:pt x="425004" y="93625"/>
                </a:cubicBezTo>
                <a:cubicBezTo>
                  <a:pt x="425004" y="77963"/>
                  <a:pt x="429233" y="65498"/>
                  <a:pt x="437691" y="56229"/>
                </a:cubicBezTo>
                <a:cubicBezTo>
                  <a:pt x="446149" y="46958"/>
                  <a:pt x="456061" y="42323"/>
                  <a:pt x="467427" y="42323"/>
                </a:cubicBezTo>
                <a:cubicBezTo>
                  <a:pt x="476922" y="42323"/>
                  <a:pt x="485162" y="46218"/>
                  <a:pt x="492149" y="54007"/>
                </a:cubicBezTo>
                <a:cubicBezTo>
                  <a:pt x="499136" y="61796"/>
                  <a:pt x="502897" y="73347"/>
                  <a:pt x="503432" y="88658"/>
                </a:cubicBezTo>
                <a:moveTo>
                  <a:pt x="478760" y="82038"/>
                </a:moveTo>
                <a:cubicBezTo>
                  <a:pt x="478760" y="71274"/>
                  <a:pt x="478175" y="63886"/>
                  <a:pt x="477005" y="59874"/>
                </a:cubicBezTo>
                <a:cubicBezTo>
                  <a:pt x="475835" y="55862"/>
                  <a:pt x="474013" y="52820"/>
                  <a:pt x="471539" y="50748"/>
                </a:cubicBezTo>
                <a:cubicBezTo>
                  <a:pt x="470135" y="49544"/>
                  <a:pt x="468263" y="48942"/>
                  <a:pt x="465923" y="48942"/>
                </a:cubicBezTo>
                <a:cubicBezTo>
                  <a:pt x="462446" y="48942"/>
                  <a:pt x="459605" y="50647"/>
                  <a:pt x="457398" y="54057"/>
                </a:cubicBezTo>
                <a:cubicBezTo>
                  <a:pt x="453453" y="60008"/>
                  <a:pt x="451481" y="68165"/>
                  <a:pt x="451481" y="78528"/>
                </a:cubicBezTo>
                <a:lnTo>
                  <a:pt x="451481" y="82038"/>
                </a:lnTo>
                <a:lnTo>
                  <a:pt x="478760" y="82038"/>
                </a:lnTo>
                <a:close/>
                <a:moveTo>
                  <a:pt x="571762" y="102097"/>
                </a:moveTo>
                <a:lnTo>
                  <a:pt x="513292" y="102097"/>
                </a:lnTo>
                <a:lnTo>
                  <a:pt x="513292" y="81236"/>
                </a:lnTo>
                <a:lnTo>
                  <a:pt x="571762" y="81236"/>
                </a:lnTo>
                <a:lnTo>
                  <a:pt x="571762" y="102097"/>
                </a:lnTo>
                <a:close/>
                <a:moveTo>
                  <a:pt x="651893" y="135394"/>
                </a:moveTo>
                <a:lnTo>
                  <a:pt x="651893" y="139004"/>
                </a:lnTo>
                <a:lnTo>
                  <a:pt x="580787" y="139004"/>
                </a:lnTo>
                <a:lnTo>
                  <a:pt x="580787" y="135394"/>
                </a:lnTo>
                <a:lnTo>
                  <a:pt x="585300" y="135394"/>
                </a:lnTo>
                <a:cubicBezTo>
                  <a:pt x="589245" y="135394"/>
                  <a:pt x="592421" y="134688"/>
                  <a:pt x="594828" y="133278"/>
                </a:cubicBezTo>
                <a:cubicBezTo>
                  <a:pt x="596566" y="132336"/>
                  <a:pt x="597903" y="130723"/>
                  <a:pt x="598839" y="128439"/>
                </a:cubicBezTo>
                <a:cubicBezTo>
                  <a:pt x="599575" y="126826"/>
                  <a:pt x="599942" y="122592"/>
                  <a:pt x="599942" y="115736"/>
                </a:cubicBezTo>
                <a:lnTo>
                  <a:pt x="599942" y="26276"/>
                </a:lnTo>
                <a:cubicBezTo>
                  <a:pt x="599942" y="19287"/>
                  <a:pt x="599575" y="14919"/>
                  <a:pt x="598839" y="13173"/>
                </a:cubicBezTo>
                <a:cubicBezTo>
                  <a:pt x="598104" y="11424"/>
                  <a:pt x="596616" y="9894"/>
                  <a:pt x="594376" y="8584"/>
                </a:cubicBezTo>
                <a:cubicBezTo>
                  <a:pt x="592136" y="7274"/>
                  <a:pt x="589111" y="6619"/>
                  <a:pt x="585300" y="6619"/>
                </a:cubicBezTo>
                <a:lnTo>
                  <a:pt x="580787" y="6619"/>
                </a:lnTo>
                <a:lnTo>
                  <a:pt x="580787" y="3009"/>
                </a:lnTo>
                <a:lnTo>
                  <a:pt x="651893" y="3009"/>
                </a:lnTo>
                <a:lnTo>
                  <a:pt x="651893" y="6619"/>
                </a:lnTo>
                <a:lnTo>
                  <a:pt x="647380" y="6619"/>
                </a:lnTo>
                <a:cubicBezTo>
                  <a:pt x="643435" y="6619"/>
                  <a:pt x="640260" y="7324"/>
                  <a:pt x="637853" y="8735"/>
                </a:cubicBezTo>
                <a:cubicBezTo>
                  <a:pt x="636114" y="9677"/>
                  <a:pt x="634744" y="11290"/>
                  <a:pt x="633741" y="13574"/>
                </a:cubicBezTo>
                <a:cubicBezTo>
                  <a:pt x="633005" y="15187"/>
                  <a:pt x="632637" y="19421"/>
                  <a:pt x="632637" y="26276"/>
                </a:cubicBezTo>
                <a:lnTo>
                  <a:pt x="632637" y="115736"/>
                </a:lnTo>
                <a:cubicBezTo>
                  <a:pt x="632637" y="122726"/>
                  <a:pt x="633022" y="127094"/>
                  <a:pt x="633791" y="128843"/>
                </a:cubicBezTo>
                <a:cubicBezTo>
                  <a:pt x="634560" y="130590"/>
                  <a:pt x="636064" y="132118"/>
                  <a:pt x="638304" y="133429"/>
                </a:cubicBezTo>
                <a:cubicBezTo>
                  <a:pt x="640544" y="134739"/>
                  <a:pt x="643569" y="135394"/>
                  <a:pt x="647380" y="135394"/>
                </a:cubicBezTo>
                <a:lnTo>
                  <a:pt x="651893" y="135394"/>
                </a:lnTo>
                <a:close/>
                <a:moveTo>
                  <a:pt x="802800" y="3009"/>
                </a:moveTo>
                <a:lnTo>
                  <a:pt x="802800" y="6619"/>
                </a:lnTo>
                <a:cubicBezTo>
                  <a:pt x="797852" y="7422"/>
                  <a:pt x="793439" y="10065"/>
                  <a:pt x="789561" y="14549"/>
                </a:cubicBezTo>
                <a:cubicBezTo>
                  <a:pt x="786753" y="17892"/>
                  <a:pt x="782574" y="25752"/>
                  <a:pt x="777025" y="38130"/>
                </a:cubicBezTo>
                <a:lnTo>
                  <a:pt x="730188" y="142013"/>
                </a:lnTo>
                <a:lnTo>
                  <a:pt x="726879" y="142013"/>
                </a:lnTo>
                <a:lnTo>
                  <a:pt x="680243" y="33939"/>
                </a:lnTo>
                <a:cubicBezTo>
                  <a:pt x="674627" y="20883"/>
                  <a:pt x="670866" y="13215"/>
                  <a:pt x="668960" y="10938"/>
                </a:cubicBezTo>
                <a:cubicBezTo>
                  <a:pt x="667055" y="8661"/>
                  <a:pt x="663461" y="7221"/>
                  <a:pt x="658179" y="6619"/>
                </a:cubicBezTo>
                <a:lnTo>
                  <a:pt x="658179" y="3009"/>
                </a:lnTo>
                <a:lnTo>
                  <a:pt x="723369" y="3009"/>
                </a:lnTo>
                <a:lnTo>
                  <a:pt x="723369" y="6619"/>
                </a:lnTo>
                <a:lnTo>
                  <a:pt x="721162" y="6619"/>
                </a:lnTo>
                <a:cubicBezTo>
                  <a:pt x="715278" y="6619"/>
                  <a:pt x="711267" y="7360"/>
                  <a:pt x="709127" y="8841"/>
                </a:cubicBezTo>
                <a:cubicBezTo>
                  <a:pt x="707589" y="9851"/>
                  <a:pt x="706821" y="11331"/>
                  <a:pt x="706821" y="13282"/>
                </a:cubicBezTo>
                <a:cubicBezTo>
                  <a:pt x="706821" y="14494"/>
                  <a:pt x="707088" y="15924"/>
                  <a:pt x="707623" y="17573"/>
                </a:cubicBezTo>
                <a:cubicBezTo>
                  <a:pt x="708158" y="19221"/>
                  <a:pt x="709963" y="23628"/>
                  <a:pt x="713039" y="30793"/>
                </a:cubicBezTo>
                <a:lnTo>
                  <a:pt x="742023" y="98417"/>
                </a:lnTo>
                <a:lnTo>
                  <a:pt x="768901" y="38186"/>
                </a:lnTo>
                <a:cubicBezTo>
                  <a:pt x="772110" y="30902"/>
                  <a:pt x="774083" y="26019"/>
                  <a:pt x="774818" y="23537"/>
                </a:cubicBezTo>
                <a:cubicBezTo>
                  <a:pt x="775554" y="21053"/>
                  <a:pt x="775921" y="18937"/>
                  <a:pt x="775921" y="17191"/>
                </a:cubicBezTo>
                <a:cubicBezTo>
                  <a:pt x="775921" y="15178"/>
                  <a:pt x="775386" y="13400"/>
                  <a:pt x="774317" y="11856"/>
                </a:cubicBezTo>
                <a:cubicBezTo>
                  <a:pt x="773247" y="10312"/>
                  <a:pt x="771676" y="9137"/>
                  <a:pt x="769603" y="8330"/>
                </a:cubicBezTo>
                <a:cubicBezTo>
                  <a:pt x="766728" y="7190"/>
                  <a:pt x="762917" y="6619"/>
                  <a:pt x="758170" y="6619"/>
                </a:cubicBezTo>
                <a:lnTo>
                  <a:pt x="758170" y="3009"/>
                </a:lnTo>
                <a:lnTo>
                  <a:pt x="802800" y="3009"/>
                </a:lnTo>
                <a:close/>
                <a:moveTo>
                  <a:pt x="820377" y="42524"/>
                </a:moveTo>
                <a:cubicBezTo>
                  <a:pt x="824990" y="42524"/>
                  <a:pt x="828918" y="44145"/>
                  <a:pt x="832161" y="47388"/>
                </a:cubicBezTo>
                <a:cubicBezTo>
                  <a:pt x="835404" y="50631"/>
                  <a:pt x="837025" y="54559"/>
                  <a:pt x="837025" y="59172"/>
                </a:cubicBezTo>
                <a:cubicBezTo>
                  <a:pt x="837025" y="63785"/>
                  <a:pt x="835404" y="67714"/>
                  <a:pt x="832161" y="70956"/>
                </a:cubicBezTo>
                <a:cubicBezTo>
                  <a:pt x="828918" y="74199"/>
                  <a:pt x="824990" y="75820"/>
                  <a:pt x="820377" y="75820"/>
                </a:cubicBezTo>
                <a:cubicBezTo>
                  <a:pt x="815763" y="75820"/>
                  <a:pt x="811835" y="74199"/>
                  <a:pt x="808592" y="70956"/>
                </a:cubicBezTo>
                <a:cubicBezTo>
                  <a:pt x="805350" y="67714"/>
                  <a:pt x="803728" y="63785"/>
                  <a:pt x="803728" y="59172"/>
                </a:cubicBezTo>
                <a:cubicBezTo>
                  <a:pt x="803728" y="54559"/>
                  <a:pt x="805350" y="50631"/>
                  <a:pt x="808592" y="47388"/>
                </a:cubicBezTo>
                <a:cubicBezTo>
                  <a:pt x="811835" y="44145"/>
                  <a:pt x="815763" y="42524"/>
                  <a:pt x="820377" y="42524"/>
                </a:cubicBezTo>
                <a:moveTo>
                  <a:pt x="820276" y="108114"/>
                </a:moveTo>
                <a:cubicBezTo>
                  <a:pt x="824957" y="108114"/>
                  <a:pt x="828918" y="109758"/>
                  <a:pt x="832161" y="113044"/>
                </a:cubicBezTo>
                <a:cubicBezTo>
                  <a:pt x="835404" y="116329"/>
                  <a:pt x="837025" y="120285"/>
                  <a:pt x="837025" y="124913"/>
                </a:cubicBezTo>
                <a:cubicBezTo>
                  <a:pt x="837025" y="129541"/>
                  <a:pt x="835387" y="133482"/>
                  <a:pt x="832111" y="136735"/>
                </a:cubicBezTo>
                <a:cubicBezTo>
                  <a:pt x="828835" y="139986"/>
                  <a:pt x="824890" y="141612"/>
                  <a:pt x="820276" y="141612"/>
                </a:cubicBezTo>
                <a:cubicBezTo>
                  <a:pt x="815663" y="141612"/>
                  <a:pt x="811735" y="139986"/>
                  <a:pt x="808492" y="136735"/>
                </a:cubicBezTo>
                <a:cubicBezTo>
                  <a:pt x="805249" y="133482"/>
                  <a:pt x="803628" y="129541"/>
                  <a:pt x="803628" y="124913"/>
                </a:cubicBezTo>
                <a:cubicBezTo>
                  <a:pt x="803628" y="120285"/>
                  <a:pt x="805249" y="116329"/>
                  <a:pt x="808492" y="113044"/>
                </a:cubicBezTo>
                <a:cubicBezTo>
                  <a:pt x="811735" y="109758"/>
                  <a:pt x="815663" y="108114"/>
                  <a:pt x="820276" y="108114"/>
                </a:cubicBezTo>
                <a:close/>
                <a:moveTo>
                  <a:pt x="1042922" y="0"/>
                </a:moveTo>
                <a:lnTo>
                  <a:pt x="1042922" y="47137"/>
                </a:lnTo>
                <a:lnTo>
                  <a:pt x="1039011" y="47137"/>
                </a:lnTo>
                <a:cubicBezTo>
                  <a:pt x="1036069" y="34770"/>
                  <a:pt x="1030586" y="25293"/>
                  <a:pt x="1022563" y="18708"/>
                </a:cubicBezTo>
                <a:cubicBezTo>
                  <a:pt x="1014540" y="12120"/>
                  <a:pt x="1005447" y="8826"/>
                  <a:pt x="995284" y="8826"/>
                </a:cubicBezTo>
                <a:cubicBezTo>
                  <a:pt x="986792" y="8826"/>
                  <a:pt x="979003" y="11266"/>
                  <a:pt x="971916" y="16147"/>
                </a:cubicBezTo>
                <a:cubicBezTo>
                  <a:pt x="964828" y="21028"/>
                  <a:pt x="959647" y="27413"/>
                  <a:pt x="956371" y="35303"/>
                </a:cubicBezTo>
                <a:cubicBezTo>
                  <a:pt x="952158" y="45399"/>
                  <a:pt x="950052" y="56631"/>
                  <a:pt x="950052" y="69001"/>
                </a:cubicBezTo>
                <a:cubicBezTo>
                  <a:pt x="950052" y="81169"/>
                  <a:pt x="951590" y="92252"/>
                  <a:pt x="954666" y="102247"/>
                </a:cubicBezTo>
                <a:cubicBezTo>
                  <a:pt x="957741" y="112243"/>
                  <a:pt x="962555" y="119798"/>
                  <a:pt x="969108" y="124913"/>
                </a:cubicBezTo>
                <a:cubicBezTo>
                  <a:pt x="975660" y="130028"/>
                  <a:pt x="984151" y="132585"/>
                  <a:pt x="994582" y="132585"/>
                </a:cubicBezTo>
                <a:cubicBezTo>
                  <a:pt x="1003140" y="132585"/>
                  <a:pt x="1010979" y="130713"/>
                  <a:pt x="1018100" y="126969"/>
                </a:cubicBezTo>
                <a:cubicBezTo>
                  <a:pt x="1025221" y="123225"/>
                  <a:pt x="1032726" y="116773"/>
                  <a:pt x="1040615" y="107613"/>
                </a:cubicBezTo>
                <a:lnTo>
                  <a:pt x="1040615" y="119347"/>
                </a:lnTo>
                <a:cubicBezTo>
                  <a:pt x="1032993" y="127303"/>
                  <a:pt x="1025054" y="133070"/>
                  <a:pt x="1016796" y="136647"/>
                </a:cubicBezTo>
                <a:cubicBezTo>
                  <a:pt x="1008539" y="140224"/>
                  <a:pt x="998894" y="142013"/>
                  <a:pt x="987862" y="142013"/>
                </a:cubicBezTo>
                <a:cubicBezTo>
                  <a:pt x="973353" y="142013"/>
                  <a:pt x="960466" y="139109"/>
                  <a:pt x="949200" y="133300"/>
                </a:cubicBezTo>
                <a:cubicBezTo>
                  <a:pt x="937934" y="127491"/>
                  <a:pt x="929242" y="119146"/>
                  <a:pt x="923124" y="108265"/>
                </a:cubicBezTo>
                <a:cubicBezTo>
                  <a:pt x="917006" y="97381"/>
                  <a:pt x="913947" y="85796"/>
                  <a:pt x="913947" y="73511"/>
                </a:cubicBezTo>
                <a:cubicBezTo>
                  <a:pt x="913947" y="60558"/>
                  <a:pt x="917340" y="48274"/>
                  <a:pt x="924127" y="36657"/>
                </a:cubicBezTo>
                <a:cubicBezTo>
                  <a:pt x="930913" y="25037"/>
                  <a:pt x="940073" y="16024"/>
                  <a:pt x="951607" y="9615"/>
                </a:cubicBezTo>
                <a:cubicBezTo>
                  <a:pt x="963140" y="3205"/>
                  <a:pt x="975393" y="0"/>
                  <a:pt x="988364" y="0"/>
                </a:cubicBezTo>
                <a:cubicBezTo>
                  <a:pt x="997925" y="0"/>
                  <a:pt x="1008021" y="2073"/>
                  <a:pt x="1018652" y="6218"/>
                </a:cubicBezTo>
                <a:cubicBezTo>
                  <a:pt x="1024803" y="8625"/>
                  <a:pt x="1028714" y="9829"/>
                  <a:pt x="1030386" y="9829"/>
                </a:cubicBezTo>
                <a:cubicBezTo>
                  <a:pt x="1032525" y="9829"/>
                  <a:pt x="1034381" y="9043"/>
                  <a:pt x="1035952" y="7472"/>
                </a:cubicBezTo>
                <a:cubicBezTo>
                  <a:pt x="1037523" y="5900"/>
                  <a:pt x="1038543" y="3410"/>
                  <a:pt x="1039011" y="0"/>
                </a:cubicBezTo>
                <a:lnTo>
                  <a:pt x="1042922" y="0"/>
                </a:lnTo>
                <a:close/>
                <a:moveTo>
                  <a:pt x="1104065" y="142906"/>
                </a:moveTo>
                <a:lnTo>
                  <a:pt x="1073777" y="73241"/>
                </a:lnTo>
                <a:cubicBezTo>
                  <a:pt x="1069231" y="62690"/>
                  <a:pt x="1065871" y="56204"/>
                  <a:pt x="1063698" y="53784"/>
                </a:cubicBezTo>
                <a:cubicBezTo>
                  <a:pt x="1061525" y="51363"/>
                  <a:pt x="1058901" y="49682"/>
                  <a:pt x="1055825" y="48742"/>
                </a:cubicBezTo>
                <a:lnTo>
                  <a:pt x="1055825" y="45131"/>
                </a:lnTo>
                <a:lnTo>
                  <a:pt x="1105670" y="45131"/>
                </a:lnTo>
                <a:lnTo>
                  <a:pt x="1105670" y="48742"/>
                </a:lnTo>
                <a:cubicBezTo>
                  <a:pt x="1102394" y="48875"/>
                  <a:pt x="1100087" y="49514"/>
                  <a:pt x="1098750" y="50657"/>
                </a:cubicBezTo>
                <a:cubicBezTo>
                  <a:pt x="1097413" y="51797"/>
                  <a:pt x="1096744" y="53174"/>
                  <a:pt x="1096744" y="54787"/>
                </a:cubicBezTo>
                <a:cubicBezTo>
                  <a:pt x="1096744" y="57339"/>
                  <a:pt x="1098416" y="62376"/>
                  <a:pt x="1101759" y="69900"/>
                </a:cubicBezTo>
                <a:lnTo>
                  <a:pt x="1117805" y="106779"/>
                </a:lnTo>
                <a:lnTo>
                  <a:pt x="1128737" y="78281"/>
                </a:lnTo>
                <a:cubicBezTo>
                  <a:pt x="1132682" y="68132"/>
                  <a:pt x="1134654" y="61075"/>
                  <a:pt x="1134654" y="57110"/>
                </a:cubicBezTo>
                <a:cubicBezTo>
                  <a:pt x="1134654" y="54623"/>
                  <a:pt x="1133835" y="52641"/>
                  <a:pt x="1132197" y="51161"/>
                </a:cubicBezTo>
                <a:cubicBezTo>
                  <a:pt x="1130559" y="49682"/>
                  <a:pt x="1127667" y="48875"/>
                  <a:pt x="1123522" y="48742"/>
                </a:cubicBezTo>
                <a:lnTo>
                  <a:pt x="1123522" y="45131"/>
                </a:lnTo>
                <a:lnTo>
                  <a:pt x="1154913" y="45131"/>
                </a:lnTo>
                <a:lnTo>
                  <a:pt x="1154913" y="48742"/>
                </a:lnTo>
                <a:cubicBezTo>
                  <a:pt x="1151838" y="49078"/>
                  <a:pt x="1149330" y="50271"/>
                  <a:pt x="1147391" y="52321"/>
                </a:cubicBezTo>
                <a:cubicBezTo>
                  <a:pt x="1145452" y="54371"/>
                  <a:pt x="1142210" y="61344"/>
                  <a:pt x="1137663" y="73241"/>
                </a:cubicBezTo>
                <a:lnTo>
                  <a:pt x="1110885" y="142815"/>
                </a:lnTo>
                <a:cubicBezTo>
                  <a:pt x="1104132" y="160199"/>
                  <a:pt x="1099118" y="170897"/>
                  <a:pt x="1095841" y="174908"/>
                </a:cubicBezTo>
                <a:cubicBezTo>
                  <a:pt x="1091228" y="180525"/>
                  <a:pt x="1085445" y="183333"/>
                  <a:pt x="1078491" y="183333"/>
                </a:cubicBezTo>
                <a:cubicBezTo>
                  <a:pt x="1072942" y="183333"/>
                  <a:pt x="1068445" y="181745"/>
                  <a:pt x="1065002" y="178569"/>
                </a:cubicBezTo>
                <a:cubicBezTo>
                  <a:pt x="1061558" y="175393"/>
                  <a:pt x="1059837" y="171565"/>
                  <a:pt x="1059837" y="167086"/>
                </a:cubicBezTo>
                <a:cubicBezTo>
                  <a:pt x="1059837" y="163208"/>
                  <a:pt x="1061024" y="159998"/>
                  <a:pt x="1063397" y="157458"/>
                </a:cubicBezTo>
                <a:cubicBezTo>
                  <a:pt x="1065771" y="154917"/>
                  <a:pt x="1068696" y="153647"/>
                  <a:pt x="1072173" y="153647"/>
                </a:cubicBezTo>
                <a:cubicBezTo>
                  <a:pt x="1075516" y="153647"/>
                  <a:pt x="1078207" y="154710"/>
                  <a:pt x="1080246" y="156837"/>
                </a:cubicBezTo>
                <a:cubicBezTo>
                  <a:pt x="1082285" y="158966"/>
                  <a:pt x="1083338" y="162259"/>
                  <a:pt x="1083405" y="166716"/>
                </a:cubicBezTo>
                <a:cubicBezTo>
                  <a:pt x="1083472" y="169244"/>
                  <a:pt x="1083773" y="170874"/>
                  <a:pt x="1084308" y="171605"/>
                </a:cubicBezTo>
                <a:cubicBezTo>
                  <a:pt x="1084843" y="172336"/>
                  <a:pt x="1085612" y="172702"/>
                  <a:pt x="1086615" y="172702"/>
                </a:cubicBezTo>
                <a:cubicBezTo>
                  <a:pt x="1088219" y="172702"/>
                  <a:pt x="1089924" y="171737"/>
                  <a:pt x="1091729" y="169806"/>
                </a:cubicBezTo>
                <a:cubicBezTo>
                  <a:pt x="1094404" y="167011"/>
                  <a:pt x="1097546" y="160621"/>
                  <a:pt x="1101157" y="150638"/>
                </a:cubicBezTo>
                <a:lnTo>
                  <a:pt x="1104065" y="142906"/>
                </a:lnTo>
                <a:close/>
                <a:moveTo>
                  <a:pt x="1200044" y="3009"/>
                </a:moveTo>
                <a:lnTo>
                  <a:pt x="1200044" y="54559"/>
                </a:lnTo>
                <a:cubicBezTo>
                  <a:pt x="1207934" y="46402"/>
                  <a:pt x="1216559" y="42323"/>
                  <a:pt x="1225919" y="42323"/>
                </a:cubicBezTo>
                <a:cubicBezTo>
                  <a:pt x="1232338" y="42323"/>
                  <a:pt x="1238389" y="44214"/>
                  <a:pt x="1244072" y="47996"/>
                </a:cubicBezTo>
                <a:cubicBezTo>
                  <a:pt x="1249755" y="51778"/>
                  <a:pt x="1254201" y="57148"/>
                  <a:pt x="1257411" y="64108"/>
                </a:cubicBezTo>
                <a:cubicBezTo>
                  <a:pt x="1260620" y="71068"/>
                  <a:pt x="1262225" y="79100"/>
                  <a:pt x="1262225" y="88203"/>
                </a:cubicBezTo>
                <a:cubicBezTo>
                  <a:pt x="1262225" y="98443"/>
                  <a:pt x="1260186" y="107747"/>
                  <a:pt x="1256107" y="116113"/>
                </a:cubicBezTo>
                <a:cubicBezTo>
                  <a:pt x="1252029" y="124479"/>
                  <a:pt x="1246579" y="130853"/>
                  <a:pt x="1239760" y="135237"/>
                </a:cubicBezTo>
                <a:cubicBezTo>
                  <a:pt x="1232940" y="139620"/>
                  <a:pt x="1225150" y="141812"/>
                  <a:pt x="1216392" y="141812"/>
                </a:cubicBezTo>
                <a:cubicBezTo>
                  <a:pt x="1211310" y="141812"/>
                  <a:pt x="1206797" y="141010"/>
                  <a:pt x="1202852" y="139405"/>
                </a:cubicBezTo>
                <a:cubicBezTo>
                  <a:pt x="1198907" y="137801"/>
                  <a:pt x="1195029" y="135193"/>
                  <a:pt x="1191218" y="131583"/>
                </a:cubicBezTo>
                <a:lnTo>
                  <a:pt x="1175673" y="141812"/>
                </a:lnTo>
                <a:lnTo>
                  <a:pt x="1172263" y="141812"/>
                </a:lnTo>
                <a:lnTo>
                  <a:pt x="1172263" y="22465"/>
                </a:lnTo>
                <a:cubicBezTo>
                  <a:pt x="1172263" y="17014"/>
                  <a:pt x="1172029" y="13650"/>
                  <a:pt x="1171561" y="12373"/>
                </a:cubicBezTo>
                <a:cubicBezTo>
                  <a:pt x="1170893" y="10489"/>
                  <a:pt x="1169840" y="9092"/>
                  <a:pt x="1168402" y="8183"/>
                </a:cubicBezTo>
                <a:cubicBezTo>
                  <a:pt x="1166965" y="7274"/>
                  <a:pt x="1164541" y="6753"/>
                  <a:pt x="1161131" y="6619"/>
                </a:cubicBezTo>
                <a:lnTo>
                  <a:pt x="1161131" y="3009"/>
                </a:lnTo>
                <a:lnTo>
                  <a:pt x="1200044" y="3009"/>
                </a:lnTo>
                <a:moveTo>
                  <a:pt x="1200044" y="63497"/>
                </a:moveTo>
                <a:lnTo>
                  <a:pt x="1200044" y="105269"/>
                </a:lnTo>
                <a:cubicBezTo>
                  <a:pt x="1200044" y="113770"/>
                  <a:pt x="1200245" y="119193"/>
                  <a:pt x="1200646" y="121538"/>
                </a:cubicBezTo>
                <a:cubicBezTo>
                  <a:pt x="1201314" y="125487"/>
                  <a:pt x="1202919" y="128683"/>
                  <a:pt x="1205460" y="131128"/>
                </a:cubicBezTo>
                <a:cubicBezTo>
                  <a:pt x="1208001" y="133571"/>
                  <a:pt x="1211243" y="134792"/>
                  <a:pt x="1215188" y="134792"/>
                </a:cubicBezTo>
                <a:cubicBezTo>
                  <a:pt x="1218598" y="134792"/>
                  <a:pt x="1221523" y="133821"/>
                  <a:pt x="1223964" y="131880"/>
                </a:cubicBezTo>
                <a:cubicBezTo>
                  <a:pt x="1226404" y="129939"/>
                  <a:pt x="1228443" y="126091"/>
                  <a:pt x="1230081" y="120334"/>
                </a:cubicBezTo>
                <a:cubicBezTo>
                  <a:pt x="1231719" y="114576"/>
                  <a:pt x="1232539" y="104199"/>
                  <a:pt x="1232539" y="89203"/>
                </a:cubicBezTo>
                <a:cubicBezTo>
                  <a:pt x="1232539" y="74809"/>
                  <a:pt x="1230733" y="64935"/>
                  <a:pt x="1227123" y="59579"/>
                </a:cubicBezTo>
                <a:cubicBezTo>
                  <a:pt x="1224515" y="55697"/>
                  <a:pt x="1221005" y="53756"/>
                  <a:pt x="1216592" y="53756"/>
                </a:cubicBezTo>
                <a:cubicBezTo>
                  <a:pt x="1210842" y="53756"/>
                  <a:pt x="1205326" y="57003"/>
                  <a:pt x="1200044" y="63497"/>
                </a:cubicBezTo>
                <a:close/>
                <a:moveTo>
                  <a:pt x="1357371" y="88658"/>
                </a:moveTo>
                <a:lnTo>
                  <a:pt x="1305921" y="88658"/>
                </a:lnTo>
                <a:cubicBezTo>
                  <a:pt x="1306523" y="101127"/>
                  <a:pt x="1309833" y="110982"/>
                  <a:pt x="1315850" y="118222"/>
                </a:cubicBezTo>
                <a:cubicBezTo>
                  <a:pt x="1320464" y="123786"/>
                  <a:pt x="1326013" y="126568"/>
                  <a:pt x="1332499" y="126568"/>
                </a:cubicBezTo>
                <a:cubicBezTo>
                  <a:pt x="1336510" y="126568"/>
                  <a:pt x="1340154" y="125448"/>
                  <a:pt x="1343430" y="123208"/>
                </a:cubicBezTo>
                <a:cubicBezTo>
                  <a:pt x="1346707" y="120968"/>
                  <a:pt x="1350217" y="116940"/>
                  <a:pt x="1353961" y="111123"/>
                </a:cubicBezTo>
                <a:lnTo>
                  <a:pt x="1357371" y="113329"/>
                </a:lnTo>
                <a:cubicBezTo>
                  <a:pt x="1352289" y="123693"/>
                  <a:pt x="1346673" y="131031"/>
                  <a:pt x="1340522" y="135343"/>
                </a:cubicBezTo>
                <a:cubicBezTo>
                  <a:pt x="1334371" y="139656"/>
                  <a:pt x="1327250" y="141812"/>
                  <a:pt x="1319160" y="141812"/>
                </a:cubicBezTo>
                <a:cubicBezTo>
                  <a:pt x="1305253" y="141812"/>
                  <a:pt x="1294722" y="136458"/>
                  <a:pt x="1287568" y="125750"/>
                </a:cubicBezTo>
                <a:cubicBezTo>
                  <a:pt x="1281818" y="117117"/>
                  <a:pt x="1278943" y="106408"/>
                  <a:pt x="1278943" y="93625"/>
                </a:cubicBezTo>
                <a:cubicBezTo>
                  <a:pt x="1278943" y="77963"/>
                  <a:pt x="1283172" y="65498"/>
                  <a:pt x="1291630" y="56229"/>
                </a:cubicBezTo>
                <a:cubicBezTo>
                  <a:pt x="1300088" y="46958"/>
                  <a:pt x="1310000" y="42323"/>
                  <a:pt x="1321366" y="42323"/>
                </a:cubicBezTo>
                <a:cubicBezTo>
                  <a:pt x="1330860" y="42323"/>
                  <a:pt x="1339101" y="46218"/>
                  <a:pt x="1346088" y="54007"/>
                </a:cubicBezTo>
                <a:cubicBezTo>
                  <a:pt x="1353075" y="61796"/>
                  <a:pt x="1356836" y="73347"/>
                  <a:pt x="1357371" y="88658"/>
                </a:cubicBezTo>
                <a:moveTo>
                  <a:pt x="1332699" y="82038"/>
                </a:moveTo>
                <a:cubicBezTo>
                  <a:pt x="1332699" y="71274"/>
                  <a:pt x="1332114" y="63886"/>
                  <a:pt x="1330944" y="59874"/>
                </a:cubicBezTo>
                <a:cubicBezTo>
                  <a:pt x="1329774" y="55862"/>
                  <a:pt x="1327952" y="52820"/>
                  <a:pt x="1325478" y="50748"/>
                </a:cubicBezTo>
                <a:cubicBezTo>
                  <a:pt x="1324074" y="49544"/>
                  <a:pt x="1322202" y="48942"/>
                  <a:pt x="1319862" y="48942"/>
                </a:cubicBezTo>
                <a:cubicBezTo>
                  <a:pt x="1316385" y="48942"/>
                  <a:pt x="1313543" y="50647"/>
                  <a:pt x="1311337" y="54057"/>
                </a:cubicBezTo>
                <a:cubicBezTo>
                  <a:pt x="1307392" y="60008"/>
                  <a:pt x="1305420" y="68165"/>
                  <a:pt x="1305420" y="78528"/>
                </a:cubicBezTo>
                <a:lnTo>
                  <a:pt x="1305420" y="82038"/>
                </a:lnTo>
                <a:lnTo>
                  <a:pt x="1332699" y="82038"/>
                </a:lnTo>
                <a:close/>
                <a:moveTo>
                  <a:pt x="1408049" y="45131"/>
                </a:moveTo>
                <a:lnTo>
                  <a:pt x="1408049" y="66393"/>
                </a:lnTo>
                <a:cubicBezTo>
                  <a:pt x="1414267" y="56698"/>
                  <a:pt x="1419717" y="50263"/>
                  <a:pt x="1424397" y="47087"/>
                </a:cubicBezTo>
                <a:cubicBezTo>
                  <a:pt x="1429077" y="43911"/>
                  <a:pt x="1433590" y="42323"/>
                  <a:pt x="1437936" y="42323"/>
                </a:cubicBezTo>
                <a:cubicBezTo>
                  <a:pt x="1441680" y="42323"/>
                  <a:pt x="1444672" y="43481"/>
                  <a:pt x="1446912" y="45796"/>
                </a:cubicBezTo>
                <a:cubicBezTo>
                  <a:pt x="1449152" y="48111"/>
                  <a:pt x="1450272" y="51382"/>
                  <a:pt x="1450272" y="55609"/>
                </a:cubicBezTo>
                <a:cubicBezTo>
                  <a:pt x="1450272" y="60105"/>
                  <a:pt x="1449186" y="63595"/>
                  <a:pt x="1447013" y="66080"/>
                </a:cubicBezTo>
                <a:cubicBezTo>
                  <a:pt x="1444840" y="68562"/>
                  <a:pt x="1442215" y="69803"/>
                  <a:pt x="1439140" y="69803"/>
                </a:cubicBezTo>
                <a:cubicBezTo>
                  <a:pt x="1435596" y="69803"/>
                  <a:pt x="1432520" y="68666"/>
                  <a:pt x="1429913" y="66393"/>
                </a:cubicBezTo>
                <a:cubicBezTo>
                  <a:pt x="1427305" y="64120"/>
                  <a:pt x="1425767" y="62849"/>
                  <a:pt x="1425299" y="62582"/>
                </a:cubicBezTo>
                <a:cubicBezTo>
                  <a:pt x="1424631" y="62181"/>
                  <a:pt x="1423862" y="61980"/>
                  <a:pt x="1422993" y="61980"/>
                </a:cubicBezTo>
                <a:cubicBezTo>
                  <a:pt x="1421054" y="61980"/>
                  <a:pt x="1419215" y="62716"/>
                  <a:pt x="1417477" y="64187"/>
                </a:cubicBezTo>
                <a:cubicBezTo>
                  <a:pt x="1414735" y="66460"/>
                  <a:pt x="1412663" y="69703"/>
                  <a:pt x="1411259" y="73915"/>
                </a:cubicBezTo>
                <a:cubicBezTo>
                  <a:pt x="1409119" y="80400"/>
                  <a:pt x="1408049" y="87555"/>
                  <a:pt x="1408049" y="95377"/>
                </a:cubicBezTo>
                <a:lnTo>
                  <a:pt x="1408049" y="116940"/>
                </a:lnTo>
                <a:lnTo>
                  <a:pt x="1408150" y="122556"/>
                </a:lnTo>
                <a:cubicBezTo>
                  <a:pt x="1408150" y="126367"/>
                  <a:pt x="1408384" y="128808"/>
                  <a:pt x="1408852" y="129878"/>
                </a:cubicBezTo>
                <a:cubicBezTo>
                  <a:pt x="1409654" y="131683"/>
                  <a:pt x="1410841" y="133003"/>
                  <a:pt x="1412412" y="133839"/>
                </a:cubicBezTo>
                <a:cubicBezTo>
                  <a:pt x="1413983" y="134675"/>
                  <a:pt x="1416641" y="135193"/>
                  <a:pt x="1420385" y="135394"/>
                </a:cubicBezTo>
                <a:lnTo>
                  <a:pt x="1420385" y="139004"/>
                </a:lnTo>
                <a:lnTo>
                  <a:pt x="1369738" y="139004"/>
                </a:lnTo>
                <a:lnTo>
                  <a:pt x="1369738" y="135394"/>
                </a:lnTo>
                <a:cubicBezTo>
                  <a:pt x="1373816" y="135059"/>
                  <a:pt x="1376574" y="133939"/>
                  <a:pt x="1378012" y="132034"/>
                </a:cubicBezTo>
                <a:cubicBezTo>
                  <a:pt x="1379449" y="130128"/>
                  <a:pt x="1380168" y="125097"/>
                  <a:pt x="1380168" y="116940"/>
                </a:cubicBezTo>
                <a:lnTo>
                  <a:pt x="1380168" y="64989"/>
                </a:lnTo>
                <a:cubicBezTo>
                  <a:pt x="1380168" y="59607"/>
                  <a:pt x="1379901" y="56176"/>
                  <a:pt x="1379366" y="54696"/>
                </a:cubicBezTo>
                <a:cubicBezTo>
                  <a:pt x="1378697" y="52812"/>
                  <a:pt x="1377728" y="51433"/>
                  <a:pt x="1376457" y="50559"/>
                </a:cubicBezTo>
                <a:cubicBezTo>
                  <a:pt x="1375187" y="49684"/>
                  <a:pt x="1372947" y="49078"/>
                  <a:pt x="1369738" y="48742"/>
                </a:cubicBezTo>
                <a:lnTo>
                  <a:pt x="1369738" y="45131"/>
                </a:lnTo>
                <a:lnTo>
                  <a:pt x="1408049" y="45131"/>
                </a:lnTo>
                <a:close/>
                <a:moveTo>
                  <a:pt x="1598949" y="92550"/>
                </a:moveTo>
                <a:lnTo>
                  <a:pt x="1635856" y="3009"/>
                </a:lnTo>
                <a:lnTo>
                  <a:pt x="1691217" y="3009"/>
                </a:lnTo>
                <a:lnTo>
                  <a:pt x="1691217" y="6619"/>
                </a:lnTo>
                <a:lnTo>
                  <a:pt x="1686804" y="6619"/>
                </a:lnTo>
                <a:cubicBezTo>
                  <a:pt x="1682792" y="6619"/>
                  <a:pt x="1679583" y="7332"/>
                  <a:pt x="1677176" y="8757"/>
                </a:cubicBezTo>
                <a:cubicBezTo>
                  <a:pt x="1675504" y="9707"/>
                  <a:pt x="1674167" y="11304"/>
                  <a:pt x="1673164" y="13546"/>
                </a:cubicBezTo>
                <a:cubicBezTo>
                  <a:pt x="1672429" y="15175"/>
                  <a:pt x="1672061" y="19419"/>
                  <a:pt x="1672061" y="26276"/>
                </a:cubicBezTo>
                <a:lnTo>
                  <a:pt x="1672061" y="115736"/>
                </a:lnTo>
                <a:cubicBezTo>
                  <a:pt x="1672061" y="122726"/>
                  <a:pt x="1672429" y="127094"/>
                  <a:pt x="1673164" y="128843"/>
                </a:cubicBezTo>
                <a:cubicBezTo>
                  <a:pt x="1673900" y="130590"/>
                  <a:pt x="1675404" y="132118"/>
                  <a:pt x="1677677" y="133429"/>
                </a:cubicBezTo>
                <a:cubicBezTo>
                  <a:pt x="1679951" y="134739"/>
                  <a:pt x="1682993" y="135394"/>
                  <a:pt x="1686804" y="135394"/>
                </a:cubicBezTo>
                <a:lnTo>
                  <a:pt x="1691217" y="135394"/>
                </a:lnTo>
                <a:lnTo>
                  <a:pt x="1691217" y="139004"/>
                </a:lnTo>
                <a:lnTo>
                  <a:pt x="1620210" y="139004"/>
                </a:lnTo>
                <a:lnTo>
                  <a:pt x="1620210" y="135394"/>
                </a:lnTo>
                <a:lnTo>
                  <a:pt x="1624623" y="135394"/>
                </a:lnTo>
                <a:cubicBezTo>
                  <a:pt x="1628635" y="135394"/>
                  <a:pt x="1631844" y="134688"/>
                  <a:pt x="1634251" y="133278"/>
                </a:cubicBezTo>
                <a:cubicBezTo>
                  <a:pt x="1635923" y="132336"/>
                  <a:pt x="1637260" y="130723"/>
                  <a:pt x="1638263" y="128439"/>
                </a:cubicBezTo>
                <a:cubicBezTo>
                  <a:pt x="1638998" y="126826"/>
                  <a:pt x="1639366" y="122592"/>
                  <a:pt x="1639366" y="115736"/>
                </a:cubicBezTo>
                <a:lnTo>
                  <a:pt x="1639366" y="14943"/>
                </a:lnTo>
                <a:lnTo>
                  <a:pt x="1587214" y="139004"/>
                </a:lnTo>
                <a:lnTo>
                  <a:pt x="1584807" y="139004"/>
                </a:lnTo>
                <a:lnTo>
                  <a:pt x="1531853" y="15746"/>
                </a:lnTo>
                <a:lnTo>
                  <a:pt x="1531853" y="111524"/>
                </a:lnTo>
                <a:cubicBezTo>
                  <a:pt x="1531853" y="118267"/>
                  <a:pt x="1532021" y="122413"/>
                  <a:pt x="1532355" y="123963"/>
                </a:cubicBezTo>
                <a:cubicBezTo>
                  <a:pt x="1533224" y="127336"/>
                  <a:pt x="1535113" y="130084"/>
                  <a:pt x="1538021" y="132209"/>
                </a:cubicBezTo>
                <a:cubicBezTo>
                  <a:pt x="1540930" y="134332"/>
                  <a:pt x="1545493" y="135394"/>
                  <a:pt x="1551711" y="135394"/>
                </a:cubicBezTo>
                <a:lnTo>
                  <a:pt x="1551711" y="139004"/>
                </a:lnTo>
                <a:lnTo>
                  <a:pt x="1505176" y="139004"/>
                </a:lnTo>
                <a:lnTo>
                  <a:pt x="1505176" y="135394"/>
                </a:lnTo>
                <a:lnTo>
                  <a:pt x="1506580" y="135394"/>
                </a:lnTo>
                <a:cubicBezTo>
                  <a:pt x="1509589" y="135460"/>
                  <a:pt x="1512397" y="134969"/>
                  <a:pt x="1515005" y="133921"/>
                </a:cubicBezTo>
                <a:cubicBezTo>
                  <a:pt x="1517612" y="132872"/>
                  <a:pt x="1519584" y="131467"/>
                  <a:pt x="1520922" y="129705"/>
                </a:cubicBezTo>
                <a:cubicBezTo>
                  <a:pt x="1522259" y="127944"/>
                  <a:pt x="1523295" y="125471"/>
                  <a:pt x="1524031" y="122287"/>
                </a:cubicBezTo>
                <a:cubicBezTo>
                  <a:pt x="1524164" y="121543"/>
                  <a:pt x="1524231" y="118089"/>
                  <a:pt x="1524231" y="111925"/>
                </a:cubicBezTo>
                <a:lnTo>
                  <a:pt x="1524231" y="26276"/>
                </a:lnTo>
                <a:cubicBezTo>
                  <a:pt x="1524231" y="19283"/>
                  <a:pt x="1523864" y="14920"/>
                  <a:pt x="1523128" y="13188"/>
                </a:cubicBezTo>
                <a:cubicBezTo>
                  <a:pt x="1522393" y="11456"/>
                  <a:pt x="1520888" y="9929"/>
                  <a:pt x="1518615" y="8606"/>
                </a:cubicBezTo>
                <a:cubicBezTo>
                  <a:pt x="1516342" y="7282"/>
                  <a:pt x="1513300" y="6619"/>
                  <a:pt x="1509488" y="6619"/>
                </a:cubicBezTo>
                <a:lnTo>
                  <a:pt x="1505176" y="6619"/>
                </a:lnTo>
                <a:lnTo>
                  <a:pt x="1505176" y="3009"/>
                </a:lnTo>
                <a:lnTo>
                  <a:pt x="1560737" y="3009"/>
                </a:lnTo>
                <a:lnTo>
                  <a:pt x="1598949" y="92550"/>
                </a:lnTo>
                <a:close/>
                <a:moveTo>
                  <a:pt x="1792443" y="45131"/>
                </a:moveTo>
                <a:lnTo>
                  <a:pt x="1792443" y="118545"/>
                </a:lnTo>
                <a:cubicBezTo>
                  <a:pt x="1792443" y="125743"/>
                  <a:pt x="1793111" y="130233"/>
                  <a:pt x="1794449" y="132015"/>
                </a:cubicBezTo>
                <a:cubicBezTo>
                  <a:pt x="1795786" y="133797"/>
                  <a:pt x="1798494" y="134923"/>
                  <a:pt x="1802572" y="135394"/>
                </a:cubicBezTo>
                <a:lnTo>
                  <a:pt x="1802572" y="139004"/>
                </a:lnTo>
                <a:lnTo>
                  <a:pt x="1764361" y="139004"/>
                </a:lnTo>
                <a:lnTo>
                  <a:pt x="1764361" y="126468"/>
                </a:lnTo>
                <a:cubicBezTo>
                  <a:pt x="1759881" y="131817"/>
                  <a:pt x="1755402" y="135711"/>
                  <a:pt x="1750922" y="138152"/>
                </a:cubicBezTo>
                <a:cubicBezTo>
                  <a:pt x="1746442" y="140592"/>
                  <a:pt x="1741428" y="141812"/>
                  <a:pt x="1735878" y="141812"/>
                </a:cubicBezTo>
                <a:cubicBezTo>
                  <a:pt x="1730596" y="141812"/>
                  <a:pt x="1725899" y="140191"/>
                  <a:pt x="1721787" y="136948"/>
                </a:cubicBezTo>
                <a:cubicBezTo>
                  <a:pt x="1717675" y="133705"/>
                  <a:pt x="1714917" y="129911"/>
                  <a:pt x="1713513" y="125565"/>
                </a:cubicBezTo>
                <a:cubicBezTo>
                  <a:pt x="1712109" y="121219"/>
                  <a:pt x="1711407" y="113630"/>
                  <a:pt x="1711407" y="102799"/>
                </a:cubicBezTo>
                <a:lnTo>
                  <a:pt x="1711407" y="65591"/>
                </a:lnTo>
                <a:cubicBezTo>
                  <a:pt x="1711407" y="58418"/>
                  <a:pt x="1710755" y="53952"/>
                  <a:pt x="1709451" y="52192"/>
                </a:cubicBezTo>
                <a:cubicBezTo>
                  <a:pt x="1708148" y="50433"/>
                  <a:pt x="1705423" y="49283"/>
                  <a:pt x="1701278" y="48742"/>
                </a:cubicBezTo>
                <a:lnTo>
                  <a:pt x="1701278" y="45131"/>
                </a:lnTo>
                <a:lnTo>
                  <a:pt x="1739489" y="45131"/>
                </a:lnTo>
                <a:lnTo>
                  <a:pt x="1739489" y="109296"/>
                </a:lnTo>
                <a:cubicBezTo>
                  <a:pt x="1739489" y="115990"/>
                  <a:pt x="1739806" y="120308"/>
                  <a:pt x="1740442" y="122249"/>
                </a:cubicBezTo>
                <a:cubicBezTo>
                  <a:pt x="1741077" y="124190"/>
                  <a:pt x="1742080" y="125663"/>
                  <a:pt x="1743450" y="126668"/>
                </a:cubicBezTo>
                <a:cubicBezTo>
                  <a:pt x="1744821" y="127671"/>
                  <a:pt x="1746409" y="128173"/>
                  <a:pt x="1748214" y="128173"/>
                </a:cubicBezTo>
                <a:cubicBezTo>
                  <a:pt x="1750621" y="128173"/>
                  <a:pt x="1752794" y="127537"/>
                  <a:pt x="1754733" y="126267"/>
                </a:cubicBezTo>
                <a:cubicBezTo>
                  <a:pt x="1757408" y="124529"/>
                  <a:pt x="1760617" y="121018"/>
                  <a:pt x="1764361" y="115736"/>
                </a:cubicBezTo>
                <a:lnTo>
                  <a:pt x="1764361" y="65591"/>
                </a:lnTo>
                <a:cubicBezTo>
                  <a:pt x="1764361" y="58418"/>
                  <a:pt x="1763709" y="53952"/>
                  <a:pt x="1762405" y="52192"/>
                </a:cubicBezTo>
                <a:cubicBezTo>
                  <a:pt x="1761102" y="50433"/>
                  <a:pt x="1758377" y="49283"/>
                  <a:pt x="1754232" y="48742"/>
                </a:cubicBezTo>
                <a:lnTo>
                  <a:pt x="1754232" y="45131"/>
                </a:lnTo>
                <a:lnTo>
                  <a:pt x="1792443" y="45131"/>
                </a:lnTo>
                <a:close/>
                <a:moveTo>
                  <a:pt x="1853288" y="10631"/>
                </a:moveTo>
                <a:lnTo>
                  <a:pt x="1853288" y="45131"/>
                </a:lnTo>
                <a:lnTo>
                  <a:pt x="1875553" y="45131"/>
                </a:lnTo>
                <a:lnTo>
                  <a:pt x="1875553" y="54960"/>
                </a:lnTo>
                <a:lnTo>
                  <a:pt x="1853288" y="54960"/>
                </a:lnTo>
                <a:lnTo>
                  <a:pt x="1853288" y="112985"/>
                </a:lnTo>
                <a:cubicBezTo>
                  <a:pt x="1853288" y="118415"/>
                  <a:pt x="1853539" y="121918"/>
                  <a:pt x="1854040" y="123493"/>
                </a:cubicBezTo>
                <a:cubicBezTo>
                  <a:pt x="1854542" y="125069"/>
                  <a:pt x="1855428" y="126343"/>
                  <a:pt x="1856698" y="127317"/>
                </a:cubicBezTo>
                <a:cubicBezTo>
                  <a:pt x="1857968" y="128289"/>
                  <a:pt x="1859139" y="128774"/>
                  <a:pt x="1860208" y="128774"/>
                </a:cubicBezTo>
                <a:cubicBezTo>
                  <a:pt x="1864554" y="128774"/>
                  <a:pt x="1868666" y="125431"/>
                  <a:pt x="1872544" y="118745"/>
                </a:cubicBezTo>
                <a:lnTo>
                  <a:pt x="1875553" y="120974"/>
                </a:lnTo>
                <a:cubicBezTo>
                  <a:pt x="1870137" y="133930"/>
                  <a:pt x="1861345" y="140408"/>
                  <a:pt x="1849176" y="140408"/>
                </a:cubicBezTo>
                <a:cubicBezTo>
                  <a:pt x="1843226" y="140408"/>
                  <a:pt x="1838194" y="138748"/>
                  <a:pt x="1834082" y="135428"/>
                </a:cubicBezTo>
                <a:cubicBezTo>
                  <a:pt x="1829970" y="132106"/>
                  <a:pt x="1827346" y="128398"/>
                  <a:pt x="1826209" y="124305"/>
                </a:cubicBezTo>
                <a:cubicBezTo>
                  <a:pt x="1825541" y="122023"/>
                  <a:pt x="1825207" y="115850"/>
                  <a:pt x="1825207" y="105786"/>
                </a:cubicBezTo>
                <a:lnTo>
                  <a:pt x="1825207" y="54960"/>
                </a:lnTo>
                <a:lnTo>
                  <a:pt x="1812971" y="54960"/>
                </a:lnTo>
                <a:lnTo>
                  <a:pt x="1812971" y="51440"/>
                </a:lnTo>
                <a:cubicBezTo>
                  <a:pt x="1821395" y="45477"/>
                  <a:pt x="1828566" y="39212"/>
                  <a:pt x="1834484" y="32645"/>
                </a:cubicBezTo>
                <a:cubicBezTo>
                  <a:pt x="1840401" y="26078"/>
                  <a:pt x="1845566" y="18740"/>
                  <a:pt x="1849979" y="10631"/>
                </a:cubicBezTo>
                <a:lnTo>
                  <a:pt x="1853288" y="10631"/>
                </a:lnTo>
                <a:close/>
                <a:moveTo>
                  <a:pt x="1936228" y="125164"/>
                </a:moveTo>
                <a:cubicBezTo>
                  <a:pt x="1924795" y="135327"/>
                  <a:pt x="1914532" y="140408"/>
                  <a:pt x="1905439" y="140408"/>
                </a:cubicBezTo>
                <a:cubicBezTo>
                  <a:pt x="1900090" y="140408"/>
                  <a:pt x="1895644" y="138648"/>
                  <a:pt x="1892100" y="135127"/>
                </a:cubicBezTo>
                <a:cubicBezTo>
                  <a:pt x="1888556" y="131604"/>
                  <a:pt x="1886784" y="127194"/>
                  <a:pt x="1886784" y="121895"/>
                </a:cubicBezTo>
                <a:cubicBezTo>
                  <a:pt x="1886784" y="114716"/>
                  <a:pt x="1889860" y="108258"/>
                  <a:pt x="1896011" y="102523"/>
                </a:cubicBezTo>
                <a:cubicBezTo>
                  <a:pt x="1902162" y="96788"/>
                  <a:pt x="1915568" y="89157"/>
                  <a:pt x="1936228" y="79631"/>
                </a:cubicBezTo>
                <a:lnTo>
                  <a:pt x="1936228" y="70204"/>
                </a:lnTo>
                <a:cubicBezTo>
                  <a:pt x="1936228" y="63117"/>
                  <a:pt x="1935844" y="58654"/>
                  <a:pt x="1935075" y="56815"/>
                </a:cubicBezTo>
                <a:cubicBezTo>
                  <a:pt x="1934306" y="54976"/>
                  <a:pt x="1932852" y="53372"/>
                  <a:pt x="1930712" y="52001"/>
                </a:cubicBezTo>
                <a:cubicBezTo>
                  <a:pt x="1928573" y="50631"/>
                  <a:pt x="1926166" y="49945"/>
                  <a:pt x="1923491" y="49945"/>
                </a:cubicBezTo>
                <a:cubicBezTo>
                  <a:pt x="1919145" y="49945"/>
                  <a:pt x="1915568" y="50915"/>
                  <a:pt x="1912760" y="52854"/>
                </a:cubicBezTo>
                <a:cubicBezTo>
                  <a:pt x="1911022" y="54057"/>
                  <a:pt x="1910152" y="55461"/>
                  <a:pt x="1910152" y="57066"/>
                </a:cubicBezTo>
                <a:cubicBezTo>
                  <a:pt x="1910152" y="58470"/>
                  <a:pt x="1911088" y="60208"/>
                  <a:pt x="1912961" y="62281"/>
                </a:cubicBezTo>
                <a:cubicBezTo>
                  <a:pt x="1915501" y="65156"/>
                  <a:pt x="1916772" y="67931"/>
                  <a:pt x="1916772" y="70605"/>
                </a:cubicBezTo>
                <a:cubicBezTo>
                  <a:pt x="1916772" y="73881"/>
                  <a:pt x="1915551" y="76673"/>
                  <a:pt x="1913111" y="78980"/>
                </a:cubicBezTo>
                <a:cubicBezTo>
                  <a:pt x="1910671" y="81286"/>
                  <a:pt x="1907478" y="82440"/>
                  <a:pt x="1903533" y="82440"/>
                </a:cubicBezTo>
                <a:cubicBezTo>
                  <a:pt x="1899321" y="82440"/>
                  <a:pt x="1895794" y="81169"/>
                  <a:pt x="1892952" y="78629"/>
                </a:cubicBezTo>
                <a:cubicBezTo>
                  <a:pt x="1890111" y="76088"/>
                  <a:pt x="1888690" y="73113"/>
                  <a:pt x="1888690" y="69703"/>
                </a:cubicBezTo>
                <a:cubicBezTo>
                  <a:pt x="1888690" y="64889"/>
                  <a:pt x="1890596" y="60292"/>
                  <a:pt x="1894407" y="55913"/>
                </a:cubicBezTo>
                <a:cubicBezTo>
                  <a:pt x="1898218" y="51533"/>
                  <a:pt x="1903533" y="48173"/>
                  <a:pt x="1910353" y="45833"/>
                </a:cubicBezTo>
                <a:cubicBezTo>
                  <a:pt x="1917173" y="43493"/>
                  <a:pt x="1924260" y="42323"/>
                  <a:pt x="1931615" y="42323"/>
                </a:cubicBezTo>
                <a:cubicBezTo>
                  <a:pt x="1940507" y="42323"/>
                  <a:pt x="1947544" y="44217"/>
                  <a:pt x="1952726" y="48005"/>
                </a:cubicBezTo>
                <a:cubicBezTo>
                  <a:pt x="1957908" y="51791"/>
                  <a:pt x="1961268" y="55896"/>
                  <a:pt x="1962805" y="60319"/>
                </a:cubicBezTo>
                <a:cubicBezTo>
                  <a:pt x="1963741" y="63134"/>
                  <a:pt x="1964210" y="69600"/>
                  <a:pt x="1964210" y="79719"/>
                </a:cubicBezTo>
                <a:lnTo>
                  <a:pt x="1964210" y="116210"/>
                </a:lnTo>
                <a:cubicBezTo>
                  <a:pt x="1964210" y="120499"/>
                  <a:pt x="1964377" y="123198"/>
                  <a:pt x="1964711" y="124305"/>
                </a:cubicBezTo>
                <a:cubicBezTo>
                  <a:pt x="1965045" y="125410"/>
                  <a:pt x="1965547" y="126232"/>
                  <a:pt x="1966215" y="126769"/>
                </a:cubicBezTo>
                <a:cubicBezTo>
                  <a:pt x="1966884" y="127303"/>
                  <a:pt x="1967653" y="127571"/>
                  <a:pt x="1968522" y="127571"/>
                </a:cubicBezTo>
                <a:cubicBezTo>
                  <a:pt x="1970260" y="127571"/>
                  <a:pt x="1972032" y="126334"/>
                  <a:pt x="1973838" y="123860"/>
                </a:cubicBezTo>
                <a:lnTo>
                  <a:pt x="1976846" y="126267"/>
                </a:lnTo>
                <a:cubicBezTo>
                  <a:pt x="1973503" y="131215"/>
                  <a:pt x="1970043" y="134809"/>
                  <a:pt x="1966466" y="137048"/>
                </a:cubicBezTo>
                <a:cubicBezTo>
                  <a:pt x="1962889" y="139288"/>
                  <a:pt x="1958827" y="140408"/>
                  <a:pt x="1954281" y="140408"/>
                </a:cubicBezTo>
                <a:cubicBezTo>
                  <a:pt x="1948932" y="140408"/>
                  <a:pt x="1944753" y="139146"/>
                  <a:pt x="1941744" y="136622"/>
                </a:cubicBezTo>
                <a:cubicBezTo>
                  <a:pt x="1938735" y="134098"/>
                  <a:pt x="1936897" y="130279"/>
                  <a:pt x="1936228" y="125164"/>
                </a:cubicBezTo>
                <a:moveTo>
                  <a:pt x="1936228" y="117742"/>
                </a:moveTo>
                <a:lnTo>
                  <a:pt x="1936228" y="86370"/>
                </a:lnTo>
                <a:cubicBezTo>
                  <a:pt x="1928138" y="91140"/>
                  <a:pt x="1922120" y="96246"/>
                  <a:pt x="1918176" y="101689"/>
                </a:cubicBezTo>
                <a:cubicBezTo>
                  <a:pt x="1915568" y="105317"/>
                  <a:pt x="1914264" y="108978"/>
                  <a:pt x="1914264" y="112674"/>
                </a:cubicBezTo>
                <a:cubicBezTo>
                  <a:pt x="1914264" y="115765"/>
                  <a:pt x="1915368" y="118486"/>
                  <a:pt x="1917574" y="120839"/>
                </a:cubicBezTo>
                <a:cubicBezTo>
                  <a:pt x="1919245" y="122652"/>
                  <a:pt x="1921586" y="123559"/>
                  <a:pt x="1924594" y="123559"/>
                </a:cubicBezTo>
                <a:cubicBezTo>
                  <a:pt x="1927937" y="123559"/>
                  <a:pt x="1931815" y="121620"/>
                  <a:pt x="1936228" y="117742"/>
                </a:cubicBezTo>
                <a:close/>
                <a:moveTo>
                  <a:pt x="2024384" y="10631"/>
                </a:moveTo>
                <a:lnTo>
                  <a:pt x="2024384" y="45131"/>
                </a:lnTo>
                <a:lnTo>
                  <a:pt x="2046649" y="45131"/>
                </a:lnTo>
                <a:lnTo>
                  <a:pt x="2046649" y="54960"/>
                </a:lnTo>
                <a:lnTo>
                  <a:pt x="2024384" y="54960"/>
                </a:lnTo>
                <a:lnTo>
                  <a:pt x="2024384" y="112985"/>
                </a:lnTo>
                <a:cubicBezTo>
                  <a:pt x="2024384" y="118415"/>
                  <a:pt x="2024635" y="121918"/>
                  <a:pt x="2025136" y="123493"/>
                </a:cubicBezTo>
                <a:cubicBezTo>
                  <a:pt x="2025638" y="125069"/>
                  <a:pt x="2026524" y="126343"/>
                  <a:pt x="2027794" y="127317"/>
                </a:cubicBezTo>
                <a:cubicBezTo>
                  <a:pt x="2029064" y="128289"/>
                  <a:pt x="2030235" y="128774"/>
                  <a:pt x="2031304" y="128774"/>
                </a:cubicBezTo>
                <a:cubicBezTo>
                  <a:pt x="2035650" y="128774"/>
                  <a:pt x="2039762" y="125431"/>
                  <a:pt x="2043640" y="118745"/>
                </a:cubicBezTo>
                <a:lnTo>
                  <a:pt x="2046649" y="120974"/>
                </a:lnTo>
                <a:cubicBezTo>
                  <a:pt x="2041233" y="133930"/>
                  <a:pt x="2032441" y="140408"/>
                  <a:pt x="2020272" y="140408"/>
                </a:cubicBezTo>
                <a:cubicBezTo>
                  <a:pt x="2014322" y="140408"/>
                  <a:pt x="2009290" y="138748"/>
                  <a:pt x="2005178" y="135428"/>
                </a:cubicBezTo>
                <a:cubicBezTo>
                  <a:pt x="2001066" y="132106"/>
                  <a:pt x="1998442" y="128398"/>
                  <a:pt x="1997305" y="124305"/>
                </a:cubicBezTo>
                <a:cubicBezTo>
                  <a:pt x="1996637" y="122023"/>
                  <a:pt x="1996303" y="115850"/>
                  <a:pt x="1996303" y="105786"/>
                </a:cubicBezTo>
                <a:lnTo>
                  <a:pt x="1996303" y="54960"/>
                </a:lnTo>
                <a:lnTo>
                  <a:pt x="1984067" y="54960"/>
                </a:lnTo>
                <a:lnTo>
                  <a:pt x="1984067" y="51440"/>
                </a:lnTo>
                <a:cubicBezTo>
                  <a:pt x="1992491" y="45477"/>
                  <a:pt x="1999662" y="39212"/>
                  <a:pt x="2005579" y="32645"/>
                </a:cubicBezTo>
                <a:cubicBezTo>
                  <a:pt x="2011497" y="26078"/>
                  <a:pt x="2016662" y="18740"/>
                  <a:pt x="2021075" y="10631"/>
                </a:cubicBezTo>
                <a:lnTo>
                  <a:pt x="2024384" y="10631"/>
                </a:lnTo>
                <a:close/>
                <a:moveTo>
                  <a:pt x="2078138" y="0"/>
                </a:moveTo>
                <a:cubicBezTo>
                  <a:pt x="2082484" y="0"/>
                  <a:pt x="2086162" y="1526"/>
                  <a:pt x="2089170" y="4579"/>
                </a:cubicBezTo>
                <a:cubicBezTo>
                  <a:pt x="2092179" y="7629"/>
                  <a:pt x="2093684" y="11302"/>
                  <a:pt x="2093684" y="15595"/>
                </a:cubicBezTo>
                <a:cubicBezTo>
                  <a:pt x="2093684" y="19889"/>
                  <a:pt x="2092163" y="23546"/>
                  <a:pt x="2089120" y="26565"/>
                </a:cubicBezTo>
                <a:cubicBezTo>
                  <a:pt x="2086078" y="29582"/>
                  <a:pt x="2082418" y="31090"/>
                  <a:pt x="2078138" y="31090"/>
                </a:cubicBezTo>
                <a:cubicBezTo>
                  <a:pt x="2073859" y="31090"/>
                  <a:pt x="2070215" y="29582"/>
                  <a:pt x="2067207" y="26565"/>
                </a:cubicBezTo>
                <a:cubicBezTo>
                  <a:pt x="2064198" y="23546"/>
                  <a:pt x="2062694" y="19889"/>
                  <a:pt x="2062694" y="15595"/>
                </a:cubicBezTo>
                <a:cubicBezTo>
                  <a:pt x="2062694" y="11302"/>
                  <a:pt x="2064198" y="7629"/>
                  <a:pt x="2067207" y="4579"/>
                </a:cubicBezTo>
                <a:cubicBezTo>
                  <a:pt x="2070215" y="1526"/>
                  <a:pt x="2073859" y="0"/>
                  <a:pt x="2078138" y="0"/>
                </a:cubicBezTo>
                <a:moveTo>
                  <a:pt x="2092179" y="45131"/>
                </a:moveTo>
                <a:lnTo>
                  <a:pt x="2092179" y="119548"/>
                </a:lnTo>
                <a:cubicBezTo>
                  <a:pt x="2092179" y="126167"/>
                  <a:pt x="2092948" y="130396"/>
                  <a:pt x="2094486" y="132234"/>
                </a:cubicBezTo>
                <a:cubicBezTo>
                  <a:pt x="2096024" y="134073"/>
                  <a:pt x="2099033" y="135126"/>
                  <a:pt x="2103512" y="135394"/>
                </a:cubicBezTo>
                <a:lnTo>
                  <a:pt x="2103512" y="139004"/>
                </a:lnTo>
                <a:lnTo>
                  <a:pt x="2052865" y="139004"/>
                </a:lnTo>
                <a:lnTo>
                  <a:pt x="2052865" y="135394"/>
                </a:lnTo>
                <a:cubicBezTo>
                  <a:pt x="2057010" y="135260"/>
                  <a:pt x="2060086" y="134056"/>
                  <a:pt x="2062092" y="131783"/>
                </a:cubicBezTo>
                <a:cubicBezTo>
                  <a:pt x="2063429" y="130245"/>
                  <a:pt x="2064098" y="126167"/>
                  <a:pt x="2064098" y="119548"/>
                </a:cubicBezTo>
                <a:lnTo>
                  <a:pt x="2064098" y="64788"/>
                </a:lnTo>
                <a:cubicBezTo>
                  <a:pt x="2064098" y="58086"/>
                  <a:pt x="2063329" y="53803"/>
                  <a:pt x="2061791" y="51942"/>
                </a:cubicBezTo>
                <a:cubicBezTo>
                  <a:pt x="2060253" y="50080"/>
                  <a:pt x="2057278" y="49013"/>
                  <a:pt x="2052865" y="48742"/>
                </a:cubicBezTo>
                <a:lnTo>
                  <a:pt x="2052865" y="45131"/>
                </a:lnTo>
                <a:lnTo>
                  <a:pt x="2092179" y="45131"/>
                </a:lnTo>
                <a:close/>
                <a:moveTo>
                  <a:pt x="2156903" y="42323"/>
                </a:moveTo>
                <a:cubicBezTo>
                  <a:pt x="2165060" y="42323"/>
                  <a:pt x="2172648" y="44431"/>
                  <a:pt x="2179669" y="48648"/>
                </a:cubicBezTo>
                <a:cubicBezTo>
                  <a:pt x="2186689" y="52864"/>
                  <a:pt x="2192021" y="58854"/>
                  <a:pt x="2195665" y="66619"/>
                </a:cubicBezTo>
                <a:cubicBezTo>
                  <a:pt x="2199309" y="74383"/>
                  <a:pt x="2201131" y="82883"/>
                  <a:pt x="2201131" y="92118"/>
                </a:cubicBezTo>
                <a:cubicBezTo>
                  <a:pt x="2201131" y="105436"/>
                  <a:pt x="2197755" y="116580"/>
                  <a:pt x="2191002" y="125549"/>
                </a:cubicBezTo>
                <a:cubicBezTo>
                  <a:pt x="2182845" y="136391"/>
                  <a:pt x="2171579" y="141812"/>
                  <a:pt x="2157203" y="141812"/>
                </a:cubicBezTo>
                <a:cubicBezTo>
                  <a:pt x="2143096" y="141812"/>
                  <a:pt x="2132231" y="136859"/>
                  <a:pt x="2124609" y="126953"/>
                </a:cubicBezTo>
                <a:cubicBezTo>
                  <a:pt x="2116987" y="117048"/>
                  <a:pt x="2113175" y="105569"/>
                  <a:pt x="2113175" y="92519"/>
                </a:cubicBezTo>
                <a:cubicBezTo>
                  <a:pt x="2113175" y="79067"/>
                  <a:pt x="2117070" y="67338"/>
                  <a:pt x="2124859" y="57332"/>
                </a:cubicBezTo>
                <a:cubicBezTo>
                  <a:pt x="2132649" y="47326"/>
                  <a:pt x="2143330" y="42323"/>
                  <a:pt x="2156903" y="42323"/>
                </a:cubicBezTo>
                <a:moveTo>
                  <a:pt x="2157304" y="49343"/>
                </a:moveTo>
                <a:cubicBezTo>
                  <a:pt x="2153894" y="49343"/>
                  <a:pt x="2150969" y="50633"/>
                  <a:pt x="2148528" y="53211"/>
                </a:cubicBezTo>
                <a:cubicBezTo>
                  <a:pt x="2146088" y="55787"/>
                  <a:pt x="2144483" y="60874"/>
                  <a:pt x="2143714" y="68471"/>
                </a:cubicBezTo>
                <a:cubicBezTo>
                  <a:pt x="2142945" y="76068"/>
                  <a:pt x="2142561" y="86628"/>
                  <a:pt x="2142561" y="100151"/>
                </a:cubicBezTo>
                <a:cubicBezTo>
                  <a:pt x="2142561" y="107313"/>
                  <a:pt x="2143029" y="114007"/>
                  <a:pt x="2143965" y="120234"/>
                </a:cubicBezTo>
                <a:cubicBezTo>
                  <a:pt x="2144700" y="124985"/>
                  <a:pt x="2146272" y="128600"/>
                  <a:pt x="2148679" y="131078"/>
                </a:cubicBezTo>
                <a:cubicBezTo>
                  <a:pt x="2151086" y="133554"/>
                  <a:pt x="2153827" y="134792"/>
                  <a:pt x="2156903" y="134792"/>
                </a:cubicBezTo>
                <a:cubicBezTo>
                  <a:pt x="2159911" y="134792"/>
                  <a:pt x="2162419" y="133955"/>
                  <a:pt x="2164424" y="132281"/>
                </a:cubicBezTo>
                <a:cubicBezTo>
                  <a:pt x="2167032" y="130006"/>
                  <a:pt x="2168770" y="126826"/>
                  <a:pt x="2169640" y="122741"/>
                </a:cubicBezTo>
                <a:cubicBezTo>
                  <a:pt x="2170977" y="116383"/>
                  <a:pt x="2171645" y="103531"/>
                  <a:pt x="2171645" y="84185"/>
                </a:cubicBezTo>
                <a:cubicBezTo>
                  <a:pt x="2171645" y="72806"/>
                  <a:pt x="2171010" y="64992"/>
                  <a:pt x="2169740" y="60742"/>
                </a:cubicBezTo>
                <a:cubicBezTo>
                  <a:pt x="2168469" y="56490"/>
                  <a:pt x="2166597" y="53394"/>
                  <a:pt x="2164124" y="51453"/>
                </a:cubicBezTo>
                <a:cubicBezTo>
                  <a:pt x="2162385" y="50047"/>
                  <a:pt x="2160112" y="49343"/>
                  <a:pt x="2157304" y="49343"/>
                </a:cubicBezTo>
                <a:close/>
                <a:moveTo>
                  <a:pt x="2253684" y="45131"/>
                </a:moveTo>
                <a:lnTo>
                  <a:pt x="2253684" y="57367"/>
                </a:lnTo>
                <a:cubicBezTo>
                  <a:pt x="2258498" y="52116"/>
                  <a:pt x="2263111" y="48297"/>
                  <a:pt x="2267524" y="45908"/>
                </a:cubicBezTo>
                <a:cubicBezTo>
                  <a:pt x="2271937" y="43518"/>
                  <a:pt x="2276684" y="42323"/>
                  <a:pt x="2281765" y="42323"/>
                </a:cubicBezTo>
                <a:cubicBezTo>
                  <a:pt x="2287850" y="42323"/>
                  <a:pt x="2292898" y="44013"/>
                  <a:pt x="2296909" y="47394"/>
                </a:cubicBezTo>
                <a:cubicBezTo>
                  <a:pt x="2300921" y="50775"/>
                  <a:pt x="2303595" y="54975"/>
                  <a:pt x="2304933" y="59996"/>
                </a:cubicBezTo>
                <a:cubicBezTo>
                  <a:pt x="2306002" y="63814"/>
                  <a:pt x="2306537" y="71145"/>
                  <a:pt x="2306537" y="81991"/>
                </a:cubicBezTo>
                <a:lnTo>
                  <a:pt x="2306537" y="118545"/>
                </a:lnTo>
                <a:cubicBezTo>
                  <a:pt x="2306537" y="125766"/>
                  <a:pt x="2307189" y="130262"/>
                  <a:pt x="2308493" y="132034"/>
                </a:cubicBezTo>
                <a:cubicBezTo>
                  <a:pt x="2309797" y="133806"/>
                  <a:pt x="2312521" y="134926"/>
                  <a:pt x="2316667" y="135394"/>
                </a:cubicBezTo>
                <a:lnTo>
                  <a:pt x="2316667" y="139004"/>
                </a:lnTo>
                <a:lnTo>
                  <a:pt x="2269229" y="139004"/>
                </a:lnTo>
                <a:lnTo>
                  <a:pt x="2269229" y="135394"/>
                </a:lnTo>
                <a:cubicBezTo>
                  <a:pt x="2272772" y="134926"/>
                  <a:pt x="2275313" y="133455"/>
                  <a:pt x="2276851" y="130981"/>
                </a:cubicBezTo>
                <a:cubicBezTo>
                  <a:pt x="2277921" y="129309"/>
                  <a:pt x="2278456" y="125164"/>
                  <a:pt x="2278456" y="118545"/>
                </a:cubicBezTo>
                <a:lnTo>
                  <a:pt x="2278456" y="76823"/>
                </a:lnTo>
                <a:cubicBezTo>
                  <a:pt x="2278456" y="69134"/>
                  <a:pt x="2278155" y="64287"/>
                  <a:pt x="2277553" y="62281"/>
                </a:cubicBezTo>
                <a:cubicBezTo>
                  <a:pt x="2276951" y="60275"/>
                  <a:pt x="2275932" y="58721"/>
                  <a:pt x="2274494" y="57617"/>
                </a:cubicBezTo>
                <a:cubicBezTo>
                  <a:pt x="2273057" y="56514"/>
                  <a:pt x="2271469" y="55963"/>
                  <a:pt x="2269730" y="55963"/>
                </a:cubicBezTo>
                <a:cubicBezTo>
                  <a:pt x="2263980" y="55963"/>
                  <a:pt x="2258631" y="60108"/>
                  <a:pt x="2253684" y="68399"/>
                </a:cubicBezTo>
                <a:lnTo>
                  <a:pt x="2253684" y="118545"/>
                </a:lnTo>
                <a:cubicBezTo>
                  <a:pt x="2253684" y="125565"/>
                  <a:pt x="2254335" y="130011"/>
                  <a:pt x="2255639" y="131883"/>
                </a:cubicBezTo>
                <a:cubicBezTo>
                  <a:pt x="2256943" y="133755"/>
                  <a:pt x="2259367" y="134926"/>
                  <a:pt x="2262910" y="135394"/>
                </a:cubicBezTo>
                <a:lnTo>
                  <a:pt x="2262910" y="139004"/>
                </a:lnTo>
                <a:lnTo>
                  <a:pt x="2215473" y="139004"/>
                </a:lnTo>
                <a:lnTo>
                  <a:pt x="2215473" y="135394"/>
                </a:lnTo>
                <a:cubicBezTo>
                  <a:pt x="2219417" y="134992"/>
                  <a:pt x="2222225" y="133722"/>
                  <a:pt x="2223897" y="131583"/>
                </a:cubicBezTo>
                <a:cubicBezTo>
                  <a:pt x="2225034" y="130112"/>
                  <a:pt x="2225602" y="125766"/>
                  <a:pt x="2225602" y="118545"/>
                </a:cubicBezTo>
                <a:lnTo>
                  <a:pt x="2225602" y="65591"/>
                </a:lnTo>
                <a:cubicBezTo>
                  <a:pt x="2225602" y="58418"/>
                  <a:pt x="2224950" y="53952"/>
                  <a:pt x="2223646" y="52192"/>
                </a:cubicBezTo>
                <a:cubicBezTo>
                  <a:pt x="2222342" y="50433"/>
                  <a:pt x="2219618" y="49283"/>
                  <a:pt x="2215473" y="48742"/>
                </a:cubicBezTo>
                <a:lnTo>
                  <a:pt x="2215473" y="45131"/>
                </a:lnTo>
                <a:lnTo>
                  <a:pt x="2253684" y="45131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833B5-C06A-4400-95DF-5C60B6ED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854" y="6327380"/>
            <a:ext cx="2431337" cy="1347816"/>
          </a:xfrm>
          <a:custGeom xmlns:a="http://schemas.openxmlformats.org/drawingml/2006/main">
            <a:pathLst>
              <a:path w="2431337" h="1347816">
                <a:moveTo>
                  <a:pt x="75386" y="3668"/>
                </a:moveTo>
                <a:lnTo>
                  <a:pt x="68956" y="5668"/>
                </a:lnTo>
                <a:lnTo>
                  <a:pt x="62714" y="8070"/>
                </a:lnTo>
                <a:lnTo>
                  <a:pt x="56676" y="10859"/>
                </a:lnTo>
                <a:lnTo>
                  <a:pt x="50857" y="14020"/>
                </a:lnTo>
                <a:lnTo>
                  <a:pt x="45272" y="17538"/>
                </a:lnTo>
                <a:lnTo>
                  <a:pt x="39937" y="21397"/>
                </a:lnTo>
                <a:lnTo>
                  <a:pt x="34866" y="25582"/>
                </a:lnTo>
                <a:lnTo>
                  <a:pt x="30076" y="30078"/>
                </a:lnTo>
                <a:lnTo>
                  <a:pt x="25580" y="34869"/>
                </a:lnTo>
                <a:lnTo>
                  <a:pt x="21396" y="39940"/>
                </a:lnTo>
                <a:lnTo>
                  <a:pt x="17537" y="45277"/>
                </a:lnTo>
                <a:lnTo>
                  <a:pt x="14020" y="50862"/>
                </a:lnTo>
                <a:lnTo>
                  <a:pt x="10859" y="56682"/>
                </a:lnTo>
                <a:lnTo>
                  <a:pt x="8070" y="62722"/>
                </a:lnTo>
                <a:lnTo>
                  <a:pt x="5668" y="68964"/>
                </a:lnTo>
                <a:lnTo>
                  <a:pt x="3668" y="75395"/>
                </a:lnTo>
                <a:lnTo>
                  <a:pt x="2086" y="82000"/>
                </a:lnTo>
                <a:lnTo>
                  <a:pt x="937" y="88762"/>
                </a:lnTo>
                <a:lnTo>
                  <a:pt x="237" y="95667"/>
                </a:lnTo>
                <a:lnTo>
                  <a:pt x="0" y="102699"/>
                </a:lnTo>
                <a:lnTo>
                  <a:pt x="0" y="1247171"/>
                </a:lnTo>
                <a:lnTo>
                  <a:pt x="182" y="1253338"/>
                </a:lnTo>
                <a:lnTo>
                  <a:pt x="722" y="1259408"/>
                </a:lnTo>
                <a:lnTo>
                  <a:pt x="1608" y="1265372"/>
                </a:lnTo>
                <a:lnTo>
                  <a:pt x="2831" y="1271219"/>
                </a:lnTo>
                <a:lnTo>
                  <a:pt x="4381" y="1276939"/>
                </a:lnTo>
                <a:lnTo>
                  <a:pt x="6247" y="1282521"/>
                </a:lnTo>
                <a:lnTo>
                  <a:pt x="8419" y="1287956"/>
                </a:lnTo>
                <a:lnTo>
                  <a:pt x="10887" y="1293233"/>
                </a:lnTo>
                <a:lnTo>
                  <a:pt x="13640" y="1298342"/>
                </a:lnTo>
                <a:lnTo>
                  <a:pt x="16667" y="1303273"/>
                </a:lnTo>
                <a:lnTo>
                  <a:pt x="19960" y="1308015"/>
                </a:lnTo>
                <a:lnTo>
                  <a:pt x="23507" y="1312558"/>
                </a:lnTo>
                <a:lnTo>
                  <a:pt x="27299" y="1316892"/>
                </a:lnTo>
                <a:lnTo>
                  <a:pt x="31324" y="1321006"/>
                </a:lnTo>
                <a:lnTo>
                  <a:pt x="35573" y="1324891"/>
                </a:lnTo>
                <a:lnTo>
                  <a:pt x="40035" y="1328535"/>
                </a:lnTo>
                <a:lnTo>
                  <a:pt x="44700" y="1331929"/>
                </a:lnTo>
                <a:lnTo>
                  <a:pt x="49558" y="1335063"/>
                </a:lnTo>
                <a:lnTo>
                  <a:pt x="54598" y="1337925"/>
                </a:lnTo>
                <a:lnTo>
                  <a:pt x="59810" y="1340507"/>
                </a:lnTo>
                <a:lnTo>
                  <a:pt x="65185" y="1342797"/>
                </a:lnTo>
                <a:lnTo>
                  <a:pt x="70711" y="1344785"/>
                </a:lnTo>
                <a:lnTo>
                  <a:pt x="76378" y="1346462"/>
                </a:lnTo>
                <a:lnTo>
                  <a:pt x="82176" y="1347816"/>
                </a:lnTo>
                <a:lnTo>
                  <a:pt x="2349144" y="1347816"/>
                </a:lnTo>
                <a:lnTo>
                  <a:pt x="2354944" y="1346462"/>
                </a:lnTo>
                <a:lnTo>
                  <a:pt x="2360613" y="1344785"/>
                </a:lnTo>
                <a:lnTo>
                  <a:pt x="2366141" y="1342797"/>
                </a:lnTo>
                <a:lnTo>
                  <a:pt x="2371517" y="1340507"/>
                </a:lnTo>
                <a:lnTo>
                  <a:pt x="2376730" y="1337925"/>
                </a:lnTo>
                <a:lnTo>
                  <a:pt x="2381772" y="1335063"/>
                </a:lnTo>
                <a:lnTo>
                  <a:pt x="2386631" y="1331929"/>
                </a:lnTo>
                <a:lnTo>
                  <a:pt x="2391297" y="1328535"/>
                </a:lnTo>
                <a:lnTo>
                  <a:pt x="2395760" y="1324891"/>
                </a:lnTo>
                <a:lnTo>
                  <a:pt x="2400010" y="1321006"/>
                </a:lnTo>
                <a:lnTo>
                  <a:pt x="2404036" y="1316892"/>
                </a:lnTo>
                <a:lnTo>
                  <a:pt x="2407827" y="1312558"/>
                </a:lnTo>
                <a:lnTo>
                  <a:pt x="2411375" y="1308015"/>
                </a:lnTo>
                <a:lnTo>
                  <a:pt x="2414668" y="1303273"/>
                </a:lnTo>
                <a:lnTo>
                  <a:pt x="2417696" y="1298342"/>
                </a:lnTo>
                <a:lnTo>
                  <a:pt x="2420450" y="1293233"/>
                </a:lnTo>
                <a:lnTo>
                  <a:pt x="2422917" y="1287956"/>
                </a:lnTo>
                <a:lnTo>
                  <a:pt x="2425089" y="1282521"/>
                </a:lnTo>
                <a:lnTo>
                  <a:pt x="2426955" y="1276939"/>
                </a:lnTo>
                <a:lnTo>
                  <a:pt x="2428505" y="1271219"/>
                </a:lnTo>
                <a:lnTo>
                  <a:pt x="2429729" y="1265372"/>
                </a:lnTo>
                <a:lnTo>
                  <a:pt x="2430615" y="1259408"/>
                </a:lnTo>
                <a:lnTo>
                  <a:pt x="2431155" y="1253338"/>
                </a:lnTo>
                <a:lnTo>
                  <a:pt x="2431337" y="1247171"/>
                </a:lnTo>
                <a:lnTo>
                  <a:pt x="2431337" y="102699"/>
                </a:lnTo>
                <a:lnTo>
                  <a:pt x="2431100" y="95667"/>
                </a:lnTo>
                <a:lnTo>
                  <a:pt x="2430399" y="88762"/>
                </a:lnTo>
                <a:lnTo>
                  <a:pt x="2429250" y="82000"/>
                </a:lnTo>
                <a:lnTo>
                  <a:pt x="2427667" y="75395"/>
                </a:lnTo>
                <a:lnTo>
                  <a:pt x="2425667" y="68964"/>
                </a:lnTo>
                <a:lnTo>
                  <a:pt x="2423264" y="62722"/>
                </a:lnTo>
                <a:lnTo>
                  <a:pt x="2420474" y="56682"/>
                </a:lnTo>
                <a:lnTo>
                  <a:pt x="2417312" y="50862"/>
                </a:lnTo>
                <a:lnTo>
                  <a:pt x="2413793" y="45277"/>
                </a:lnTo>
                <a:lnTo>
                  <a:pt x="2409933" y="39940"/>
                </a:lnTo>
                <a:lnTo>
                  <a:pt x="2405747" y="34869"/>
                </a:lnTo>
                <a:lnTo>
                  <a:pt x="2401250" y="30078"/>
                </a:lnTo>
                <a:lnTo>
                  <a:pt x="2396458" y="25582"/>
                </a:lnTo>
                <a:lnTo>
                  <a:pt x="2391386" y="21397"/>
                </a:lnTo>
                <a:lnTo>
                  <a:pt x="2386048" y="17538"/>
                </a:lnTo>
                <a:lnTo>
                  <a:pt x="2380462" y="14020"/>
                </a:lnTo>
                <a:lnTo>
                  <a:pt x="2374641" y="10859"/>
                </a:lnTo>
                <a:lnTo>
                  <a:pt x="2368601" y="8070"/>
                </a:lnTo>
                <a:lnTo>
                  <a:pt x="2362357" y="5668"/>
                </a:lnTo>
                <a:lnTo>
                  <a:pt x="2355925" y="3668"/>
                </a:lnTo>
                <a:lnTo>
                  <a:pt x="2349321" y="2086"/>
                </a:lnTo>
                <a:lnTo>
                  <a:pt x="2342558" y="937"/>
                </a:lnTo>
                <a:lnTo>
                  <a:pt x="2335653" y="237"/>
                </a:lnTo>
                <a:lnTo>
                  <a:pt x="2328621" y="0"/>
                </a:lnTo>
                <a:lnTo>
                  <a:pt x="102681" y="0"/>
                </a:lnTo>
                <a:lnTo>
                  <a:pt x="95652" y="237"/>
                </a:lnTo>
                <a:lnTo>
                  <a:pt x="88749" y="937"/>
                </a:lnTo>
                <a:lnTo>
                  <a:pt x="81988" y="2086"/>
                </a:lnTo>
                <a:lnTo>
                  <a:pt x="75386" y="36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F7155-D819-4440-80F7-3C90A435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854" y="6327380"/>
            <a:ext cx="2431337" cy="1347816"/>
          </a:xfrm>
          <a:custGeom xmlns:a="http://schemas.openxmlformats.org/drawingml/2006/main">
            <a:pathLst>
              <a:path w="2431337" h="1347816">
                <a:moveTo>
                  <a:pt x="75386" y="3668"/>
                </a:moveTo>
                <a:lnTo>
                  <a:pt x="68956" y="5668"/>
                </a:lnTo>
                <a:lnTo>
                  <a:pt x="62714" y="8070"/>
                </a:lnTo>
                <a:lnTo>
                  <a:pt x="56676" y="10859"/>
                </a:lnTo>
                <a:lnTo>
                  <a:pt x="50857" y="14020"/>
                </a:lnTo>
                <a:lnTo>
                  <a:pt x="45272" y="17538"/>
                </a:lnTo>
                <a:lnTo>
                  <a:pt x="39937" y="21397"/>
                </a:lnTo>
                <a:lnTo>
                  <a:pt x="34866" y="25582"/>
                </a:lnTo>
                <a:lnTo>
                  <a:pt x="30076" y="30078"/>
                </a:lnTo>
                <a:lnTo>
                  <a:pt x="25580" y="34869"/>
                </a:lnTo>
                <a:lnTo>
                  <a:pt x="21396" y="39940"/>
                </a:lnTo>
                <a:lnTo>
                  <a:pt x="17537" y="45277"/>
                </a:lnTo>
                <a:lnTo>
                  <a:pt x="14020" y="50862"/>
                </a:lnTo>
                <a:lnTo>
                  <a:pt x="10859" y="56682"/>
                </a:lnTo>
                <a:lnTo>
                  <a:pt x="8070" y="62722"/>
                </a:lnTo>
                <a:lnTo>
                  <a:pt x="5668" y="68964"/>
                </a:lnTo>
                <a:lnTo>
                  <a:pt x="3668" y="75395"/>
                </a:lnTo>
                <a:lnTo>
                  <a:pt x="2086" y="82000"/>
                </a:lnTo>
                <a:lnTo>
                  <a:pt x="937" y="88762"/>
                </a:lnTo>
                <a:lnTo>
                  <a:pt x="237" y="95667"/>
                </a:lnTo>
                <a:lnTo>
                  <a:pt x="0" y="102699"/>
                </a:lnTo>
                <a:lnTo>
                  <a:pt x="0" y="1247171"/>
                </a:lnTo>
                <a:lnTo>
                  <a:pt x="182" y="1253338"/>
                </a:lnTo>
                <a:lnTo>
                  <a:pt x="722" y="1259408"/>
                </a:lnTo>
                <a:lnTo>
                  <a:pt x="1608" y="1265372"/>
                </a:lnTo>
                <a:lnTo>
                  <a:pt x="2831" y="1271219"/>
                </a:lnTo>
                <a:lnTo>
                  <a:pt x="4381" y="1276939"/>
                </a:lnTo>
                <a:lnTo>
                  <a:pt x="6247" y="1282521"/>
                </a:lnTo>
                <a:lnTo>
                  <a:pt x="8419" y="1287956"/>
                </a:lnTo>
                <a:lnTo>
                  <a:pt x="10887" y="1293233"/>
                </a:lnTo>
                <a:lnTo>
                  <a:pt x="13640" y="1298342"/>
                </a:lnTo>
                <a:lnTo>
                  <a:pt x="16667" y="1303273"/>
                </a:lnTo>
                <a:lnTo>
                  <a:pt x="19960" y="1308015"/>
                </a:lnTo>
                <a:lnTo>
                  <a:pt x="23507" y="1312558"/>
                </a:lnTo>
                <a:lnTo>
                  <a:pt x="27299" y="1316892"/>
                </a:lnTo>
                <a:lnTo>
                  <a:pt x="31324" y="1321006"/>
                </a:lnTo>
                <a:lnTo>
                  <a:pt x="35573" y="1324891"/>
                </a:lnTo>
                <a:lnTo>
                  <a:pt x="40035" y="1328535"/>
                </a:lnTo>
                <a:lnTo>
                  <a:pt x="44700" y="1331929"/>
                </a:lnTo>
                <a:lnTo>
                  <a:pt x="49558" y="1335063"/>
                </a:lnTo>
                <a:lnTo>
                  <a:pt x="54598" y="1337925"/>
                </a:lnTo>
                <a:lnTo>
                  <a:pt x="59810" y="1340507"/>
                </a:lnTo>
                <a:lnTo>
                  <a:pt x="65185" y="1342797"/>
                </a:lnTo>
                <a:lnTo>
                  <a:pt x="70711" y="1344785"/>
                </a:lnTo>
                <a:lnTo>
                  <a:pt x="76378" y="1346462"/>
                </a:lnTo>
                <a:lnTo>
                  <a:pt x="82176" y="1347816"/>
                </a:lnTo>
                <a:lnTo>
                  <a:pt x="2349144" y="1347816"/>
                </a:lnTo>
                <a:lnTo>
                  <a:pt x="2354944" y="1346462"/>
                </a:lnTo>
                <a:lnTo>
                  <a:pt x="2360613" y="1344785"/>
                </a:lnTo>
                <a:lnTo>
                  <a:pt x="2366141" y="1342797"/>
                </a:lnTo>
                <a:lnTo>
                  <a:pt x="2371517" y="1340507"/>
                </a:lnTo>
                <a:lnTo>
                  <a:pt x="2376730" y="1337925"/>
                </a:lnTo>
                <a:lnTo>
                  <a:pt x="2381772" y="1335063"/>
                </a:lnTo>
                <a:lnTo>
                  <a:pt x="2386631" y="1331929"/>
                </a:lnTo>
                <a:lnTo>
                  <a:pt x="2391297" y="1328535"/>
                </a:lnTo>
                <a:lnTo>
                  <a:pt x="2395760" y="1324891"/>
                </a:lnTo>
                <a:lnTo>
                  <a:pt x="2400010" y="1321006"/>
                </a:lnTo>
                <a:lnTo>
                  <a:pt x="2404036" y="1316892"/>
                </a:lnTo>
                <a:lnTo>
                  <a:pt x="2407827" y="1312558"/>
                </a:lnTo>
                <a:lnTo>
                  <a:pt x="2411375" y="1308015"/>
                </a:lnTo>
                <a:lnTo>
                  <a:pt x="2414668" y="1303273"/>
                </a:lnTo>
                <a:lnTo>
                  <a:pt x="2417696" y="1298342"/>
                </a:lnTo>
                <a:lnTo>
                  <a:pt x="2420450" y="1293233"/>
                </a:lnTo>
                <a:lnTo>
                  <a:pt x="2422917" y="1287956"/>
                </a:lnTo>
                <a:lnTo>
                  <a:pt x="2425089" y="1282521"/>
                </a:lnTo>
                <a:lnTo>
                  <a:pt x="2426955" y="1276939"/>
                </a:lnTo>
                <a:lnTo>
                  <a:pt x="2428505" y="1271219"/>
                </a:lnTo>
                <a:lnTo>
                  <a:pt x="2429729" y="1265372"/>
                </a:lnTo>
                <a:lnTo>
                  <a:pt x="2430615" y="1259408"/>
                </a:lnTo>
                <a:lnTo>
                  <a:pt x="2431155" y="1253338"/>
                </a:lnTo>
                <a:lnTo>
                  <a:pt x="2431337" y="1247171"/>
                </a:lnTo>
                <a:lnTo>
                  <a:pt x="2431337" y="102699"/>
                </a:lnTo>
                <a:lnTo>
                  <a:pt x="2431100" y="95667"/>
                </a:lnTo>
                <a:lnTo>
                  <a:pt x="2430399" y="88762"/>
                </a:lnTo>
                <a:lnTo>
                  <a:pt x="2429250" y="82000"/>
                </a:lnTo>
                <a:lnTo>
                  <a:pt x="2427667" y="75395"/>
                </a:lnTo>
                <a:lnTo>
                  <a:pt x="2425667" y="68964"/>
                </a:lnTo>
                <a:lnTo>
                  <a:pt x="2423264" y="62722"/>
                </a:lnTo>
                <a:lnTo>
                  <a:pt x="2420474" y="56682"/>
                </a:lnTo>
                <a:lnTo>
                  <a:pt x="2417312" y="50862"/>
                </a:lnTo>
                <a:lnTo>
                  <a:pt x="2413793" y="45277"/>
                </a:lnTo>
                <a:lnTo>
                  <a:pt x="2409933" y="39940"/>
                </a:lnTo>
                <a:lnTo>
                  <a:pt x="2405747" y="34869"/>
                </a:lnTo>
                <a:lnTo>
                  <a:pt x="2401250" y="30078"/>
                </a:lnTo>
                <a:lnTo>
                  <a:pt x="2396458" y="25582"/>
                </a:lnTo>
                <a:lnTo>
                  <a:pt x="2391386" y="21397"/>
                </a:lnTo>
                <a:lnTo>
                  <a:pt x="2386048" y="17538"/>
                </a:lnTo>
                <a:lnTo>
                  <a:pt x="2380462" y="14020"/>
                </a:lnTo>
                <a:lnTo>
                  <a:pt x="2374641" y="10859"/>
                </a:lnTo>
                <a:lnTo>
                  <a:pt x="2368601" y="8070"/>
                </a:lnTo>
                <a:lnTo>
                  <a:pt x="2362357" y="5668"/>
                </a:lnTo>
                <a:lnTo>
                  <a:pt x="2355925" y="3668"/>
                </a:lnTo>
                <a:lnTo>
                  <a:pt x="2349321" y="2086"/>
                </a:lnTo>
                <a:lnTo>
                  <a:pt x="2342558" y="937"/>
                </a:lnTo>
                <a:lnTo>
                  <a:pt x="2335653" y="237"/>
                </a:lnTo>
                <a:lnTo>
                  <a:pt x="2328621" y="0"/>
                </a:lnTo>
                <a:lnTo>
                  <a:pt x="102681" y="0"/>
                </a:lnTo>
                <a:lnTo>
                  <a:pt x="95652" y="237"/>
                </a:lnTo>
                <a:lnTo>
                  <a:pt x="88749" y="937"/>
                </a:lnTo>
                <a:lnTo>
                  <a:pt x="81988" y="2086"/>
                </a:lnTo>
                <a:lnTo>
                  <a:pt x="75386" y="36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7FC5D-84F3-499A-84A7-87E3E9F2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854" y="7051128"/>
            <a:ext cx="2431337" cy="10"/>
          </a:xfrm>
          <a:custGeom xmlns:a="http://schemas.openxmlformats.org/drawingml/2006/main">
            <a:pathLst>
              <a:path w="2431337" h="1" fill="none">
                <a:moveTo>
                  <a:pt x="0" y="0"/>
                </a:moveTo>
                <a:lnTo>
                  <a:pt x="24313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79" cap="flat">
            <a:solidFill>
              <a:srgbClr val="FFC000"/>
            </a:solidFill>
            <a:custDash>
              <a:ds d="2325527" sp="1744145"/>
            </a:custDash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AAEF0-F702-4A61-A050-18F05EA4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049" y="6718216"/>
            <a:ext cx="319889" cy="186809"/>
          </a:xfrm>
          <a:custGeom xmlns:a="http://schemas.openxmlformats.org/drawingml/2006/main">
            <a:pathLst>
              <a:path w="319889" h="186809">
                <a:moveTo>
                  <a:pt x="0" y="0"/>
                </a:moveTo>
                <a:lnTo>
                  <a:pt x="319889" y="0"/>
                </a:lnTo>
                <a:lnTo>
                  <a:pt x="319889" y="186809"/>
                </a:lnTo>
                <a:lnTo>
                  <a:pt x="0" y="1868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CB7D27-6E19-426F-9855-8D42C002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393" y="6739286"/>
            <a:ext cx="35927" cy="145627"/>
          </a:xfrm>
          <a:custGeom xmlns:a="http://schemas.openxmlformats.org/drawingml/2006/main">
            <a:pathLst>
              <a:path w="35927" h="145627">
                <a:moveTo>
                  <a:pt x="0" y="0"/>
                </a:moveTo>
                <a:lnTo>
                  <a:pt x="35927" y="0"/>
                </a:lnTo>
                <a:lnTo>
                  <a:pt x="35927" y="145627"/>
                </a:lnTo>
                <a:lnTo>
                  <a:pt x="0" y="145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7d0e136de4a18"/>
          <a:stretch xmlns:a="http://schemas.openxmlformats.org/drawingml/2006/main"/>
        </p:blipFill>
        <p:spPr>
          <a:xfrm xmlns:a="http://schemas.openxmlformats.org/drawingml/2006/main">
            <a:off x="6315812" y="6677698"/>
            <a:ext cx="514473" cy="269486"/>
          </a:xfrm>
          <a:prstGeom xmlns:a="http://schemas.openxmlformats.org/drawingml/2006/main" prst="rect">
            <a:avLst/>
          </a:prstGeom>
        </p:spPr>
      </p:pic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091E65-3BEA-4FAB-90F6-F2E93526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854" y="7475543"/>
            <a:ext cx="2431337" cy="10"/>
          </a:xfrm>
          <a:custGeom xmlns:a="http://schemas.openxmlformats.org/drawingml/2006/main">
            <a:pathLst>
              <a:path w="2431337" h="1" fill="none">
                <a:moveTo>
                  <a:pt x="0" y="0"/>
                </a:moveTo>
                <a:lnTo>
                  <a:pt x="24313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79" cap="flat">
            <a:solidFill>
              <a:srgbClr val="A5A5A5"/>
            </a:solidFill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67754F-B951-48C3-ADF3-1CE8B1A1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854" y="6604177"/>
            <a:ext cx="2431337" cy="10"/>
          </a:xfrm>
          <a:custGeom xmlns:a="http://schemas.openxmlformats.org/drawingml/2006/main">
            <a:pathLst>
              <a:path w="2431337" h="1" fill="none">
                <a:moveTo>
                  <a:pt x="0" y="0"/>
                </a:moveTo>
                <a:lnTo>
                  <a:pt x="2431337" y="0"/>
                </a:lnTo>
              </a:path>
            </a:pathLst>
          </a:custGeom>
          <a:noFill xmlns:a="http://schemas.openxmlformats.org/drawingml/2006/main"/>
          <a:ln xmlns:a="http://schemas.openxmlformats.org/drawingml/2006/main" w="8079" cap="flat">
            <a:solidFill>
              <a:srgbClr val="A5A5A5"/>
            </a:solidFill>
            <a:miter/>
          </a:ln>
        </p:spPr>
      </p:sp>
      <p:pic>
        <p:nvPicPr>
          <p:cNvPr id="6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aa21abf454bd2"/>
          <a:stretch xmlns:a="http://schemas.openxmlformats.org/drawingml/2006/main"/>
        </p:blipFill>
        <p:spPr>
          <a:xfrm xmlns:a="http://schemas.openxmlformats.org/drawingml/2006/main">
            <a:off x="5415865" y="6328061"/>
            <a:ext cx="511806" cy="393067"/>
          </a:xfrm>
          <a:prstGeom xmlns:a="http://schemas.openxmlformats.org/drawingml/2006/main" prst="rect">
            <a:avLst/>
          </a:prstGeom>
        </p:spPr>
      </p:pic>
      <p:pic>
        <p:nvPicPr>
          <p:cNvPr id="6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1aef23d64469e"/>
          <a:stretch xmlns:a="http://schemas.openxmlformats.org/drawingml/2006/main"/>
        </p:blipFill>
        <p:spPr>
          <a:xfrm xmlns:a="http://schemas.openxmlformats.org/drawingml/2006/main">
            <a:off x="6151503" y="7345968"/>
            <a:ext cx="182855" cy="280378"/>
          </a:xfrm>
          <a:prstGeom xmlns:a="http://schemas.openxmlformats.org/drawingml/2006/main" prst="rect">
            <a:avLst/>
          </a:prstGeom>
        </p:spPr>
      </p:pic>
      <p:pic>
        <p:nvPicPr>
          <p:cNvPr id="6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6386ff448451c"/>
          <a:stretch xmlns:a="http://schemas.openxmlformats.org/drawingml/2006/main"/>
        </p:blipFill>
        <p:spPr>
          <a:xfrm xmlns:a="http://schemas.openxmlformats.org/drawingml/2006/main">
            <a:off x="5929206" y="7201875"/>
            <a:ext cx="616133" cy="473321"/>
          </a:xfrm>
          <a:prstGeom xmlns:a="http://schemas.openxmlformats.org/drawingml/2006/main" prst="rect">
            <a:avLst/>
          </a:prstGeom>
        </p:spPr>
      </p:pic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DCAEE4-A58A-4B89-B1A0-48D1D163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373" y="7242526"/>
            <a:ext cx="1314353" cy="42243"/>
          </a:xfrm>
          <a:custGeom xmlns:a="http://schemas.openxmlformats.org/drawingml/2006/main">
            <a:pathLst>
              <a:path w="1314353" h="42243">
                <a:moveTo>
                  <a:pt x="1272058" y="28157"/>
                </a:moveTo>
                <a:lnTo>
                  <a:pt x="1272058" y="42243"/>
                </a:lnTo>
                <a:lnTo>
                  <a:pt x="1314353" y="21122"/>
                </a:lnTo>
                <a:lnTo>
                  <a:pt x="1272058" y="0"/>
                </a:lnTo>
                <a:lnTo>
                  <a:pt x="1272058" y="14070"/>
                </a:lnTo>
                <a:lnTo>
                  <a:pt x="0" y="14070"/>
                </a:lnTo>
                <a:lnTo>
                  <a:pt x="0" y="28157"/>
                </a:lnTo>
                <a:lnTo>
                  <a:pt x="1272058" y="28157"/>
                </a:lnTo>
                <a:close/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8B44B-CCD3-492C-BEA1-DA6CCBB9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721" y="7235476"/>
            <a:ext cx="64272" cy="64221"/>
          </a:xfrm>
          <a:custGeom xmlns:a="http://schemas.openxmlformats.org/drawingml/2006/main">
            <a:pathLst>
              <a:path w="64272" h="64221">
                <a:moveTo>
                  <a:pt x="64272" y="32110"/>
                </a:moveTo>
                <a:cubicBezTo>
                  <a:pt x="64272" y="49843"/>
                  <a:pt x="49877" y="64221"/>
                  <a:pt x="32128" y="64221"/>
                </a:cubicBezTo>
                <a:cubicBezTo>
                  <a:pt x="14378" y="64221"/>
                  <a:pt x="0" y="49843"/>
                  <a:pt x="0" y="32110"/>
                </a:cubicBezTo>
                <a:cubicBezTo>
                  <a:pt x="0" y="14378"/>
                  <a:pt x="14378" y="0"/>
                  <a:pt x="32128" y="0"/>
                </a:cubicBezTo>
                <a:cubicBezTo>
                  <a:pt x="49877" y="0"/>
                  <a:pt x="64272" y="14378"/>
                  <a:pt x="64272" y="32110"/>
                </a:cubicBez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B9CBF-76A2-4EC2-A50E-2E7061AF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0727" y="7235476"/>
            <a:ext cx="64267" cy="64230"/>
          </a:xfrm>
          <a:custGeom xmlns:a="http://schemas.openxmlformats.org/drawingml/2006/main">
            <a:pathLst>
              <a:path w="64267" h="64230" fill="none">
                <a:moveTo>
                  <a:pt x="64267" y="32115"/>
                </a:moveTo>
                <a:cubicBezTo>
                  <a:pt x="64267" y="49851"/>
                  <a:pt x="49880" y="64230"/>
                  <a:pt x="32133" y="64230"/>
                </a:cubicBezTo>
                <a:cubicBezTo>
                  <a:pt x="14387" y="64230"/>
                  <a:pt x="0" y="49851"/>
                  <a:pt x="0" y="32115"/>
                </a:cubicBezTo>
                <a:cubicBezTo>
                  <a:pt x="0" y="14378"/>
                  <a:pt x="14387" y="0"/>
                  <a:pt x="32133" y="0"/>
                </a:cubicBezTo>
                <a:cubicBezTo>
                  <a:pt x="49880" y="0"/>
                  <a:pt x="64267" y="14378"/>
                  <a:pt x="64267" y="321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131" cap="flat">
            <a:solidFill>
              <a:srgbClr val="BDD7EE"/>
            </a:solidFill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DF6BD-A1EC-4B5C-90A4-A2559E01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600" y="7235476"/>
            <a:ext cx="64272" cy="64221"/>
          </a:xfrm>
          <a:custGeom xmlns:a="http://schemas.openxmlformats.org/drawingml/2006/main">
            <a:pathLst>
              <a:path w="64272" h="64221">
                <a:moveTo>
                  <a:pt x="64272" y="32110"/>
                </a:moveTo>
                <a:cubicBezTo>
                  <a:pt x="64272" y="49843"/>
                  <a:pt x="49877" y="64221"/>
                  <a:pt x="32128" y="64221"/>
                </a:cubicBezTo>
                <a:cubicBezTo>
                  <a:pt x="14378" y="64221"/>
                  <a:pt x="0" y="49843"/>
                  <a:pt x="0" y="32110"/>
                </a:cubicBezTo>
                <a:cubicBezTo>
                  <a:pt x="0" y="14378"/>
                  <a:pt x="14378" y="0"/>
                  <a:pt x="32128" y="0"/>
                </a:cubicBezTo>
                <a:cubicBezTo>
                  <a:pt x="49877" y="0"/>
                  <a:pt x="64272" y="14378"/>
                  <a:pt x="64272" y="32110"/>
                </a:cubicBez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B72B06-399D-401E-92AD-829D7B08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606" y="7235476"/>
            <a:ext cx="64267" cy="64230"/>
          </a:xfrm>
          <a:custGeom xmlns:a="http://schemas.openxmlformats.org/drawingml/2006/main">
            <a:pathLst>
              <a:path w="64267" h="64230" fill="none">
                <a:moveTo>
                  <a:pt x="64267" y="32115"/>
                </a:moveTo>
                <a:cubicBezTo>
                  <a:pt x="64267" y="49851"/>
                  <a:pt x="49880" y="64230"/>
                  <a:pt x="32133" y="64230"/>
                </a:cubicBezTo>
                <a:cubicBezTo>
                  <a:pt x="14387" y="64230"/>
                  <a:pt x="0" y="49851"/>
                  <a:pt x="0" y="32115"/>
                </a:cubicBezTo>
                <a:cubicBezTo>
                  <a:pt x="0" y="14378"/>
                  <a:pt x="14387" y="0"/>
                  <a:pt x="32133" y="0"/>
                </a:cubicBezTo>
                <a:cubicBezTo>
                  <a:pt x="49880" y="0"/>
                  <a:pt x="64267" y="14378"/>
                  <a:pt x="64267" y="321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131" cap="flat">
            <a:solidFill>
              <a:srgbClr val="BDD7EE"/>
            </a:solidFill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7C2434-7750-4863-8D27-67670352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80" y="7237100"/>
            <a:ext cx="64272" cy="64221"/>
          </a:xfrm>
          <a:custGeom xmlns:a="http://schemas.openxmlformats.org/drawingml/2006/main">
            <a:pathLst>
              <a:path w="64272" h="64221">
                <a:moveTo>
                  <a:pt x="64272" y="32110"/>
                </a:moveTo>
                <a:cubicBezTo>
                  <a:pt x="64272" y="49843"/>
                  <a:pt x="49877" y="64221"/>
                  <a:pt x="32128" y="64221"/>
                </a:cubicBezTo>
                <a:cubicBezTo>
                  <a:pt x="14378" y="64221"/>
                  <a:pt x="0" y="49843"/>
                  <a:pt x="0" y="32110"/>
                </a:cubicBezTo>
                <a:cubicBezTo>
                  <a:pt x="0" y="14378"/>
                  <a:pt x="14378" y="0"/>
                  <a:pt x="32128" y="0"/>
                </a:cubicBezTo>
                <a:cubicBezTo>
                  <a:pt x="49877" y="0"/>
                  <a:pt x="64272" y="14378"/>
                  <a:pt x="64272" y="32110"/>
                </a:cubicBez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5956F-B3FF-42F7-93EC-A6D87698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4485" y="7237100"/>
            <a:ext cx="64267" cy="64230"/>
          </a:xfrm>
          <a:custGeom xmlns:a="http://schemas.openxmlformats.org/drawingml/2006/main">
            <a:pathLst>
              <a:path w="64267" h="64230" fill="none">
                <a:moveTo>
                  <a:pt x="64267" y="32115"/>
                </a:moveTo>
                <a:cubicBezTo>
                  <a:pt x="64267" y="49851"/>
                  <a:pt x="49880" y="64230"/>
                  <a:pt x="32133" y="64230"/>
                </a:cubicBezTo>
                <a:cubicBezTo>
                  <a:pt x="14387" y="64230"/>
                  <a:pt x="0" y="49851"/>
                  <a:pt x="0" y="32115"/>
                </a:cubicBezTo>
                <a:cubicBezTo>
                  <a:pt x="0" y="14378"/>
                  <a:pt x="14387" y="0"/>
                  <a:pt x="32133" y="0"/>
                </a:cubicBezTo>
                <a:cubicBezTo>
                  <a:pt x="49880" y="0"/>
                  <a:pt x="64267" y="14378"/>
                  <a:pt x="64267" y="321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131" cap="flat">
            <a:solidFill>
              <a:srgbClr val="BDD7EE"/>
            </a:solidFill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4D932-AAC1-46C2-B730-2C40ABCAB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826" y="7230332"/>
            <a:ext cx="64272" cy="64221"/>
          </a:xfrm>
          <a:custGeom xmlns:a="http://schemas.openxmlformats.org/drawingml/2006/main">
            <a:pathLst>
              <a:path w="64272" h="64221">
                <a:moveTo>
                  <a:pt x="64272" y="32110"/>
                </a:moveTo>
                <a:cubicBezTo>
                  <a:pt x="64272" y="49843"/>
                  <a:pt x="49877" y="64221"/>
                  <a:pt x="32128" y="64221"/>
                </a:cubicBezTo>
                <a:cubicBezTo>
                  <a:pt x="14378" y="64221"/>
                  <a:pt x="0" y="49843"/>
                  <a:pt x="0" y="32110"/>
                </a:cubicBezTo>
                <a:cubicBezTo>
                  <a:pt x="0" y="14378"/>
                  <a:pt x="14378" y="0"/>
                  <a:pt x="32128" y="0"/>
                </a:cubicBezTo>
                <a:cubicBezTo>
                  <a:pt x="49877" y="0"/>
                  <a:pt x="64272" y="14378"/>
                  <a:pt x="64272" y="32110"/>
                </a:cubicBezTo>
              </a:path>
            </a:pathLst>
          </a:custGeom>
          <a:solidFill xmlns:a="http://schemas.openxmlformats.org/drawingml/2006/main">
            <a:srgbClr val="BDD7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F9738-63A3-4037-B8C7-C021CF940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832" y="7230332"/>
            <a:ext cx="64267" cy="64230"/>
          </a:xfrm>
          <a:custGeom xmlns:a="http://schemas.openxmlformats.org/drawingml/2006/main">
            <a:pathLst>
              <a:path w="64267" h="64230" fill="none">
                <a:moveTo>
                  <a:pt x="64267" y="32115"/>
                </a:moveTo>
                <a:cubicBezTo>
                  <a:pt x="64267" y="49851"/>
                  <a:pt x="49880" y="64230"/>
                  <a:pt x="32133" y="64230"/>
                </a:cubicBezTo>
                <a:cubicBezTo>
                  <a:pt x="14387" y="64230"/>
                  <a:pt x="0" y="49851"/>
                  <a:pt x="0" y="32115"/>
                </a:cubicBezTo>
                <a:cubicBezTo>
                  <a:pt x="0" y="14378"/>
                  <a:pt x="14387" y="0"/>
                  <a:pt x="32133" y="0"/>
                </a:cubicBezTo>
                <a:cubicBezTo>
                  <a:pt x="49880" y="0"/>
                  <a:pt x="64267" y="14378"/>
                  <a:pt x="64267" y="3211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3131" cap="flat">
            <a:solidFill>
              <a:srgbClr val="BDD7EE"/>
            </a:solidFill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F67B26-CD89-4FC5-82AF-D22A4682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678" y="7132247"/>
            <a:ext cx="64272" cy="64221"/>
          </a:xfrm>
          <a:custGeom xmlns:a="http://schemas.openxmlformats.org/drawingml/2006/main">
            <a:pathLst>
              <a:path w="64272" h="64221">
                <a:moveTo>
                  <a:pt x="64272" y="32110"/>
                </a:moveTo>
                <a:cubicBezTo>
                  <a:pt x="64272" y="49843"/>
                  <a:pt x="49877" y="64221"/>
                  <a:pt x="32128" y="64221"/>
                </a:cubicBezTo>
                <a:cubicBezTo>
                  <a:pt x="14378" y="64221"/>
                  <a:pt x="0" y="49843"/>
                  <a:pt x="0" y="32110"/>
                </a:cubicBezTo>
                <a:cubicBezTo>
                  <a:pt x="0" y="14378"/>
                  <a:pt x="14378" y="0"/>
                  <a:pt x="32128" y="0"/>
                </a:cubicBezTo>
                <a:cubicBezTo>
                  <a:pt x="49877" y="0"/>
                  <a:pt x="64272" y="14378"/>
                  <a:pt x="64272" y="32110"/>
                </a:cubicBezTo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BFE334-F206-4FC6-8E4E-8B9411BB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6711" y="7092934"/>
            <a:ext cx="64272" cy="64221"/>
          </a:xfrm>
          <a:custGeom xmlns:a="http://schemas.openxmlformats.org/drawingml/2006/main">
            <a:pathLst>
              <a:path w="64272" h="64221">
                <a:moveTo>
                  <a:pt x="64272" y="32110"/>
                </a:moveTo>
                <a:cubicBezTo>
                  <a:pt x="64272" y="49843"/>
                  <a:pt x="49877" y="64221"/>
                  <a:pt x="32128" y="64221"/>
                </a:cubicBezTo>
                <a:cubicBezTo>
                  <a:pt x="14378" y="64221"/>
                  <a:pt x="0" y="49843"/>
                  <a:pt x="0" y="32110"/>
                </a:cubicBezTo>
                <a:cubicBezTo>
                  <a:pt x="0" y="14378"/>
                  <a:pt x="14378" y="0"/>
                  <a:pt x="32128" y="0"/>
                </a:cubicBezTo>
                <a:cubicBezTo>
                  <a:pt x="49877" y="0"/>
                  <a:pt x="64272" y="14378"/>
                  <a:pt x="64272" y="32110"/>
                </a:cubicBezTo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678A4-D36C-42F9-AA4C-8AA2B694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359" y="7092163"/>
            <a:ext cx="64272" cy="64221"/>
          </a:xfrm>
          <a:custGeom xmlns:a="http://schemas.openxmlformats.org/drawingml/2006/main">
            <a:pathLst>
              <a:path w="64272" h="64221">
                <a:moveTo>
                  <a:pt x="64272" y="32110"/>
                </a:moveTo>
                <a:cubicBezTo>
                  <a:pt x="64272" y="49843"/>
                  <a:pt x="49877" y="64221"/>
                  <a:pt x="32128" y="64221"/>
                </a:cubicBezTo>
                <a:cubicBezTo>
                  <a:pt x="14378" y="64221"/>
                  <a:pt x="0" y="49843"/>
                  <a:pt x="0" y="32110"/>
                </a:cubicBezTo>
                <a:cubicBezTo>
                  <a:pt x="0" y="14378"/>
                  <a:pt x="14378" y="0"/>
                  <a:pt x="32128" y="0"/>
                </a:cubicBezTo>
                <a:cubicBezTo>
                  <a:pt x="49877" y="0"/>
                  <a:pt x="64272" y="14378"/>
                  <a:pt x="64272" y="32110"/>
                </a:cubicBezTo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589CB-9BD5-4C0D-B666-239F7ADE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2598" y="7104289"/>
            <a:ext cx="1278101" cy="170514"/>
          </a:xfrm>
          <a:custGeom xmlns:a="http://schemas.openxmlformats.org/drawingml/2006/main">
            <a:pathLst>
              <a:path w="1278101" h="170514">
                <a:moveTo>
                  <a:pt x="1236080" y="0"/>
                </a:moveTo>
                <a:lnTo>
                  <a:pt x="1235903" y="14084"/>
                </a:lnTo>
                <a:lnTo>
                  <a:pt x="1094048" y="12307"/>
                </a:lnTo>
                <a:lnTo>
                  <a:pt x="783436" y="12307"/>
                </a:lnTo>
                <a:lnTo>
                  <a:pt x="783316" y="12307"/>
                </a:lnTo>
                <a:lnTo>
                  <a:pt x="782871" y="12307"/>
                </a:lnTo>
                <a:lnTo>
                  <a:pt x="781194" y="12272"/>
                </a:lnTo>
                <a:lnTo>
                  <a:pt x="778455" y="12238"/>
                </a:lnTo>
                <a:lnTo>
                  <a:pt x="774741" y="12170"/>
                </a:lnTo>
                <a:lnTo>
                  <a:pt x="770102" y="12118"/>
                </a:lnTo>
                <a:lnTo>
                  <a:pt x="764556" y="12050"/>
                </a:lnTo>
                <a:lnTo>
                  <a:pt x="758206" y="11964"/>
                </a:lnTo>
                <a:lnTo>
                  <a:pt x="751069" y="11896"/>
                </a:lnTo>
                <a:lnTo>
                  <a:pt x="734723" y="11759"/>
                </a:lnTo>
                <a:lnTo>
                  <a:pt x="715963" y="11639"/>
                </a:lnTo>
                <a:lnTo>
                  <a:pt x="695235" y="11571"/>
                </a:lnTo>
                <a:lnTo>
                  <a:pt x="672984" y="11588"/>
                </a:lnTo>
                <a:lnTo>
                  <a:pt x="649637" y="11691"/>
                </a:lnTo>
                <a:lnTo>
                  <a:pt x="625622" y="11913"/>
                </a:lnTo>
                <a:lnTo>
                  <a:pt x="577491" y="12803"/>
                </a:lnTo>
                <a:lnTo>
                  <a:pt x="554178" y="13505"/>
                </a:lnTo>
                <a:lnTo>
                  <a:pt x="532013" y="14412"/>
                </a:lnTo>
                <a:lnTo>
                  <a:pt x="511387" y="15542"/>
                </a:lnTo>
                <a:lnTo>
                  <a:pt x="492748" y="16928"/>
                </a:lnTo>
                <a:lnTo>
                  <a:pt x="423666" y="23895"/>
                </a:lnTo>
                <a:lnTo>
                  <a:pt x="355936" y="33086"/>
                </a:lnTo>
                <a:lnTo>
                  <a:pt x="322696" y="38734"/>
                </a:lnTo>
                <a:lnTo>
                  <a:pt x="290055" y="45204"/>
                </a:lnTo>
                <a:lnTo>
                  <a:pt x="258047" y="52547"/>
                </a:lnTo>
                <a:lnTo>
                  <a:pt x="226758" y="60866"/>
                </a:lnTo>
                <a:lnTo>
                  <a:pt x="196274" y="70314"/>
                </a:lnTo>
                <a:lnTo>
                  <a:pt x="166628" y="80858"/>
                </a:lnTo>
                <a:lnTo>
                  <a:pt x="137702" y="92326"/>
                </a:lnTo>
                <a:lnTo>
                  <a:pt x="109374" y="104564"/>
                </a:lnTo>
                <a:lnTo>
                  <a:pt x="54173" y="130650"/>
                </a:lnTo>
                <a:lnTo>
                  <a:pt x="0" y="157933"/>
                </a:lnTo>
                <a:lnTo>
                  <a:pt x="6350" y="170514"/>
                </a:lnTo>
                <a:lnTo>
                  <a:pt x="60288" y="143340"/>
                </a:lnTo>
                <a:lnTo>
                  <a:pt x="115279" y="117350"/>
                </a:lnTo>
                <a:lnTo>
                  <a:pt x="115074" y="117436"/>
                </a:lnTo>
                <a:lnTo>
                  <a:pt x="143196" y="105283"/>
                </a:lnTo>
                <a:lnTo>
                  <a:pt x="143008" y="105369"/>
                </a:lnTo>
                <a:lnTo>
                  <a:pt x="171712" y="93986"/>
                </a:lnTo>
                <a:lnTo>
                  <a:pt x="171472" y="94089"/>
                </a:lnTo>
                <a:lnTo>
                  <a:pt x="200847" y="83653"/>
                </a:lnTo>
                <a:lnTo>
                  <a:pt x="230781" y="74371"/>
                </a:lnTo>
                <a:lnTo>
                  <a:pt x="230507" y="74456"/>
                </a:lnTo>
                <a:lnTo>
                  <a:pt x="261556" y="66189"/>
                </a:lnTo>
                <a:lnTo>
                  <a:pt x="261316" y="66241"/>
                </a:lnTo>
                <a:lnTo>
                  <a:pt x="293102" y="58949"/>
                </a:lnTo>
                <a:lnTo>
                  <a:pt x="292896" y="59000"/>
                </a:lnTo>
                <a:lnTo>
                  <a:pt x="325254" y="52597"/>
                </a:lnTo>
                <a:lnTo>
                  <a:pt x="358062" y="47004"/>
                </a:lnTo>
                <a:lnTo>
                  <a:pt x="425446" y="37862"/>
                </a:lnTo>
                <a:lnTo>
                  <a:pt x="425206" y="37896"/>
                </a:lnTo>
                <a:lnTo>
                  <a:pt x="493948" y="30958"/>
                </a:lnTo>
                <a:lnTo>
                  <a:pt x="512363" y="29594"/>
                </a:lnTo>
                <a:lnTo>
                  <a:pt x="512226" y="29611"/>
                </a:lnTo>
                <a:lnTo>
                  <a:pt x="532749" y="28482"/>
                </a:lnTo>
                <a:lnTo>
                  <a:pt x="532646" y="28482"/>
                </a:lnTo>
                <a:lnTo>
                  <a:pt x="554726" y="27575"/>
                </a:lnTo>
                <a:lnTo>
                  <a:pt x="554658" y="27575"/>
                </a:lnTo>
                <a:lnTo>
                  <a:pt x="577868" y="26873"/>
                </a:lnTo>
                <a:lnTo>
                  <a:pt x="577782" y="26873"/>
                </a:lnTo>
                <a:lnTo>
                  <a:pt x="625845" y="26000"/>
                </a:lnTo>
                <a:lnTo>
                  <a:pt x="625776" y="26000"/>
                </a:lnTo>
                <a:lnTo>
                  <a:pt x="649739" y="25777"/>
                </a:lnTo>
                <a:lnTo>
                  <a:pt x="649705" y="25777"/>
                </a:lnTo>
                <a:lnTo>
                  <a:pt x="673035" y="25675"/>
                </a:lnTo>
                <a:lnTo>
                  <a:pt x="673001" y="25675"/>
                </a:lnTo>
                <a:lnTo>
                  <a:pt x="695221" y="25658"/>
                </a:lnTo>
                <a:lnTo>
                  <a:pt x="715929" y="25726"/>
                </a:lnTo>
                <a:lnTo>
                  <a:pt x="734654" y="25829"/>
                </a:lnTo>
                <a:lnTo>
                  <a:pt x="750949" y="25983"/>
                </a:lnTo>
                <a:lnTo>
                  <a:pt x="758052" y="26051"/>
                </a:lnTo>
                <a:lnTo>
                  <a:pt x="764402" y="26120"/>
                </a:lnTo>
                <a:lnTo>
                  <a:pt x="769914" y="26205"/>
                </a:lnTo>
                <a:lnTo>
                  <a:pt x="774552" y="26257"/>
                </a:lnTo>
                <a:lnTo>
                  <a:pt x="778267" y="26325"/>
                </a:lnTo>
                <a:lnTo>
                  <a:pt x="780971" y="26359"/>
                </a:lnTo>
                <a:lnTo>
                  <a:pt x="782631" y="26376"/>
                </a:lnTo>
                <a:lnTo>
                  <a:pt x="783265" y="26394"/>
                </a:lnTo>
                <a:lnTo>
                  <a:pt x="1093911" y="26394"/>
                </a:lnTo>
                <a:lnTo>
                  <a:pt x="1235726" y="28171"/>
                </a:lnTo>
                <a:lnTo>
                  <a:pt x="1235549" y="42243"/>
                </a:lnTo>
                <a:lnTo>
                  <a:pt x="1278101" y="21652"/>
                </a:lnTo>
                <a:lnTo>
                  <a:pt x="1236080" y="0"/>
                </a:lnTo>
                <a:close/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750F0E-F4D6-4562-9733-1B9F35F7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705" y="7092814"/>
            <a:ext cx="64272" cy="64221"/>
          </a:xfrm>
          <a:custGeom xmlns:a="http://schemas.openxmlformats.org/drawingml/2006/main">
            <a:pathLst>
              <a:path w="64272" h="64221">
                <a:moveTo>
                  <a:pt x="64272" y="32110"/>
                </a:moveTo>
                <a:cubicBezTo>
                  <a:pt x="64272" y="49843"/>
                  <a:pt x="49877" y="64221"/>
                  <a:pt x="32128" y="64221"/>
                </a:cubicBezTo>
                <a:cubicBezTo>
                  <a:pt x="14378" y="64221"/>
                  <a:pt x="0" y="49843"/>
                  <a:pt x="0" y="32110"/>
                </a:cubicBezTo>
                <a:cubicBezTo>
                  <a:pt x="0" y="14378"/>
                  <a:pt x="14378" y="0"/>
                  <a:pt x="32128" y="0"/>
                </a:cubicBezTo>
                <a:cubicBezTo>
                  <a:pt x="49877" y="0"/>
                  <a:pt x="64272" y="14378"/>
                  <a:pt x="64272" y="32110"/>
                </a:cubicBezTo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A34CDF-99D9-49F2-AB3F-7732D0A7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475" y="7174489"/>
            <a:ext cx="319889" cy="186809"/>
          </a:xfrm>
          <a:custGeom xmlns:a="http://schemas.openxmlformats.org/drawingml/2006/main">
            <a:pathLst>
              <a:path w="319889" h="186809">
                <a:moveTo>
                  <a:pt x="319889" y="186809"/>
                </a:moveTo>
                <a:lnTo>
                  <a:pt x="0" y="186809"/>
                </a:lnTo>
                <a:lnTo>
                  <a:pt x="0" y="0"/>
                </a:lnTo>
                <a:lnTo>
                  <a:pt x="319889" y="0"/>
                </a:lnTo>
                <a:lnTo>
                  <a:pt x="319889" y="1868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77947E-A154-4BF6-A10E-28DB312E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093" y="7194600"/>
            <a:ext cx="35927" cy="145627"/>
          </a:xfrm>
          <a:custGeom xmlns:a="http://schemas.openxmlformats.org/drawingml/2006/main">
            <a:pathLst>
              <a:path w="35927" h="145627">
                <a:moveTo>
                  <a:pt x="35927" y="145627"/>
                </a:moveTo>
                <a:lnTo>
                  <a:pt x="0" y="145627"/>
                </a:lnTo>
                <a:lnTo>
                  <a:pt x="0" y="0"/>
                </a:lnTo>
                <a:lnTo>
                  <a:pt x="35927" y="0"/>
                </a:lnTo>
                <a:lnTo>
                  <a:pt x="35927" y="14562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45b5f35814ffe"/>
          <a:stretch xmlns:a="http://schemas.openxmlformats.org/drawingml/2006/main"/>
        </p:blipFill>
        <p:spPr>
          <a:xfrm xmlns:a="http://schemas.openxmlformats.org/drawingml/2006/main">
            <a:off x="5017732" y="7134097"/>
            <a:ext cx="517798" cy="269092"/>
          </a:xfrm>
          <a:prstGeom xmlns:a="http://schemas.openxmlformats.org/drawingml/2006/main" prst="rect">
            <a:avLst/>
          </a:prstGeom>
        </p:spPr>
      </p:pic>
      <p:pic>
        <p:nvPicPr>
          <p:cNvPr id="7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9bb66d4e1045bd"/>
          <a:stretch xmlns:a="http://schemas.openxmlformats.org/drawingml/2006/main"/>
        </p:blipFill>
        <p:spPr>
          <a:xfrm xmlns:a="http://schemas.openxmlformats.org/drawingml/2006/main">
            <a:off x="7064898" y="6945914"/>
            <a:ext cx="231794" cy="288726"/>
          </a:xfrm>
          <a:prstGeom xmlns:a="http://schemas.openxmlformats.org/drawingml/2006/main" prst="rect">
            <a:avLst/>
          </a:prstGeom>
        </p:spPr>
      </p:pic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D4D9D0-1A45-4C13-9833-BC3B1171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8844" y="6327383"/>
            <a:ext cx="2431337" cy="1349870"/>
          </a:xfrm>
          <a:custGeom xmlns:a="http://schemas.openxmlformats.org/drawingml/2006/main">
            <a:pathLst>
              <a:path w="2431337" h="1349870" fill="none">
                <a:moveTo>
                  <a:pt x="102699" y="0"/>
                </a:moveTo>
                <a:cubicBezTo>
                  <a:pt x="45975" y="0"/>
                  <a:pt x="0" y="45975"/>
                  <a:pt x="0" y="102699"/>
                </a:cubicBezTo>
                <a:lnTo>
                  <a:pt x="0" y="1247171"/>
                </a:lnTo>
                <a:cubicBezTo>
                  <a:pt x="0" y="1303878"/>
                  <a:pt x="45975" y="1349870"/>
                  <a:pt x="102699" y="1349870"/>
                </a:cubicBezTo>
                <a:lnTo>
                  <a:pt x="2328638" y="1349870"/>
                </a:lnTo>
                <a:cubicBezTo>
                  <a:pt x="2385362" y="1349870"/>
                  <a:pt x="2431337" y="1303878"/>
                  <a:pt x="2431337" y="1247171"/>
                </a:cubicBezTo>
                <a:lnTo>
                  <a:pt x="2431337" y="102699"/>
                </a:lnTo>
                <a:cubicBezTo>
                  <a:pt x="2431337" y="45975"/>
                  <a:pt x="2385362" y="0"/>
                  <a:pt x="2328638" y="0"/>
                </a:cubicBezTo>
                <a:lnTo>
                  <a:pt x="10269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47" cap="flat">
            <a:solidFill>
              <a:srgbClr val="231F20"/>
            </a:solidFill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FBCD09-E509-4306-AB62-EB6D535A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17" y="6311838"/>
            <a:ext cx="2431337" cy="1349853"/>
          </a:xfrm>
          <a:custGeom xmlns:a="http://schemas.openxmlformats.org/drawingml/2006/main">
            <a:pathLst>
              <a:path w="2431337" h="1349853">
                <a:moveTo>
                  <a:pt x="75386" y="3668"/>
                </a:moveTo>
                <a:lnTo>
                  <a:pt x="68956" y="5668"/>
                </a:lnTo>
                <a:lnTo>
                  <a:pt x="62714" y="8070"/>
                </a:lnTo>
                <a:lnTo>
                  <a:pt x="56676" y="10859"/>
                </a:lnTo>
                <a:lnTo>
                  <a:pt x="50857" y="14020"/>
                </a:lnTo>
                <a:lnTo>
                  <a:pt x="45272" y="17537"/>
                </a:lnTo>
                <a:lnTo>
                  <a:pt x="39937" y="21396"/>
                </a:lnTo>
                <a:lnTo>
                  <a:pt x="34866" y="25580"/>
                </a:lnTo>
                <a:lnTo>
                  <a:pt x="30076" y="30076"/>
                </a:lnTo>
                <a:lnTo>
                  <a:pt x="25580" y="34866"/>
                </a:lnTo>
                <a:lnTo>
                  <a:pt x="21396" y="39937"/>
                </a:lnTo>
                <a:lnTo>
                  <a:pt x="17537" y="45272"/>
                </a:lnTo>
                <a:lnTo>
                  <a:pt x="14020" y="50857"/>
                </a:lnTo>
                <a:lnTo>
                  <a:pt x="10859" y="56676"/>
                </a:lnTo>
                <a:lnTo>
                  <a:pt x="8070" y="62714"/>
                </a:lnTo>
                <a:lnTo>
                  <a:pt x="5668" y="68956"/>
                </a:lnTo>
                <a:lnTo>
                  <a:pt x="3668" y="75386"/>
                </a:lnTo>
                <a:lnTo>
                  <a:pt x="2086" y="81988"/>
                </a:lnTo>
                <a:lnTo>
                  <a:pt x="937" y="88749"/>
                </a:lnTo>
                <a:lnTo>
                  <a:pt x="237" y="95652"/>
                </a:lnTo>
                <a:lnTo>
                  <a:pt x="0" y="102681"/>
                </a:lnTo>
                <a:lnTo>
                  <a:pt x="0" y="1247154"/>
                </a:lnTo>
                <a:lnTo>
                  <a:pt x="237" y="1254186"/>
                </a:lnTo>
                <a:lnTo>
                  <a:pt x="937" y="1261091"/>
                </a:lnTo>
                <a:lnTo>
                  <a:pt x="2086" y="1267853"/>
                </a:lnTo>
                <a:lnTo>
                  <a:pt x="3668" y="1274457"/>
                </a:lnTo>
                <a:lnTo>
                  <a:pt x="5668" y="1280888"/>
                </a:lnTo>
                <a:lnTo>
                  <a:pt x="8070" y="1287131"/>
                </a:lnTo>
                <a:lnTo>
                  <a:pt x="10859" y="1293170"/>
                </a:lnTo>
                <a:lnTo>
                  <a:pt x="14020" y="1298990"/>
                </a:lnTo>
                <a:lnTo>
                  <a:pt x="17537" y="1304576"/>
                </a:lnTo>
                <a:lnTo>
                  <a:pt x="21396" y="1309912"/>
                </a:lnTo>
                <a:lnTo>
                  <a:pt x="25580" y="1314984"/>
                </a:lnTo>
                <a:lnTo>
                  <a:pt x="30076" y="1319775"/>
                </a:lnTo>
                <a:lnTo>
                  <a:pt x="34866" y="1324271"/>
                </a:lnTo>
                <a:lnTo>
                  <a:pt x="39937" y="1328456"/>
                </a:lnTo>
                <a:lnTo>
                  <a:pt x="45272" y="1332315"/>
                </a:lnTo>
                <a:lnTo>
                  <a:pt x="50857" y="1335832"/>
                </a:lnTo>
                <a:lnTo>
                  <a:pt x="56676" y="1338994"/>
                </a:lnTo>
                <a:lnTo>
                  <a:pt x="62714" y="1341783"/>
                </a:lnTo>
                <a:lnTo>
                  <a:pt x="68956" y="1344185"/>
                </a:lnTo>
                <a:lnTo>
                  <a:pt x="75386" y="1346184"/>
                </a:lnTo>
                <a:lnTo>
                  <a:pt x="81988" y="1347766"/>
                </a:lnTo>
                <a:lnTo>
                  <a:pt x="88749" y="1348915"/>
                </a:lnTo>
                <a:lnTo>
                  <a:pt x="95652" y="1349616"/>
                </a:lnTo>
                <a:lnTo>
                  <a:pt x="102681" y="1349853"/>
                </a:lnTo>
                <a:lnTo>
                  <a:pt x="2328638" y="1349853"/>
                </a:lnTo>
                <a:lnTo>
                  <a:pt x="2335668" y="1349616"/>
                </a:lnTo>
                <a:lnTo>
                  <a:pt x="2342571" y="1348915"/>
                </a:lnTo>
                <a:lnTo>
                  <a:pt x="2349332" y="1347766"/>
                </a:lnTo>
                <a:lnTo>
                  <a:pt x="2355935" y="1346184"/>
                </a:lnTo>
                <a:lnTo>
                  <a:pt x="2362366" y="1344185"/>
                </a:lnTo>
                <a:lnTo>
                  <a:pt x="2368608" y="1341783"/>
                </a:lnTo>
                <a:lnTo>
                  <a:pt x="2374647" y="1338994"/>
                </a:lnTo>
                <a:lnTo>
                  <a:pt x="2380467" y="1335832"/>
                </a:lnTo>
                <a:lnTo>
                  <a:pt x="2386053" y="1332315"/>
                </a:lnTo>
                <a:lnTo>
                  <a:pt x="2391389" y="1328456"/>
                </a:lnTo>
                <a:lnTo>
                  <a:pt x="2396461" y="1324271"/>
                </a:lnTo>
                <a:lnTo>
                  <a:pt x="2401253" y="1319775"/>
                </a:lnTo>
                <a:lnTo>
                  <a:pt x="2405749" y="1314984"/>
                </a:lnTo>
                <a:lnTo>
                  <a:pt x="2409935" y="1309912"/>
                </a:lnTo>
                <a:lnTo>
                  <a:pt x="2413794" y="1304576"/>
                </a:lnTo>
                <a:lnTo>
                  <a:pt x="2417313" y="1298990"/>
                </a:lnTo>
                <a:lnTo>
                  <a:pt x="2420475" y="1293170"/>
                </a:lnTo>
                <a:lnTo>
                  <a:pt x="2423265" y="1287131"/>
                </a:lnTo>
                <a:lnTo>
                  <a:pt x="2425667" y="1280888"/>
                </a:lnTo>
                <a:lnTo>
                  <a:pt x="2427667" y="1274457"/>
                </a:lnTo>
                <a:lnTo>
                  <a:pt x="2429250" y="1267853"/>
                </a:lnTo>
                <a:lnTo>
                  <a:pt x="2430399" y="1261091"/>
                </a:lnTo>
                <a:lnTo>
                  <a:pt x="2431100" y="1254186"/>
                </a:lnTo>
                <a:lnTo>
                  <a:pt x="2431337" y="1247154"/>
                </a:lnTo>
                <a:lnTo>
                  <a:pt x="2431337" y="102681"/>
                </a:lnTo>
                <a:lnTo>
                  <a:pt x="2431100" y="95652"/>
                </a:lnTo>
                <a:lnTo>
                  <a:pt x="2430399" y="88749"/>
                </a:lnTo>
                <a:lnTo>
                  <a:pt x="2429250" y="81988"/>
                </a:lnTo>
                <a:lnTo>
                  <a:pt x="2427667" y="75386"/>
                </a:lnTo>
                <a:lnTo>
                  <a:pt x="2425667" y="68956"/>
                </a:lnTo>
                <a:lnTo>
                  <a:pt x="2423265" y="62714"/>
                </a:lnTo>
                <a:lnTo>
                  <a:pt x="2420475" y="56676"/>
                </a:lnTo>
                <a:lnTo>
                  <a:pt x="2417313" y="50857"/>
                </a:lnTo>
                <a:lnTo>
                  <a:pt x="2413794" y="45272"/>
                </a:lnTo>
                <a:lnTo>
                  <a:pt x="2409935" y="39937"/>
                </a:lnTo>
                <a:lnTo>
                  <a:pt x="2405749" y="34866"/>
                </a:lnTo>
                <a:lnTo>
                  <a:pt x="2401253" y="30076"/>
                </a:lnTo>
                <a:lnTo>
                  <a:pt x="2396461" y="25580"/>
                </a:lnTo>
                <a:lnTo>
                  <a:pt x="2391389" y="21396"/>
                </a:lnTo>
                <a:lnTo>
                  <a:pt x="2386053" y="17537"/>
                </a:lnTo>
                <a:lnTo>
                  <a:pt x="2380467" y="14020"/>
                </a:lnTo>
                <a:lnTo>
                  <a:pt x="2374647" y="10859"/>
                </a:lnTo>
                <a:lnTo>
                  <a:pt x="2368608" y="8070"/>
                </a:lnTo>
                <a:lnTo>
                  <a:pt x="2362366" y="5668"/>
                </a:lnTo>
                <a:lnTo>
                  <a:pt x="2355935" y="3668"/>
                </a:lnTo>
                <a:lnTo>
                  <a:pt x="2349332" y="2086"/>
                </a:lnTo>
                <a:lnTo>
                  <a:pt x="2342571" y="937"/>
                </a:lnTo>
                <a:lnTo>
                  <a:pt x="2335668" y="237"/>
                </a:lnTo>
                <a:lnTo>
                  <a:pt x="2328638" y="0"/>
                </a:lnTo>
                <a:lnTo>
                  <a:pt x="102681" y="0"/>
                </a:lnTo>
                <a:lnTo>
                  <a:pt x="95652" y="237"/>
                </a:lnTo>
                <a:lnTo>
                  <a:pt x="88749" y="937"/>
                </a:lnTo>
                <a:lnTo>
                  <a:pt x="81988" y="2086"/>
                </a:lnTo>
                <a:lnTo>
                  <a:pt x="75386" y="36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E2476E-B608-45CE-B4C4-2F31FD4A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17" y="6311838"/>
            <a:ext cx="2431337" cy="1349853"/>
          </a:xfrm>
          <a:custGeom xmlns:a="http://schemas.openxmlformats.org/drawingml/2006/main">
            <a:pathLst>
              <a:path w="2431337" h="1349853">
                <a:moveTo>
                  <a:pt x="75386" y="3668"/>
                </a:moveTo>
                <a:lnTo>
                  <a:pt x="68956" y="5668"/>
                </a:lnTo>
                <a:lnTo>
                  <a:pt x="62714" y="8070"/>
                </a:lnTo>
                <a:lnTo>
                  <a:pt x="56676" y="10859"/>
                </a:lnTo>
                <a:lnTo>
                  <a:pt x="50857" y="14020"/>
                </a:lnTo>
                <a:lnTo>
                  <a:pt x="45272" y="17537"/>
                </a:lnTo>
                <a:lnTo>
                  <a:pt x="39937" y="21396"/>
                </a:lnTo>
                <a:lnTo>
                  <a:pt x="34866" y="25580"/>
                </a:lnTo>
                <a:lnTo>
                  <a:pt x="30076" y="30076"/>
                </a:lnTo>
                <a:lnTo>
                  <a:pt x="25580" y="34866"/>
                </a:lnTo>
                <a:lnTo>
                  <a:pt x="21396" y="39937"/>
                </a:lnTo>
                <a:lnTo>
                  <a:pt x="17537" y="45272"/>
                </a:lnTo>
                <a:lnTo>
                  <a:pt x="14020" y="50857"/>
                </a:lnTo>
                <a:lnTo>
                  <a:pt x="10859" y="56676"/>
                </a:lnTo>
                <a:lnTo>
                  <a:pt x="8070" y="62714"/>
                </a:lnTo>
                <a:lnTo>
                  <a:pt x="5668" y="68956"/>
                </a:lnTo>
                <a:lnTo>
                  <a:pt x="3668" y="75386"/>
                </a:lnTo>
                <a:lnTo>
                  <a:pt x="2086" y="81988"/>
                </a:lnTo>
                <a:lnTo>
                  <a:pt x="937" y="88749"/>
                </a:lnTo>
                <a:lnTo>
                  <a:pt x="237" y="95652"/>
                </a:lnTo>
                <a:lnTo>
                  <a:pt x="0" y="102681"/>
                </a:lnTo>
                <a:lnTo>
                  <a:pt x="0" y="1247154"/>
                </a:lnTo>
                <a:lnTo>
                  <a:pt x="237" y="1254186"/>
                </a:lnTo>
                <a:lnTo>
                  <a:pt x="937" y="1261091"/>
                </a:lnTo>
                <a:lnTo>
                  <a:pt x="2086" y="1267853"/>
                </a:lnTo>
                <a:lnTo>
                  <a:pt x="3668" y="1274457"/>
                </a:lnTo>
                <a:lnTo>
                  <a:pt x="5668" y="1280888"/>
                </a:lnTo>
                <a:lnTo>
                  <a:pt x="8070" y="1287131"/>
                </a:lnTo>
                <a:lnTo>
                  <a:pt x="10859" y="1293170"/>
                </a:lnTo>
                <a:lnTo>
                  <a:pt x="14020" y="1298990"/>
                </a:lnTo>
                <a:lnTo>
                  <a:pt x="17537" y="1304576"/>
                </a:lnTo>
                <a:lnTo>
                  <a:pt x="21396" y="1309912"/>
                </a:lnTo>
                <a:lnTo>
                  <a:pt x="25580" y="1314984"/>
                </a:lnTo>
                <a:lnTo>
                  <a:pt x="30076" y="1319775"/>
                </a:lnTo>
                <a:lnTo>
                  <a:pt x="34866" y="1324271"/>
                </a:lnTo>
                <a:lnTo>
                  <a:pt x="39937" y="1328456"/>
                </a:lnTo>
                <a:lnTo>
                  <a:pt x="45272" y="1332315"/>
                </a:lnTo>
                <a:lnTo>
                  <a:pt x="50857" y="1335832"/>
                </a:lnTo>
                <a:lnTo>
                  <a:pt x="56676" y="1338994"/>
                </a:lnTo>
                <a:lnTo>
                  <a:pt x="62714" y="1341783"/>
                </a:lnTo>
                <a:lnTo>
                  <a:pt x="68956" y="1344185"/>
                </a:lnTo>
                <a:lnTo>
                  <a:pt x="75386" y="1346184"/>
                </a:lnTo>
                <a:lnTo>
                  <a:pt x="81988" y="1347766"/>
                </a:lnTo>
                <a:lnTo>
                  <a:pt x="88749" y="1348915"/>
                </a:lnTo>
                <a:lnTo>
                  <a:pt x="95652" y="1349616"/>
                </a:lnTo>
                <a:lnTo>
                  <a:pt x="102681" y="1349853"/>
                </a:lnTo>
                <a:lnTo>
                  <a:pt x="2328638" y="1349853"/>
                </a:lnTo>
                <a:lnTo>
                  <a:pt x="2335668" y="1349616"/>
                </a:lnTo>
                <a:lnTo>
                  <a:pt x="2342571" y="1348915"/>
                </a:lnTo>
                <a:lnTo>
                  <a:pt x="2349332" y="1347766"/>
                </a:lnTo>
                <a:lnTo>
                  <a:pt x="2355935" y="1346184"/>
                </a:lnTo>
                <a:lnTo>
                  <a:pt x="2362366" y="1344185"/>
                </a:lnTo>
                <a:lnTo>
                  <a:pt x="2368608" y="1341783"/>
                </a:lnTo>
                <a:lnTo>
                  <a:pt x="2374647" y="1338994"/>
                </a:lnTo>
                <a:lnTo>
                  <a:pt x="2380467" y="1335832"/>
                </a:lnTo>
                <a:lnTo>
                  <a:pt x="2386053" y="1332315"/>
                </a:lnTo>
                <a:lnTo>
                  <a:pt x="2391389" y="1328456"/>
                </a:lnTo>
                <a:lnTo>
                  <a:pt x="2396461" y="1324271"/>
                </a:lnTo>
                <a:lnTo>
                  <a:pt x="2401253" y="1319775"/>
                </a:lnTo>
                <a:lnTo>
                  <a:pt x="2405749" y="1314984"/>
                </a:lnTo>
                <a:lnTo>
                  <a:pt x="2409935" y="1309912"/>
                </a:lnTo>
                <a:lnTo>
                  <a:pt x="2413794" y="1304576"/>
                </a:lnTo>
                <a:lnTo>
                  <a:pt x="2417313" y="1298990"/>
                </a:lnTo>
                <a:lnTo>
                  <a:pt x="2420475" y="1293170"/>
                </a:lnTo>
                <a:lnTo>
                  <a:pt x="2423265" y="1287131"/>
                </a:lnTo>
                <a:lnTo>
                  <a:pt x="2425667" y="1280888"/>
                </a:lnTo>
                <a:lnTo>
                  <a:pt x="2427667" y="1274457"/>
                </a:lnTo>
                <a:lnTo>
                  <a:pt x="2429250" y="1267853"/>
                </a:lnTo>
                <a:lnTo>
                  <a:pt x="2430399" y="1261091"/>
                </a:lnTo>
                <a:lnTo>
                  <a:pt x="2431100" y="1254186"/>
                </a:lnTo>
                <a:lnTo>
                  <a:pt x="2431337" y="1247154"/>
                </a:lnTo>
                <a:lnTo>
                  <a:pt x="2431337" y="102681"/>
                </a:lnTo>
                <a:lnTo>
                  <a:pt x="2431100" y="95652"/>
                </a:lnTo>
                <a:lnTo>
                  <a:pt x="2430399" y="88749"/>
                </a:lnTo>
                <a:lnTo>
                  <a:pt x="2429250" y="81988"/>
                </a:lnTo>
                <a:lnTo>
                  <a:pt x="2427667" y="75386"/>
                </a:lnTo>
                <a:lnTo>
                  <a:pt x="2425667" y="68956"/>
                </a:lnTo>
                <a:lnTo>
                  <a:pt x="2423265" y="62714"/>
                </a:lnTo>
                <a:lnTo>
                  <a:pt x="2420475" y="56676"/>
                </a:lnTo>
                <a:lnTo>
                  <a:pt x="2417313" y="50857"/>
                </a:lnTo>
                <a:lnTo>
                  <a:pt x="2413794" y="45272"/>
                </a:lnTo>
                <a:lnTo>
                  <a:pt x="2409935" y="39937"/>
                </a:lnTo>
                <a:lnTo>
                  <a:pt x="2405749" y="34866"/>
                </a:lnTo>
                <a:lnTo>
                  <a:pt x="2401253" y="30076"/>
                </a:lnTo>
                <a:lnTo>
                  <a:pt x="2396461" y="25580"/>
                </a:lnTo>
                <a:lnTo>
                  <a:pt x="2391389" y="21396"/>
                </a:lnTo>
                <a:lnTo>
                  <a:pt x="2386053" y="17537"/>
                </a:lnTo>
                <a:lnTo>
                  <a:pt x="2380467" y="14020"/>
                </a:lnTo>
                <a:lnTo>
                  <a:pt x="2374647" y="10859"/>
                </a:lnTo>
                <a:lnTo>
                  <a:pt x="2368608" y="8070"/>
                </a:lnTo>
                <a:lnTo>
                  <a:pt x="2362366" y="5668"/>
                </a:lnTo>
                <a:lnTo>
                  <a:pt x="2355935" y="3668"/>
                </a:lnTo>
                <a:lnTo>
                  <a:pt x="2349332" y="2086"/>
                </a:lnTo>
                <a:lnTo>
                  <a:pt x="2342571" y="937"/>
                </a:lnTo>
                <a:lnTo>
                  <a:pt x="2335668" y="237"/>
                </a:lnTo>
                <a:lnTo>
                  <a:pt x="2328638" y="0"/>
                </a:lnTo>
                <a:lnTo>
                  <a:pt x="102681" y="0"/>
                </a:lnTo>
                <a:lnTo>
                  <a:pt x="95652" y="237"/>
                </a:lnTo>
                <a:lnTo>
                  <a:pt x="88749" y="937"/>
                </a:lnTo>
                <a:lnTo>
                  <a:pt x="81988" y="2086"/>
                </a:lnTo>
                <a:lnTo>
                  <a:pt x="75386" y="366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d14b7b505e4b7b"/>
          <a:stretch xmlns:a="http://schemas.openxmlformats.org/drawingml/2006/main"/>
        </p:blipFill>
        <p:spPr>
          <a:xfrm xmlns:a="http://schemas.openxmlformats.org/drawingml/2006/main">
            <a:off x="8284257" y="6479653"/>
            <a:ext cx="229283" cy="229283"/>
          </a:xfrm>
          <a:prstGeom xmlns:a="http://schemas.openxmlformats.org/drawingml/2006/main" prst="rect">
            <a:avLst/>
          </a:prstGeom>
        </p:spPr>
      </p:pic>
      <p:pic>
        <p:nvPicPr>
          <p:cNvPr id="7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9b40d74844add"/>
          <a:stretch xmlns:a="http://schemas.openxmlformats.org/drawingml/2006/main"/>
        </p:blipFill>
        <p:spPr>
          <a:xfrm xmlns:a="http://schemas.openxmlformats.org/drawingml/2006/main">
            <a:off x="8284258" y="7258816"/>
            <a:ext cx="229280" cy="229280"/>
          </a:xfrm>
          <a:prstGeom xmlns:a="http://schemas.openxmlformats.org/drawingml/2006/main" prst="rect">
            <a:avLst/>
          </a:prstGeom>
        </p:spPr>
      </p:pic>
      <p:sp>
        <p:nvSpPr>
          <p:cNvPr id="333" name="Text &lt;v1,v2,v3,...,vn&gt;">
            <a:extLst xmlns:a="http://schemas.openxmlformats.org/drawingml/2006/main">
              <a:ext uri="{FF2B5EF4-FFF2-40B4-BE49-F238E27FC236}">
                <a16:creationId xmlns:a16="http://schemas.microsoft.com/office/drawing/2014/main" id="{3120AF7B-F5DA-4965-8AA5-FC995C7B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6" y="6558094"/>
            <a:ext cx="1042181" cy="91824"/>
          </a:xfrm>
          <a:custGeom xmlns:a="http://schemas.openxmlformats.org/drawingml/2006/main">
            <a:pathLst>
              <a:path w="1042181" h="91824">
                <a:moveTo>
                  <a:pt x="43054" y="67808"/>
                </a:moveTo>
                <a:lnTo>
                  <a:pt x="37045" y="73867"/>
                </a:lnTo>
                <a:lnTo>
                  <a:pt x="0" y="42965"/>
                </a:lnTo>
                <a:lnTo>
                  <a:pt x="37045" y="12063"/>
                </a:lnTo>
                <a:lnTo>
                  <a:pt x="43054" y="18178"/>
                </a:lnTo>
                <a:lnTo>
                  <a:pt x="13010" y="42855"/>
                </a:lnTo>
                <a:lnTo>
                  <a:pt x="43054" y="67808"/>
                </a:lnTo>
                <a:close/>
                <a:moveTo>
                  <a:pt x="58294" y="17682"/>
                </a:moveTo>
                <a:lnTo>
                  <a:pt x="69209" y="17682"/>
                </a:lnTo>
                <a:lnTo>
                  <a:pt x="82770" y="54257"/>
                </a:lnTo>
                <a:lnTo>
                  <a:pt x="85692" y="63181"/>
                </a:lnTo>
                <a:lnTo>
                  <a:pt x="88724" y="54037"/>
                </a:lnTo>
                <a:lnTo>
                  <a:pt x="102175" y="17682"/>
                </a:lnTo>
                <a:lnTo>
                  <a:pt x="112704" y="17682"/>
                </a:lnTo>
                <a:lnTo>
                  <a:pt x="90984" y="72986"/>
                </a:lnTo>
                <a:lnTo>
                  <a:pt x="79959" y="72986"/>
                </a:lnTo>
                <a:lnTo>
                  <a:pt x="58294" y="17682"/>
                </a:lnTo>
                <a:close/>
                <a:moveTo>
                  <a:pt x="171825" y="72986"/>
                </a:moveTo>
                <a:lnTo>
                  <a:pt x="126566" y="72986"/>
                </a:lnTo>
                <a:lnTo>
                  <a:pt x="126566" y="64062"/>
                </a:lnTo>
                <a:lnTo>
                  <a:pt x="145088" y="64062"/>
                </a:lnTo>
                <a:lnTo>
                  <a:pt x="145088" y="11512"/>
                </a:lnTo>
                <a:lnTo>
                  <a:pt x="127833" y="20877"/>
                </a:lnTo>
                <a:lnTo>
                  <a:pt x="124305" y="12724"/>
                </a:lnTo>
                <a:lnTo>
                  <a:pt x="147238" y="661"/>
                </a:lnTo>
                <a:lnTo>
                  <a:pt x="155728" y="661"/>
                </a:lnTo>
                <a:lnTo>
                  <a:pt x="155728" y="64062"/>
                </a:lnTo>
                <a:lnTo>
                  <a:pt x="171825" y="64062"/>
                </a:lnTo>
                <a:lnTo>
                  <a:pt x="171825" y="72986"/>
                </a:lnTo>
                <a:close/>
                <a:moveTo>
                  <a:pt x="192191" y="84278"/>
                </a:moveTo>
                <a:cubicBezTo>
                  <a:pt x="194065" y="84351"/>
                  <a:pt x="195885" y="84186"/>
                  <a:pt x="197649" y="83782"/>
                </a:cubicBezTo>
                <a:cubicBezTo>
                  <a:pt x="199413" y="83378"/>
                  <a:pt x="200966" y="82781"/>
                  <a:pt x="202307" y="81992"/>
                </a:cubicBezTo>
                <a:cubicBezTo>
                  <a:pt x="203648" y="81202"/>
                  <a:pt x="204723" y="80220"/>
                  <a:pt x="205532" y="79045"/>
                </a:cubicBezTo>
                <a:cubicBezTo>
                  <a:pt x="206340" y="77870"/>
                  <a:pt x="206745" y="76529"/>
                  <a:pt x="206745" y="75024"/>
                </a:cubicBezTo>
                <a:cubicBezTo>
                  <a:pt x="206745" y="73481"/>
                  <a:pt x="206478" y="72233"/>
                  <a:pt x="205945" y="71278"/>
                </a:cubicBezTo>
                <a:cubicBezTo>
                  <a:pt x="205412" y="70323"/>
                  <a:pt x="204815" y="69442"/>
                  <a:pt x="204154" y="68634"/>
                </a:cubicBezTo>
                <a:cubicBezTo>
                  <a:pt x="203492" y="67826"/>
                  <a:pt x="202895" y="66963"/>
                  <a:pt x="202362" y="66045"/>
                </a:cubicBezTo>
                <a:cubicBezTo>
                  <a:pt x="201829" y="65127"/>
                  <a:pt x="201563" y="63897"/>
                  <a:pt x="201563" y="62354"/>
                </a:cubicBezTo>
                <a:cubicBezTo>
                  <a:pt x="201563" y="61583"/>
                  <a:pt x="201710" y="60775"/>
                  <a:pt x="202004" y="59931"/>
                </a:cubicBezTo>
                <a:cubicBezTo>
                  <a:pt x="202298" y="59086"/>
                  <a:pt x="202748" y="58315"/>
                  <a:pt x="203354" y="57617"/>
                </a:cubicBezTo>
                <a:cubicBezTo>
                  <a:pt x="203961" y="56920"/>
                  <a:pt x="204733" y="56350"/>
                  <a:pt x="205670" y="55910"/>
                </a:cubicBezTo>
                <a:cubicBezTo>
                  <a:pt x="206607" y="55469"/>
                  <a:pt x="207719" y="55249"/>
                  <a:pt x="209005" y="55249"/>
                </a:cubicBezTo>
                <a:cubicBezTo>
                  <a:pt x="210291" y="55249"/>
                  <a:pt x="211532" y="55515"/>
                  <a:pt x="212726" y="56047"/>
                </a:cubicBezTo>
                <a:cubicBezTo>
                  <a:pt x="213920" y="56580"/>
                  <a:pt x="214968" y="57397"/>
                  <a:pt x="215868" y="58499"/>
                </a:cubicBezTo>
                <a:cubicBezTo>
                  <a:pt x="216769" y="59600"/>
                  <a:pt x="217485" y="60977"/>
                  <a:pt x="218018" y="62630"/>
                </a:cubicBezTo>
                <a:cubicBezTo>
                  <a:pt x="218551" y="64282"/>
                  <a:pt x="218817" y="66229"/>
                  <a:pt x="218817" y="68469"/>
                </a:cubicBezTo>
                <a:cubicBezTo>
                  <a:pt x="218817" y="71517"/>
                  <a:pt x="218257" y="74445"/>
                  <a:pt x="217136" y="77255"/>
                </a:cubicBezTo>
                <a:cubicBezTo>
                  <a:pt x="216015" y="80064"/>
                  <a:pt x="214343" y="82552"/>
                  <a:pt x="212120" y="84718"/>
                </a:cubicBezTo>
                <a:cubicBezTo>
                  <a:pt x="209896" y="86885"/>
                  <a:pt x="207121" y="88611"/>
                  <a:pt x="203795" y="89896"/>
                </a:cubicBezTo>
                <a:cubicBezTo>
                  <a:pt x="200469" y="91181"/>
                  <a:pt x="196601" y="91824"/>
                  <a:pt x="192191" y="91824"/>
                </a:cubicBezTo>
                <a:lnTo>
                  <a:pt x="192191" y="84278"/>
                </a:lnTo>
                <a:close/>
                <a:moveTo>
                  <a:pt x="244917" y="17682"/>
                </a:moveTo>
                <a:lnTo>
                  <a:pt x="255832" y="17682"/>
                </a:lnTo>
                <a:lnTo>
                  <a:pt x="269393" y="54257"/>
                </a:lnTo>
                <a:lnTo>
                  <a:pt x="272315" y="63181"/>
                </a:lnTo>
                <a:lnTo>
                  <a:pt x="275347" y="54037"/>
                </a:lnTo>
                <a:lnTo>
                  <a:pt x="288798" y="17682"/>
                </a:lnTo>
                <a:lnTo>
                  <a:pt x="299327" y="17682"/>
                </a:lnTo>
                <a:lnTo>
                  <a:pt x="277607" y="72986"/>
                </a:lnTo>
                <a:lnTo>
                  <a:pt x="266582" y="72986"/>
                </a:lnTo>
                <a:lnTo>
                  <a:pt x="244917" y="17682"/>
                </a:lnTo>
                <a:close/>
                <a:moveTo>
                  <a:pt x="359056" y="72986"/>
                </a:moveTo>
                <a:lnTo>
                  <a:pt x="311591" y="72986"/>
                </a:lnTo>
                <a:lnTo>
                  <a:pt x="311591" y="64393"/>
                </a:lnTo>
                <a:lnTo>
                  <a:pt x="330224" y="45885"/>
                </a:lnTo>
                <a:cubicBezTo>
                  <a:pt x="333275" y="42873"/>
                  <a:pt x="335755" y="40266"/>
                  <a:pt x="337666" y="38063"/>
                </a:cubicBezTo>
                <a:cubicBezTo>
                  <a:pt x="339577" y="35859"/>
                  <a:pt x="341066" y="33849"/>
                  <a:pt x="342132" y="32031"/>
                </a:cubicBezTo>
                <a:cubicBezTo>
                  <a:pt x="343197" y="30213"/>
                  <a:pt x="343914" y="28497"/>
                  <a:pt x="344282" y="26881"/>
                </a:cubicBezTo>
                <a:cubicBezTo>
                  <a:pt x="344649" y="25265"/>
                  <a:pt x="344833" y="23521"/>
                  <a:pt x="344833" y="21648"/>
                </a:cubicBezTo>
                <a:cubicBezTo>
                  <a:pt x="344833" y="19885"/>
                  <a:pt x="344594" y="18205"/>
                  <a:pt x="344116" y="16608"/>
                </a:cubicBezTo>
                <a:cubicBezTo>
                  <a:pt x="343638" y="15010"/>
                  <a:pt x="342903" y="13606"/>
                  <a:pt x="341911" y="12394"/>
                </a:cubicBezTo>
                <a:cubicBezTo>
                  <a:pt x="340919" y="11182"/>
                  <a:pt x="339633" y="10227"/>
                  <a:pt x="338052" y="9529"/>
                </a:cubicBezTo>
                <a:cubicBezTo>
                  <a:pt x="336472" y="8832"/>
                  <a:pt x="334579" y="8483"/>
                  <a:pt x="332374" y="8483"/>
                </a:cubicBezTo>
                <a:cubicBezTo>
                  <a:pt x="329324" y="8483"/>
                  <a:pt x="326549" y="9162"/>
                  <a:pt x="324050" y="10521"/>
                </a:cubicBezTo>
                <a:cubicBezTo>
                  <a:pt x="321551" y="11880"/>
                  <a:pt x="319254" y="13642"/>
                  <a:pt x="317159" y="15809"/>
                </a:cubicBezTo>
                <a:lnTo>
                  <a:pt x="311867" y="9474"/>
                </a:lnTo>
                <a:cubicBezTo>
                  <a:pt x="314587" y="6610"/>
                  <a:pt x="317720" y="4315"/>
                  <a:pt x="321266" y="2589"/>
                </a:cubicBezTo>
                <a:cubicBezTo>
                  <a:pt x="324813" y="863"/>
                  <a:pt x="328938" y="0"/>
                  <a:pt x="333642" y="0"/>
                </a:cubicBezTo>
                <a:cubicBezTo>
                  <a:pt x="336839" y="0"/>
                  <a:pt x="339752" y="477"/>
                  <a:pt x="342380" y="1432"/>
                </a:cubicBezTo>
                <a:cubicBezTo>
                  <a:pt x="345007" y="2387"/>
                  <a:pt x="347277" y="3764"/>
                  <a:pt x="349188" y="5563"/>
                </a:cubicBezTo>
                <a:cubicBezTo>
                  <a:pt x="351099" y="7363"/>
                  <a:pt x="352578" y="9566"/>
                  <a:pt x="353626" y="12173"/>
                </a:cubicBezTo>
                <a:cubicBezTo>
                  <a:pt x="354673" y="14781"/>
                  <a:pt x="355197" y="17719"/>
                  <a:pt x="355197" y="20987"/>
                </a:cubicBezTo>
                <a:cubicBezTo>
                  <a:pt x="355197" y="23741"/>
                  <a:pt x="354829" y="26293"/>
                  <a:pt x="354094" y="28643"/>
                </a:cubicBezTo>
                <a:cubicBezTo>
                  <a:pt x="353359" y="30994"/>
                  <a:pt x="352247" y="33335"/>
                  <a:pt x="350759" y="35667"/>
                </a:cubicBezTo>
                <a:cubicBezTo>
                  <a:pt x="349271" y="37998"/>
                  <a:pt x="347396" y="40413"/>
                  <a:pt x="345136" y="42910"/>
                </a:cubicBezTo>
                <a:cubicBezTo>
                  <a:pt x="342876" y="45407"/>
                  <a:pt x="340202" y="48143"/>
                  <a:pt x="337115" y="51117"/>
                </a:cubicBezTo>
                <a:lnTo>
                  <a:pt x="324050" y="63842"/>
                </a:lnTo>
                <a:lnTo>
                  <a:pt x="359056" y="63842"/>
                </a:lnTo>
                <a:lnTo>
                  <a:pt x="359056" y="72986"/>
                </a:lnTo>
                <a:close/>
                <a:moveTo>
                  <a:pt x="378816" y="84278"/>
                </a:moveTo>
                <a:cubicBezTo>
                  <a:pt x="380690" y="84351"/>
                  <a:pt x="382509" y="84186"/>
                  <a:pt x="384273" y="83782"/>
                </a:cubicBezTo>
                <a:cubicBezTo>
                  <a:pt x="386037" y="83378"/>
                  <a:pt x="387590" y="82781"/>
                  <a:pt x="388931" y="81992"/>
                </a:cubicBezTo>
                <a:cubicBezTo>
                  <a:pt x="390273" y="81202"/>
                  <a:pt x="391348" y="80220"/>
                  <a:pt x="392156" y="79045"/>
                </a:cubicBezTo>
                <a:cubicBezTo>
                  <a:pt x="392965" y="77870"/>
                  <a:pt x="393369" y="76529"/>
                  <a:pt x="393369" y="75024"/>
                </a:cubicBezTo>
                <a:cubicBezTo>
                  <a:pt x="393369" y="73481"/>
                  <a:pt x="393103" y="72233"/>
                  <a:pt x="392570" y="71278"/>
                </a:cubicBezTo>
                <a:cubicBezTo>
                  <a:pt x="392037" y="70323"/>
                  <a:pt x="391440" y="69442"/>
                  <a:pt x="390778" y="68634"/>
                </a:cubicBezTo>
                <a:cubicBezTo>
                  <a:pt x="390117" y="67826"/>
                  <a:pt x="389519" y="66963"/>
                  <a:pt x="388987" y="66045"/>
                </a:cubicBezTo>
                <a:cubicBezTo>
                  <a:pt x="388454" y="65127"/>
                  <a:pt x="388187" y="63897"/>
                  <a:pt x="388187" y="62354"/>
                </a:cubicBezTo>
                <a:cubicBezTo>
                  <a:pt x="388187" y="61583"/>
                  <a:pt x="388334" y="60775"/>
                  <a:pt x="388628" y="59931"/>
                </a:cubicBezTo>
                <a:cubicBezTo>
                  <a:pt x="388922" y="59086"/>
                  <a:pt x="389372" y="58315"/>
                  <a:pt x="389979" y="57617"/>
                </a:cubicBezTo>
                <a:cubicBezTo>
                  <a:pt x="390585" y="56920"/>
                  <a:pt x="391357" y="56350"/>
                  <a:pt x="392294" y="55910"/>
                </a:cubicBezTo>
                <a:cubicBezTo>
                  <a:pt x="393231" y="55469"/>
                  <a:pt x="394343" y="55249"/>
                  <a:pt x="395629" y="55249"/>
                </a:cubicBezTo>
                <a:cubicBezTo>
                  <a:pt x="396916" y="55249"/>
                  <a:pt x="398156" y="55515"/>
                  <a:pt x="399350" y="56047"/>
                </a:cubicBezTo>
                <a:cubicBezTo>
                  <a:pt x="400545" y="56580"/>
                  <a:pt x="401592" y="57397"/>
                  <a:pt x="402493" y="58499"/>
                </a:cubicBezTo>
                <a:cubicBezTo>
                  <a:pt x="403393" y="59600"/>
                  <a:pt x="404110" y="60977"/>
                  <a:pt x="404643" y="62630"/>
                </a:cubicBezTo>
                <a:cubicBezTo>
                  <a:pt x="405175" y="64282"/>
                  <a:pt x="405442" y="66229"/>
                  <a:pt x="405442" y="68469"/>
                </a:cubicBezTo>
                <a:cubicBezTo>
                  <a:pt x="405442" y="71517"/>
                  <a:pt x="404881" y="74445"/>
                  <a:pt x="403761" y="77255"/>
                </a:cubicBezTo>
                <a:cubicBezTo>
                  <a:pt x="402640" y="80064"/>
                  <a:pt x="400967" y="82552"/>
                  <a:pt x="398744" y="84718"/>
                </a:cubicBezTo>
                <a:cubicBezTo>
                  <a:pt x="396521" y="86885"/>
                  <a:pt x="393746" y="88611"/>
                  <a:pt x="390420" y="89896"/>
                </a:cubicBezTo>
                <a:cubicBezTo>
                  <a:pt x="387094" y="91181"/>
                  <a:pt x="383226" y="91824"/>
                  <a:pt x="378816" y="91824"/>
                </a:cubicBezTo>
                <a:lnTo>
                  <a:pt x="378816" y="84278"/>
                </a:lnTo>
                <a:close/>
                <a:moveTo>
                  <a:pt x="431542" y="17682"/>
                </a:moveTo>
                <a:lnTo>
                  <a:pt x="442457" y="17682"/>
                </a:lnTo>
                <a:lnTo>
                  <a:pt x="456018" y="54257"/>
                </a:lnTo>
                <a:lnTo>
                  <a:pt x="458940" y="63181"/>
                </a:lnTo>
                <a:lnTo>
                  <a:pt x="461972" y="54037"/>
                </a:lnTo>
                <a:lnTo>
                  <a:pt x="475423" y="17682"/>
                </a:lnTo>
                <a:lnTo>
                  <a:pt x="485952" y="17682"/>
                </a:lnTo>
                <a:lnTo>
                  <a:pt x="464232" y="72986"/>
                </a:lnTo>
                <a:lnTo>
                  <a:pt x="453206" y="72986"/>
                </a:lnTo>
                <a:lnTo>
                  <a:pt x="431542" y="17682"/>
                </a:lnTo>
                <a:close/>
                <a:moveTo>
                  <a:pt x="544301" y="51117"/>
                </a:moveTo>
                <a:cubicBezTo>
                  <a:pt x="544301" y="54276"/>
                  <a:pt x="543658" y="57241"/>
                  <a:pt x="542372" y="60013"/>
                </a:cubicBezTo>
                <a:cubicBezTo>
                  <a:pt x="541085" y="62786"/>
                  <a:pt x="539156" y="65210"/>
                  <a:pt x="536583" y="67284"/>
                </a:cubicBezTo>
                <a:cubicBezTo>
                  <a:pt x="534011" y="69359"/>
                  <a:pt x="530777" y="70993"/>
                  <a:pt x="526881" y="72187"/>
                </a:cubicBezTo>
                <a:cubicBezTo>
                  <a:pt x="522985" y="73380"/>
                  <a:pt x="518446" y="73977"/>
                  <a:pt x="513265" y="73977"/>
                </a:cubicBezTo>
                <a:cubicBezTo>
                  <a:pt x="510398" y="73977"/>
                  <a:pt x="507825" y="73885"/>
                  <a:pt x="505547" y="73702"/>
                </a:cubicBezTo>
                <a:cubicBezTo>
                  <a:pt x="503268" y="73518"/>
                  <a:pt x="501137" y="73279"/>
                  <a:pt x="499152" y="72986"/>
                </a:cubicBezTo>
                <a:lnTo>
                  <a:pt x="499152" y="64393"/>
                </a:lnTo>
                <a:cubicBezTo>
                  <a:pt x="501431" y="64797"/>
                  <a:pt x="503838" y="65109"/>
                  <a:pt x="506374" y="65329"/>
                </a:cubicBezTo>
                <a:cubicBezTo>
                  <a:pt x="508910" y="65549"/>
                  <a:pt x="511500" y="65659"/>
                  <a:pt x="514147" y="65659"/>
                </a:cubicBezTo>
                <a:cubicBezTo>
                  <a:pt x="517748" y="65659"/>
                  <a:pt x="520826" y="65338"/>
                  <a:pt x="523380" y="64696"/>
                </a:cubicBezTo>
                <a:cubicBezTo>
                  <a:pt x="525935" y="64053"/>
                  <a:pt x="528020" y="63126"/>
                  <a:pt x="529637" y="61914"/>
                </a:cubicBezTo>
                <a:cubicBezTo>
                  <a:pt x="531254" y="60702"/>
                  <a:pt x="532430" y="59233"/>
                  <a:pt x="533165" y="57507"/>
                </a:cubicBezTo>
                <a:cubicBezTo>
                  <a:pt x="533900" y="55781"/>
                  <a:pt x="534268" y="53835"/>
                  <a:pt x="534268" y="51668"/>
                </a:cubicBezTo>
                <a:cubicBezTo>
                  <a:pt x="534268" y="49685"/>
                  <a:pt x="533827" y="47959"/>
                  <a:pt x="532945" y="46490"/>
                </a:cubicBezTo>
                <a:cubicBezTo>
                  <a:pt x="532063" y="45022"/>
                  <a:pt x="530822" y="43791"/>
                  <a:pt x="529224" y="42800"/>
                </a:cubicBezTo>
                <a:cubicBezTo>
                  <a:pt x="527625" y="41808"/>
                  <a:pt x="525714" y="41065"/>
                  <a:pt x="523491" y="40569"/>
                </a:cubicBezTo>
                <a:cubicBezTo>
                  <a:pt x="521267" y="40073"/>
                  <a:pt x="518832" y="39825"/>
                  <a:pt x="516186" y="39825"/>
                </a:cubicBezTo>
                <a:lnTo>
                  <a:pt x="507972" y="39825"/>
                </a:lnTo>
                <a:lnTo>
                  <a:pt x="507972" y="31948"/>
                </a:lnTo>
                <a:lnTo>
                  <a:pt x="516297" y="31948"/>
                </a:lnTo>
                <a:cubicBezTo>
                  <a:pt x="518465" y="31948"/>
                  <a:pt x="520440" y="31664"/>
                  <a:pt x="522223" y="31095"/>
                </a:cubicBezTo>
                <a:cubicBezTo>
                  <a:pt x="524005" y="30525"/>
                  <a:pt x="525530" y="29708"/>
                  <a:pt x="526798" y="28643"/>
                </a:cubicBezTo>
                <a:cubicBezTo>
                  <a:pt x="528066" y="27578"/>
                  <a:pt x="529040" y="26266"/>
                  <a:pt x="529720" y="24705"/>
                </a:cubicBezTo>
                <a:cubicBezTo>
                  <a:pt x="530400" y="23144"/>
                  <a:pt x="530740" y="21372"/>
                  <a:pt x="530740" y="19389"/>
                </a:cubicBezTo>
                <a:cubicBezTo>
                  <a:pt x="530740" y="15534"/>
                  <a:pt x="529564" y="12724"/>
                  <a:pt x="527212" y="10962"/>
                </a:cubicBezTo>
                <a:cubicBezTo>
                  <a:pt x="524860" y="9199"/>
                  <a:pt x="521405" y="8318"/>
                  <a:pt x="516848" y="8318"/>
                </a:cubicBezTo>
                <a:cubicBezTo>
                  <a:pt x="514422" y="8318"/>
                  <a:pt x="511923" y="8556"/>
                  <a:pt x="509351" y="9034"/>
                </a:cubicBezTo>
                <a:cubicBezTo>
                  <a:pt x="506778" y="9511"/>
                  <a:pt x="504022" y="10227"/>
                  <a:pt x="501081" y="11182"/>
                </a:cubicBezTo>
                <a:lnTo>
                  <a:pt x="501081" y="2809"/>
                </a:lnTo>
                <a:cubicBezTo>
                  <a:pt x="502331" y="2369"/>
                  <a:pt x="503663" y="1974"/>
                  <a:pt x="505078" y="1625"/>
                </a:cubicBezTo>
                <a:cubicBezTo>
                  <a:pt x="506493" y="1276"/>
                  <a:pt x="507908" y="982"/>
                  <a:pt x="509323" y="744"/>
                </a:cubicBezTo>
                <a:cubicBezTo>
                  <a:pt x="510738" y="505"/>
                  <a:pt x="512144" y="321"/>
                  <a:pt x="513540" y="193"/>
                </a:cubicBezTo>
                <a:cubicBezTo>
                  <a:pt x="514937" y="64"/>
                  <a:pt x="516278" y="0"/>
                  <a:pt x="517564" y="0"/>
                </a:cubicBezTo>
                <a:cubicBezTo>
                  <a:pt x="521387" y="0"/>
                  <a:pt x="524749" y="413"/>
                  <a:pt x="527653" y="1239"/>
                </a:cubicBezTo>
                <a:cubicBezTo>
                  <a:pt x="530556" y="2066"/>
                  <a:pt x="532982" y="3250"/>
                  <a:pt x="534929" y="4792"/>
                </a:cubicBezTo>
                <a:cubicBezTo>
                  <a:pt x="536877" y="6335"/>
                  <a:pt x="538347" y="8207"/>
                  <a:pt x="539340" y="10411"/>
                </a:cubicBezTo>
                <a:cubicBezTo>
                  <a:pt x="540332" y="12614"/>
                  <a:pt x="540828" y="15093"/>
                  <a:pt x="540828" y="17847"/>
                </a:cubicBezTo>
                <a:cubicBezTo>
                  <a:pt x="540828" y="21960"/>
                  <a:pt x="539771" y="25412"/>
                  <a:pt x="537658" y="28203"/>
                </a:cubicBezTo>
                <a:cubicBezTo>
                  <a:pt x="535545" y="30994"/>
                  <a:pt x="532651" y="33215"/>
                  <a:pt x="528976" y="34868"/>
                </a:cubicBezTo>
                <a:cubicBezTo>
                  <a:pt x="530850" y="35162"/>
                  <a:pt x="532697" y="35749"/>
                  <a:pt x="534516" y="36631"/>
                </a:cubicBezTo>
                <a:cubicBezTo>
                  <a:pt x="536335" y="37512"/>
                  <a:pt x="537971" y="38641"/>
                  <a:pt x="539422" y="40018"/>
                </a:cubicBezTo>
                <a:cubicBezTo>
                  <a:pt x="540874" y="41395"/>
                  <a:pt x="542050" y="43020"/>
                  <a:pt x="542950" y="44893"/>
                </a:cubicBezTo>
                <a:cubicBezTo>
                  <a:pt x="543851" y="46766"/>
                  <a:pt x="544301" y="48841"/>
                  <a:pt x="544301" y="51117"/>
                </a:cubicBezTo>
                <a:close/>
                <a:moveTo>
                  <a:pt x="565439" y="84278"/>
                </a:moveTo>
                <a:cubicBezTo>
                  <a:pt x="567314" y="84351"/>
                  <a:pt x="569133" y="84186"/>
                  <a:pt x="570897" y="83782"/>
                </a:cubicBezTo>
                <a:cubicBezTo>
                  <a:pt x="572661" y="83378"/>
                  <a:pt x="574214" y="82781"/>
                  <a:pt x="575555" y="81992"/>
                </a:cubicBezTo>
                <a:cubicBezTo>
                  <a:pt x="576896" y="81202"/>
                  <a:pt x="577971" y="80220"/>
                  <a:pt x="578780" y="79045"/>
                </a:cubicBezTo>
                <a:cubicBezTo>
                  <a:pt x="579588" y="77870"/>
                  <a:pt x="579993" y="76529"/>
                  <a:pt x="579993" y="75024"/>
                </a:cubicBezTo>
                <a:cubicBezTo>
                  <a:pt x="579993" y="73481"/>
                  <a:pt x="579726" y="72233"/>
                  <a:pt x="579193" y="71278"/>
                </a:cubicBezTo>
                <a:cubicBezTo>
                  <a:pt x="578660" y="70323"/>
                  <a:pt x="578063" y="69442"/>
                  <a:pt x="577402" y="68634"/>
                </a:cubicBezTo>
                <a:cubicBezTo>
                  <a:pt x="576740" y="67826"/>
                  <a:pt x="576143" y="66963"/>
                  <a:pt x="575610" y="66045"/>
                </a:cubicBezTo>
                <a:cubicBezTo>
                  <a:pt x="575077" y="65127"/>
                  <a:pt x="574811" y="63897"/>
                  <a:pt x="574811" y="62354"/>
                </a:cubicBezTo>
                <a:cubicBezTo>
                  <a:pt x="574811" y="61583"/>
                  <a:pt x="574958" y="60775"/>
                  <a:pt x="575252" y="59931"/>
                </a:cubicBezTo>
                <a:cubicBezTo>
                  <a:pt x="575546" y="59086"/>
                  <a:pt x="575996" y="58315"/>
                  <a:pt x="576602" y="57617"/>
                </a:cubicBezTo>
                <a:cubicBezTo>
                  <a:pt x="577209" y="56920"/>
                  <a:pt x="577981" y="56350"/>
                  <a:pt x="578918" y="55910"/>
                </a:cubicBezTo>
                <a:cubicBezTo>
                  <a:pt x="579855" y="55469"/>
                  <a:pt x="580967" y="55249"/>
                  <a:pt x="582253" y="55249"/>
                </a:cubicBezTo>
                <a:cubicBezTo>
                  <a:pt x="583539" y="55249"/>
                  <a:pt x="584780" y="55515"/>
                  <a:pt x="585974" y="56047"/>
                </a:cubicBezTo>
                <a:cubicBezTo>
                  <a:pt x="587168" y="56580"/>
                  <a:pt x="588216" y="57397"/>
                  <a:pt x="589116" y="58499"/>
                </a:cubicBezTo>
                <a:cubicBezTo>
                  <a:pt x="590017" y="59600"/>
                  <a:pt x="590733" y="60977"/>
                  <a:pt x="591266" y="62630"/>
                </a:cubicBezTo>
                <a:cubicBezTo>
                  <a:pt x="591799" y="64282"/>
                  <a:pt x="592066" y="66229"/>
                  <a:pt x="592066" y="68469"/>
                </a:cubicBezTo>
                <a:cubicBezTo>
                  <a:pt x="592066" y="71517"/>
                  <a:pt x="591505" y="74445"/>
                  <a:pt x="590384" y="77255"/>
                </a:cubicBezTo>
                <a:cubicBezTo>
                  <a:pt x="589263" y="80064"/>
                  <a:pt x="587591" y="82552"/>
                  <a:pt x="585368" y="84718"/>
                </a:cubicBezTo>
                <a:cubicBezTo>
                  <a:pt x="583144" y="86885"/>
                  <a:pt x="580369" y="88611"/>
                  <a:pt x="577043" y="89896"/>
                </a:cubicBezTo>
                <a:cubicBezTo>
                  <a:pt x="573717" y="91181"/>
                  <a:pt x="569849" y="91824"/>
                  <a:pt x="565439" y="91824"/>
                </a:cubicBezTo>
                <a:lnTo>
                  <a:pt x="565439" y="84278"/>
                </a:lnTo>
                <a:close/>
                <a:moveTo>
                  <a:pt x="645122" y="55634"/>
                </a:moveTo>
                <a:cubicBezTo>
                  <a:pt x="646372" y="55634"/>
                  <a:pt x="647557" y="55873"/>
                  <a:pt x="648678" y="56350"/>
                </a:cubicBezTo>
                <a:cubicBezTo>
                  <a:pt x="649799" y="56828"/>
                  <a:pt x="650773" y="57489"/>
                  <a:pt x="651600" y="58333"/>
                </a:cubicBezTo>
                <a:cubicBezTo>
                  <a:pt x="652427" y="59178"/>
                  <a:pt x="653079" y="60160"/>
                  <a:pt x="653557" y="61280"/>
                </a:cubicBezTo>
                <a:cubicBezTo>
                  <a:pt x="654034" y="62400"/>
                  <a:pt x="654273" y="63603"/>
                  <a:pt x="654273" y="64888"/>
                </a:cubicBezTo>
                <a:cubicBezTo>
                  <a:pt x="654273" y="66137"/>
                  <a:pt x="654034" y="67312"/>
                  <a:pt x="653557" y="68414"/>
                </a:cubicBezTo>
                <a:cubicBezTo>
                  <a:pt x="653079" y="69515"/>
                  <a:pt x="652427" y="70479"/>
                  <a:pt x="651600" y="71306"/>
                </a:cubicBezTo>
                <a:cubicBezTo>
                  <a:pt x="650773" y="72132"/>
                  <a:pt x="649799" y="72784"/>
                  <a:pt x="648678" y="73261"/>
                </a:cubicBezTo>
                <a:cubicBezTo>
                  <a:pt x="647557" y="73738"/>
                  <a:pt x="646372" y="73977"/>
                  <a:pt x="645122" y="73977"/>
                </a:cubicBezTo>
                <a:cubicBezTo>
                  <a:pt x="643836" y="73977"/>
                  <a:pt x="642642" y="73738"/>
                  <a:pt x="641539" y="73261"/>
                </a:cubicBezTo>
                <a:cubicBezTo>
                  <a:pt x="640436" y="72784"/>
                  <a:pt x="639472" y="72132"/>
                  <a:pt x="638645" y="71306"/>
                </a:cubicBezTo>
                <a:cubicBezTo>
                  <a:pt x="637818" y="70479"/>
                  <a:pt x="637166" y="69515"/>
                  <a:pt x="636688" y="68414"/>
                </a:cubicBezTo>
                <a:cubicBezTo>
                  <a:pt x="636210" y="67312"/>
                  <a:pt x="635971" y="66137"/>
                  <a:pt x="635971" y="64888"/>
                </a:cubicBezTo>
                <a:cubicBezTo>
                  <a:pt x="635971" y="63603"/>
                  <a:pt x="636210" y="62400"/>
                  <a:pt x="636688" y="61280"/>
                </a:cubicBezTo>
                <a:cubicBezTo>
                  <a:pt x="637166" y="60160"/>
                  <a:pt x="637818" y="59178"/>
                  <a:pt x="638645" y="58333"/>
                </a:cubicBezTo>
                <a:cubicBezTo>
                  <a:pt x="639472" y="57489"/>
                  <a:pt x="640436" y="56828"/>
                  <a:pt x="641539" y="56350"/>
                </a:cubicBezTo>
                <a:cubicBezTo>
                  <a:pt x="642642" y="55873"/>
                  <a:pt x="643836" y="55634"/>
                  <a:pt x="645122" y="55634"/>
                </a:cubicBezTo>
                <a:close/>
                <a:moveTo>
                  <a:pt x="707330" y="55634"/>
                </a:moveTo>
                <a:cubicBezTo>
                  <a:pt x="708580" y="55634"/>
                  <a:pt x="709765" y="55873"/>
                  <a:pt x="710886" y="56350"/>
                </a:cubicBezTo>
                <a:cubicBezTo>
                  <a:pt x="712007" y="56828"/>
                  <a:pt x="712981" y="57489"/>
                  <a:pt x="713807" y="58333"/>
                </a:cubicBezTo>
                <a:cubicBezTo>
                  <a:pt x="714634" y="59178"/>
                  <a:pt x="715287" y="60160"/>
                  <a:pt x="715764" y="61280"/>
                </a:cubicBezTo>
                <a:cubicBezTo>
                  <a:pt x="716242" y="62400"/>
                  <a:pt x="716481" y="63603"/>
                  <a:pt x="716481" y="64888"/>
                </a:cubicBezTo>
                <a:cubicBezTo>
                  <a:pt x="716481" y="66137"/>
                  <a:pt x="716242" y="67312"/>
                  <a:pt x="715764" y="68414"/>
                </a:cubicBezTo>
                <a:cubicBezTo>
                  <a:pt x="715287" y="69515"/>
                  <a:pt x="714634" y="70479"/>
                  <a:pt x="713807" y="71306"/>
                </a:cubicBezTo>
                <a:cubicBezTo>
                  <a:pt x="712981" y="72132"/>
                  <a:pt x="712007" y="72784"/>
                  <a:pt x="710886" y="73261"/>
                </a:cubicBezTo>
                <a:cubicBezTo>
                  <a:pt x="709765" y="73738"/>
                  <a:pt x="708580" y="73977"/>
                  <a:pt x="707330" y="73977"/>
                </a:cubicBezTo>
                <a:cubicBezTo>
                  <a:pt x="706044" y="73977"/>
                  <a:pt x="704849" y="73738"/>
                  <a:pt x="703747" y="73261"/>
                </a:cubicBezTo>
                <a:cubicBezTo>
                  <a:pt x="702644" y="72784"/>
                  <a:pt x="701679" y="72132"/>
                  <a:pt x="700853" y="71306"/>
                </a:cubicBezTo>
                <a:cubicBezTo>
                  <a:pt x="700026" y="70479"/>
                  <a:pt x="699373" y="69515"/>
                  <a:pt x="698896" y="68414"/>
                </a:cubicBezTo>
                <a:cubicBezTo>
                  <a:pt x="698418" y="67312"/>
                  <a:pt x="698179" y="66137"/>
                  <a:pt x="698179" y="64888"/>
                </a:cubicBezTo>
                <a:cubicBezTo>
                  <a:pt x="698179" y="63603"/>
                  <a:pt x="698418" y="62400"/>
                  <a:pt x="698896" y="61280"/>
                </a:cubicBezTo>
                <a:cubicBezTo>
                  <a:pt x="699373" y="60160"/>
                  <a:pt x="700026" y="59178"/>
                  <a:pt x="700853" y="58333"/>
                </a:cubicBezTo>
                <a:cubicBezTo>
                  <a:pt x="701679" y="57489"/>
                  <a:pt x="702644" y="56828"/>
                  <a:pt x="703747" y="56350"/>
                </a:cubicBezTo>
                <a:cubicBezTo>
                  <a:pt x="704849" y="55873"/>
                  <a:pt x="706044" y="55634"/>
                  <a:pt x="707330" y="55634"/>
                </a:cubicBezTo>
                <a:close/>
                <a:moveTo>
                  <a:pt x="769538" y="55634"/>
                </a:moveTo>
                <a:cubicBezTo>
                  <a:pt x="770787" y="55634"/>
                  <a:pt x="771973" y="55873"/>
                  <a:pt x="773093" y="56350"/>
                </a:cubicBezTo>
                <a:cubicBezTo>
                  <a:pt x="774214" y="56828"/>
                  <a:pt x="775188" y="57489"/>
                  <a:pt x="776015" y="58333"/>
                </a:cubicBezTo>
                <a:cubicBezTo>
                  <a:pt x="776842" y="59178"/>
                  <a:pt x="777494" y="60160"/>
                  <a:pt x="777972" y="61280"/>
                </a:cubicBezTo>
                <a:cubicBezTo>
                  <a:pt x="778450" y="62400"/>
                  <a:pt x="778689" y="63603"/>
                  <a:pt x="778689" y="64888"/>
                </a:cubicBezTo>
                <a:cubicBezTo>
                  <a:pt x="778689" y="66137"/>
                  <a:pt x="778450" y="67312"/>
                  <a:pt x="777972" y="68414"/>
                </a:cubicBezTo>
                <a:cubicBezTo>
                  <a:pt x="777494" y="69515"/>
                  <a:pt x="776842" y="70479"/>
                  <a:pt x="776015" y="71306"/>
                </a:cubicBezTo>
                <a:cubicBezTo>
                  <a:pt x="775188" y="72132"/>
                  <a:pt x="774214" y="72784"/>
                  <a:pt x="773093" y="73261"/>
                </a:cubicBezTo>
                <a:cubicBezTo>
                  <a:pt x="771973" y="73738"/>
                  <a:pt x="770787" y="73977"/>
                  <a:pt x="769538" y="73977"/>
                </a:cubicBezTo>
                <a:cubicBezTo>
                  <a:pt x="768251" y="73977"/>
                  <a:pt x="767057" y="73738"/>
                  <a:pt x="765955" y="73261"/>
                </a:cubicBezTo>
                <a:cubicBezTo>
                  <a:pt x="764852" y="72784"/>
                  <a:pt x="763887" y="72132"/>
                  <a:pt x="763060" y="71306"/>
                </a:cubicBezTo>
                <a:cubicBezTo>
                  <a:pt x="762233" y="70479"/>
                  <a:pt x="761581" y="69515"/>
                  <a:pt x="761103" y="68414"/>
                </a:cubicBezTo>
                <a:cubicBezTo>
                  <a:pt x="760626" y="67312"/>
                  <a:pt x="760387" y="66137"/>
                  <a:pt x="760387" y="64888"/>
                </a:cubicBezTo>
                <a:cubicBezTo>
                  <a:pt x="760387" y="63603"/>
                  <a:pt x="760626" y="62400"/>
                  <a:pt x="761103" y="61280"/>
                </a:cubicBezTo>
                <a:cubicBezTo>
                  <a:pt x="761581" y="60160"/>
                  <a:pt x="762233" y="59178"/>
                  <a:pt x="763060" y="58333"/>
                </a:cubicBezTo>
                <a:cubicBezTo>
                  <a:pt x="763887" y="57489"/>
                  <a:pt x="764852" y="56828"/>
                  <a:pt x="765955" y="56350"/>
                </a:cubicBezTo>
                <a:cubicBezTo>
                  <a:pt x="767057" y="55873"/>
                  <a:pt x="768251" y="55634"/>
                  <a:pt x="769538" y="55634"/>
                </a:cubicBezTo>
                <a:close/>
                <a:moveTo>
                  <a:pt x="814270" y="84278"/>
                </a:moveTo>
                <a:cubicBezTo>
                  <a:pt x="816145" y="84351"/>
                  <a:pt x="817964" y="84186"/>
                  <a:pt x="819728" y="83782"/>
                </a:cubicBezTo>
                <a:cubicBezTo>
                  <a:pt x="821492" y="83378"/>
                  <a:pt x="823045" y="82781"/>
                  <a:pt x="824386" y="81992"/>
                </a:cubicBezTo>
                <a:cubicBezTo>
                  <a:pt x="825728" y="81202"/>
                  <a:pt x="826803" y="80220"/>
                  <a:pt x="827611" y="79045"/>
                </a:cubicBezTo>
                <a:cubicBezTo>
                  <a:pt x="828420" y="77870"/>
                  <a:pt x="828824" y="76529"/>
                  <a:pt x="828824" y="75024"/>
                </a:cubicBezTo>
                <a:cubicBezTo>
                  <a:pt x="828824" y="73481"/>
                  <a:pt x="828557" y="72233"/>
                  <a:pt x="828024" y="71278"/>
                </a:cubicBezTo>
                <a:cubicBezTo>
                  <a:pt x="827492" y="70323"/>
                  <a:pt x="826894" y="69442"/>
                  <a:pt x="826233" y="68634"/>
                </a:cubicBezTo>
                <a:cubicBezTo>
                  <a:pt x="825571" y="67826"/>
                  <a:pt x="824974" y="66963"/>
                  <a:pt x="824441" y="66045"/>
                </a:cubicBezTo>
                <a:cubicBezTo>
                  <a:pt x="823908" y="65127"/>
                  <a:pt x="823642" y="63897"/>
                  <a:pt x="823642" y="62354"/>
                </a:cubicBezTo>
                <a:cubicBezTo>
                  <a:pt x="823642" y="61583"/>
                  <a:pt x="823789" y="60775"/>
                  <a:pt x="824083" y="59931"/>
                </a:cubicBezTo>
                <a:cubicBezTo>
                  <a:pt x="824377" y="59086"/>
                  <a:pt x="824827" y="58315"/>
                  <a:pt x="825434" y="57617"/>
                </a:cubicBezTo>
                <a:cubicBezTo>
                  <a:pt x="826040" y="56920"/>
                  <a:pt x="826812" y="56350"/>
                  <a:pt x="827749" y="55910"/>
                </a:cubicBezTo>
                <a:cubicBezTo>
                  <a:pt x="828686" y="55469"/>
                  <a:pt x="829798" y="55249"/>
                  <a:pt x="831084" y="55249"/>
                </a:cubicBezTo>
                <a:cubicBezTo>
                  <a:pt x="832370" y="55249"/>
                  <a:pt x="833611" y="55515"/>
                  <a:pt x="834805" y="56047"/>
                </a:cubicBezTo>
                <a:cubicBezTo>
                  <a:pt x="836000" y="56580"/>
                  <a:pt x="837047" y="57397"/>
                  <a:pt x="837947" y="58499"/>
                </a:cubicBezTo>
                <a:cubicBezTo>
                  <a:pt x="838848" y="59600"/>
                  <a:pt x="839564" y="60977"/>
                  <a:pt x="840097" y="62630"/>
                </a:cubicBezTo>
                <a:cubicBezTo>
                  <a:pt x="840630" y="64282"/>
                  <a:pt x="840897" y="66229"/>
                  <a:pt x="840897" y="68469"/>
                </a:cubicBezTo>
                <a:cubicBezTo>
                  <a:pt x="840897" y="71517"/>
                  <a:pt x="840336" y="74445"/>
                  <a:pt x="839215" y="77255"/>
                </a:cubicBezTo>
                <a:cubicBezTo>
                  <a:pt x="838094" y="80064"/>
                  <a:pt x="836422" y="82552"/>
                  <a:pt x="834199" y="84718"/>
                </a:cubicBezTo>
                <a:cubicBezTo>
                  <a:pt x="831975" y="86885"/>
                  <a:pt x="829201" y="88611"/>
                  <a:pt x="825875" y="89896"/>
                </a:cubicBezTo>
                <a:cubicBezTo>
                  <a:pt x="822549" y="91181"/>
                  <a:pt x="818680" y="91824"/>
                  <a:pt x="814270" y="91824"/>
                </a:cubicBezTo>
                <a:lnTo>
                  <a:pt x="814270" y="84278"/>
                </a:lnTo>
                <a:close/>
                <a:moveTo>
                  <a:pt x="866883" y="17682"/>
                </a:moveTo>
                <a:lnTo>
                  <a:pt x="877798" y="17682"/>
                </a:lnTo>
                <a:lnTo>
                  <a:pt x="891359" y="54257"/>
                </a:lnTo>
                <a:lnTo>
                  <a:pt x="894281" y="63181"/>
                </a:lnTo>
                <a:lnTo>
                  <a:pt x="897313" y="54037"/>
                </a:lnTo>
                <a:lnTo>
                  <a:pt x="910764" y="17682"/>
                </a:lnTo>
                <a:lnTo>
                  <a:pt x="921293" y="17682"/>
                </a:lnTo>
                <a:lnTo>
                  <a:pt x="899573" y="72986"/>
                </a:lnTo>
                <a:lnTo>
                  <a:pt x="888548" y="72986"/>
                </a:lnTo>
                <a:lnTo>
                  <a:pt x="866883" y="17682"/>
                </a:lnTo>
                <a:close/>
                <a:moveTo>
                  <a:pt x="934273" y="17682"/>
                </a:moveTo>
                <a:lnTo>
                  <a:pt x="942817" y="17682"/>
                </a:lnTo>
                <a:lnTo>
                  <a:pt x="943203" y="26605"/>
                </a:lnTo>
                <a:cubicBezTo>
                  <a:pt x="944820" y="24696"/>
                  <a:pt x="946382" y="23108"/>
                  <a:pt x="947889" y="21841"/>
                </a:cubicBezTo>
                <a:cubicBezTo>
                  <a:pt x="949396" y="20574"/>
                  <a:pt x="950875" y="19555"/>
                  <a:pt x="952327" y="18783"/>
                </a:cubicBezTo>
                <a:cubicBezTo>
                  <a:pt x="953779" y="18012"/>
                  <a:pt x="955258" y="17471"/>
                  <a:pt x="956765" y="17158"/>
                </a:cubicBezTo>
                <a:cubicBezTo>
                  <a:pt x="958271" y="16846"/>
                  <a:pt x="959833" y="16690"/>
                  <a:pt x="961450" y="16690"/>
                </a:cubicBezTo>
                <a:cubicBezTo>
                  <a:pt x="967147" y="16690"/>
                  <a:pt x="971456" y="18370"/>
                  <a:pt x="974378" y="21730"/>
                </a:cubicBezTo>
                <a:cubicBezTo>
                  <a:pt x="977299" y="25091"/>
                  <a:pt x="978760" y="30149"/>
                  <a:pt x="978760" y="36906"/>
                </a:cubicBezTo>
                <a:lnTo>
                  <a:pt x="978760" y="72986"/>
                </a:lnTo>
                <a:lnTo>
                  <a:pt x="969168" y="72986"/>
                </a:lnTo>
                <a:lnTo>
                  <a:pt x="969168" y="37677"/>
                </a:lnTo>
                <a:cubicBezTo>
                  <a:pt x="969168" y="33344"/>
                  <a:pt x="968360" y="30140"/>
                  <a:pt x="966743" y="28065"/>
                </a:cubicBezTo>
                <a:cubicBezTo>
                  <a:pt x="965126" y="25990"/>
                  <a:pt x="962718" y="24953"/>
                  <a:pt x="959521" y="24953"/>
                </a:cubicBezTo>
                <a:cubicBezTo>
                  <a:pt x="958345" y="24953"/>
                  <a:pt x="957196" y="25127"/>
                  <a:pt x="956076" y="25476"/>
                </a:cubicBezTo>
                <a:cubicBezTo>
                  <a:pt x="954955" y="25825"/>
                  <a:pt x="953788" y="26431"/>
                  <a:pt x="952575" y="27294"/>
                </a:cubicBezTo>
                <a:cubicBezTo>
                  <a:pt x="951362" y="28157"/>
                  <a:pt x="950048" y="29323"/>
                  <a:pt x="948633" y="30792"/>
                </a:cubicBezTo>
                <a:cubicBezTo>
                  <a:pt x="947218" y="32261"/>
                  <a:pt x="945629" y="34097"/>
                  <a:pt x="943865" y="36300"/>
                </a:cubicBezTo>
                <a:lnTo>
                  <a:pt x="943865" y="72986"/>
                </a:lnTo>
                <a:lnTo>
                  <a:pt x="934273" y="72986"/>
                </a:lnTo>
                <a:lnTo>
                  <a:pt x="934273" y="17682"/>
                </a:lnTo>
                <a:close/>
                <a:moveTo>
                  <a:pt x="999182" y="18178"/>
                </a:moveTo>
                <a:lnTo>
                  <a:pt x="1005136" y="12063"/>
                </a:lnTo>
                <a:lnTo>
                  <a:pt x="1042181" y="42965"/>
                </a:lnTo>
                <a:lnTo>
                  <a:pt x="1005136" y="73867"/>
                </a:lnTo>
                <a:lnTo>
                  <a:pt x="999182" y="67808"/>
                </a:lnTo>
                <a:lnTo>
                  <a:pt x="1029226" y="43075"/>
                </a:lnTo>
                <a:lnTo>
                  <a:pt x="999182" y="181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Text &lt;v1,v2,">
            <a:extLst xmlns:a="http://schemas.openxmlformats.org/drawingml/2006/main">
              <a:ext uri="{FF2B5EF4-FFF2-40B4-BE49-F238E27FC236}">
                <a16:creationId xmlns:a16="http://schemas.microsoft.com/office/drawing/2014/main" id="{C77A19C3-B5DC-418F-A97A-ADC06D04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6" y="7336152"/>
            <a:ext cx="405442" cy="91824"/>
          </a:xfrm>
          <a:custGeom xmlns:a="http://schemas.openxmlformats.org/drawingml/2006/main">
            <a:pathLst>
              <a:path w="405442" h="91824">
                <a:moveTo>
                  <a:pt x="43054" y="67808"/>
                </a:moveTo>
                <a:lnTo>
                  <a:pt x="37045" y="73867"/>
                </a:lnTo>
                <a:lnTo>
                  <a:pt x="0" y="42965"/>
                </a:lnTo>
                <a:lnTo>
                  <a:pt x="37045" y="12063"/>
                </a:lnTo>
                <a:lnTo>
                  <a:pt x="43054" y="18178"/>
                </a:lnTo>
                <a:lnTo>
                  <a:pt x="13010" y="42855"/>
                </a:lnTo>
                <a:lnTo>
                  <a:pt x="43054" y="67808"/>
                </a:lnTo>
                <a:close/>
                <a:moveTo>
                  <a:pt x="58294" y="17682"/>
                </a:moveTo>
                <a:lnTo>
                  <a:pt x="69209" y="17682"/>
                </a:lnTo>
                <a:lnTo>
                  <a:pt x="82770" y="54257"/>
                </a:lnTo>
                <a:lnTo>
                  <a:pt x="85692" y="63181"/>
                </a:lnTo>
                <a:lnTo>
                  <a:pt x="88724" y="54037"/>
                </a:lnTo>
                <a:lnTo>
                  <a:pt x="102175" y="17682"/>
                </a:lnTo>
                <a:lnTo>
                  <a:pt x="112704" y="17682"/>
                </a:lnTo>
                <a:lnTo>
                  <a:pt x="90984" y="72986"/>
                </a:lnTo>
                <a:lnTo>
                  <a:pt x="79959" y="72986"/>
                </a:lnTo>
                <a:lnTo>
                  <a:pt x="58294" y="17682"/>
                </a:lnTo>
                <a:close/>
                <a:moveTo>
                  <a:pt x="171825" y="72986"/>
                </a:moveTo>
                <a:lnTo>
                  <a:pt x="126566" y="72986"/>
                </a:lnTo>
                <a:lnTo>
                  <a:pt x="126566" y="64062"/>
                </a:lnTo>
                <a:lnTo>
                  <a:pt x="145088" y="64062"/>
                </a:lnTo>
                <a:lnTo>
                  <a:pt x="145088" y="11512"/>
                </a:lnTo>
                <a:lnTo>
                  <a:pt x="127833" y="20877"/>
                </a:lnTo>
                <a:lnTo>
                  <a:pt x="124305" y="12724"/>
                </a:lnTo>
                <a:lnTo>
                  <a:pt x="147238" y="661"/>
                </a:lnTo>
                <a:lnTo>
                  <a:pt x="155728" y="661"/>
                </a:lnTo>
                <a:lnTo>
                  <a:pt x="155728" y="64062"/>
                </a:lnTo>
                <a:lnTo>
                  <a:pt x="171825" y="64062"/>
                </a:lnTo>
                <a:lnTo>
                  <a:pt x="171825" y="72986"/>
                </a:lnTo>
                <a:close/>
                <a:moveTo>
                  <a:pt x="192191" y="84278"/>
                </a:moveTo>
                <a:cubicBezTo>
                  <a:pt x="194065" y="84351"/>
                  <a:pt x="195885" y="84186"/>
                  <a:pt x="197649" y="83782"/>
                </a:cubicBezTo>
                <a:cubicBezTo>
                  <a:pt x="199413" y="83378"/>
                  <a:pt x="200966" y="82781"/>
                  <a:pt x="202307" y="81992"/>
                </a:cubicBezTo>
                <a:cubicBezTo>
                  <a:pt x="203648" y="81202"/>
                  <a:pt x="204723" y="80220"/>
                  <a:pt x="205532" y="79045"/>
                </a:cubicBezTo>
                <a:cubicBezTo>
                  <a:pt x="206340" y="77870"/>
                  <a:pt x="206745" y="76529"/>
                  <a:pt x="206745" y="75024"/>
                </a:cubicBezTo>
                <a:cubicBezTo>
                  <a:pt x="206745" y="73481"/>
                  <a:pt x="206478" y="72233"/>
                  <a:pt x="205945" y="71278"/>
                </a:cubicBezTo>
                <a:cubicBezTo>
                  <a:pt x="205412" y="70323"/>
                  <a:pt x="204815" y="69442"/>
                  <a:pt x="204154" y="68634"/>
                </a:cubicBezTo>
                <a:cubicBezTo>
                  <a:pt x="203492" y="67826"/>
                  <a:pt x="202895" y="66963"/>
                  <a:pt x="202362" y="66045"/>
                </a:cubicBezTo>
                <a:cubicBezTo>
                  <a:pt x="201829" y="65127"/>
                  <a:pt x="201563" y="63897"/>
                  <a:pt x="201563" y="62354"/>
                </a:cubicBezTo>
                <a:cubicBezTo>
                  <a:pt x="201563" y="61583"/>
                  <a:pt x="201710" y="60775"/>
                  <a:pt x="202004" y="59931"/>
                </a:cubicBezTo>
                <a:cubicBezTo>
                  <a:pt x="202298" y="59086"/>
                  <a:pt x="202748" y="58315"/>
                  <a:pt x="203354" y="57617"/>
                </a:cubicBezTo>
                <a:cubicBezTo>
                  <a:pt x="203961" y="56920"/>
                  <a:pt x="204733" y="56350"/>
                  <a:pt x="205670" y="55910"/>
                </a:cubicBezTo>
                <a:cubicBezTo>
                  <a:pt x="206607" y="55469"/>
                  <a:pt x="207719" y="55249"/>
                  <a:pt x="209005" y="55249"/>
                </a:cubicBezTo>
                <a:cubicBezTo>
                  <a:pt x="210291" y="55249"/>
                  <a:pt x="211532" y="55515"/>
                  <a:pt x="212726" y="56047"/>
                </a:cubicBezTo>
                <a:cubicBezTo>
                  <a:pt x="213920" y="56580"/>
                  <a:pt x="214968" y="57397"/>
                  <a:pt x="215868" y="58499"/>
                </a:cubicBezTo>
                <a:cubicBezTo>
                  <a:pt x="216769" y="59600"/>
                  <a:pt x="217485" y="60977"/>
                  <a:pt x="218018" y="62630"/>
                </a:cubicBezTo>
                <a:cubicBezTo>
                  <a:pt x="218551" y="64282"/>
                  <a:pt x="218817" y="66229"/>
                  <a:pt x="218817" y="68469"/>
                </a:cubicBezTo>
                <a:cubicBezTo>
                  <a:pt x="218817" y="71517"/>
                  <a:pt x="218257" y="74445"/>
                  <a:pt x="217136" y="77255"/>
                </a:cubicBezTo>
                <a:cubicBezTo>
                  <a:pt x="216015" y="80064"/>
                  <a:pt x="214343" y="82552"/>
                  <a:pt x="212120" y="84718"/>
                </a:cubicBezTo>
                <a:cubicBezTo>
                  <a:pt x="209896" y="86885"/>
                  <a:pt x="207121" y="88611"/>
                  <a:pt x="203795" y="89896"/>
                </a:cubicBezTo>
                <a:cubicBezTo>
                  <a:pt x="200469" y="91181"/>
                  <a:pt x="196601" y="91824"/>
                  <a:pt x="192191" y="91824"/>
                </a:cubicBezTo>
                <a:lnTo>
                  <a:pt x="192191" y="84278"/>
                </a:lnTo>
                <a:close/>
                <a:moveTo>
                  <a:pt x="244917" y="17682"/>
                </a:moveTo>
                <a:lnTo>
                  <a:pt x="255832" y="17682"/>
                </a:lnTo>
                <a:lnTo>
                  <a:pt x="269393" y="54257"/>
                </a:lnTo>
                <a:lnTo>
                  <a:pt x="272315" y="63181"/>
                </a:lnTo>
                <a:lnTo>
                  <a:pt x="275347" y="54037"/>
                </a:lnTo>
                <a:lnTo>
                  <a:pt x="288798" y="17682"/>
                </a:lnTo>
                <a:lnTo>
                  <a:pt x="299327" y="17682"/>
                </a:lnTo>
                <a:lnTo>
                  <a:pt x="277607" y="72986"/>
                </a:lnTo>
                <a:lnTo>
                  <a:pt x="266582" y="72986"/>
                </a:lnTo>
                <a:lnTo>
                  <a:pt x="244917" y="17682"/>
                </a:lnTo>
                <a:close/>
                <a:moveTo>
                  <a:pt x="359056" y="72986"/>
                </a:moveTo>
                <a:lnTo>
                  <a:pt x="311591" y="72986"/>
                </a:lnTo>
                <a:lnTo>
                  <a:pt x="311591" y="64393"/>
                </a:lnTo>
                <a:lnTo>
                  <a:pt x="330224" y="45885"/>
                </a:lnTo>
                <a:cubicBezTo>
                  <a:pt x="333275" y="42873"/>
                  <a:pt x="335755" y="40266"/>
                  <a:pt x="337666" y="38063"/>
                </a:cubicBezTo>
                <a:cubicBezTo>
                  <a:pt x="339577" y="35859"/>
                  <a:pt x="341066" y="33849"/>
                  <a:pt x="342132" y="32031"/>
                </a:cubicBezTo>
                <a:cubicBezTo>
                  <a:pt x="343197" y="30213"/>
                  <a:pt x="343914" y="28497"/>
                  <a:pt x="344282" y="26881"/>
                </a:cubicBezTo>
                <a:cubicBezTo>
                  <a:pt x="344649" y="25265"/>
                  <a:pt x="344833" y="23521"/>
                  <a:pt x="344833" y="21648"/>
                </a:cubicBezTo>
                <a:cubicBezTo>
                  <a:pt x="344833" y="19885"/>
                  <a:pt x="344594" y="18205"/>
                  <a:pt x="344116" y="16608"/>
                </a:cubicBezTo>
                <a:cubicBezTo>
                  <a:pt x="343638" y="15010"/>
                  <a:pt x="342903" y="13606"/>
                  <a:pt x="341911" y="12394"/>
                </a:cubicBezTo>
                <a:cubicBezTo>
                  <a:pt x="340919" y="11182"/>
                  <a:pt x="339633" y="10227"/>
                  <a:pt x="338052" y="9529"/>
                </a:cubicBezTo>
                <a:cubicBezTo>
                  <a:pt x="336472" y="8832"/>
                  <a:pt x="334579" y="8483"/>
                  <a:pt x="332374" y="8483"/>
                </a:cubicBezTo>
                <a:cubicBezTo>
                  <a:pt x="329324" y="8483"/>
                  <a:pt x="326549" y="9162"/>
                  <a:pt x="324050" y="10521"/>
                </a:cubicBezTo>
                <a:cubicBezTo>
                  <a:pt x="321551" y="11880"/>
                  <a:pt x="319254" y="13642"/>
                  <a:pt x="317159" y="15809"/>
                </a:cubicBezTo>
                <a:lnTo>
                  <a:pt x="311867" y="9474"/>
                </a:lnTo>
                <a:cubicBezTo>
                  <a:pt x="314587" y="6610"/>
                  <a:pt x="317720" y="4315"/>
                  <a:pt x="321266" y="2589"/>
                </a:cubicBezTo>
                <a:cubicBezTo>
                  <a:pt x="324813" y="863"/>
                  <a:pt x="328938" y="0"/>
                  <a:pt x="333642" y="0"/>
                </a:cubicBezTo>
                <a:cubicBezTo>
                  <a:pt x="336839" y="0"/>
                  <a:pt x="339752" y="477"/>
                  <a:pt x="342380" y="1432"/>
                </a:cubicBezTo>
                <a:cubicBezTo>
                  <a:pt x="345007" y="2387"/>
                  <a:pt x="347277" y="3764"/>
                  <a:pt x="349188" y="5563"/>
                </a:cubicBezTo>
                <a:cubicBezTo>
                  <a:pt x="351099" y="7363"/>
                  <a:pt x="352578" y="9566"/>
                  <a:pt x="353626" y="12173"/>
                </a:cubicBezTo>
                <a:cubicBezTo>
                  <a:pt x="354673" y="14781"/>
                  <a:pt x="355197" y="17719"/>
                  <a:pt x="355197" y="20987"/>
                </a:cubicBezTo>
                <a:cubicBezTo>
                  <a:pt x="355197" y="23741"/>
                  <a:pt x="354829" y="26293"/>
                  <a:pt x="354094" y="28643"/>
                </a:cubicBezTo>
                <a:cubicBezTo>
                  <a:pt x="353359" y="30994"/>
                  <a:pt x="352247" y="33335"/>
                  <a:pt x="350759" y="35667"/>
                </a:cubicBezTo>
                <a:cubicBezTo>
                  <a:pt x="349271" y="37998"/>
                  <a:pt x="347396" y="40413"/>
                  <a:pt x="345136" y="42910"/>
                </a:cubicBezTo>
                <a:cubicBezTo>
                  <a:pt x="342876" y="45407"/>
                  <a:pt x="340202" y="48143"/>
                  <a:pt x="337115" y="51117"/>
                </a:cubicBezTo>
                <a:lnTo>
                  <a:pt x="324050" y="63842"/>
                </a:lnTo>
                <a:lnTo>
                  <a:pt x="359056" y="63842"/>
                </a:lnTo>
                <a:lnTo>
                  <a:pt x="359056" y="72986"/>
                </a:lnTo>
                <a:close/>
                <a:moveTo>
                  <a:pt x="378816" y="84278"/>
                </a:moveTo>
                <a:cubicBezTo>
                  <a:pt x="380690" y="84351"/>
                  <a:pt x="382509" y="84186"/>
                  <a:pt x="384273" y="83782"/>
                </a:cubicBezTo>
                <a:cubicBezTo>
                  <a:pt x="386037" y="83378"/>
                  <a:pt x="387590" y="82781"/>
                  <a:pt x="388931" y="81992"/>
                </a:cubicBezTo>
                <a:cubicBezTo>
                  <a:pt x="390273" y="81202"/>
                  <a:pt x="391348" y="80220"/>
                  <a:pt x="392156" y="79045"/>
                </a:cubicBezTo>
                <a:cubicBezTo>
                  <a:pt x="392965" y="77870"/>
                  <a:pt x="393369" y="76529"/>
                  <a:pt x="393369" y="75024"/>
                </a:cubicBezTo>
                <a:cubicBezTo>
                  <a:pt x="393369" y="73481"/>
                  <a:pt x="393103" y="72233"/>
                  <a:pt x="392570" y="71278"/>
                </a:cubicBezTo>
                <a:cubicBezTo>
                  <a:pt x="392037" y="70323"/>
                  <a:pt x="391440" y="69442"/>
                  <a:pt x="390778" y="68634"/>
                </a:cubicBezTo>
                <a:cubicBezTo>
                  <a:pt x="390117" y="67826"/>
                  <a:pt x="389519" y="66963"/>
                  <a:pt x="388987" y="66045"/>
                </a:cubicBezTo>
                <a:cubicBezTo>
                  <a:pt x="388454" y="65127"/>
                  <a:pt x="388187" y="63897"/>
                  <a:pt x="388187" y="62354"/>
                </a:cubicBezTo>
                <a:cubicBezTo>
                  <a:pt x="388187" y="61583"/>
                  <a:pt x="388334" y="60775"/>
                  <a:pt x="388628" y="59931"/>
                </a:cubicBezTo>
                <a:cubicBezTo>
                  <a:pt x="388922" y="59086"/>
                  <a:pt x="389372" y="58315"/>
                  <a:pt x="389979" y="57617"/>
                </a:cubicBezTo>
                <a:cubicBezTo>
                  <a:pt x="390585" y="56920"/>
                  <a:pt x="391357" y="56350"/>
                  <a:pt x="392294" y="55910"/>
                </a:cubicBezTo>
                <a:cubicBezTo>
                  <a:pt x="393231" y="55469"/>
                  <a:pt x="394343" y="55249"/>
                  <a:pt x="395629" y="55249"/>
                </a:cubicBezTo>
                <a:cubicBezTo>
                  <a:pt x="396916" y="55249"/>
                  <a:pt x="398156" y="55515"/>
                  <a:pt x="399350" y="56047"/>
                </a:cubicBezTo>
                <a:cubicBezTo>
                  <a:pt x="400545" y="56580"/>
                  <a:pt x="401592" y="57397"/>
                  <a:pt x="402493" y="58499"/>
                </a:cubicBezTo>
                <a:cubicBezTo>
                  <a:pt x="403393" y="59600"/>
                  <a:pt x="404110" y="60977"/>
                  <a:pt x="404643" y="62630"/>
                </a:cubicBezTo>
                <a:cubicBezTo>
                  <a:pt x="405175" y="64282"/>
                  <a:pt x="405442" y="66229"/>
                  <a:pt x="405442" y="68469"/>
                </a:cubicBezTo>
                <a:cubicBezTo>
                  <a:pt x="405442" y="71517"/>
                  <a:pt x="404881" y="74445"/>
                  <a:pt x="403761" y="77255"/>
                </a:cubicBezTo>
                <a:cubicBezTo>
                  <a:pt x="402640" y="80064"/>
                  <a:pt x="400967" y="82552"/>
                  <a:pt x="398744" y="84718"/>
                </a:cubicBezTo>
                <a:cubicBezTo>
                  <a:pt x="396521" y="86885"/>
                  <a:pt x="393746" y="88611"/>
                  <a:pt x="390420" y="89896"/>
                </a:cubicBezTo>
                <a:cubicBezTo>
                  <a:pt x="387094" y="91181"/>
                  <a:pt x="383226" y="91824"/>
                  <a:pt x="378816" y="91824"/>
                </a:cubicBezTo>
                <a:lnTo>
                  <a:pt x="378816" y="842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Text v3'">
            <a:extLst xmlns:a="http://schemas.openxmlformats.org/drawingml/2006/main">
              <a:ext uri="{FF2B5EF4-FFF2-40B4-BE49-F238E27FC236}">
                <a16:creationId xmlns:a16="http://schemas.microsoft.com/office/drawing/2014/main" id="{263226D3-C80B-4BF5-90E6-76531133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5507" y="7331304"/>
            <a:ext cx="158154" cy="78824"/>
          </a:xfrm>
          <a:custGeom xmlns:a="http://schemas.openxmlformats.org/drawingml/2006/main">
            <a:pathLst>
              <a:path w="158154" h="78824">
                <a:moveTo>
                  <a:pt x="0" y="22529"/>
                </a:moveTo>
                <a:lnTo>
                  <a:pt x="10915" y="22529"/>
                </a:lnTo>
                <a:lnTo>
                  <a:pt x="24476" y="59105"/>
                </a:lnTo>
                <a:lnTo>
                  <a:pt x="27398" y="68028"/>
                </a:lnTo>
                <a:lnTo>
                  <a:pt x="30430" y="58884"/>
                </a:lnTo>
                <a:lnTo>
                  <a:pt x="43881" y="22529"/>
                </a:lnTo>
                <a:lnTo>
                  <a:pt x="54410" y="22529"/>
                </a:lnTo>
                <a:lnTo>
                  <a:pt x="32690" y="77833"/>
                </a:lnTo>
                <a:lnTo>
                  <a:pt x="21665" y="77833"/>
                </a:lnTo>
                <a:lnTo>
                  <a:pt x="0" y="22529"/>
                </a:lnTo>
                <a:close/>
                <a:moveTo>
                  <a:pt x="112759" y="55965"/>
                </a:moveTo>
                <a:cubicBezTo>
                  <a:pt x="112759" y="59123"/>
                  <a:pt x="112116" y="62088"/>
                  <a:pt x="110830" y="64861"/>
                </a:cubicBezTo>
                <a:cubicBezTo>
                  <a:pt x="109544" y="67633"/>
                  <a:pt x="107614" y="70057"/>
                  <a:pt x="105042" y="72132"/>
                </a:cubicBezTo>
                <a:cubicBezTo>
                  <a:pt x="102469" y="74207"/>
                  <a:pt x="99235" y="75841"/>
                  <a:pt x="95339" y="77034"/>
                </a:cubicBezTo>
                <a:cubicBezTo>
                  <a:pt x="91444" y="78228"/>
                  <a:pt x="86905" y="78824"/>
                  <a:pt x="81723" y="78824"/>
                </a:cubicBezTo>
                <a:cubicBezTo>
                  <a:pt x="78856" y="78824"/>
                  <a:pt x="76284" y="78733"/>
                  <a:pt x="74005" y="78549"/>
                </a:cubicBezTo>
                <a:cubicBezTo>
                  <a:pt x="71727" y="78365"/>
                  <a:pt x="69595" y="78127"/>
                  <a:pt x="67610" y="77833"/>
                </a:cubicBezTo>
                <a:lnTo>
                  <a:pt x="67610" y="69240"/>
                </a:lnTo>
                <a:cubicBezTo>
                  <a:pt x="69889" y="69644"/>
                  <a:pt x="72296" y="69956"/>
                  <a:pt x="74832" y="70176"/>
                </a:cubicBezTo>
                <a:cubicBezTo>
                  <a:pt x="77368" y="70397"/>
                  <a:pt x="79959" y="70507"/>
                  <a:pt x="82605" y="70507"/>
                </a:cubicBezTo>
                <a:cubicBezTo>
                  <a:pt x="86207" y="70507"/>
                  <a:pt x="89285" y="70186"/>
                  <a:pt x="91839" y="69543"/>
                </a:cubicBezTo>
                <a:cubicBezTo>
                  <a:pt x="94393" y="68900"/>
                  <a:pt x="96479" y="67973"/>
                  <a:pt x="98096" y="66761"/>
                </a:cubicBezTo>
                <a:cubicBezTo>
                  <a:pt x="99713" y="65549"/>
                  <a:pt x="100889" y="64080"/>
                  <a:pt x="101624" y="62354"/>
                </a:cubicBezTo>
                <a:cubicBezTo>
                  <a:pt x="102359" y="60629"/>
                  <a:pt x="102726" y="58682"/>
                  <a:pt x="102726" y="56516"/>
                </a:cubicBezTo>
                <a:cubicBezTo>
                  <a:pt x="102726" y="54533"/>
                  <a:pt x="102285" y="52807"/>
                  <a:pt x="101403" y="51338"/>
                </a:cubicBezTo>
                <a:cubicBezTo>
                  <a:pt x="100521" y="49869"/>
                  <a:pt x="99281" y="48639"/>
                  <a:pt x="97682" y="47647"/>
                </a:cubicBezTo>
                <a:cubicBezTo>
                  <a:pt x="96084" y="46656"/>
                  <a:pt x="94172" y="45912"/>
                  <a:pt x="91949" y="45416"/>
                </a:cubicBezTo>
                <a:cubicBezTo>
                  <a:pt x="89726" y="44921"/>
                  <a:pt x="87291" y="44673"/>
                  <a:pt x="84645" y="44673"/>
                </a:cubicBezTo>
                <a:lnTo>
                  <a:pt x="76431" y="44673"/>
                </a:lnTo>
                <a:lnTo>
                  <a:pt x="76431" y="36796"/>
                </a:lnTo>
                <a:lnTo>
                  <a:pt x="84755" y="36796"/>
                </a:lnTo>
                <a:cubicBezTo>
                  <a:pt x="86923" y="36796"/>
                  <a:pt x="88899" y="36511"/>
                  <a:pt x="90681" y="35942"/>
                </a:cubicBezTo>
                <a:cubicBezTo>
                  <a:pt x="92464" y="35373"/>
                  <a:pt x="93989" y="34556"/>
                  <a:pt x="95257" y="33491"/>
                </a:cubicBezTo>
                <a:cubicBezTo>
                  <a:pt x="96525" y="32426"/>
                  <a:pt x="97498" y="31113"/>
                  <a:pt x="98178" y="29552"/>
                </a:cubicBezTo>
                <a:cubicBezTo>
                  <a:pt x="98858" y="27992"/>
                  <a:pt x="99198" y="26220"/>
                  <a:pt x="99198" y="24237"/>
                </a:cubicBezTo>
                <a:cubicBezTo>
                  <a:pt x="99198" y="20381"/>
                  <a:pt x="98022" y="17572"/>
                  <a:pt x="95670" y="15809"/>
                </a:cubicBezTo>
                <a:cubicBezTo>
                  <a:pt x="93318" y="14046"/>
                  <a:pt x="89863" y="13165"/>
                  <a:pt x="85306" y="13165"/>
                </a:cubicBezTo>
                <a:cubicBezTo>
                  <a:pt x="82881" y="13165"/>
                  <a:pt x="80382" y="13404"/>
                  <a:pt x="77809" y="13881"/>
                </a:cubicBezTo>
                <a:cubicBezTo>
                  <a:pt x="75236" y="14358"/>
                  <a:pt x="72480" y="15075"/>
                  <a:pt x="69540" y="16029"/>
                </a:cubicBezTo>
                <a:lnTo>
                  <a:pt x="69540" y="7657"/>
                </a:lnTo>
                <a:cubicBezTo>
                  <a:pt x="70789" y="7216"/>
                  <a:pt x="72122" y="6821"/>
                  <a:pt x="73537" y="6472"/>
                </a:cubicBezTo>
                <a:cubicBezTo>
                  <a:pt x="74952" y="6123"/>
                  <a:pt x="76366" y="5830"/>
                  <a:pt x="77781" y="5591"/>
                </a:cubicBezTo>
                <a:cubicBezTo>
                  <a:pt x="79196" y="5352"/>
                  <a:pt x="80602" y="5169"/>
                  <a:pt x="81999" y="5040"/>
                </a:cubicBezTo>
                <a:cubicBezTo>
                  <a:pt x="83395" y="4912"/>
                  <a:pt x="84737" y="4847"/>
                  <a:pt x="86023" y="4847"/>
                </a:cubicBezTo>
                <a:cubicBezTo>
                  <a:pt x="89845" y="4847"/>
                  <a:pt x="93208" y="5260"/>
                  <a:pt x="96111" y="6087"/>
                </a:cubicBezTo>
                <a:cubicBezTo>
                  <a:pt x="99014" y="6913"/>
                  <a:pt x="101440" y="8097"/>
                  <a:pt x="103388" y="9640"/>
                </a:cubicBezTo>
                <a:cubicBezTo>
                  <a:pt x="105336" y="11182"/>
                  <a:pt x="106806" y="13055"/>
                  <a:pt x="107798" y="15258"/>
                </a:cubicBezTo>
                <a:cubicBezTo>
                  <a:pt x="108790" y="17461"/>
                  <a:pt x="109286" y="19940"/>
                  <a:pt x="109286" y="22694"/>
                </a:cubicBezTo>
                <a:cubicBezTo>
                  <a:pt x="109286" y="26807"/>
                  <a:pt x="108230" y="30259"/>
                  <a:pt x="106117" y="33050"/>
                </a:cubicBezTo>
                <a:cubicBezTo>
                  <a:pt x="104003" y="35841"/>
                  <a:pt x="101109" y="38063"/>
                  <a:pt x="97434" y="39715"/>
                </a:cubicBezTo>
                <a:cubicBezTo>
                  <a:pt x="99308" y="40009"/>
                  <a:pt x="101155" y="40597"/>
                  <a:pt x="102974" y="41478"/>
                </a:cubicBezTo>
                <a:cubicBezTo>
                  <a:pt x="104794" y="42359"/>
                  <a:pt x="106429" y="43488"/>
                  <a:pt x="107881" y="44865"/>
                </a:cubicBezTo>
                <a:cubicBezTo>
                  <a:pt x="109332" y="46243"/>
                  <a:pt x="110508" y="47868"/>
                  <a:pt x="111409" y="49740"/>
                </a:cubicBezTo>
                <a:cubicBezTo>
                  <a:pt x="112309" y="51613"/>
                  <a:pt x="112759" y="53688"/>
                  <a:pt x="112759" y="55965"/>
                </a:cubicBezTo>
                <a:close/>
                <a:moveTo>
                  <a:pt x="158154" y="0"/>
                </a:moveTo>
                <a:lnTo>
                  <a:pt x="156555" y="25834"/>
                </a:lnTo>
                <a:lnTo>
                  <a:pt x="147073" y="25834"/>
                </a:lnTo>
                <a:lnTo>
                  <a:pt x="145529" y="0"/>
                </a:lnTo>
                <a:lnTo>
                  <a:pt x="158154" y="0"/>
                </a:ln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Text ,...,vn&gt;">
            <a:extLst xmlns:a="http://schemas.openxmlformats.org/drawingml/2006/main">
              <a:ext uri="{FF2B5EF4-FFF2-40B4-BE49-F238E27FC236}">
                <a16:creationId xmlns:a16="http://schemas.microsoft.com/office/drawing/2014/main" id="{C26F7B43-B87F-4991-9088-0ABD908E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1613" y="7348215"/>
            <a:ext cx="476856" cy="79761"/>
          </a:xfrm>
          <a:custGeom xmlns:a="http://schemas.openxmlformats.org/drawingml/2006/main">
            <a:pathLst>
              <a:path w="476856" h="79761">
                <a:moveTo>
                  <a:pt x="0" y="72214"/>
                </a:moveTo>
                <a:cubicBezTo>
                  <a:pt x="1874" y="72288"/>
                  <a:pt x="3694" y="72123"/>
                  <a:pt x="5458" y="71719"/>
                </a:cubicBezTo>
                <a:cubicBezTo>
                  <a:pt x="7222" y="71315"/>
                  <a:pt x="8774" y="70718"/>
                  <a:pt x="10116" y="69928"/>
                </a:cubicBezTo>
                <a:cubicBezTo>
                  <a:pt x="11457" y="69139"/>
                  <a:pt x="12532" y="68157"/>
                  <a:pt x="13341" y="66981"/>
                </a:cubicBezTo>
                <a:cubicBezTo>
                  <a:pt x="14149" y="65806"/>
                  <a:pt x="14554" y="64466"/>
                  <a:pt x="14554" y="62960"/>
                </a:cubicBezTo>
                <a:cubicBezTo>
                  <a:pt x="14554" y="61418"/>
                  <a:pt x="14287" y="60170"/>
                  <a:pt x="13754" y="59215"/>
                </a:cubicBezTo>
                <a:cubicBezTo>
                  <a:pt x="13221" y="58260"/>
                  <a:pt x="12624" y="57379"/>
                  <a:pt x="11963" y="56571"/>
                </a:cubicBezTo>
                <a:cubicBezTo>
                  <a:pt x="11301" y="55763"/>
                  <a:pt x="10704" y="54900"/>
                  <a:pt x="10171" y="53982"/>
                </a:cubicBezTo>
                <a:cubicBezTo>
                  <a:pt x="9638" y="53064"/>
                  <a:pt x="9372" y="51834"/>
                  <a:pt x="9372" y="50291"/>
                </a:cubicBezTo>
                <a:cubicBezTo>
                  <a:pt x="9372" y="49520"/>
                  <a:pt x="9519" y="48712"/>
                  <a:pt x="9813" y="47868"/>
                </a:cubicBezTo>
                <a:cubicBezTo>
                  <a:pt x="10107" y="47023"/>
                  <a:pt x="10557" y="46252"/>
                  <a:pt x="11163" y="45554"/>
                </a:cubicBezTo>
                <a:cubicBezTo>
                  <a:pt x="11770" y="44856"/>
                  <a:pt x="12541" y="44287"/>
                  <a:pt x="13479" y="43846"/>
                </a:cubicBezTo>
                <a:cubicBezTo>
                  <a:pt x="14416" y="43406"/>
                  <a:pt x="15527" y="43185"/>
                  <a:pt x="16814" y="43185"/>
                </a:cubicBezTo>
                <a:cubicBezTo>
                  <a:pt x="18100" y="43185"/>
                  <a:pt x="19340" y="43452"/>
                  <a:pt x="20535" y="43984"/>
                </a:cubicBezTo>
                <a:cubicBezTo>
                  <a:pt x="21729" y="44517"/>
                  <a:pt x="22777" y="45334"/>
                  <a:pt x="23677" y="46435"/>
                </a:cubicBezTo>
                <a:cubicBezTo>
                  <a:pt x="24577" y="47537"/>
                  <a:pt x="25294" y="48914"/>
                  <a:pt x="25827" y="50567"/>
                </a:cubicBezTo>
                <a:cubicBezTo>
                  <a:pt x="26360" y="52219"/>
                  <a:pt x="26626" y="54165"/>
                  <a:pt x="26626" y="56405"/>
                </a:cubicBezTo>
                <a:cubicBezTo>
                  <a:pt x="26626" y="59453"/>
                  <a:pt x="26066" y="62382"/>
                  <a:pt x="24945" y="65191"/>
                </a:cubicBezTo>
                <a:cubicBezTo>
                  <a:pt x="23824" y="68001"/>
                  <a:pt x="22152" y="70488"/>
                  <a:pt x="19928" y="72655"/>
                </a:cubicBezTo>
                <a:cubicBezTo>
                  <a:pt x="17705" y="74822"/>
                  <a:pt x="14930" y="76548"/>
                  <a:pt x="11604" y="77833"/>
                </a:cubicBezTo>
                <a:cubicBezTo>
                  <a:pt x="8278" y="79118"/>
                  <a:pt x="4410" y="79761"/>
                  <a:pt x="0" y="79761"/>
                </a:cubicBezTo>
                <a:lnTo>
                  <a:pt x="0" y="72214"/>
                </a:lnTo>
                <a:close/>
                <a:moveTo>
                  <a:pt x="79683" y="43571"/>
                </a:moveTo>
                <a:cubicBezTo>
                  <a:pt x="80933" y="43571"/>
                  <a:pt x="82118" y="43810"/>
                  <a:pt x="83239" y="44287"/>
                </a:cubicBezTo>
                <a:cubicBezTo>
                  <a:pt x="84360" y="44764"/>
                  <a:pt x="85334" y="45425"/>
                  <a:pt x="86160" y="46270"/>
                </a:cubicBezTo>
                <a:cubicBezTo>
                  <a:pt x="86987" y="47115"/>
                  <a:pt x="87640" y="48097"/>
                  <a:pt x="88117" y="49217"/>
                </a:cubicBezTo>
                <a:cubicBezTo>
                  <a:pt x="88595" y="50337"/>
                  <a:pt x="88834" y="51540"/>
                  <a:pt x="88834" y="52825"/>
                </a:cubicBezTo>
                <a:cubicBezTo>
                  <a:pt x="88834" y="54074"/>
                  <a:pt x="88595" y="55249"/>
                  <a:pt x="88117" y="56350"/>
                </a:cubicBezTo>
                <a:cubicBezTo>
                  <a:pt x="87640" y="57452"/>
                  <a:pt x="86987" y="58416"/>
                  <a:pt x="86160" y="59242"/>
                </a:cubicBezTo>
                <a:cubicBezTo>
                  <a:pt x="85334" y="60069"/>
                  <a:pt x="84360" y="60720"/>
                  <a:pt x="83239" y="61198"/>
                </a:cubicBezTo>
                <a:cubicBezTo>
                  <a:pt x="82118" y="61675"/>
                  <a:pt x="80933" y="61914"/>
                  <a:pt x="79683" y="61914"/>
                </a:cubicBezTo>
                <a:cubicBezTo>
                  <a:pt x="78397" y="61914"/>
                  <a:pt x="77202" y="61675"/>
                  <a:pt x="76100" y="61198"/>
                </a:cubicBezTo>
                <a:cubicBezTo>
                  <a:pt x="74997" y="60720"/>
                  <a:pt x="74033" y="60069"/>
                  <a:pt x="73206" y="59242"/>
                </a:cubicBezTo>
                <a:cubicBezTo>
                  <a:pt x="72379" y="58416"/>
                  <a:pt x="71726" y="57452"/>
                  <a:pt x="71249" y="56350"/>
                </a:cubicBezTo>
                <a:cubicBezTo>
                  <a:pt x="70771" y="55249"/>
                  <a:pt x="70532" y="54074"/>
                  <a:pt x="70532" y="52825"/>
                </a:cubicBezTo>
                <a:cubicBezTo>
                  <a:pt x="70532" y="51540"/>
                  <a:pt x="70771" y="50337"/>
                  <a:pt x="71249" y="49217"/>
                </a:cubicBezTo>
                <a:cubicBezTo>
                  <a:pt x="71726" y="48097"/>
                  <a:pt x="72379" y="47115"/>
                  <a:pt x="73206" y="46270"/>
                </a:cubicBezTo>
                <a:cubicBezTo>
                  <a:pt x="74033" y="45425"/>
                  <a:pt x="74997" y="44764"/>
                  <a:pt x="76100" y="44287"/>
                </a:cubicBezTo>
                <a:cubicBezTo>
                  <a:pt x="77202" y="43810"/>
                  <a:pt x="78397" y="43571"/>
                  <a:pt x="79683" y="43571"/>
                </a:cubicBezTo>
                <a:close/>
                <a:moveTo>
                  <a:pt x="141891" y="43571"/>
                </a:moveTo>
                <a:cubicBezTo>
                  <a:pt x="143140" y="43571"/>
                  <a:pt x="144326" y="43810"/>
                  <a:pt x="145446" y="44287"/>
                </a:cubicBezTo>
                <a:cubicBezTo>
                  <a:pt x="146567" y="44764"/>
                  <a:pt x="147541" y="45425"/>
                  <a:pt x="148368" y="46270"/>
                </a:cubicBezTo>
                <a:cubicBezTo>
                  <a:pt x="149195" y="47115"/>
                  <a:pt x="149847" y="48097"/>
                  <a:pt x="150325" y="49217"/>
                </a:cubicBezTo>
                <a:cubicBezTo>
                  <a:pt x="150803" y="50337"/>
                  <a:pt x="151042" y="51540"/>
                  <a:pt x="151042" y="52825"/>
                </a:cubicBezTo>
                <a:cubicBezTo>
                  <a:pt x="151042" y="54074"/>
                  <a:pt x="150803" y="55249"/>
                  <a:pt x="150325" y="56350"/>
                </a:cubicBezTo>
                <a:cubicBezTo>
                  <a:pt x="149847" y="57452"/>
                  <a:pt x="149195" y="58416"/>
                  <a:pt x="148368" y="59242"/>
                </a:cubicBezTo>
                <a:cubicBezTo>
                  <a:pt x="147541" y="60069"/>
                  <a:pt x="146567" y="60720"/>
                  <a:pt x="145446" y="61198"/>
                </a:cubicBezTo>
                <a:cubicBezTo>
                  <a:pt x="144326" y="61675"/>
                  <a:pt x="143140" y="61914"/>
                  <a:pt x="141891" y="61914"/>
                </a:cubicBezTo>
                <a:cubicBezTo>
                  <a:pt x="140604" y="61914"/>
                  <a:pt x="139410" y="61675"/>
                  <a:pt x="138308" y="61198"/>
                </a:cubicBezTo>
                <a:cubicBezTo>
                  <a:pt x="137205" y="60720"/>
                  <a:pt x="136240" y="60069"/>
                  <a:pt x="135413" y="59242"/>
                </a:cubicBezTo>
                <a:cubicBezTo>
                  <a:pt x="134586" y="58416"/>
                  <a:pt x="133934" y="57452"/>
                  <a:pt x="133456" y="56350"/>
                </a:cubicBezTo>
                <a:cubicBezTo>
                  <a:pt x="132979" y="55249"/>
                  <a:pt x="132740" y="54074"/>
                  <a:pt x="132740" y="52825"/>
                </a:cubicBezTo>
                <a:cubicBezTo>
                  <a:pt x="132740" y="51540"/>
                  <a:pt x="132979" y="50337"/>
                  <a:pt x="133456" y="49217"/>
                </a:cubicBezTo>
                <a:cubicBezTo>
                  <a:pt x="133934" y="48097"/>
                  <a:pt x="134586" y="47115"/>
                  <a:pt x="135413" y="46270"/>
                </a:cubicBezTo>
                <a:cubicBezTo>
                  <a:pt x="136240" y="45425"/>
                  <a:pt x="137205" y="44764"/>
                  <a:pt x="138308" y="44287"/>
                </a:cubicBezTo>
                <a:cubicBezTo>
                  <a:pt x="139410" y="43810"/>
                  <a:pt x="140604" y="43571"/>
                  <a:pt x="141891" y="43571"/>
                </a:cubicBezTo>
                <a:close/>
                <a:moveTo>
                  <a:pt x="204099" y="43571"/>
                </a:moveTo>
                <a:cubicBezTo>
                  <a:pt x="205348" y="43571"/>
                  <a:pt x="206533" y="43810"/>
                  <a:pt x="207654" y="44287"/>
                </a:cubicBezTo>
                <a:cubicBezTo>
                  <a:pt x="208775" y="44764"/>
                  <a:pt x="209749" y="45425"/>
                  <a:pt x="210576" y="46270"/>
                </a:cubicBezTo>
                <a:cubicBezTo>
                  <a:pt x="211403" y="47115"/>
                  <a:pt x="212055" y="48097"/>
                  <a:pt x="212533" y="49217"/>
                </a:cubicBezTo>
                <a:cubicBezTo>
                  <a:pt x="213011" y="50337"/>
                  <a:pt x="213250" y="51540"/>
                  <a:pt x="213250" y="52825"/>
                </a:cubicBezTo>
                <a:cubicBezTo>
                  <a:pt x="213250" y="54074"/>
                  <a:pt x="213011" y="55249"/>
                  <a:pt x="212533" y="56350"/>
                </a:cubicBezTo>
                <a:cubicBezTo>
                  <a:pt x="212055" y="57452"/>
                  <a:pt x="211403" y="58416"/>
                  <a:pt x="210576" y="59242"/>
                </a:cubicBezTo>
                <a:cubicBezTo>
                  <a:pt x="209749" y="60069"/>
                  <a:pt x="208775" y="60720"/>
                  <a:pt x="207654" y="61198"/>
                </a:cubicBezTo>
                <a:cubicBezTo>
                  <a:pt x="206533" y="61675"/>
                  <a:pt x="205348" y="61914"/>
                  <a:pt x="204099" y="61914"/>
                </a:cubicBezTo>
                <a:cubicBezTo>
                  <a:pt x="202812" y="61914"/>
                  <a:pt x="201618" y="61675"/>
                  <a:pt x="200515" y="61198"/>
                </a:cubicBezTo>
                <a:cubicBezTo>
                  <a:pt x="199413" y="60720"/>
                  <a:pt x="198448" y="60069"/>
                  <a:pt x="197621" y="59242"/>
                </a:cubicBezTo>
                <a:cubicBezTo>
                  <a:pt x="196794" y="58416"/>
                  <a:pt x="196142" y="57452"/>
                  <a:pt x="195664" y="56350"/>
                </a:cubicBezTo>
                <a:cubicBezTo>
                  <a:pt x="195186" y="55249"/>
                  <a:pt x="194947" y="54074"/>
                  <a:pt x="194947" y="52825"/>
                </a:cubicBezTo>
                <a:cubicBezTo>
                  <a:pt x="194947" y="51540"/>
                  <a:pt x="195186" y="50337"/>
                  <a:pt x="195664" y="49217"/>
                </a:cubicBezTo>
                <a:cubicBezTo>
                  <a:pt x="196142" y="48097"/>
                  <a:pt x="196794" y="47115"/>
                  <a:pt x="197621" y="46270"/>
                </a:cubicBezTo>
                <a:cubicBezTo>
                  <a:pt x="198448" y="45425"/>
                  <a:pt x="199413" y="44764"/>
                  <a:pt x="200515" y="44287"/>
                </a:cubicBezTo>
                <a:cubicBezTo>
                  <a:pt x="201618" y="43810"/>
                  <a:pt x="202812" y="43571"/>
                  <a:pt x="204099" y="43571"/>
                </a:cubicBezTo>
                <a:close/>
                <a:moveTo>
                  <a:pt x="248832" y="72214"/>
                </a:moveTo>
                <a:cubicBezTo>
                  <a:pt x="250707" y="72288"/>
                  <a:pt x="252526" y="72123"/>
                  <a:pt x="254290" y="71719"/>
                </a:cubicBezTo>
                <a:cubicBezTo>
                  <a:pt x="256054" y="71315"/>
                  <a:pt x="257607" y="70718"/>
                  <a:pt x="258948" y="69928"/>
                </a:cubicBezTo>
                <a:cubicBezTo>
                  <a:pt x="260289" y="69139"/>
                  <a:pt x="261364" y="68157"/>
                  <a:pt x="262173" y="66981"/>
                </a:cubicBezTo>
                <a:cubicBezTo>
                  <a:pt x="262981" y="65806"/>
                  <a:pt x="263386" y="64466"/>
                  <a:pt x="263386" y="62960"/>
                </a:cubicBezTo>
                <a:cubicBezTo>
                  <a:pt x="263386" y="61418"/>
                  <a:pt x="263119" y="60170"/>
                  <a:pt x="262586" y="59215"/>
                </a:cubicBezTo>
                <a:cubicBezTo>
                  <a:pt x="262054" y="58260"/>
                  <a:pt x="261456" y="57379"/>
                  <a:pt x="260795" y="56571"/>
                </a:cubicBezTo>
                <a:cubicBezTo>
                  <a:pt x="260133" y="55763"/>
                  <a:pt x="259536" y="54900"/>
                  <a:pt x="259003" y="53982"/>
                </a:cubicBezTo>
                <a:cubicBezTo>
                  <a:pt x="258470" y="53064"/>
                  <a:pt x="258204" y="51834"/>
                  <a:pt x="258204" y="50291"/>
                </a:cubicBezTo>
                <a:cubicBezTo>
                  <a:pt x="258204" y="49520"/>
                  <a:pt x="258351" y="48712"/>
                  <a:pt x="258645" y="47868"/>
                </a:cubicBezTo>
                <a:cubicBezTo>
                  <a:pt x="258939" y="47023"/>
                  <a:pt x="259389" y="46252"/>
                  <a:pt x="259995" y="45554"/>
                </a:cubicBezTo>
                <a:cubicBezTo>
                  <a:pt x="260602" y="44856"/>
                  <a:pt x="261374" y="44287"/>
                  <a:pt x="262311" y="43846"/>
                </a:cubicBezTo>
                <a:cubicBezTo>
                  <a:pt x="263248" y="43406"/>
                  <a:pt x="264360" y="43185"/>
                  <a:pt x="265646" y="43185"/>
                </a:cubicBezTo>
                <a:cubicBezTo>
                  <a:pt x="266932" y="43185"/>
                  <a:pt x="268173" y="43452"/>
                  <a:pt x="269367" y="43984"/>
                </a:cubicBezTo>
                <a:cubicBezTo>
                  <a:pt x="270561" y="44517"/>
                  <a:pt x="271609" y="45334"/>
                  <a:pt x="272509" y="46435"/>
                </a:cubicBezTo>
                <a:cubicBezTo>
                  <a:pt x="273410" y="47537"/>
                  <a:pt x="274126" y="48914"/>
                  <a:pt x="274659" y="50567"/>
                </a:cubicBezTo>
                <a:cubicBezTo>
                  <a:pt x="275192" y="52219"/>
                  <a:pt x="275459" y="54165"/>
                  <a:pt x="275459" y="56405"/>
                </a:cubicBezTo>
                <a:cubicBezTo>
                  <a:pt x="275459" y="59453"/>
                  <a:pt x="274898" y="62382"/>
                  <a:pt x="273777" y="65191"/>
                </a:cubicBezTo>
                <a:cubicBezTo>
                  <a:pt x="272656" y="68001"/>
                  <a:pt x="270984" y="70488"/>
                  <a:pt x="268761" y="72655"/>
                </a:cubicBezTo>
                <a:cubicBezTo>
                  <a:pt x="266537" y="74822"/>
                  <a:pt x="263762" y="76548"/>
                  <a:pt x="260436" y="77833"/>
                </a:cubicBezTo>
                <a:cubicBezTo>
                  <a:pt x="257110" y="79118"/>
                  <a:pt x="253242" y="79761"/>
                  <a:pt x="248832" y="79761"/>
                </a:cubicBezTo>
                <a:lnTo>
                  <a:pt x="248832" y="72214"/>
                </a:lnTo>
                <a:close/>
                <a:moveTo>
                  <a:pt x="301558" y="5619"/>
                </a:moveTo>
                <a:lnTo>
                  <a:pt x="312473" y="5619"/>
                </a:lnTo>
                <a:lnTo>
                  <a:pt x="326035" y="42194"/>
                </a:lnTo>
                <a:lnTo>
                  <a:pt x="328956" y="51117"/>
                </a:lnTo>
                <a:lnTo>
                  <a:pt x="331988" y="41974"/>
                </a:lnTo>
                <a:lnTo>
                  <a:pt x="345439" y="5619"/>
                </a:lnTo>
                <a:lnTo>
                  <a:pt x="355968" y="5619"/>
                </a:lnTo>
                <a:lnTo>
                  <a:pt x="334248" y="60922"/>
                </a:lnTo>
                <a:lnTo>
                  <a:pt x="323223" y="60922"/>
                </a:lnTo>
                <a:lnTo>
                  <a:pt x="301558" y="5619"/>
                </a:lnTo>
                <a:close/>
                <a:moveTo>
                  <a:pt x="368948" y="5619"/>
                </a:moveTo>
                <a:lnTo>
                  <a:pt x="377493" y="5619"/>
                </a:lnTo>
                <a:lnTo>
                  <a:pt x="377878" y="14542"/>
                </a:lnTo>
                <a:cubicBezTo>
                  <a:pt x="379496" y="12632"/>
                  <a:pt x="381057" y="11044"/>
                  <a:pt x="382564" y="9777"/>
                </a:cubicBezTo>
                <a:cubicBezTo>
                  <a:pt x="384071" y="8510"/>
                  <a:pt x="385550" y="7491"/>
                  <a:pt x="387002" y="6720"/>
                </a:cubicBezTo>
                <a:cubicBezTo>
                  <a:pt x="388454" y="5949"/>
                  <a:pt x="389933" y="5407"/>
                  <a:pt x="391440" y="5095"/>
                </a:cubicBezTo>
                <a:cubicBezTo>
                  <a:pt x="392946" y="4783"/>
                  <a:pt x="394508" y="4627"/>
                  <a:pt x="396125" y="4627"/>
                </a:cubicBezTo>
                <a:cubicBezTo>
                  <a:pt x="401822" y="4627"/>
                  <a:pt x="406131" y="6307"/>
                  <a:pt x="409053" y="9667"/>
                </a:cubicBezTo>
                <a:cubicBezTo>
                  <a:pt x="411974" y="13027"/>
                  <a:pt x="413435" y="18086"/>
                  <a:pt x="413435" y="24843"/>
                </a:cubicBezTo>
                <a:lnTo>
                  <a:pt x="413435" y="60922"/>
                </a:lnTo>
                <a:lnTo>
                  <a:pt x="403843" y="60922"/>
                </a:lnTo>
                <a:lnTo>
                  <a:pt x="403843" y="25614"/>
                </a:lnTo>
                <a:cubicBezTo>
                  <a:pt x="403843" y="21281"/>
                  <a:pt x="403035" y="18077"/>
                  <a:pt x="401418" y="16002"/>
                </a:cubicBezTo>
                <a:cubicBezTo>
                  <a:pt x="399801" y="13927"/>
                  <a:pt x="397393" y="12890"/>
                  <a:pt x="394196" y="12890"/>
                </a:cubicBezTo>
                <a:cubicBezTo>
                  <a:pt x="393020" y="12890"/>
                  <a:pt x="391872" y="13064"/>
                  <a:pt x="390751" y="13413"/>
                </a:cubicBezTo>
                <a:cubicBezTo>
                  <a:pt x="389630" y="13762"/>
                  <a:pt x="388463" y="14368"/>
                  <a:pt x="387250" y="15231"/>
                </a:cubicBezTo>
                <a:cubicBezTo>
                  <a:pt x="386037" y="16094"/>
                  <a:pt x="384723" y="17259"/>
                  <a:pt x="383308" y="18728"/>
                </a:cubicBezTo>
                <a:cubicBezTo>
                  <a:pt x="381894" y="20197"/>
                  <a:pt x="380304" y="22033"/>
                  <a:pt x="378540" y="24237"/>
                </a:cubicBezTo>
                <a:lnTo>
                  <a:pt x="378540" y="60922"/>
                </a:lnTo>
                <a:lnTo>
                  <a:pt x="368948" y="60922"/>
                </a:lnTo>
                <a:lnTo>
                  <a:pt x="368948" y="5619"/>
                </a:lnTo>
                <a:close/>
                <a:moveTo>
                  <a:pt x="433857" y="6114"/>
                </a:moveTo>
                <a:lnTo>
                  <a:pt x="439811" y="0"/>
                </a:lnTo>
                <a:lnTo>
                  <a:pt x="476856" y="30902"/>
                </a:lnTo>
                <a:lnTo>
                  <a:pt x="439811" y="61804"/>
                </a:lnTo>
                <a:lnTo>
                  <a:pt x="433857" y="55744"/>
                </a:lnTo>
                <a:lnTo>
                  <a:pt x="463901" y="31012"/>
                </a:lnTo>
                <a:lnTo>
                  <a:pt x="433857" y="61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A472F9-F796-4872-95E2-F903AD65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563" y="6538312"/>
            <a:ext cx="196240" cy="130667"/>
          </a:xfrm>
          <a:custGeom xmlns:a="http://schemas.openxmlformats.org/drawingml/2006/main">
            <a:pathLst>
              <a:path w="196240" h="130667">
                <a:moveTo>
                  <a:pt x="196240" y="65333"/>
                </a:moveTo>
                <a:lnTo>
                  <a:pt x="100850" y="130667"/>
                </a:lnTo>
                <a:lnTo>
                  <a:pt x="100850" y="99327"/>
                </a:lnTo>
                <a:lnTo>
                  <a:pt x="0" y="99327"/>
                </a:lnTo>
                <a:lnTo>
                  <a:pt x="0" y="31340"/>
                </a:lnTo>
                <a:lnTo>
                  <a:pt x="100850" y="31340"/>
                </a:lnTo>
                <a:lnTo>
                  <a:pt x="100850" y="0"/>
                </a:lnTo>
                <a:lnTo>
                  <a:pt x="196240" y="6533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2ABB76-152A-4A49-8ED4-B63093FC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5540" y="6538319"/>
            <a:ext cx="196262" cy="130659"/>
          </a:xfrm>
          <a:custGeom xmlns:a="http://schemas.openxmlformats.org/drawingml/2006/main">
            <a:pathLst>
              <a:path w="196262" h="130659" fill="none">
                <a:moveTo>
                  <a:pt x="196262" y="65330"/>
                </a:moveTo>
                <a:lnTo>
                  <a:pt x="100859" y="130659"/>
                </a:lnTo>
                <a:lnTo>
                  <a:pt x="100859" y="99318"/>
                </a:lnTo>
                <a:lnTo>
                  <a:pt x="0" y="99318"/>
                </a:lnTo>
                <a:lnTo>
                  <a:pt x="0" y="31341"/>
                </a:lnTo>
                <a:lnTo>
                  <a:pt x="100859" y="31341"/>
                </a:lnTo>
                <a:lnTo>
                  <a:pt x="100859" y="0"/>
                </a:lnTo>
                <a:lnTo>
                  <a:pt x="196262" y="653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48" cap="flat">
            <a:solidFill>
              <a:srgbClr val="000000"/>
            </a:solidFill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3272E-7F8F-47A9-B816-8BBE59C3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843" y="7308124"/>
            <a:ext cx="196240" cy="130667"/>
          </a:xfrm>
          <a:custGeom xmlns:a="http://schemas.openxmlformats.org/drawingml/2006/main">
            <a:pathLst>
              <a:path w="196240" h="130667">
                <a:moveTo>
                  <a:pt x="196240" y="65333"/>
                </a:moveTo>
                <a:lnTo>
                  <a:pt x="100850" y="130667"/>
                </a:lnTo>
                <a:lnTo>
                  <a:pt x="100850" y="99327"/>
                </a:lnTo>
                <a:lnTo>
                  <a:pt x="0" y="99327"/>
                </a:lnTo>
                <a:lnTo>
                  <a:pt x="0" y="31340"/>
                </a:lnTo>
                <a:lnTo>
                  <a:pt x="100850" y="31340"/>
                </a:lnTo>
                <a:lnTo>
                  <a:pt x="100850" y="0"/>
                </a:lnTo>
                <a:lnTo>
                  <a:pt x="196240" y="6533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878B71-362E-4879-B031-9D03ACFC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820" y="7308130"/>
            <a:ext cx="196262" cy="130659"/>
          </a:xfrm>
          <a:custGeom xmlns:a="http://schemas.openxmlformats.org/drawingml/2006/main">
            <a:pathLst>
              <a:path w="196262" h="130659" fill="none">
                <a:moveTo>
                  <a:pt x="196262" y="65330"/>
                </a:moveTo>
                <a:lnTo>
                  <a:pt x="100859" y="130659"/>
                </a:lnTo>
                <a:lnTo>
                  <a:pt x="100859" y="99318"/>
                </a:lnTo>
                <a:lnTo>
                  <a:pt x="0" y="99318"/>
                </a:lnTo>
                <a:lnTo>
                  <a:pt x="0" y="31341"/>
                </a:lnTo>
                <a:lnTo>
                  <a:pt x="100859" y="31341"/>
                </a:lnTo>
                <a:lnTo>
                  <a:pt x="100859" y="0"/>
                </a:lnTo>
                <a:lnTo>
                  <a:pt x="196262" y="653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3148" cap="flat">
            <a:solidFill>
              <a:srgbClr val="000000"/>
            </a:solidFill>
            <a:miter/>
          </a:ln>
        </p:spPr>
      </p:sp>
      <p:sp>
        <p:nvSpPr>
          <p:cNvPr id="341" name="Text L">
            <a:extLst xmlns:a="http://schemas.openxmlformats.org/drawingml/2006/main">
              <a:ext uri="{FF2B5EF4-FFF2-40B4-BE49-F238E27FC236}">
                <a16:creationId xmlns:a16="http://schemas.microsoft.com/office/drawing/2014/main" id="{36DED210-0960-4072-B8DC-5E6F7584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5992" y="6940016"/>
            <a:ext cx="92247" cy="101370"/>
          </a:xfrm>
          <a:custGeom xmlns:a="http://schemas.openxmlformats.org/drawingml/2006/main">
            <a:pathLst>
              <a:path w="92247" h="101370">
                <a:moveTo>
                  <a:pt x="81025" y="101370"/>
                </a:moveTo>
                <a:lnTo>
                  <a:pt x="0" y="101370"/>
                </a:lnTo>
                <a:lnTo>
                  <a:pt x="823" y="98679"/>
                </a:lnTo>
                <a:cubicBezTo>
                  <a:pt x="5661" y="98679"/>
                  <a:pt x="9190" y="97739"/>
                  <a:pt x="11409" y="95861"/>
                </a:cubicBezTo>
                <a:cubicBezTo>
                  <a:pt x="13629" y="93983"/>
                  <a:pt x="15686" y="89764"/>
                  <a:pt x="17582" y="83204"/>
                </a:cubicBezTo>
                <a:lnTo>
                  <a:pt x="36435" y="18030"/>
                </a:lnTo>
                <a:cubicBezTo>
                  <a:pt x="37482" y="14439"/>
                  <a:pt x="38006" y="11621"/>
                  <a:pt x="38006" y="9576"/>
                </a:cubicBezTo>
                <a:cubicBezTo>
                  <a:pt x="38006" y="7581"/>
                  <a:pt x="37258" y="5984"/>
                  <a:pt x="35762" y="4787"/>
                </a:cubicBezTo>
                <a:cubicBezTo>
                  <a:pt x="34265" y="3589"/>
                  <a:pt x="31323" y="2891"/>
                  <a:pt x="26933" y="2691"/>
                </a:cubicBezTo>
                <a:lnTo>
                  <a:pt x="27756" y="0"/>
                </a:lnTo>
                <a:lnTo>
                  <a:pt x="76461" y="0"/>
                </a:lnTo>
                <a:lnTo>
                  <a:pt x="75638" y="2691"/>
                </a:lnTo>
                <a:cubicBezTo>
                  <a:pt x="70950" y="2791"/>
                  <a:pt x="67446" y="3844"/>
                  <a:pt x="65126" y="5850"/>
                </a:cubicBezTo>
                <a:cubicBezTo>
                  <a:pt x="62807" y="7854"/>
                  <a:pt x="60750" y="11938"/>
                  <a:pt x="58954" y="18103"/>
                </a:cubicBezTo>
                <a:lnTo>
                  <a:pt x="41747" y="77733"/>
                </a:lnTo>
                <a:cubicBezTo>
                  <a:pt x="39552" y="85314"/>
                  <a:pt x="38455" y="89928"/>
                  <a:pt x="38455" y="91574"/>
                </a:cubicBezTo>
                <a:cubicBezTo>
                  <a:pt x="38455" y="92571"/>
                  <a:pt x="39016" y="93506"/>
                  <a:pt x="40138" y="94380"/>
                </a:cubicBezTo>
                <a:cubicBezTo>
                  <a:pt x="41260" y="95252"/>
                  <a:pt x="43068" y="95688"/>
                  <a:pt x="45562" y="95688"/>
                </a:cubicBezTo>
                <a:cubicBezTo>
                  <a:pt x="53842" y="95688"/>
                  <a:pt x="61835" y="93788"/>
                  <a:pt x="69541" y="89988"/>
                </a:cubicBezTo>
                <a:cubicBezTo>
                  <a:pt x="77246" y="86188"/>
                  <a:pt x="83768" y="80513"/>
                  <a:pt x="89105" y="72962"/>
                </a:cubicBezTo>
                <a:lnTo>
                  <a:pt x="92247" y="72962"/>
                </a:lnTo>
                <a:lnTo>
                  <a:pt x="81025" y="1013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Text n">
            <a:extLst xmlns:a="http://schemas.openxmlformats.org/drawingml/2006/main">
              <a:ext uri="{FF2B5EF4-FFF2-40B4-BE49-F238E27FC236}">
                <a16:creationId xmlns:a16="http://schemas.microsoft.com/office/drawing/2014/main" id="{D072F39C-8FE2-4449-B376-B83B75E4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186" y="6915446"/>
            <a:ext cx="67274" cy="62875"/>
          </a:xfrm>
          <a:custGeom xmlns:a="http://schemas.openxmlformats.org/drawingml/2006/main">
            <a:pathLst>
              <a:path w="67274" h="62875">
                <a:moveTo>
                  <a:pt x="34876" y="0"/>
                </a:moveTo>
                <a:lnTo>
                  <a:pt x="26575" y="28726"/>
                </a:lnTo>
                <a:cubicBezTo>
                  <a:pt x="32153" y="20333"/>
                  <a:pt x="36326" y="14597"/>
                  <a:pt x="39093" y="11517"/>
                </a:cubicBezTo>
                <a:cubicBezTo>
                  <a:pt x="43154" y="7054"/>
                  <a:pt x="46657" y="4019"/>
                  <a:pt x="49602" y="2412"/>
                </a:cubicBezTo>
                <a:cubicBezTo>
                  <a:pt x="52548" y="804"/>
                  <a:pt x="55314" y="0"/>
                  <a:pt x="57903" y="0"/>
                </a:cubicBezTo>
                <a:cubicBezTo>
                  <a:pt x="60223" y="0"/>
                  <a:pt x="62209" y="865"/>
                  <a:pt x="63860" y="2594"/>
                </a:cubicBezTo>
                <a:cubicBezTo>
                  <a:pt x="65512" y="4322"/>
                  <a:pt x="66337" y="6577"/>
                  <a:pt x="66337" y="9360"/>
                </a:cubicBezTo>
                <a:cubicBezTo>
                  <a:pt x="66337" y="11867"/>
                  <a:pt x="65802" y="14911"/>
                  <a:pt x="64731" y="18492"/>
                </a:cubicBezTo>
                <a:lnTo>
                  <a:pt x="56162" y="47166"/>
                </a:lnTo>
                <a:cubicBezTo>
                  <a:pt x="55448" y="49673"/>
                  <a:pt x="55091" y="51307"/>
                  <a:pt x="55091" y="52068"/>
                </a:cubicBezTo>
                <a:cubicBezTo>
                  <a:pt x="55091" y="52514"/>
                  <a:pt x="55259" y="52915"/>
                  <a:pt x="55593" y="53272"/>
                </a:cubicBezTo>
                <a:cubicBezTo>
                  <a:pt x="55928" y="53629"/>
                  <a:pt x="56274" y="53807"/>
                  <a:pt x="56631" y="53807"/>
                </a:cubicBezTo>
                <a:cubicBezTo>
                  <a:pt x="57077" y="53807"/>
                  <a:pt x="57546" y="53629"/>
                  <a:pt x="58037" y="53272"/>
                </a:cubicBezTo>
                <a:cubicBezTo>
                  <a:pt x="59599" y="51986"/>
                  <a:pt x="61183" y="50178"/>
                  <a:pt x="62789" y="47850"/>
                </a:cubicBezTo>
                <a:cubicBezTo>
                  <a:pt x="63191" y="47235"/>
                  <a:pt x="63838" y="46313"/>
                  <a:pt x="64731" y="45082"/>
                </a:cubicBezTo>
                <a:lnTo>
                  <a:pt x="67274" y="46598"/>
                </a:lnTo>
                <a:cubicBezTo>
                  <a:pt x="60714" y="57449"/>
                  <a:pt x="53819" y="62875"/>
                  <a:pt x="46590" y="62875"/>
                </a:cubicBezTo>
                <a:cubicBezTo>
                  <a:pt x="43823" y="62875"/>
                  <a:pt x="41659" y="62161"/>
                  <a:pt x="40097" y="60734"/>
                </a:cubicBezTo>
                <a:cubicBezTo>
                  <a:pt x="38535" y="59307"/>
                  <a:pt x="37754" y="57523"/>
                  <a:pt x="37754" y="55383"/>
                </a:cubicBezTo>
                <a:cubicBezTo>
                  <a:pt x="37754" y="53505"/>
                  <a:pt x="38289" y="50709"/>
                  <a:pt x="39360" y="46997"/>
                </a:cubicBezTo>
                <a:lnTo>
                  <a:pt x="47728" y="18346"/>
                </a:lnTo>
                <a:cubicBezTo>
                  <a:pt x="48308" y="16468"/>
                  <a:pt x="48598" y="15081"/>
                  <a:pt x="48598" y="14186"/>
                </a:cubicBezTo>
                <a:cubicBezTo>
                  <a:pt x="48598" y="13695"/>
                  <a:pt x="48397" y="13258"/>
                  <a:pt x="47996" y="12878"/>
                </a:cubicBezTo>
                <a:cubicBezTo>
                  <a:pt x="47594" y="12498"/>
                  <a:pt x="47125" y="12307"/>
                  <a:pt x="46590" y="12307"/>
                </a:cubicBezTo>
                <a:cubicBezTo>
                  <a:pt x="44894" y="12307"/>
                  <a:pt x="42841" y="13472"/>
                  <a:pt x="40432" y="15800"/>
                </a:cubicBezTo>
                <a:cubicBezTo>
                  <a:pt x="34273" y="21713"/>
                  <a:pt x="28315" y="30515"/>
                  <a:pt x="22559" y="42206"/>
                </a:cubicBezTo>
                <a:lnTo>
                  <a:pt x="17070" y="62072"/>
                </a:lnTo>
                <a:lnTo>
                  <a:pt x="0" y="62072"/>
                </a:lnTo>
                <a:lnTo>
                  <a:pt x="12518" y="19134"/>
                </a:lnTo>
                <a:cubicBezTo>
                  <a:pt x="13723" y="14888"/>
                  <a:pt x="14325" y="11875"/>
                  <a:pt x="14325" y="10094"/>
                </a:cubicBezTo>
                <a:cubicBezTo>
                  <a:pt x="14325" y="9337"/>
                  <a:pt x="14147" y="8703"/>
                  <a:pt x="13790" y="8192"/>
                </a:cubicBezTo>
                <a:cubicBezTo>
                  <a:pt x="13433" y="7679"/>
                  <a:pt x="12852" y="7278"/>
                  <a:pt x="12049" y="6990"/>
                </a:cubicBezTo>
                <a:cubicBezTo>
                  <a:pt x="11246" y="6700"/>
                  <a:pt x="9729" y="6555"/>
                  <a:pt x="7497" y="6555"/>
                </a:cubicBezTo>
                <a:lnTo>
                  <a:pt x="8234" y="4013"/>
                </a:lnTo>
                <a:lnTo>
                  <a:pt x="30792" y="0"/>
                </a:lnTo>
                <a:lnTo>
                  <a:pt x="3487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Text Distance">
            <a:extLst xmlns:a="http://schemas.openxmlformats.org/drawingml/2006/main">
              <a:ext uri="{FF2B5EF4-FFF2-40B4-BE49-F238E27FC236}">
                <a16:creationId xmlns:a16="http://schemas.microsoft.com/office/drawing/2014/main" id="{773A78A9-9380-4800-A622-2E425BCA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0421" y="6937774"/>
            <a:ext cx="549454" cy="105706"/>
          </a:xfrm>
          <a:custGeom xmlns:a="http://schemas.openxmlformats.org/drawingml/2006/main">
            <a:pathLst>
              <a:path w="549454" h="105706">
                <a:moveTo>
                  <a:pt x="0" y="103612"/>
                </a:moveTo>
                <a:lnTo>
                  <a:pt x="0" y="100921"/>
                </a:lnTo>
                <a:lnTo>
                  <a:pt x="3367" y="100921"/>
                </a:lnTo>
                <a:cubicBezTo>
                  <a:pt x="6309" y="100921"/>
                  <a:pt x="8566" y="100458"/>
                  <a:pt x="10137" y="99531"/>
                </a:cubicBezTo>
                <a:cubicBezTo>
                  <a:pt x="11709" y="98605"/>
                  <a:pt x="12868" y="97340"/>
                  <a:pt x="13616" y="95737"/>
                </a:cubicBezTo>
                <a:cubicBezTo>
                  <a:pt x="14065" y="94685"/>
                  <a:pt x="14290" y="91528"/>
                  <a:pt x="14290" y="86269"/>
                </a:cubicBezTo>
                <a:lnTo>
                  <a:pt x="14290" y="19586"/>
                </a:lnTo>
                <a:cubicBezTo>
                  <a:pt x="14290" y="14377"/>
                  <a:pt x="14015" y="11121"/>
                  <a:pt x="13467" y="9819"/>
                </a:cubicBezTo>
                <a:cubicBezTo>
                  <a:pt x="12918" y="8515"/>
                  <a:pt x="11808" y="7375"/>
                  <a:pt x="10137" y="6399"/>
                </a:cubicBezTo>
                <a:cubicBezTo>
                  <a:pt x="8467" y="5422"/>
                  <a:pt x="6210" y="4934"/>
                  <a:pt x="3367" y="4934"/>
                </a:cubicBezTo>
                <a:lnTo>
                  <a:pt x="0" y="4934"/>
                </a:lnTo>
                <a:lnTo>
                  <a:pt x="0" y="2243"/>
                </a:lnTo>
                <a:lnTo>
                  <a:pt x="45413" y="2243"/>
                </a:lnTo>
                <a:cubicBezTo>
                  <a:pt x="57533" y="2243"/>
                  <a:pt x="67284" y="3887"/>
                  <a:pt x="74665" y="7177"/>
                </a:cubicBezTo>
                <a:cubicBezTo>
                  <a:pt x="83693" y="11213"/>
                  <a:pt x="90539" y="17319"/>
                  <a:pt x="95202" y="25492"/>
                </a:cubicBezTo>
                <a:cubicBezTo>
                  <a:pt x="99866" y="33665"/>
                  <a:pt x="102197" y="42910"/>
                  <a:pt x="102197" y="53227"/>
                </a:cubicBezTo>
                <a:cubicBezTo>
                  <a:pt x="102197" y="60353"/>
                  <a:pt x="101050" y="66920"/>
                  <a:pt x="98756" y="72925"/>
                </a:cubicBezTo>
                <a:cubicBezTo>
                  <a:pt x="96461" y="78930"/>
                  <a:pt x="93494" y="83889"/>
                  <a:pt x="89853" y="87801"/>
                </a:cubicBezTo>
                <a:cubicBezTo>
                  <a:pt x="86212" y="91714"/>
                  <a:pt x="82010" y="94854"/>
                  <a:pt x="77246" y="97221"/>
                </a:cubicBezTo>
                <a:cubicBezTo>
                  <a:pt x="72483" y="99588"/>
                  <a:pt x="66660" y="101420"/>
                  <a:pt x="59777" y="102715"/>
                </a:cubicBezTo>
                <a:cubicBezTo>
                  <a:pt x="56735" y="103313"/>
                  <a:pt x="51947" y="103612"/>
                  <a:pt x="45413" y="103612"/>
                </a:cubicBezTo>
                <a:lnTo>
                  <a:pt x="0" y="103612"/>
                </a:lnTo>
                <a:moveTo>
                  <a:pt x="38679" y="7924"/>
                </a:moveTo>
                <a:lnTo>
                  <a:pt x="38679" y="86951"/>
                </a:lnTo>
                <a:cubicBezTo>
                  <a:pt x="38679" y="91134"/>
                  <a:pt x="38879" y="93699"/>
                  <a:pt x="39278" y="94646"/>
                </a:cubicBezTo>
                <a:cubicBezTo>
                  <a:pt x="39677" y="95592"/>
                  <a:pt x="40350" y="96313"/>
                  <a:pt x="41298" y="96810"/>
                </a:cubicBezTo>
                <a:cubicBezTo>
                  <a:pt x="42645" y="97557"/>
                  <a:pt x="44590" y="97931"/>
                  <a:pt x="47133" y="97931"/>
                </a:cubicBezTo>
                <a:cubicBezTo>
                  <a:pt x="55463" y="97931"/>
                  <a:pt x="61822" y="95093"/>
                  <a:pt x="66211" y="89416"/>
                </a:cubicBezTo>
                <a:cubicBezTo>
                  <a:pt x="72196" y="81747"/>
                  <a:pt x="75189" y="69846"/>
                  <a:pt x="75189" y="53713"/>
                </a:cubicBezTo>
                <a:cubicBezTo>
                  <a:pt x="75189" y="40716"/>
                  <a:pt x="73144" y="30333"/>
                  <a:pt x="69054" y="22565"/>
                </a:cubicBezTo>
                <a:cubicBezTo>
                  <a:pt x="65812" y="16489"/>
                  <a:pt x="61648" y="12356"/>
                  <a:pt x="56560" y="10165"/>
                </a:cubicBezTo>
                <a:cubicBezTo>
                  <a:pt x="52969" y="8621"/>
                  <a:pt x="47009" y="7874"/>
                  <a:pt x="38679" y="7924"/>
                </a:cubicBezTo>
                <a:close/>
                <a:moveTo>
                  <a:pt x="129023" y="0"/>
                </a:moveTo>
                <a:cubicBezTo>
                  <a:pt x="132265" y="0"/>
                  <a:pt x="135008" y="1138"/>
                  <a:pt x="137253" y="3413"/>
                </a:cubicBezTo>
                <a:cubicBezTo>
                  <a:pt x="139497" y="5687"/>
                  <a:pt x="140620" y="8424"/>
                  <a:pt x="140620" y="11625"/>
                </a:cubicBezTo>
                <a:cubicBezTo>
                  <a:pt x="140620" y="14825"/>
                  <a:pt x="139485" y="17551"/>
                  <a:pt x="137215" y="19801"/>
                </a:cubicBezTo>
                <a:cubicBezTo>
                  <a:pt x="134946" y="22050"/>
                  <a:pt x="132215" y="23175"/>
                  <a:pt x="129023" y="23175"/>
                </a:cubicBezTo>
                <a:cubicBezTo>
                  <a:pt x="125831" y="23175"/>
                  <a:pt x="123113" y="22050"/>
                  <a:pt x="120868" y="19801"/>
                </a:cubicBezTo>
                <a:cubicBezTo>
                  <a:pt x="118624" y="17551"/>
                  <a:pt x="117502" y="14825"/>
                  <a:pt x="117502" y="11625"/>
                </a:cubicBezTo>
                <a:cubicBezTo>
                  <a:pt x="117502" y="8424"/>
                  <a:pt x="118624" y="5687"/>
                  <a:pt x="120868" y="3413"/>
                </a:cubicBezTo>
                <a:cubicBezTo>
                  <a:pt x="123113" y="1138"/>
                  <a:pt x="125831" y="0"/>
                  <a:pt x="129023" y="0"/>
                </a:cubicBezTo>
                <a:moveTo>
                  <a:pt x="139497" y="33640"/>
                </a:moveTo>
                <a:lnTo>
                  <a:pt x="139497" y="89110"/>
                </a:lnTo>
                <a:cubicBezTo>
                  <a:pt x="139497" y="94044"/>
                  <a:pt x="140071" y="97196"/>
                  <a:pt x="141218" y="98566"/>
                </a:cubicBezTo>
                <a:cubicBezTo>
                  <a:pt x="142365" y="99937"/>
                  <a:pt x="144610" y="100722"/>
                  <a:pt x="147951" y="100921"/>
                </a:cubicBezTo>
                <a:lnTo>
                  <a:pt x="147951" y="103612"/>
                </a:lnTo>
                <a:lnTo>
                  <a:pt x="110170" y="103612"/>
                </a:lnTo>
                <a:lnTo>
                  <a:pt x="110170" y="100921"/>
                </a:lnTo>
                <a:cubicBezTo>
                  <a:pt x="113262" y="100822"/>
                  <a:pt x="115557" y="99925"/>
                  <a:pt x="117053" y="98230"/>
                </a:cubicBezTo>
                <a:cubicBezTo>
                  <a:pt x="118050" y="97084"/>
                  <a:pt x="118549" y="94044"/>
                  <a:pt x="118549" y="89110"/>
                </a:cubicBezTo>
                <a:lnTo>
                  <a:pt x="118549" y="48293"/>
                </a:lnTo>
                <a:cubicBezTo>
                  <a:pt x="118549" y="43296"/>
                  <a:pt x="117976" y="40105"/>
                  <a:pt x="116828" y="38717"/>
                </a:cubicBezTo>
                <a:cubicBezTo>
                  <a:pt x="115681" y="37329"/>
                  <a:pt x="113462" y="36534"/>
                  <a:pt x="110170" y="36332"/>
                </a:cubicBezTo>
                <a:lnTo>
                  <a:pt x="110170" y="33640"/>
                </a:lnTo>
                <a:lnTo>
                  <a:pt x="139497" y="33640"/>
                </a:lnTo>
                <a:close/>
                <a:moveTo>
                  <a:pt x="198495" y="31846"/>
                </a:moveTo>
                <a:lnTo>
                  <a:pt x="199618" y="55768"/>
                </a:lnTo>
                <a:lnTo>
                  <a:pt x="197074" y="55768"/>
                </a:lnTo>
                <a:cubicBezTo>
                  <a:pt x="194031" y="48634"/>
                  <a:pt x="190877" y="43761"/>
                  <a:pt x="187610" y="41149"/>
                </a:cubicBezTo>
                <a:cubicBezTo>
                  <a:pt x="184343" y="38535"/>
                  <a:pt x="181088" y="37229"/>
                  <a:pt x="177846" y="37229"/>
                </a:cubicBezTo>
                <a:cubicBezTo>
                  <a:pt x="175801" y="37229"/>
                  <a:pt x="174056" y="37914"/>
                  <a:pt x="172609" y="39285"/>
                </a:cubicBezTo>
                <a:cubicBezTo>
                  <a:pt x="171163" y="40655"/>
                  <a:pt x="170440" y="42237"/>
                  <a:pt x="170440" y="44032"/>
                </a:cubicBezTo>
                <a:cubicBezTo>
                  <a:pt x="170440" y="45377"/>
                  <a:pt x="170938" y="46673"/>
                  <a:pt x="171936" y="47919"/>
                </a:cubicBezTo>
                <a:cubicBezTo>
                  <a:pt x="173532" y="49962"/>
                  <a:pt x="177996" y="53463"/>
                  <a:pt x="185328" y="58422"/>
                </a:cubicBezTo>
                <a:cubicBezTo>
                  <a:pt x="192660" y="63381"/>
                  <a:pt x="197485" y="67592"/>
                  <a:pt x="199805" y="71056"/>
                </a:cubicBezTo>
                <a:cubicBezTo>
                  <a:pt x="202124" y="74520"/>
                  <a:pt x="203284" y="78395"/>
                  <a:pt x="203284" y="82681"/>
                </a:cubicBezTo>
                <a:cubicBezTo>
                  <a:pt x="203284" y="86568"/>
                  <a:pt x="202311" y="90381"/>
                  <a:pt x="200366" y="94118"/>
                </a:cubicBezTo>
                <a:cubicBezTo>
                  <a:pt x="198421" y="97856"/>
                  <a:pt x="195677" y="100722"/>
                  <a:pt x="192136" y="102715"/>
                </a:cubicBezTo>
                <a:cubicBezTo>
                  <a:pt x="188595" y="104709"/>
                  <a:pt x="184680" y="105706"/>
                  <a:pt x="180390" y="105706"/>
                </a:cubicBezTo>
                <a:cubicBezTo>
                  <a:pt x="177048" y="105706"/>
                  <a:pt x="172584" y="104640"/>
                  <a:pt x="166998" y="102507"/>
                </a:cubicBezTo>
                <a:cubicBezTo>
                  <a:pt x="165502" y="101948"/>
                  <a:pt x="164479" y="101669"/>
                  <a:pt x="163931" y="101669"/>
                </a:cubicBezTo>
                <a:cubicBezTo>
                  <a:pt x="162285" y="101669"/>
                  <a:pt x="160913" y="102915"/>
                  <a:pt x="159816" y="105407"/>
                </a:cubicBezTo>
                <a:lnTo>
                  <a:pt x="157347" y="105407"/>
                </a:lnTo>
                <a:lnTo>
                  <a:pt x="156150" y="80288"/>
                </a:lnTo>
                <a:lnTo>
                  <a:pt x="158694" y="80288"/>
                </a:lnTo>
                <a:cubicBezTo>
                  <a:pt x="160938" y="86867"/>
                  <a:pt x="164018" y="91801"/>
                  <a:pt x="167933" y="95090"/>
                </a:cubicBezTo>
                <a:cubicBezTo>
                  <a:pt x="171849" y="98380"/>
                  <a:pt x="175552" y="100024"/>
                  <a:pt x="179043" y="100024"/>
                </a:cubicBezTo>
                <a:cubicBezTo>
                  <a:pt x="181438" y="100024"/>
                  <a:pt x="183395" y="99289"/>
                  <a:pt x="184916" y="97819"/>
                </a:cubicBezTo>
                <a:cubicBezTo>
                  <a:pt x="186438" y="96349"/>
                  <a:pt x="187198" y="94567"/>
                  <a:pt x="187198" y="92474"/>
                </a:cubicBezTo>
                <a:cubicBezTo>
                  <a:pt x="187198" y="90082"/>
                  <a:pt x="186450" y="88013"/>
                  <a:pt x="184954" y="86269"/>
                </a:cubicBezTo>
                <a:cubicBezTo>
                  <a:pt x="183458" y="84525"/>
                  <a:pt x="180116" y="81883"/>
                  <a:pt x="174929" y="78345"/>
                </a:cubicBezTo>
                <a:cubicBezTo>
                  <a:pt x="167297" y="73062"/>
                  <a:pt x="162360" y="69025"/>
                  <a:pt x="160115" y="66234"/>
                </a:cubicBezTo>
                <a:cubicBezTo>
                  <a:pt x="156823" y="62148"/>
                  <a:pt x="155177" y="57637"/>
                  <a:pt x="155177" y="52703"/>
                </a:cubicBezTo>
                <a:cubicBezTo>
                  <a:pt x="155177" y="47321"/>
                  <a:pt x="157035" y="42449"/>
                  <a:pt x="160751" y="38088"/>
                </a:cubicBezTo>
                <a:cubicBezTo>
                  <a:pt x="164467" y="33728"/>
                  <a:pt x="169841" y="31547"/>
                  <a:pt x="176874" y="31547"/>
                </a:cubicBezTo>
                <a:cubicBezTo>
                  <a:pt x="180664" y="31547"/>
                  <a:pt x="184330" y="32505"/>
                  <a:pt x="187872" y="34421"/>
                </a:cubicBezTo>
                <a:cubicBezTo>
                  <a:pt x="189218" y="35196"/>
                  <a:pt x="190316" y="35584"/>
                  <a:pt x="191163" y="35584"/>
                </a:cubicBezTo>
                <a:cubicBezTo>
                  <a:pt x="192061" y="35584"/>
                  <a:pt x="192784" y="35397"/>
                  <a:pt x="193333" y="35023"/>
                </a:cubicBezTo>
                <a:cubicBezTo>
                  <a:pt x="193882" y="34650"/>
                  <a:pt x="194755" y="33591"/>
                  <a:pt x="195952" y="31846"/>
                </a:cubicBezTo>
                <a:lnTo>
                  <a:pt x="198495" y="31846"/>
                </a:lnTo>
                <a:close/>
                <a:moveTo>
                  <a:pt x="240720" y="7924"/>
                </a:moveTo>
                <a:lnTo>
                  <a:pt x="240720" y="33640"/>
                </a:lnTo>
                <a:lnTo>
                  <a:pt x="257329" y="33640"/>
                </a:lnTo>
                <a:lnTo>
                  <a:pt x="257329" y="40967"/>
                </a:lnTo>
                <a:lnTo>
                  <a:pt x="240720" y="40967"/>
                </a:lnTo>
                <a:lnTo>
                  <a:pt x="240720" y="84218"/>
                </a:lnTo>
                <a:cubicBezTo>
                  <a:pt x="240720" y="88266"/>
                  <a:pt x="240907" y="90877"/>
                  <a:pt x="241281" y="92051"/>
                </a:cubicBezTo>
                <a:cubicBezTo>
                  <a:pt x="241655" y="93225"/>
                  <a:pt x="242316" y="94175"/>
                  <a:pt x="243263" y="94901"/>
                </a:cubicBezTo>
                <a:cubicBezTo>
                  <a:pt x="244211" y="95625"/>
                  <a:pt x="245084" y="95987"/>
                  <a:pt x="245882" y="95987"/>
                </a:cubicBezTo>
                <a:cubicBezTo>
                  <a:pt x="249124" y="95987"/>
                  <a:pt x="252191" y="93495"/>
                  <a:pt x="255084" y="88512"/>
                </a:cubicBezTo>
                <a:lnTo>
                  <a:pt x="257329" y="90173"/>
                </a:lnTo>
                <a:cubicBezTo>
                  <a:pt x="253289" y="99830"/>
                  <a:pt x="246730" y="104659"/>
                  <a:pt x="237652" y="104659"/>
                </a:cubicBezTo>
                <a:cubicBezTo>
                  <a:pt x="233213" y="104659"/>
                  <a:pt x="229460" y="103422"/>
                  <a:pt x="226393" y="100947"/>
                </a:cubicBezTo>
                <a:cubicBezTo>
                  <a:pt x="223325" y="98471"/>
                  <a:pt x="221368" y="95707"/>
                  <a:pt x="220520" y="92656"/>
                </a:cubicBezTo>
                <a:cubicBezTo>
                  <a:pt x="220021" y="90955"/>
                  <a:pt x="219771" y="86354"/>
                  <a:pt x="219771" y="78852"/>
                </a:cubicBezTo>
                <a:lnTo>
                  <a:pt x="219771" y="40967"/>
                </a:lnTo>
                <a:lnTo>
                  <a:pt x="210644" y="40967"/>
                </a:lnTo>
                <a:lnTo>
                  <a:pt x="210644" y="38343"/>
                </a:lnTo>
                <a:cubicBezTo>
                  <a:pt x="216929" y="33898"/>
                  <a:pt x="222278" y="29228"/>
                  <a:pt x="226692" y="24333"/>
                </a:cubicBezTo>
                <a:cubicBezTo>
                  <a:pt x="231106" y="19438"/>
                  <a:pt x="234959" y="13969"/>
                  <a:pt x="238251" y="7924"/>
                </a:cubicBezTo>
                <a:lnTo>
                  <a:pt x="240720" y="7924"/>
                </a:lnTo>
                <a:close/>
                <a:moveTo>
                  <a:pt x="301931" y="93296"/>
                </a:moveTo>
                <a:cubicBezTo>
                  <a:pt x="293402" y="100871"/>
                  <a:pt x="285746" y="104659"/>
                  <a:pt x="278963" y="104659"/>
                </a:cubicBezTo>
                <a:cubicBezTo>
                  <a:pt x="274973" y="104659"/>
                  <a:pt x="271656" y="103347"/>
                  <a:pt x="269012" y="100723"/>
                </a:cubicBezTo>
                <a:cubicBezTo>
                  <a:pt x="266369" y="98097"/>
                  <a:pt x="265047" y="94809"/>
                  <a:pt x="265047" y="90860"/>
                </a:cubicBezTo>
                <a:cubicBezTo>
                  <a:pt x="265047" y="85508"/>
                  <a:pt x="267342" y="80695"/>
                  <a:pt x="271930" y="76420"/>
                </a:cubicBezTo>
                <a:cubicBezTo>
                  <a:pt x="276519" y="72145"/>
                  <a:pt x="286519" y="66457"/>
                  <a:pt x="301931" y="59357"/>
                </a:cubicBezTo>
                <a:lnTo>
                  <a:pt x="301931" y="52330"/>
                </a:lnTo>
                <a:cubicBezTo>
                  <a:pt x="301931" y="47047"/>
                  <a:pt x="301644" y="43720"/>
                  <a:pt x="301071" y="42350"/>
                </a:cubicBezTo>
                <a:cubicBezTo>
                  <a:pt x="300497" y="40979"/>
                  <a:pt x="299412" y="39783"/>
                  <a:pt x="297816" y="38761"/>
                </a:cubicBezTo>
                <a:cubicBezTo>
                  <a:pt x="296220" y="37740"/>
                  <a:pt x="294425" y="37229"/>
                  <a:pt x="292429" y="37229"/>
                </a:cubicBezTo>
                <a:cubicBezTo>
                  <a:pt x="289188" y="37229"/>
                  <a:pt x="286519" y="37951"/>
                  <a:pt x="284424" y="39397"/>
                </a:cubicBezTo>
                <a:cubicBezTo>
                  <a:pt x="283127" y="40294"/>
                  <a:pt x="282479" y="41340"/>
                  <a:pt x="282479" y="42536"/>
                </a:cubicBezTo>
                <a:cubicBezTo>
                  <a:pt x="282479" y="43583"/>
                  <a:pt x="283177" y="44879"/>
                  <a:pt x="284574" y="46424"/>
                </a:cubicBezTo>
                <a:cubicBezTo>
                  <a:pt x="286469" y="48567"/>
                  <a:pt x="287417" y="50635"/>
                  <a:pt x="287417" y="52629"/>
                </a:cubicBezTo>
                <a:cubicBezTo>
                  <a:pt x="287417" y="55071"/>
                  <a:pt x="286507" y="57151"/>
                  <a:pt x="284686" y="58871"/>
                </a:cubicBezTo>
                <a:cubicBezTo>
                  <a:pt x="282866" y="60590"/>
                  <a:pt x="280484" y="61450"/>
                  <a:pt x="277541" y="61450"/>
                </a:cubicBezTo>
                <a:cubicBezTo>
                  <a:pt x="274399" y="61450"/>
                  <a:pt x="271768" y="60503"/>
                  <a:pt x="269648" y="58609"/>
                </a:cubicBezTo>
                <a:cubicBezTo>
                  <a:pt x="267529" y="56715"/>
                  <a:pt x="266469" y="54497"/>
                  <a:pt x="266469" y="51956"/>
                </a:cubicBezTo>
                <a:cubicBezTo>
                  <a:pt x="266469" y="48367"/>
                  <a:pt x="267890" y="44941"/>
                  <a:pt x="270733" y="41677"/>
                </a:cubicBezTo>
                <a:cubicBezTo>
                  <a:pt x="273576" y="38412"/>
                  <a:pt x="277541" y="35908"/>
                  <a:pt x="282629" y="34164"/>
                </a:cubicBezTo>
                <a:cubicBezTo>
                  <a:pt x="287716" y="32419"/>
                  <a:pt x="293003" y="31547"/>
                  <a:pt x="298490" y="31547"/>
                </a:cubicBezTo>
                <a:cubicBezTo>
                  <a:pt x="305123" y="31547"/>
                  <a:pt x="310373" y="32959"/>
                  <a:pt x="314238" y="35783"/>
                </a:cubicBezTo>
                <a:cubicBezTo>
                  <a:pt x="318104" y="38605"/>
                  <a:pt x="320610" y="41664"/>
                  <a:pt x="321757" y="44961"/>
                </a:cubicBezTo>
                <a:cubicBezTo>
                  <a:pt x="322455" y="47059"/>
                  <a:pt x="322804" y="51879"/>
                  <a:pt x="322804" y="59422"/>
                </a:cubicBezTo>
                <a:lnTo>
                  <a:pt x="322804" y="86622"/>
                </a:lnTo>
                <a:cubicBezTo>
                  <a:pt x="322804" y="89819"/>
                  <a:pt x="322929" y="91831"/>
                  <a:pt x="323178" y="92656"/>
                </a:cubicBezTo>
                <a:cubicBezTo>
                  <a:pt x="323428" y="93480"/>
                  <a:pt x="323802" y="94092"/>
                  <a:pt x="324301" y="94492"/>
                </a:cubicBezTo>
                <a:cubicBezTo>
                  <a:pt x="324799" y="94891"/>
                  <a:pt x="325373" y="95090"/>
                  <a:pt x="326021" y="95090"/>
                </a:cubicBezTo>
                <a:cubicBezTo>
                  <a:pt x="327318" y="95090"/>
                  <a:pt x="328640" y="94168"/>
                  <a:pt x="329987" y="92324"/>
                </a:cubicBezTo>
                <a:lnTo>
                  <a:pt x="332231" y="94118"/>
                </a:lnTo>
                <a:cubicBezTo>
                  <a:pt x="329737" y="97806"/>
                  <a:pt x="327156" y="100485"/>
                  <a:pt x="324488" y="102155"/>
                </a:cubicBezTo>
                <a:cubicBezTo>
                  <a:pt x="321819" y="103824"/>
                  <a:pt x="318789" y="104659"/>
                  <a:pt x="315398" y="104659"/>
                </a:cubicBezTo>
                <a:cubicBezTo>
                  <a:pt x="311408" y="104659"/>
                  <a:pt x="308290" y="103718"/>
                  <a:pt x="306046" y="101837"/>
                </a:cubicBezTo>
                <a:cubicBezTo>
                  <a:pt x="303801" y="99956"/>
                  <a:pt x="302430" y="97109"/>
                  <a:pt x="301931" y="93296"/>
                </a:cubicBezTo>
                <a:moveTo>
                  <a:pt x="301931" y="87764"/>
                </a:moveTo>
                <a:lnTo>
                  <a:pt x="301931" y="64379"/>
                </a:lnTo>
                <a:cubicBezTo>
                  <a:pt x="295896" y="67935"/>
                  <a:pt x="291407" y="71741"/>
                  <a:pt x="288464" y="75798"/>
                </a:cubicBezTo>
                <a:cubicBezTo>
                  <a:pt x="286519" y="78502"/>
                  <a:pt x="285547" y="81231"/>
                  <a:pt x="285547" y="83987"/>
                </a:cubicBezTo>
                <a:cubicBezTo>
                  <a:pt x="285547" y="86290"/>
                  <a:pt x="286369" y="88319"/>
                  <a:pt x="288015" y="90072"/>
                </a:cubicBezTo>
                <a:cubicBezTo>
                  <a:pt x="289262" y="91424"/>
                  <a:pt x="291008" y="92100"/>
                  <a:pt x="293252" y="92100"/>
                </a:cubicBezTo>
                <a:cubicBezTo>
                  <a:pt x="295746" y="92100"/>
                  <a:pt x="298639" y="90655"/>
                  <a:pt x="301931" y="87764"/>
                </a:cubicBezTo>
                <a:close/>
                <a:moveTo>
                  <a:pt x="367597" y="33640"/>
                </a:moveTo>
                <a:lnTo>
                  <a:pt x="367597" y="42761"/>
                </a:lnTo>
                <a:cubicBezTo>
                  <a:pt x="371188" y="38847"/>
                  <a:pt x="374630" y="36000"/>
                  <a:pt x="377922" y="34220"/>
                </a:cubicBezTo>
                <a:cubicBezTo>
                  <a:pt x="381214" y="32438"/>
                  <a:pt x="384755" y="31547"/>
                  <a:pt x="388545" y="31547"/>
                </a:cubicBezTo>
                <a:cubicBezTo>
                  <a:pt x="393084" y="31547"/>
                  <a:pt x="396850" y="32807"/>
                  <a:pt x="399843" y="35327"/>
                </a:cubicBezTo>
                <a:cubicBezTo>
                  <a:pt x="402835" y="37847"/>
                  <a:pt x="404830" y="40978"/>
                  <a:pt x="405828" y="44721"/>
                </a:cubicBezTo>
                <a:cubicBezTo>
                  <a:pt x="406626" y="47566"/>
                  <a:pt x="407025" y="53031"/>
                  <a:pt x="407025" y="61116"/>
                </a:cubicBezTo>
                <a:lnTo>
                  <a:pt x="407025" y="88362"/>
                </a:lnTo>
                <a:cubicBezTo>
                  <a:pt x="407025" y="93745"/>
                  <a:pt x="407511" y="97096"/>
                  <a:pt x="408484" y="98417"/>
                </a:cubicBezTo>
                <a:cubicBezTo>
                  <a:pt x="409456" y="99738"/>
                  <a:pt x="411489" y="100572"/>
                  <a:pt x="414581" y="100921"/>
                </a:cubicBezTo>
                <a:lnTo>
                  <a:pt x="414581" y="103612"/>
                </a:lnTo>
                <a:lnTo>
                  <a:pt x="379194" y="103612"/>
                </a:lnTo>
                <a:lnTo>
                  <a:pt x="379194" y="100921"/>
                </a:lnTo>
                <a:cubicBezTo>
                  <a:pt x="381837" y="100572"/>
                  <a:pt x="383732" y="99476"/>
                  <a:pt x="384880" y="97632"/>
                </a:cubicBezTo>
                <a:cubicBezTo>
                  <a:pt x="385678" y="96386"/>
                  <a:pt x="386077" y="93296"/>
                  <a:pt x="386077" y="88362"/>
                </a:cubicBezTo>
                <a:lnTo>
                  <a:pt x="386077" y="57263"/>
                </a:lnTo>
                <a:cubicBezTo>
                  <a:pt x="386077" y="51532"/>
                  <a:pt x="385852" y="47919"/>
                  <a:pt x="385403" y="46424"/>
                </a:cubicBezTo>
                <a:cubicBezTo>
                  <a:pt x="384954" y="44929"/>
                  <a:pt x="384194" y="43770"/>
                  <a:pt x="383121" y="42948"/>
                </a:cubicBezTo>
                <a:cubicBezTo>
                  <a:pt x="382049" y="42125"/>
                  <a:pt x="380864" y="41714"/>
                  <a:pt x="379568" y="41714"/>
                </a:cubicBezTo>
                <a:cubicBezTo>
                  <a:pt x="375278" y="41714"/>
                  <a:pt x="371288" y="44804"/>
                  <a:pt x="367597" y="50984"/>
                </a:cubicBezTo>
                <a:lnTo>
                  <a:pt x="367597" y="88362"/>
                </a:lnTo>
                <a:cubicBezTo>
                  <a:pt x="367597" y="93595"/>
                  <a:pt x="368084" y="96909"/>
                  <a:pt x="369056" y="98305"/>
                </a:cubicBezTo>
                <a:cubicBezTo>
                  <a:pt x="370029" y="99700"/>
                  <a:pt x="371837" y="100572"/>
                  <a:pt x="374480" y="100921"/>
                </a:cubicBezTo>
                <a:lnTo>
                  <a:pt x="374480" y="103612"/>
                </a:lnTo>
                <a:lnTo>
                  <a:pt x="339093" y="103612"/>
                </a:lnTo>
                <a:lnTo>
                  <a:pt x="339093" y="100921"/>
                </a:lnTo>
                <a:cubicBezTo>
                  <a:pt x="342035" y="100622"/>
                  <a:pt x="344130" y="99675"/>
                  <a:pt x="345377" y="98081"/>
                </a:cubicBezTo>
                <a:cubicBezTo>
                  <a:pt x="346225" y="96984"/>
                  <a:pt x="346649" y="93745"/>
                  <a:pt x="346649" y="88362"/>
                </a:cubicBezTo>
                <a:lnTo>
                  <a:pt x="346649" y="48891"/>
                </a:lnTo>
                <a:cubicBezTo>
                  <a:pt x="346649" y="43544"/>
                  <a:pt x="346163" y="40215"/>
                  <a:pt x="345190" y="38904"/>
                </a:cubicBezTo>
                <a:cubicBezTo>
                  <a:pt x="344218" y="37592"/>
                  <a:pt x="342185" y="36735"/>
                  <a:pt x="339093" y="36332"/>
                </a:cubicBezTo>
                <a:lnTo>
                  <a:pt x="339093" y="33640"/>
                </a:lnTo>
                <a:lnTo>
                  <a:pt x="367597" y="33640"/>
                </a:lnTo>
                <a:close/>
                <a:moveTo>
                  <a:pt x="480373" y="85538"/>
                </a:moveTo>
                <a:lnTo>
                  <a:pt x="482693" y="87330"/>
                </a:lnTo>
                <a:cubicBezTo>
                  <a:pt x="479401" y="93530"/>
                  <a:pt x="475298" y="98143"/>
                  <a:pt x="470386" y="101169"/>
                </a:cubicBezTo>
                <a:cubicBezTo>
                  <a:pt x="465473" y="104193"/>
                  <a:pt x="460248" y="105706"/>
                  <a:pt x="454712" y="105706"/>
                </a:cubicBezTo>
                <a:cubicBezTo>
                  <a:pt x="445385" y="105706"/>
                  <a:pt x="437928" y="102189"/>
                  <a:pt x="432342" y="95156"/>
                </a:cubicBezTo>
                <a:cubicBezTo>
                  <a:pt x="426756" y="88121"/>
                  <a:pt x="423963" y="79665"/>
                  <a:pt x="423963" y="69788"/>
                </a:cubicBezTo>
                <a:cubicBezTo>
                  <a:pt x="423963" y="60258"/>
                  <a:pt x="426507" y="51876"/>
                  <a:pt x="431594" y="44644"/>
                </a:cubicBezTo>
                <a:cubicBezTo>
                  <a:pt x="437729" y="35913"/>
                  <a:pt x="446183" y="31547"/>
                  <a:pt x="456956" y="31547"/>
                </a:cubicBezTo>
                <a:cubicBezTo>
                  <a:pt x="464188" y="31547"/>
                  <a:pt x="469937" y="33372"/>
                  <a:pt x="474201" y="37021"/>
                </a:cubicBezTo>
                <a:cubicBezTo>
                  <a:pt x="478466" y="40668"/>
                  <a:pt x="480598" y="44741"/>
                  <a:pt x="480598" y="49239"/>
                </a:cubicBezTo>
                <a:cubicBezTo>
                  <a:pt x="480598" y="52087"/>
                  <a:pt x="479738" y="54361"/>
                  <a:pt x="478017" y="56060"/>
                </a:cubicBezTo>
                <a:cubicBezTo>
                  <a:pt x="476296" y="57760"/>
                  <a:pt x="474039" y="58609"/>
                  <a:pt x="471246" y="58609"/>
                </a:cubicBezTo>
                <a:cubicBezTo>
                  <a:pt x="468303" y="58609"/>
                  <a:pt x="465872" y="57634"/>
                  <a:pt x="463952" y="55684"/>
                </a:cubicBezTo>
                <a:cubicBezTo>
                  <a:pt x="462031" y="53733"/>
                  <a:pt x="460847" y="50257"/>
                  <a:pt x="460398" y="45256"/>
                </a:cubicBezTo>
                <a:cubicBezTo>
                  <a:pt x="460099" y="42105"/>
                  <a:pt x="459375" y="39904"/>
                  <a:pt x="458228" y="38654"/>
                </a:cubicBezTo>
                <a:cubicBezTo>
                  <a:pt x="457081" y="37405"/>
                  <a:pt x="455734" y="36780"/>
                  <a:pt x="454188" y="36780"/>
                </a:cubicBezTo>
                <a:cubicBezTo>
                  <a:pt x="451794" y="36780"/>
                  <a:pt x="449749" y="38051"/>
                  <a:pt x="448053" y="40593"/>
                </a:cubicBezTo>
                <a:cubicBezTo>
                  <a:pt x="445460" y="44430"/>
                  <a:pt x="444163" y="50311"/>
                  <a:pt x="444163" y="58235"/>
                </a:cubicBezTo>
                <a:cubicBezTo>
                  <a:pt x="444163" y="64814"/>
                  <a:pt x="445210" y="71106"/>
                  <a:pt x="447305" y="77111"/>
                </a:cubicBezTo>
                <a:cubicBezTo>
                  <a:pt x="449400" y="83117"/>
                  <a:pt x="452268" y="87590"/>
                  <a:pt x="455909" y="90530"/>
                </a:cubicBezTo>
                <a:cubicBezTo>
                  <a:pt x="458652" y="92673"/>
                  <a:pt x="461894" y="93745"/>
                  <a:pt x="465635" y="93745"/>
                </a:cubicBezTo>
                <a:cubicBezTo>
                  <a:pt x="468079" y="93745"/>
                  <a:pt x="470398" y="93173"/>
                  <a:pt x="472593" y="92030"/>
                </a:cubicBezTo>
                <a:cubicBezTo>
                  <a:pt x="474787" y="90885"/>
                  <a:pt x="477381" y="88721"/>
                  <a:pt x="480373" y="85538"/>
                </a:cubicBezTo>
                <a:close/>
                <a:moveTo>
                  <a:pt x="549454" y="66085"/>
                </a:moveTo>
                <a:lnTo>
                  <a:pt x="511074" y="66085"/>
                </a:lnTo>
                <a:cubicBezTo>
                  <a:pt x="511523" y="75379"/>
                  <a:pt x="513992" y="82725"/>
                  <a:pt x="518481" y="88122"/>
                </a:cubicBezTo>
                <a:cubicBezTo>
                  <a:pt x="521922" y="92269"/>
                  <a:pt x="526062" y="94343"/>
                  <a:pt x="530900" y="94343"/>
                </a:cubicBezTo>
                <a:cubicBezTo>
                  <a:pt x="533893" y="94343"/>
                  <a:pt x="536611" y="93508"/>
                  <a:pt x="539055" y="91838"/>
                </a:cubicBezTo>
                <a:cubicBezTo>
                  <a:pt x="541499" y="90169"/>
                  <a:pt x="544117" y="87166"/>
                  <a:pt x="546911" y="82830"/>
                </a:cubicBezTo>
                <a:lnTo>
                  <a:pt x="549454" y="84475"/>
                </a:lnTo>
                <a:cubicBezTo>
                  <a:pt x="545664" y="92200"/>
                  <a:pt x="541474" y="97669"/>
                  <a:pt x="536885" y="100884"/>
                </a:cubicBezTo>
                <a:cubicBezTo>
                  <a:pt x="532297" y="104098"/>
                  <a:pt x="526985" y="105706"/>
                  <a:pt x="520950" y="105706"/>
                </a:cubicBezTo>
                <a:cubicBezTo>
                  <a:pt x="510575" y="105706"/>
                  <a:pt x="502720" y="101715"/>
                  <a:pt x="497383" y="93733"/>
                </a:cubicBezTo>
                <a:cubicBezTo>
                  <a:pt x="493094" y="87298"/>
                  <a:pt x="490949" y="79316"/>
                  <a:pt x="490949" y="69788"/>
                </a:cubicBezTo>
                <a:cubicBezTo>
                  <a:pt x="490949" y="58113"/>
                  <a:pt x="494104" y="48821"/>
                  <a:pt x="500413" y="41913"/>
                </a:cubicBezTo>
                <a:cubicBezTo>
                  <a:pt x="506722" y="35002"/>
                  <a:pt x="514117" y="31547"/>
                  <a:pt x="522596" y="31547"/>
                </a:cubicBezTo>
                <a:cubicBezTo>
                  <a:pt x="529678" y="31547"/>
                  <a:pt x="535825" y="34450"/>
                  <a:pt x="541038" y="40256"/>
                </a:cubicBezTo>
                <a:cubicBezTo>
                  <a:pt x="546250" y="46062"/>
                  <a:pt x="549055" y="54672"/>
                  <a:pt x="549454" y="66085"/>
                </a:cubicBezTo>
                <a:moveTo>
                  <a:pt x="531050" y="61151"/>
                </a:moveTo>
                <a:cubicBezTo>
                  <a:pt x="531050" y="53127"/>
                  <a:pt x="530613" y="47620"/>
                  <a:pt x="529741" y="44630"/>
                </a:cubicBezTo>
                <a:cubicBezTo>
                  <a:pt x="528868" y="41639"/>
                  <a:pt x="527509" y="39372"/>
                  <a:pt x="525663" y="37827"/>
                </a:cubicBezTo>
                <a:cubicBezTo>
                  <a:pt x="524616" y="36930"/>
                  <a:pt x="523219" y="36481"/>
                  <a:pt x="521473" y="36481"/>
                </a:cubicBezTo>
                <a:cubicBezTo>
                  <a:pt x="518880" y="36481"/>
                  <a:pt x="516760" y="37752"/>
                  <a:pt x="515114" y="40294"/>
                </a:cubicBezTo>
                <a:cubicBezTo>
                  <a:pt x="512171" y="44729"/>
                  <a:pt x="510700" y="50809"/>
                  <a:pt x="510700" y="58534"/>
                </a:cubicBezTo>
                <a:lnTo>
                  <a:pt x="510700" y="61151"/>
                </a:lnTo>
                <a:lnTo>
                  <a:pt x="531050" y="611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91DB3-ECAD-49B1-BC0A-925C4D8B3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2329" y="6763811"/>
            <a:ext cx="240725" cy="340189"/>
          </a:xfrm>
          <a:custGeom xmlns:a="http://schemas.openxmlformats.org/drawingml/2006/main">
            <a:pathLst>
              <a:path w="240725" h="340189">
                <a:moveTo>
                  <a:pt x="231637" y="62680"/>
                </a:moveTo>
                <a:lnTo>
                  <a:pt x="240725" y="0"/>
                </a:lnTo>
                <a:lnTo>
                  <a:pt x="185080" y="30330"/>
                </a:lnTo>
                <a:lnTo>
                  <a:pt x="200600" y="41115"/>
                </a:lnTo>
                <a:lnTo>
                  <a:pt x="0" y="329406"/>
                </a:lnTo>
                <a:lnTo>
                  <a:pt x="15507" y="340189"/>
                </a:lnTo>
                <a:lnTo>
                  <a:pt x="216111" y="51893"/>
                </a:lnTo>
                <a:lnTo>
                  <a:pt x="231637" y="62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7D2A29-A84D-4DA2-A0CA-824722C0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562" y="6939655"/>
            <a:ext cx="270542" cy="167056"/>
          </a:xfrm>
          <a:custGeom xmlns:a="http://schemas.openxmlformats.org/drawingml/2006/main">
            <a:pathLst>
              <a:path w="270542" h="167056">
                <a:moveTo>
                  <a:pt x="9705" y="167056"/>
                </a:moveTo>
                <a:lnTo>
                  <a:pt x="25914" y="157351"/>
                </a:lnTo>
                <a:lnTo>
                  <a:pt x="16209" y="141159"/>
                </a:lnTo>
                <a:lnTo>
                  <a:pt x="0" y="150847"/>
                </a:lnTo>
                <a:lnTo>
                  <a:pt x="9705" y="167056"/>
                </a:lnTo>
                <a:close/>
                <a:moveTo>
                  <a:pt x="42124" y="147646"/>
                </a:moveTo>
                <a:lnTo>
                  <a:pt x="58333" y="137958"/>
                </a:lnTo>
                <a:lnTo>
                  <a:pt x="48645" y="121766"/>
                </a:lnTo>
                <a:lnTo>
                  <a:pt x="32419" y="131454"/>
                </a:lnTo>
                <a:lnTo>
                  <a:pt x="42124" y="147646"/>
                </a:lnTo>
                <a:close/>
                <a:moveTo>
                  <a:pt x="74559" y="128253"/>
                </a:moveTo>
                <a:lnTo>
                  <a:pt x="90768" y="118565"/>
                </a:lnTo>
                <a:lnTo>
                  <a:pt x="81063" y="102356"/>
                </a:lnTo>
                <a:lnTo>
                  <a:pt x="64854" y="112061"/>
                </a:lnTo>
                <a:lnTo>
                  <a:pt x="74559" y="128253"/>
                </a:lnTo>
                <a:close/>
                <a:moveTo>
                  <a:pt x="106978" y="108860"/>
                </a:moveTo>
                <a:lnTo>
                  <a:pt x="123187" y="99155"/>
                </a:lnTo>
                <a:lnTo>
                  <a:pt x="113499" y="82963"/>
                </a:lnTo>
                <a:lnTo>
                  <a:pt x="97273" y="92651"/>
                </a:lnTo>
                <a:lnTo>
                  <a:pt x="106978" y="108860"/>
                </a:lnTo>
                <a:close/>
                <a:moveTo>
                  <a:pt x="139413" y="89468"/>
                </a:moveTo>
                <a:lnTo>
                  <a:pt x="155623" y="79763"/>
                </a:lnTo>
                <a:lnTo>
                  <a:pt x="145918" y="63553"/>
                </a:lnTo>
                <a:lnTo>
                  <a:pt x="129708" y="73258"/>
                </a:lnTo>
                <a:lnTo>
                  <a:pt x="139413" y="89468"/>
                </a:lnTo>
                <a:close/>
                <a:moveTo>
                  <a:pt x="171832" y="70058"/>
                </a:moveTo>
                <a:lnTo>
                  <a:pt x="188041" y="60353"/>
                </a:lnTo>
                <a:lnTo>
                  <a:pt x="178336" y="44160"/>
                </a:lnTo>
                <a:lnTo>
                  <a:pt x="162127" y="53865"/>
                </a:lnTo>
                <a:lnTo>
                  <a:pt x="171832" y="70058"/>
                </a:lnTo>
                <a:close/>
                <a:moveTo>
                  <a:pt x="204267" y="50665"/>
                </a:moveTo>
                <a:lnTo>
                  <a:pt x="220477" y="40960"/>
                </a:lnTo>
                <a:lnTo>
                  <a:pt x="210772" y="24767"/>
                </a:lnTo>
                <a:lnTo>
                  <a:pt x="194545" y="34472"/>
                </a:lnTo>
                <a:lnTo>
                  <a:pt x="204267" y="50665"/>
                </a:lnTo>
                <a:close/>
                <a:moveTo>
                  <a:pt x="236446" y="53403"/>
                </a:moveTo>
                <a:lnTo>
                  <a:pt x="270542" y="0"/>
                </a:lnTo>
                <a:lnTo>
                  <a:pt x="207331" y="4810"/>
                </a:lnTo>
                <a:lnTo>
                  <a:pt x="236446" y="53403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13234-51FA-43A4-86D0-C040AF7E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7724" y="6790860"/>
            <a:ext cx="56672" cy="307976"/>
          </a:xfrm>
          <a:custGeom xmlns:a="http://schemas.openxmlformats.org/drawingml/2006/main">
            <a:pathLst>
              <a:path w="56672" h="307976">
                <a:moveTo>
                  <a:pt x="31802" y="307976"/>
                </a:moveTo>
                <a:lnTo>
                  <a:pt x="32247" y="289096"/>
                </a:lnTo>
                <a:lnTo>
                  <a:pt x="13351" y="288651"/>
                </a:lnTo>
                <a:lnTo>
                  <a:pt x="12906" y="307531"/>
                </a:lnTo>
                <a:lnTo>
                  <a:pt x="31802" y="307976"/>
                </a:lnTo>
                <a:close/>
                <a:moveTo>
                  <a:pt x="32692" y="270217"/>
                </a:moveTo>
                <a:lnTo>
                  <a:pt x="33155" y="251355"/>
                </a:lnTo>
                <a:lnTo>
                  <a:pt x="14258" y="250893"/>
                </a:lnTo>
                <a:lnTo>
                  <a:pt x="13813" y="269772"/>
                </a:lnTo>
                <a:lnTo>
                  <a:pt x="32692" y="270217"/>
                </a:lnTo>
                <a:close/>
                <a:moveTo>
                  <a:pt x="33600" y="232475"/>
                </a:moveTo>
                <a:lnTo>
                  <a:pt x="34045" y="213596"/>
                </a:lnTo>
                <a:lnTo>
                  <a:pt x="15165" y="213134"/>
                </a:lnTo>
                <a:lnTo>
                  <a:pt x="14703" y="232013"/>
                </a:lnTo>
                <a:lnTo>
                  <a:pt x="33600" y="232475"/>
                </a:lnTo>
                <a:close/>
                <a:moveTo>
                  <a:pt x="34507" y="194716"/>
                </a:moveTo>
                <a:lnTo>
                  <a:pt x="34952" y="175837"/>
                </a:lnTo>
                <a:lnTo>
                  <a:pt x="16055" y="175392"/>
                </a:lnTo>
                <a:lnTo>
                  <a:pt x="15610" y="194271"/>
                </a:lnTo>
                <a:lnTo>
                  <a:pt x="34507" y="194716"/>
                </a:lnTo>
                <a:close/>
                <a:moveTo>
                  <a:pt x="35397" y="156958"/>
                </a:moveTo>
                <a:lnTo>
                  <a:pt x="35859" y="138095"/>
                </a:lnTo>
                <a:lnTo>
                  <a:pt x="16962" y="137633"/>
                </a:lnTo>
                <a:lnTo>
                  <a:pt x="16517" y="156513"/>
                </a:lnTo>
                <a:lnTo>
                  <a:pt x="35397" y="156958"/>
                </a:lnTo>
                <a:close/>
                <a:moveTo>
                  <a:pt x="36304" y="119216"/>
                </a:moveTo>
                <a:lnTo>
                  <a:pt x="36749" y="100336"/>
                </a:lnTo>
                <a:lnTo>
                  <a:pt x="17852" y="99874"/>
                </a:lnTo>
                <a:lnTo>
                  <a:pt x="17407" y="118754"/>
                </a:lnTo>
                <a:lnTo>
                  <a:pt x="36304" y="119216"/>
                </a:lnTo>
                <a:close/>
                <a:moveTo>
                  <a:pt x="37194" y="81457"/>
                </a:moveTo>
                <a:lnTo>
                  <a:pt x="37656" y="62578"/>
                </a:lnTo>
                <a:lnTo>
                  <a:pt x="18760" y="62133"/>
                </a:lnTo>
                <a:lnTo>
                  <a:pt x="18315" y="81012"/>
                </a:lnTo>
                <a:lnTo>
                  <a:pt x="37194" y="81457"/>
                </a:lnTo>
                <a:close/>
                <a:moveTo>
                  <a:pt x="56672" y="57306"/>
                </a:moveTo>
                <a:lnTo>
                  <a:pt x="29697" y="0"/>
                </a:lnTo>
                <a:lnTo>
                  <a:pt x="0" y="55954"/>
                </a:lnTo>
                <a:lnTo>
                  <a:pt x="56672" y="57306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C825B9-1D75-4D93-B127-C2A97E4B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1406" y="6841583"/>
            <a:ext cx="124659" cy="260820"/>
          </a:xfrm>
          <a:custGeom xmlns:a="http://schemas.openxmlformats.org/drawingml/2006/main">
            <a:pathLst>
              <a:path w="124659" h="260820">
                <a:moveTo>
                  <a:pt x="107354" y="260820"/>
                </a:moveTo>
                <a:lnTo>
                  <a:pt x="99772" y="243532"/>
                </a:lnTo>
                <a:lnTo>
                  <a:pt x="117076" y="235950"/>
                </a:lnTo>
                <a:lnTo>
                  <a:pt x="124659" y="253238"/>
                </a:lnTo>
                <a:lnTo>
                  <a:pt x="107354" y="260820"/>
                </a:lnTo>
                <a:close/>
                <a:moveTo>
                  <a:pt x="92172" y="226228"/>
                </a:moveTo>
                <a:lnTo>
                  <a:pt x="84572" y="208940"/>
                </a:lnTo>
                <a:lnTo>
                  <a:pt x="101894" y="201358"/>
                </a:lnTo>
                <a:lnTo>
                  <a:pt x="109477" y="218645"/>
                </a:lnTo>
                <a:lnTo>
                  <a:pt x="92172" y="226228"/>
                </a:lnTo>
                <a:close/>
                <a:moveTo>
                  <a:pt x="76990" y="191653"/>
                </a:moveTo>
                <a:lnTo>
                  <a:pt x="69407" y="174365"/>
                </a:lnTo>
                <a:lnTo>
                  <a:pt x="86712" y="166782"/>
                </a:lnTo>
                <a:lnTo>
                  <a:pt x="94294" y="184070"/>
                </a:lnTo>
                <a:lnTo>
                  <a:pt x="76990" y="191653"/>
                </a:lnTo>
                <a:close/>
                <a:moveTo>
                  <a:pt x="61807" y="157060"/>
                </a:moveTo>
                <a:lnTo>
                  <a:pt x="54225" y="139773"/>
                </a:lnTo>
                <a:lnTo>
                  <a:pt x="71530" y="132190"/>
                </a:lnTo>
                <a:lnTo>
                  <a:pt x="79129" y="149478"/>
                </a:lnTo>
                <a:lnTo>
                  <a:pt x="61807" y="157060"/>
                </a:lnTo>
                <a:close/>
                <a:moveTo>
                  <a:pt x="46625" y="122485"/>
                </a:moveTo>
                <a:lnTo>
                  <a:pt x="39043" y="105180"/>
                </a:lnTo>
                <a:lnTo>
                  <a:pt x="56347" y="97615"/>
                </a:lnTo>
                <a:lnTo>
                  <a:pt x="63930" y="114903"/>
                </a:lnTo>
                <a:lnTo>
                  <a:pt x="46625" y="122485"/>
                </a:lnTo>
                <a:close/>
                <a:moveTo>
                  <a:pt x="31460" y="87893"/>
                </a:moveTo>
                <a:lnTo>
                  <a:pt x="23860" y="70605"/>
                </a:lnTo>
                <a:lnTo>
                  <a:pt x="41165" y="63023"/>
                </a:lnTo>
                <a:lnTo>
                  <a:pt x="48765" y="80310"/>
                </a:lnTo>
                <a:lnTo>
                  <a:pt x="31460" y="87893"/>
                </a:lnTo>
                <a:close/>
                <a:moveTo>
                  <a:pt x="16278" y="53318"/>
                </a:moveTo>
                <a:lnTo>
                  <a:pt x="13505" y="47036"/>
                </a:lnTo>
                <a:lnTo>
                  <a:pt x="30810" y="39436"/>
                </a:lnTo>
                <a:lnTo>
                  <a:pt x="33582" y="45735"/>
                </a:lnTo>
                <a:lnTo>
                  <a:pt x="16278" y="53318"/>
                </a:lnTo>
                <a:close/>
                <a:moveTo>
                  <a:pt x="0" y="63262"/>
                </a:moveTo>
                <a:lnTo>
                  <a:pt x="3184" y="0"/>
                </a:lnTo>
                <a:lnTo>
                  <a:pt x="51914" y="40497"/>
                </a:lnTo>
                <a:lnTo>
                  <a:pt x="0" y="63262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1DD698-73CF-460F-8A44-A73CF97E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742" y="6790865"/>
            <a:ext cx="116939" cy="310612"/>
          </a:xfrm>
          <a:custGeom xmlns:a="http://schemas.openxmlformats.org/drawingml/2006/main">
            <a:pathLst>
              <a:path w="116939" h="310612">
                <a:moveTo>
                  <a:pt x="62937" y="45359"/>
                </a:moveTo>
                <a:lnTo>
                  <a:pt x="80938" y="51093"/>
                </a:lnTo>
                <a:lnTo>
                  <a:pt x="80327" y="53010"/>
                </a:lnTo>
                <a:lnTo>
                  <a:pt x="98334" y="58744"/>
                </a:lnTo>
                <a:lnTo>
                  <a:pt x="98944" y="56828"/>
                </a:lnTo>
                <a:lnTo>
                  <a:pt x="116939" y="62561"/>
                </a:lnTo>
                <a:lnTo>
                  <a:pt x="107149" y="0"/>
                </a:lnTo>
                <a:lnTo>
                  <a:pt x="62937" y="45359"/>
                </a:lnTo>
                <a:close/>
                <a:moveTo>
                  <a:pt x="86866" y="94722"/>
                </a:moveTo>
                <a:lnTo>
                  <a:pt x="92600" y="76733"/>
                </a:lnTo>
                <a:lnTo>
                  <a:pt x="74593" y="70999"/>
                </a:lnTo>
                <a:lnTo>
                  <a:pt x="68859" y="88988"/>
                </a:lnTo>
                <a:lnTo>
                  <a:pt x="86866" y="94722"/>
                </a:lnTo>
                <a:close/>
                <a:moveTo>
                  <a:pt x="75381" y="130701"/>
                </a:moveTo>
                <a:lnTo>
                  <a:pt x="81115" y="112712"/>
                </a:lnTo>
                <a:lnTo>
                  <a:pt x="63125" y="106978"/>
                </a:lnTo>
                <a:lnTo>
                  <a:pt x="57374" y="124967"/>
                </a:lnTo>
                <a:lnTo>
                  <a:pt x="75381" y="130701"/>
                </a:lnTo>
                <a:close/>
                <a:moveTo>
                  <a:pt x="45906" y="160963"/>
                </a:moveTo>
                <a:lnTo>
                  <a:pt x="63913" y="166697"/>
                </a:lnTo>
                <a:lnTo>
                  <a:pt x="69647" y="148690"/>
                </a:lnTo>
                <a:lnTo>
                  <a:pt x="51640" y="142956"/>
                </a:lnTo>
                <a:lnTo>
                  <a:pt x="45906" y="160963"/>
                </a:lnTo>
                <a:close/>
                <a:moveTo>
                  <a:pt x="34421" y="196942"/>
                </a:moveTo>
                <a:lnTo>
                  <a:pt x="52428" y="202676"/>
                </a:lnTo>
                <a:lnTo>
                  <a:pt x="58162" y="184686"/>
                </a:lnTo>
                <a:lnTo>
                  <a:pt x="40172" y="178952"/>
                </a:lnTo>
                <a:lnTo>
                  <a:pt x="34421" y="196942"/>
                </a:lnTo>
                <a:close/>
                <a:moveTo>
                  <a:pt x="22953" y="232920"/>
                </a:moveTo>
                <a:lnTo>
                  <a:pt x="40960" y="238654"/>
                </a:lnTo>
                <a:lnTo>
                  <a:pt x="46694" y="220648"/>
                </a:lnTo>
                <a:lnTo>
                  <a:pt x="28687" y="214914"/>
                </a:lnTo>
                <a:lnTo>
                  <a:pt x="22953" y="232920"/>
                </a:lnTo>
                <a:close/>
                <a:moveTo>
                  <a:pt x="29474" y="274633"/>
                </a:moveTo>
                <a:lnTo>
                  <a:pt x="35208" y="256644"/>
                </a:lnTo>
                <a:lnTo>
                  <a:pt x="17219" y="250910"/>
                </a:lnTo>
                <a:lnTo>
                  <a:pt x="11468" y="268899"/>
                </a:lnTo>
                <a:lnTo>
                  <a:pt x="29474" y="274633"/>
                </a:lnTo>
                <a:close/>
                <a:moveTo>
                  <a:pt x="18006" y="310612"/>
                </a:moveTo>
                <a:lnTo>
                  <a:pt x="23740" y="292622"/>
                </a:lnTo>
                <a:lnTo>
                  <a:pt x="5734" y="286888"/>
                </a:lnTo>
                <a:lnTo>
                  <a:pt x="0" y="304878"/>
                </a:lnTo>
                <a:lnTo>
                  <a:pt x="18006" y="310612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4C6B58-8AD1-42C7-BA0C-7A138C8A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185" y="7089435"/>
            <a:ext cx="267906" cy="87636"/>
          </a:xfrm>
          <a:custGeom xmlns:a="http://schemas.openxmlformats.org/drawingml/2006/main">
            <a:pathLst>
              <a:path w="267906" h="87636">
                <a:moveTo>
                  <a:pt x="4450" y="0"/>
                </a:moveTo>
                <a:lnTo>
                  <a:pt x="22816" y="4450"/>
                </a:lnTo>
                <a:lnTo>
                  <a:pt x="18366" y="22782"/>
                </a:lnTo>
                <a:lnTo>
                  <a:pt x="0" y="18349"/>
                </a:lnTo>
                <a:lnTo>
                  <a:pt x="4450" y="0"/>
                </a:lnTo>
                <a:close/>
                <a:moveTo>
                  <a:pt x="41182" y="8883"/>
                </a:moveTo>
                <a:lnTo>
                  <a:pt x="59548" y="13317"/>
                </a:lnTo>
                <a:lnTo>
                  <a:pt x="55098" y="31683"/>
                </a:lnTo>
                <a:lnTo>
                  <a:pt x="36732" y="27232"/>
                </a:lnTo>
                <a:lnTo>
                  <a:pt x="41182" y="8883"/>
                </a:lnTo>
                <a:close/>
                <a:moveTo>
                  <a:pt x="77914" y="17767"/>
                </a:moveTo>
                <a:lnTo>
                  <a:pt x="96280" y="22217"/>
                </a:lnTo>
                <a:lnTo>
                  <a:pt x="91830" y="40566"/>
                </a:lnTo>
                <a:lnTo>
                  <a:pt x="73464" y="36116"/>
                </a:lnTo>
                <a:lnTo>
                  <a:pt x="77914" y="17767"/>
                </a:lnTo>
                <a:close/>
                <a:moveTo>
                  <a:pt x="114646" y="26650"/>
                </a:moveTo>
                <a:lnTo>
                  <a:pt x="133012" y="31101"/>
                </a:lnTo>
                <a:lnTo>
                  <a:pt x="128561" y="49449"/>
                </a:lnTo>
                <a:lnTo>
                  <a:pt x="110196" y="44999"/>
                </a:lnTo>
                <a:lnTo>
                  <a:pt x="114646" y="26650"/>
                </a:lnTo>
                <a:close/>
                <a:moveTo>
                  <a:pt x="151378" y="35534"/>
                </a:moveTo>
                <a:lnTo>
                  <a:pt x="169744" y="39967"/>
                </a:lnTo>
                <a:lnTo>
                  <a:pt x="165310" y="58333"/>
                </a:lnTo>
                <a:lnTo>
                  <a:pt x="146945" y="53883"/>
                </a:lnTo>
                <a:lnTo>
                  <a:pt x="151378" y="35534"/>
                </a:lnTo>
                <a:close/>
                <a:moveTo>
                  <a:pt x="188110" y="44417"/>
                </a:moveTo>
                <a:lnTo>
                  <a:pt x="206475" y="48867"/>
                </a:lnTo>
                <a:lnTo>
                  <a:pt x="202025" y="67216"/>
                </a:lnTo>
                <a:lnTo>
                  <a:pt x="183676" y="62766"/>
                </a:lnTo>
                <a:lnTo>
                  <a:pt x="188110" y="44417"/>
                </a:lnTo>
                <a:close/>
                <a:moveTo>
                  <a:pt x="219484" y="32573"/>
                </a:moveTo>
                <a:lnTo>
                  <a:pt x="267906" y="73429"/>
                </a:lnTo>
                <a:lnTo>
                  <a:pt x="206150" y="87636"/>
                </a:lnTo>
                <a:lnTo>
                  <a:pt x="219484" y="32573"/>
                </a:lnTo>
                <a:close/>
              </a:path>
            </a:pathLst>
          </a:custGeom>
          <a:solidFill xmlns:a="http://schemas.openxmlformats.org/drawingml/2006/main">
            <a:srgbClr val="76717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E58FB0-9CB4-43B7-A73D-7D50F0F5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428" y="7076307"/>
            <a:ext cx="44640" cy="44605"/>
          </a:xfrm>
          <a:custGeom xmlns:a="http://schemas.openxmlformats.org/drawingml/2006/main">
            <a:pathLst>
              <a:path w="44640" h="44605">
                <a:moveTo>
                  <a:pt x="0" y="22303"/>
                </a:moveTo>
                <a:cubicBezTo>
                  <a:pt x="0" y="9996"/>
                  <a:pt x="9996" y="0"/>
                  <a:pt x="22320" y="0"/>
                </a:cubicBezTo>
                <a:cubicBezTo>
                  <a:pt x="34644" y="0"/>
                  <a:pt x="44640" y="9996"/>
                  <a:pt x="44640" y="22303"/>
                </a:cubicBezTo>
                <a:cubicBezTo>
                  <a:pt x="44640" y="34609"/>
                  <a:pt x="34644" y="44605"/>
                  <a:pt x="22320" y="44605"/>
                </a:cubicBezTo>
                <a:cubicBezTo>
                  <a:pt x="9996" y="44605"/>
                  <a:pt x="0" y="34609"/>
                  <a:pt x="0" y="2230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789BAC-B559-4FDC-A28C-E0106DF3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427" y="7076310"/>
            <a:ext cx="44635" cy="44597"/>
          </a:xfrm>
          <a:custGeom xmlns:a="http://schemas.openxmlformats.org/drawingml/2006/main">
            <a:pathLst>
              <a:path w="44635" h="44597" fill="none">
                <a:moveTo>
                  <a:pt x="0" y="22298"/>
                </a:moveTo>
                <a:cubicBezTo>
                  <a:pt x="0" y="9983"/>
                  <a:pt x="9992" y="0"/>
                  <a:pt x="22318" y="0"/>
                </a:cubicBezTo>
                <a:cubicBezTo>
                  <a:pt x="34643" y="0"/>
                  <a:pt x="44635" y="9983"/>
                  <a:pt x="44635" y="22298"/>
                </a:cubicBezTo>
                <a:cubicBezTo>
                  <a:pt x="44635" y="34613"/>
                  <a:pt x="34643" y="44597"/>
                  <a:pt x="22318" y="44597"/>
                </a:cubicBezTo>
                <a:cubicBezTo>
                  <a:pt x="9992" y="44597"/>
                  <a:pt x="0" y="34613"/>
                  <a:pt x="0" y="2229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7083" cap="flat">
            <a:solidFill>
              <a:srgbClr val="FFFFFF"/>
            </a:solidFill>
            <a:miter/>
          </a:ln>
        </p:spPr>
      </p:sp>
      <p:sp>
        <p:nvSpPr>
          <p:cNvPr id="352" name="Text Conf">
            <a:extLst xmlns:a="http://schemas.openxmlformats.org/drawingml/2006/main">
              <a:ext uri="{FF2B5EF4-FFF2-40B4-BE49-F238E27FC236}">
                <a16:creationId xmlns:a16="http://schemas.microsoft.com/office/drawing/2014/main" id="{8ACC7CFB-9B4C-4BC7-A390-58732C8A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147" y="6755845"/>
            <a:ext cx="325346" cy="105855"/>
          </a:xfrm>
          <a:custGeom xmlns:a="http://schemas.openxmlformats.org/drawingml/2006/main">
            <a:pathLst>
              <a:path w="325346" h="105855">
                <a:moveTo>
                  <a:pt x="96212" y="0"/>
                </a:moveTo>
                <a:lnTo>
                  <a:pt x="96212" y="35136"/>
                </a:lnTo>
                <a:lnTo>
                  <a:pt x="93294" y="35136"/>
                </a:lnTo>
                <a:cubicBezTo>
                  <a:pt x="91100" y="25917"/>
                  <a:pt x="87010" y="18853"/>
                  <a:pt x="81025" y="13944"/>
                </a:cubicBezTo>
                <a:cubicBezTo>
                  <a:pt x="75039" y="9034"/>
                  <a:pt x="68256" y="6579"/>
                  <a:pt x="60675" y="6579"/>
                </a:cubicBezTo>
                <a:cubicBezTo>
                  <a:pt x="54341" y="6579"/>
                  <a:pt x="48530" y="8398"/>
                  <a:pt x="43243" y="12036"/>
                </a:cubicBezTo>
                <a:cubicBezTo>
                  <a:pt x="37956" y="15674"/>
                  <a:pt x="34091" y="20433"/>
                  <a:pt x="31647" y="26314"/>
                </a:cubicBezTo>
                <a:cubicBezTo>
                  <a:pt x="28505" y="33840"/>
                  <a:pt x="26933" y="42212"/>
                  <a:pt x="26933" y="51432"/>
                </a:cubicBezTo>
                <a:cubicBezTo>
                  <a:pt x="26933" y="60503"/>
                  <a:pt x="28081" y="68764"/>
                  <a:pt x="30375" y="76214"/>
                </a:cubicBezTo>
                <a:cubicBezTo>
                  <a:pt x="32669" y="83665"/>
                  <a:pt x="36260" y="89297"/>
                  <a:pt x="41148" y="93109"/>
                </a:cubicBezTo>
                <a:cubicBezTo>
                  <a:pt x="46036" y="96922"/>
                  <a:pt x="52370" y="98828"/>
                  <a:pt x="60151" y="98828"/>
                </a:cubicBezTo>
                <a:cubicBezTo>
                  <a:pt x="66535" y="98828"/>
                  <a:pt x="72384" y="97433"/>
                  <a:pt x="77695" y="94642"/>
                </a:cubicBezTo>
                <a:cubicBezTo>
                  <a:pt x="83007" y="91851"/>
                  <a:pt x="88606" y="87041"/>
                  <a:pt x="94491" y="80214"/>
                </a:cubicBezTo>
                <a:lnTo>
                  <a:pt x="94491" y="88960"/>
                </a:lnTo>
                <a:cubicBezTo>
                  <a:pt x="88805" y="94891"/>
                  <a:pt x="82883" y="99189"/>
                  <a:pt x="76723" y="101856"/>
                </a:cubicBezTo>
                <a:cubicBezTo>
                  <a:pt x="70563" y="104522"/>
                  <a:pt x="63368" y="105855"/>
                  <a:pt x="55139" y="105855"/>
                </a:cubicBezTo>
                <a:cubicBezTo>
                  <a:pt x="44315" y="105855"/>
                  <a:pt x="34702" y="103690"/>
                  <a:pt x="26297" y="99361"/>
                </a:cubicBezTo>
                <a:cubicBezTo>
                  <a:pt x="17893" y="95031"/>
                  <a:pt x="11409" y="88811"/>
                  <a:pt x="6846" y="80700"/>
                </a:cubicBezTo>
                <a:cubicBezTo>
                  <a:pt x="2282" y="72587"/>
                  <a:pt x="0" y="63952"/>
                  <a:pt x="0" y="54794"/>
                </a:cubicBezTo>
                <a:cubicBezTo>
                  <a:pt x="0" y="45140"/>
                  <a:pt x="2531" y="35983"/>
                  <a:pt x="7594" y="27323"/>
                </a:cubicBezTo>
                <a:cubicBezTo>
                  <a:pt x="12656" y="18663"/>
                  <a:pt x="19489" y="11944"/>
                  <a:pt x="28093" y="7167"/>
                </a:cubicBezTo>
                <a:cubicBezTo>
                  <a:pt x="36697" y="2389"/>
                  <a:pt x="45837" y="0"/>
                  <a:pt x="55513" y="0"/>
                </a:cubicBezTo>
                <a:cubicBezTo>
                  <a:pt x="62645" y="0"/>
                  <a:pt x="70176" y="1545"/>
                  <a:pt x="78107" y="4635"/>
                </a:cubicBezTo>
                <a:cubicBezTo>
                  <a:pt x="82696" y="6429"/>
                  <a:pt x="85613" y="7326"/>
                  <a:pt x="86860" y="7326"/>
                </a:cubicBezTo>
                <a:cubicBezTo>
                  <a:pt x="88456" y="7326"/>
                  <a:pt x="89840" y="6741"/>
                  <a:pt x="91012" y="5569"/>
                </a:cubicBezTo>
                <a:cubicBezTo>
                  <a:pt x="92185" y="4398"/>
                  <a:pt x="92945" y="2542"/>
                  <a:pt x="93294" y="0"/>
                </a:cubicBezTo>
                <a:lnTo>
                  <a:pt x="96212" y="0"/>
                </a:lnTo>
                <a:close/>
                <a:moveTo>
                  <a:pt x="141144" y="31547"/>
                </a:moveTo>
                <a:cubicBezTo>
                  <a:pt x="147228" y="31547"/>
                  <a:pt x="152889" y="33119"/>
                  <a:pt x="158127" y="36262"/>
                </a:cubicBezTo>
                <a:cubicBezTo>
                  <a:pt x="163364" y="39404"/>
                  <a:pt x="167341" y="43870"/>
                  <a:pt x="170060" y="49657"/>
                </a:cubicBezTo>
                <a:cubicBezTo>
                  <a:pt x="172778" y="55444"/>
                  <a:pt x="174137" y="61780"/>
                  <a:pt x="174137" y="68664"/>
                </a:cubicBezTo>
                <a:cubicBezTo>
                  <a:pt x="174137" y="78591"/>
                  <a:pt x="171618" y="86897"/>
                  <a:pt x="166581" y="93583"/>
                </a:cubicBezTo>
                <a:cubicBezTo>
                  <a:pt x="160496" y="101665"/>
                  <a:pt x="152091" y="105706"/>
                  <a:pt x="141368" y="105706"/>
                </a:cubicBezTo>
                <a:cubicBezTo>
                  <a:pt x="130844" y="105706"/>
                  <a:pt x="122739" y="102014"/>
                  <a:pt x="117053" y="94630"/>
                </a:cubicBezTo>
                <a:cubicBezTo>
                  <a:pt x="111367" y="87246"/>
                  <a:pt x="108524" y="78691"/>
                  <a:pt x="108524" y="68963"/>
                </a:cubicBezTo>
                <a:cubicBezTo>
                  <a:pt x="108524" y="58936"/>
                  <a:pt x="111430" y="50194"/>
                  <a:pt x="117240" y="42735"/>
                </a:cubicBezTo>
                <a:cubicBezTo>
                  <a:pt x="123051" y="35276"/>
                  <a:pt x="131019" y="31547"/>
                  <a:pt x="141144" y="31547"/>
                </a:cubicBezTo>
                <a:moveTo>
                  <a:pt x="141443" y="36780"/>
                </a:moveTo>
                <a:cubicBezTo>
                  <a:pt x="138899" y="36780"/>
                  <a:pt x="136717" y="37741"/>
                  <a:pt x="134896" y="39663"/>
                </a:cubicBezTo>
                <a:cubicBezTo>
                  <a:pt x="133076" y="41583"/>
                  <a:pt x="131879" y="45375"/>
                  <a:pt x="131305" y="51038"/>
                </a:cubicBezTo>
                <a:cubicBezTo>
                  <a:pt x="130732" y="56700"/>
                  <a:pt x="130445" y="64572"/>
                  <a:pt x="130445" y="74651"/>
                </a:cubicBezTo>
                <a:cubicBezTo>
                  <a:pt x="130445" y="79990"/>
                  <a:pt x="130794" y="84980"/>
                  <a:pt x="131492" y="89621"/>
                </a:cubicBezTo>
                <a:cubicBezTo>
                  <a:pt x="132041" y="93163"/>
                  <a:pt x="133213" y="95857"/>
                  <a:pt x="135009" y="97704"/>
                </a:cubicBezTo>
                <a:cubicBezTo>
                  <a:pt x="136804" y="99550"/>
                  <a:pt x="138849" y="100473"/>
                  <a:pt x="141144" y="100473"/>
                </a:cubicBezTo>
                <a:cubicBezTo>
                  <a:pt x="143388" y="100473"/>
                  <a:pt x="145258" y="99849"/>
                  <a:pt x="146755" y="98601"/>
                </a:cubicBezTo>
                <a:cubicBezTo>
                  <a:pt x="148700" y="96905"/>
                  <a:pt x="149997" y="94535"/>
                  <a:pt x="150645" y="91490"/>
                </a:cubicBezTo>
                <a:cubicBezTo>
                  <a:pt x="151643" y="86751"/>
                  <a:pt x="152141" y="77171"/>
                  <a:pt x="152141" y="62751"/>
                </a:cubicBezTo>
                <a:cubicBezTo>
                  <a:pt x="152141" y="54269"/>
                  <a:pt x="151668" y="48445"/>
                  <a:pt x="150720" y="45277"/>
                </a:cubicBezTo>
                <a:cubicBezTo>
                  <a:pt x="149772" y="42107"/>
                  <a:pt x="148376" y="39799"/>
                  <a:pt x="146530" y="38352"/>
                </a:cubicBezTo>
                <a:cubicBezTo>
                  <a:pt x="145233" y="37304"/>
                  <a:pt x="143538" y="36780"/>
                  <a:pt x="141443" y="36780"/>
                </a:cubicBezTo>
                <a:close/>
                <a:moveTo>
                  <a:pt x="212422" y="33640"/>
                </a:moveTo>
                <a:lnTo>
                  <a:pt x="212422" y="42761"/>
                </a:lnTo>
                <a:cubicBezTo>
                  <a:pt x="216013" y="38847"/>
                  <a:pt x="219454" y="36000"/>
                  <a:pt x="222746" y="34220"/>
                </a:cubicBezTo>
                <a:cubicBezTo>
                  <a:pt x="226038" y="32438"/>
                  <a:pt x="229579" y="31547"/>
                  <a:pt x="233370" y="31547"/>
                </a:cubicBezTo>
                <a:cubicBezTo>
                  <a:pt x="237909" y="31547"/>
                  <a:pt x="241674" y="32807"/>
                  <a:pt x="244667" y="35327"/>
                </a:cubicBezTo>
                <a:cubicBezTo>
                  <a:pt x="247660" y="37847"/>
                  <a:pt x="249655" y="40978"/>
                  <a:pt x="250652" y="44721"/>
                </a:cubicBezTo>
                <a:cubicBezTo>
                  <a:pt x="251450" y="47566"/>
                  <a:pt x="251849" y="53031"/>
                  <a:pt x="251849" y="61116"/>
                </a:cubicBezTo>
                <a:lnTo>
                  <a:pt x="251849" y="88362"/>
                </a:lnTo>
                <a:cubicBezTo>
                  <a:pt x="251849" y="93745"/>
                  <a:pt x="252336" y="97096"/>
                  <a:pt x="253308" y="98417"/>
                </a:cubicBezTo>
                <a:cubicBezTo>
                  <a:pt x="254281" y="99738"/>
                  <a:pt x="256313" y="100572"/>
                  <a:pt x="259406" y="100921"/>
                </a:cubicBezTo>
                <a:lnTo>
                  <a:pt x="259406" y="103612"/>
                </a:lnTo>
                <a:lnTo>
                  <a:pt x="224018" y="103612"/>
                </a:lnTo>
                <a:lnTo>
                  <a:pt x="224018" y="100921"/>
                </a:lnTo>
                <a:cubicBezTo>
                  <a:pt x="226662" y="100572"/>
                  <a:pt x="228557" y="99476"/>
                  <a:pt x="229704" y="97632"/>
                </a:cubicBezTo>
                <a:cubicBezTo>
                  <a:pt x="230502" y="96386"/>
                  <a:pt x="230901" y="93296"/>
                  <a:pt x="230901" y="88362"/>
                </a:cubicBezTo>
                <a:lnTo>
                  <a:pt x="230901" y="57263"/>
                </a:lnTo>
                <a:cubicBezTo>
                  <a:pt x="230901" y="51532"/>
                  <a:pt x="230677" y="47919"/>
                  <a:pt x="230228" y="46424"/>
                </a:cubicBezTo>
                <a:cubicBezTo>
                  <a:pt x="229779" y="44929"/>
                  <a:pt x="229018" y="43770"/>
                  <a:pt x="227946" y="42948"/>
                </a:cubicBezTo>
                <a:cubicBezTo>
                  <a:pt x="226874" y="42125"/>
                  <a:pt x="225689" y="41714"/>
                  <a:pt x="224392" y="41714"/>
                </a:cubicBezTo>
                <a:cubicBezTo>
                  <a:pt x="220103" y="41714"/>
                  <a:pt x="216113" y="44804"/>
                  <a:pt x="212422" y="50984"/>
                </a:cubicBezTo>
                <a:lnTo>
                  <a:pt x="212422" y="88362"/>
                </a:lnTo>
                <a:cubicBezTo>
                  <a:pt x="212422" y="93595"/>
                  <a:pt x="212908" y="96909"/>
                  <a:pt x="213881" y="98305"/>
                </a:cubicBezTo>
                <a:cubicBezTo>
                  <a:pt x="214853" y="99700"/>
                  <a:pt x="216661" y="100572"/>
                  <a:pt x="219305" y="100921"/>
                </a:cubicBezTo>
                <a:lnTo>
                  <a:pt x="219305" y="103612"/>
                </a:lnTo>
                <a:lnTo>
                  <a:pt x="183917" y="103612"/>
                </a:lnTo>
                <a:lnTo>
                  <a:pt x="183917" y="100921"/>
                </a:lnTo>
                <a:cubicBezTo>
                  <a:pt x="186860" y="100622"/>
                  <a:pt x="188955" y="99675"/>
                  <a:pt x="190202" y="98081"/>
                </a:cubicBezTo>
                <a:cubicBezTo>
                  <a:pt x="191050" y="96984"/>
                  <a:pt x="191474" y="93745"/>
                  <a:pt x="191474" y="88362"/>
                </a:cubicBezTo>
                <a:lnTo>
                  <a:pt x="191474" y="48891"/>
                </a:lnTo>
                <a:cubicBezTo>
                  <a:pt x="191474" y="43544"/>
                  <a:pt x="190987" y="40215"/>
                  <a:pt x="190015" y="38904"/>
                </a:cubicBezTo>
                <a:cubicBezTo>
                  <a:pt x="189042" y="37592"/>
                  <a:pt x="187010" y="36735"/>
                  <a:pt x="183917" y="36332"/>
                </a:cubicBezTo>
                <a:lnTo>
                  <a:pt x="183917" y="33640"/>
                </a:lnTo>
                <a:lnTo>
                  <a:pt x="212422" y="33640"/>
                </a:lnTo>
                <a:close/>
                <a:moveTo>
                  <a:pt x="298787" y="40967"/>
                </a:moveTo>
                <a:lnTo>
                  <a:pt x="298787" y="89558"/>
                </a:lnTo>
                <a:cubicBezTo>
                  <a:pt x="298787" y="94243"/>
                  <a:pt x="299286" y="97183"/>
                  <a:pt x="300283" y="98380"/>
                </a:cubicBezTo>
                <a:cubicBezTo>
                  <a:pt x="301879" y="100224"/>
                  <a:pt x="304822" y="101071"/>
                  <a:pt x="309112" y="100921"/>
                </a:cubicBezTo>
                <a:lnTo>
                  <a:pt x="309112" y="103612"/>
                </a:lnTo>
                <a:lnTo>
                  <a:pt x="267889" y="103612"/>
                </a:lnTo>
                <a:lnTo>
                  <a:pt x="267889" y="100921"/>
                </a:lnTo>
                <a:cubicBezTo>
                  <a:pt x="271031" y="100871"/>
                  <a:pt x="273263" y="100510"/>
                  <a:pt x="274584" y="99837"/>
                </a:cubicBezTo>
                <a:cubicBezTo>
                  <a:pt x="275906" y="99164"/>
                  <a:pt x="276816" y="98230"/>
                  <a:pt x="277315" y="97034"/>
                </a:cubicBezTo>
                <a:cubicBezTo>
                  <a:pt x="277814" y="95838"/>
                  <a:pt x="278063" y="93346"/>
                  <a:pt x="278063" y="89558"/>
                </a:cubicBezTo>
                <a:lnTo>
                  <a:pt x="278063" y="40967"/>
                </a:lnTo>
                <a:lnTo>
                  <a:pt x="267889" y="40967"/>
                </a:lnTo>
                <a:lnTo>
                  <a:pt x="267889" y="33640"/>
                </a:lnTo>
                <a:lnTo>
                  <a:pt x="278063" y="33640"/>
                </a:lnTo>
                <a:lnTo>
                  <a:pt x="278063" y="28506"/>
                </a:lnTo>
                <a:lnTo>
                  <a:pt x="277989" y="25006"/>
                </a:lnTo>
                <a:cubicBezTo>
                  <a:pt x="277989" y="17862"/>
                  <a:pt x="280620" y="11909"/>
                  <a:pt x="285882" y="7146"/>
                </a:cubicBezTo>
                <a:cubicBezTo>
                  <a:pt x="291144" y="2382"/>
                  <a:pt x="298263" y="0"/>
                  <a:pt x="307241" y="0"/>
                </a:cubicBezTo>
                <a:cubicBezTo>
                  <a:pt x="313376" y="0"/>
                  <a:pt x="317927" y="1151"/>
                  <a:pt x="320895" y="3453"/>
                </a:cubicBezTo>
                <a:cubicBezTo>
                  <a:pt x="323863" y="5753"/>
                  <a:pt x="325346" y="8304"/>
                  <a:pt x="325346" y="11106"/>
                </a:cubicBezTo>
                <a:cubicBezTo>
                  <a:pt x="325346" y="13358"/>
                  <a:pt x="324424" y="15310"/>
                  <a:pt x="322578" y="16960"/>
                </a:cubicBezTo>
                <a:cubicBezTo>
                  <a:pt x="320733" y="18611"/>
                  <a:pt x="318289" y="19437"/>
                  <a:pt x="315246" y="19437"/>
                </a:cubicBezTo>
                <a:cubicBezTo>
                  <a:pt x="312653" y="19437"/>
                  <a:pt x="310595" y="18764"/>
                  <a:pt x="309074" y="17418"/>
                </a:cubicBezTo>
                <a:cubicBezTo>
                  <a:pt x="307553" y="16073"/>
                  <a:pt x="306792" y="14578"/>
                  <a:pt x="306792" y="12933"/>
                </a:cubicBezTo>
                <a:cubicBezTo>
                  <a:pt x="306792" y="12484"/>
                  <a:pt x="306942" y="11562"/>
                  <a:pt x="307241" y="10167"/>
                </a:cubicBezTo>
                <a:cubicBezTo>
                  <a:pt x="307441" y="9320"/>
                  <a:pt x="307540" y="8522"/>
                  <a:pt x="307540" y="7775"/>
                </a:cubicBezTo>
                <a:cubicBezTo>
                  <a:pt x="307540" y="6728"/>
                  <a:pt x="307241" y="5956"/>
                  <a:pt x="306643" y="5457"/>
                </a:cubicBezTo>
                <a:cubicBezTo>
                  <a:pt x="305845" y="4710"/>
                  <a:pt x="304872" y="4336"/>
                  <a:pt x="303725" y="4336"/>
                </a:cubicBezTo>
                <a:cubicBezTo>
                  <a:pt x="302278" y="4336"/>
                  <a:pt x="301069" y="4929"/>
                  <a:pt x="300096" y="6116"/>
                </a:cubicBezTo>
                <a:cubicBezTo>
                  <a:pt x="299124" y="7303"/>
                  <a:pt x="298638" y="9207"/>
                  <a:pt x="298638" y="11828"/>
                </a:cubicBezTo>
                <a:lnTo>
                  <a:pt x="298787" y="24812"/>
                </a:lnTo>
                <a:lnTo>
                  <a:pt x="298787" y="33640"/>
                </a:lnTo>
                <a:lnTo>
                  <a:pt x="309112" y="33640"/>
                </a:lnTo>
                <a:lnTo>
                  <a:pt x="309112" y="40967"/>
                </a:lnTo>
                <a:lnTo>
                  <a:pt x="298787" y="409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Text igs">
            <a:extLst xmlns:a="http://schemas.openxmlformats.org/drawingml/2006/main">
              <a:ext uri="{FF2B5EF4-FFF2-40B4-BE49-F238E27FC236}">
                <a16:creationId xmlns:a16="http://schemas.microsoft.com/office/drawing/2014/main" id="{B9D573B6-FAE9-49C5-907D-69CE1F80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0604" y="6755845"/>
            <a:ext cx="168806" cy="136655"/>
          </a:xfrm>
          <a:custGeom xmlns:a="http://schemas.openxmlformats.org/drawingml/2006/main">
            <a:pathLst>
              <a:path w="168806" h="136655">
                <a:moveTo>
                  <a:pt x="18853" y="0"/>
                </a:moveTo>
                <a:cubicBezTo>
                  <a:pt x="22095" y="0"/>
                  <a:pt x="24839" y="1138"/>
                  <a:pt x="27083" y="3413"/>
                </a:cubicBezTo>
                <a:cubicBezTo>
                  <a:pt x="29327" y="5687"/>
                  <a:pt x="30450" y="8424"/>
                  <a:pt x="30450" y="11625"/>
                </a:cubicBezTo>
                <a:cubicBezTo>
                  <a:pt x="30450" y="14825"/>
                  <a:pt x="29315" y="17551"/>
                  <a:pt x="27046" y="19801"/>
                </a:cubicBezTo>
                <a:cubicBezTo>
                  <a:pt x="24776" y="22050"/>
                  <a:pt x="22045" y="23175"/>
                  <a:pt x="18853" y="23175"/>
                </a:cubicBezTo>
                <a:cubicBezTo>
                  <a:pt x="15661" y="23175"/>
                  <a:pt x="12943" y="22050"/>
                  <a:pt x="10699" y="19801"/>
                </a:cubicBezTo>
                <a:cubicBezTo>
                  <a:pt x="8454" y="17551"/>
                  <a:pt x="7332" y="14825"/>
                  <a:pt x="7332" y="11625"/>
                </a:cubicBezTo>
                <a:cubicBezTo>
                  <a:pt x="7332" y="8424"/>
                  <a:pt x="8454" y="5687"/>
                  <a:pt x="10699" y="3413"/>
                </a:cubicBezTo>
                <a:cubicBezTo>
                  <a:pt x="12943" y="1138"/>
                  <a:pt x="15661" y="0"/>
                  <a:pt x="18853" y="0"/>
                </a:cubicBezTo>
                <a:moveTo>
                  <a:pt x="29327" y="33640"/>
                </a:moveTo>
                <a:lnTo>
                  <a:pt x="29327" y="89110"/>
                </a:lnTo>
                <a:cubicBezTo>
                  <a:pt x="29327" y="94044"/>
                  <a:pt x="29901" y="97196"/>
                  <a:pt x="31048" y="98566"/>
                </a:cubicBezTo>
                <a:cubicBezTo>
                  <a:pt x="32195" y="99937"/>
                  <a:pt x="34440" y="100722"/>
                  <a:pt x="37782" y="100921"/>
                </a:cubicBezTo>
                <a:lnTo>
                  <a:pt x="37782" y="103612"/>
                </a:lnTo>
                <a:lnTo>
                  <a:pt x="0" y="103612"/>
                </a:lnTo>
                <a:lnTo>
                  <a:pt x="0" y="100921"/>
                </a:lnTo>
                <a:cubicBezTo>
                  <a:pt x="3092" y="100822"/>
                  <a:pt x="5387" y="99925"/>
                  <a:pt x="6883" y="98230"/>
                </a:cubicBezTo>
                <a:cubicBezTo>
                  <a:pt x="7881" y="97084"/>
                  <a:pt x="8379" y="94044"/>
                  <a:pt x="8379" y="89110"/>
                </a:cubicBezTo>
                <a:lnTo>
                  <a:pt x="8379" y="48293"/>
                </a:lnTo>
                <a:cubicBezTo>
                  <a:pt x="8379" y="43296"/>
                  <a:pt x="7806" y="40105"/>
                  <a:pt x="6659" y="38717"/>
                </a:cubicBezTo>
                <a:cubicBezTo>
                  <a:pt x="5511" y="37329"/>
                  <a:pt x="3292" y="36534"/>
                  <a:pt x="0" y="36332"/>
                </a:cubicBezTo>
                <a:lnTo>
                  <a:pt x="0" y="33640"/>
                </a:lnTo>
                <a:lnTo>
                  <a:pt x="29327" y="33640"/>
                </a:lnTo>
                <a:close/>
                <a:moveTo>
                  <a:pt x="88999" y="34537"/>
                </a:moveTo>
                <a:lnTo>
                  <a:pt x="112566" y="34537"/>
                </a:lnTo>
                <a:lnTo>
                  <a:pt x="112566" y="42761"/>
                </a:lnTo>
                <a:lnTo>
                  <a:pt x="99174" y="42761"/>
                </a:lnTo>
                <a:cubicBezTo>
                  <a:pt x="101618" y="45203"/>
                  <a:pt x="103314" y="47421"/>
                  <a:pt x="104261" y="49414"/>
                </a:cubicBezTo>
                <a:cubicBezTo>
                  <a:pt x="105458" y="52105"/>
                  <a:pt x="106057" y="54921"/>
                  <a:pt x="106057" y="57862"/>
                </a:cubicBezTo>
                <a:cubicBezTo>
                  <a:pt x="106057" y="62845"/>
                  <a:pt x="104673" y="67169"/>
                  <a:pt x="101905" y="70832"/>
                </a:cubicBezTo>
                <a:cubicBezTo>
                  <a:pt x="99137" y="74495"/>
                  <a:pt x="95371" y="77361"/>
                  <a:pt x="90608" y="79429"/>
                </a:cubicBezTo>
                <a:cubicBezTo>
                  <a:pt x="85844" y="81497"/>
                  <a:pt x="81617" y="82531"/>
                  <a:pt x="77926" y="82531"/>
                </a:cubicBezTo>
                <a:cubicBezTo>
                  <a:pt x="77627" y="82531"/>
                  <a:pt x="74635" y="82407"/>
                  <a:pt x="68949" y="82157"/>
                </a:cubicBezTo>
                <a:cubicBezTo>
                  <a:pt x="66704" y="82157"/>
                  <a:pt x="64821" y="82889"/>
                  <a:pt x="63300" y="84351"/>
                </a:cubicBezTo>
                <a:cubicBezTo>
                  <a:pt x="61779" y="85813"/>
                  <a:pt x="61018" y="87560"/>
                  <a:pt x="61018" y="89591"/>
                </a:cubicBezTo>
                <a:cubicBezTo>
                  <a:pt x="61018" y="91376"/>
                  <a:pt x="61704" y="92838"/>
                  <a:pt x="63076" y="93978"/>
                </a:cubicBezTo>
                <a:cubicBezTo>
                  <a:pt x="64447" y="95118"/>
                  <a:pt x="66679" y="95688"/>
                  <a:pt x="69772" y="95688"/>
                </a:cubicBezTo>
                <a:lnTo>
                  <a:pt x="82715" y="95539"/>
                </a:lnTo>
                <a:cubicBezTo>
                  <a:pt x="93189" y="95539"/>
                  <a:pt x="100396" y="96687"/>
                  <a:pt x="104336" y="98985"/>
                </a:cubicBezTo>
                <a:cubicBezTo>
                  <a:pt x="109972" y="102179"/>
                  <a:pt x="112790" y="107096"/>
                  <a:pt x="112790" y="113737"/>
                </a:cubicBezTo>
                <a:cubicBezTo>
                  <a:pt x="112790" y="117981"/>
                  <a:pt x="111493" y="121838"/>
                  <a:pt x="108900" y="125308"/>
                </a:cubicBezTo>
                <a:cubicBezTo>
                  <a:pt x="106306" y="128778"/>
                  <a:pt x="102890" y="131337"/>
                  <a:pt x="98650" y="132985"/>
                </a:cubicBezTo>
                <a:cubicBezTo>
                  <a:pt x="92216" y="135432"/>
                  <a:pt x="84809" y="136655"/>
                  <a:pt x="76430" y="136655"/>
                </a:cubicBezTo>
                <a:cubicBezTo>
                  <a:pt x="70146" y="136655"/>
                  <a:pt x="64410" y="136044"/>
                  <a:pt x="59223" y="134823"/>
                </a:cubicBezTo>
                <a:cubicBezTo>
                  <a:pt x="54036" y="133602"/>
                  <a:pt x="50320" y="131907"/>
                  <a:pt x="48075" y="129738"/>
                </a:cubicBezTo>
                <a:cubicBezTo>
                  <a:pt x="45831" y="127570"/>
                  <a:pt x="44709" y="125289"/>
                  <a:pt x="44709" y="122895"/>
                </a:cubicBezTo>
                <a:cubicBezTo>
                  <a:pt x="44709" y="120602"/>
                  <a:pt x="45569" y="118546"/>
                  <a:pt x="47290" y="116725"/>
                </a:cubicBezTo>
                <a:cubicBezTo>
                  <a:pt x="49011" y="114906"/>
                  <a:pt x="52215" y="113374"/>
                  <a:pt x="56903" y="112128"/>
                </a:cubicBezTo>
                <a:cubicBezTo>
                  <a:pt x="50420" y="108938"/>
                  <a:pt x="47178" y="104503"/>
                  <a:pt x="47178" y="98823"/>
                </a:cubicBezTo>
                <a:cubicBezTo>
                  <a:pt x="47178" y="95385"/>
                  <a:pt x="48499" y="92046"/>
                  <a:pt x="51143" y="88808"/>
                </a:cubicBezTo>
                <a:cubicBezTo>
                  <a:pt x="53786" y="85569"/>
                  <a:pt x="57976" y="82753"/>
                  <a:pt x="63712" y="80361"/>
                </a:cubicBezTo>
                <a:cubicBezTo>
                  <a:pt x="57028" y="77916"/>
                  <a:pt x="52190" y="74697"/>
                  <a:pt x="49198" y="70703"/>
                </a:cubicBezTo>
                <a:cubicBezTo>
                  <a:pt x="46205" y="66710"/>
                  <a:pt x="44709" y="62093"/>
                  <a:pt x="44709" y="56852"/>
                </a:cubicBezTo>
                <a:cubicBezTo>
                  <a:pt x="44709" y="50015"/>
                  <a:pt x="47502" y="44088"/>
                  <a:pt x="53088" y="39072"/>
                </a:cubicBezTo>
                <a:cubicBezTo>
                  <a:pt x="58674" y="34055"/>
                  <a:pt x="65856" y="31547"/>
                  <a:pt x="74635" y="31547"/>
                </a:cubicBezTo>
                <a:cubicBezTo>
                  <a:pt x="79273" y="31547"/>
                  <a:pt x="84061" y="32544"/>
                  <a:pt x="88999" y="34537"/>
                </a:cubicBezTo>
                <a:moveTo>
                  <a:pt x="76056" y="36332"/>
                </a:moveTo>
                <a:cubicBezTo>
                  <a:pt x="73163" y="36332"/>
                  <a:pt x="70719" y="37787"/>
                  <a:pt x="68724" y="40698"/>
                </a:cubicBezTo>
                <a:cubicBezTo>
                  <a:pt x="66729" y="43607"/>
                  <a:pt x="65732" y="49639"/>
                  <a:pt x="65732" y="58794"/>
                </a:cubicBezTo>
                <a:cubicBezTo>
                  <a:pt x="65732" y="66205"/>
                  <a:pt x="66717" y="71292"/>
                  <a:pt x="68687" y="74053"/>
                </a:cubicBezTo>
                <a:cubicBezTo>
                  <a:pt x="70657" y="76815"/>
                  <a:pt x="72989" y="78195"/>
                  <a:pt x="75682" y="78195"/>
                </a:cubicBezTo>
                <a:cubicBezTo>
                  <a:pt x="78675" y="78195"/>
                  <a:pt x="81168" y="76827"/>
                  <a:pt x="83164" y="74091"/>
                </a:cubicBezTo>
                <a:cubicBezTo>
                  <a:pt x="85159" y="71354"/>
                  <a:pt x="86156" y="66031"/>
                  <a:pt x="86156" y="58121"/>
                </a:cubicBezTo>
                <a:cubicBezTo>
                  <a:pt x="86156" y="49217"/>
                  <a:pt x="85034" y="43148"/>
                  <a:pt x="82789" y="39913"/>
                </a:cubicBezTo>
                <a:cubicBezTo>
                  <a:pt x="81193" y="37525"/>
                  <a:pt x="78949" y="36332"/>
                  <a:pt x="76056" y="36332"/>
                </a:cubicBezTo>
                <a:moveTo>
                  <a:pt x="71642" y="113929"/>
                </a:moveTo>
                <a:cubicBezTo>
                  <a:pt x="66555" y="113929"/>
                  <a:pt x="63188" y="114351"/>
                  <a:pt x="61542" y="115195"/>
                </a:cubicBezTo>
                <a:cubicBezTo>
                  <a:pt x="58699" y="116732"/>
                  <a:pt x="57278" y="118816"/>
                  <a:pt x="57278" y="121447"/>
                </a:cubicBezTo>
                <a:cubicBezTo>
                  <a:pt x="57278" y="123977"/>
                  <a:pt x="58749" y="126272"/>
                  <a:pt x="61692" y="128331"/>
                </a:cubicBezTo>
                <a:cubicBezTo>
                  <a:pt x="64634" y="130392"/>
                  <a:pt x="70171" y="131422"/>
                  <a:pt x="78301" y="131422"/>
                </a:cubicBezTo>
                <a:cubicBezTo>
                  <a:pt x="85233" y="131422"/>
                  <a:pt x="90682" y="130504"/>
                  <a:pt x="94648" y="128668"/>
                </a:cubicBezTo>
                <a:cubicBezTo>
                  <a:pt x="98613" y="126831"/>
                  <a:pt x="100595" y="124251"/>
                  <a:pt x="100595" y="120926"/>
                </a:cubicBezTo>
                <a:cubicBezTo>
                  <a:pt x="100595" y="119686"/>
                  <a:pt x="100221" y="118644"/>
                  <a:pt x="99473" y="117800"/>
                </a:cubicBezTo>
                <a:cubicBezTo>
                  <a:pt x="98127" y="116311"/>
                  <a:pt x="96094" y="115293"/>
                  <a:pt x="93376" y="114747"/>
                </a:cubicBezTo>
                <a:cubicBezTo>
                  <a:pt x="90658" y="114201"/>
                  <a:pt x="83413" y="113929"/>
                  <a:pt x="71642" y="113929"/>
                </a:cubicBezTo>
                <a:close/>
                <a:moveTo>
                  <a:pt x="164018" y="31846"/>
                </a:moveTo>
                <a:lnTo>
                  <a:pt x="165140" y="55768"/>
                </a:lnTo>
                <a:lnTo>
                  <a:pt x="162596" y="55768"/>
                </a:lnTo>
                <a:cubicBezTo>
                  <a:pt x="159554" y="48634"/>
                  <a:pt x="156399" y="43761"/>
                  <a:pt x="153132" y="41149"/>
                </a:cubicBezTo>
                <a:cubicBezTo>
                  <a:pt x="149865" y="38535"/>
                  <a:pt x="146611" y="37229"/>
                  <a:pt x="143369" y="37229"/>
                </a:cubicBezTo>
                <a:cubicBezTo>
                  <a:pt x="141324" y="37229"/>
                  <a:pt x="139578" y="37914"/>
                  <a:pt x="138132" y="39285"/>
                </a:cubicBezTo>
                <a:cubicBezTo>
                  <a:pt x="136685" y="40655"/>
                  <a:pt x="135962" y="42237"/>
                  <a:pt x="135962" y="44032"/>
                </a:cubicBezTo>
                <a:cubicBezTo>
                  <a:pt x="135962" y="45377"/>
                  <a:pt x="136461" y="46673"/>
                  <a:pt x="137458" y="47919"/>
                </a:cubicBezTo>
                <a:cubicBezTo>
                  <a:pt x="139055" y="49962"/>
                  <a:pt x="143519" y="53463"/>
                  <a:pt x="150850" y="58422"/>
                </a:cubicBezTo>
                <a:cubicBezTo>
                  <a:pt x="158182" y="63381"/>
                  <a:pt x="163008" y="67592"/>
                  <a:pt x="165327" y="71056"/>
                </a:cubicBezTo>
                <a:cubicBezTo>
                  <a:pt x="167646" y="74520"/>
                  <a:pt x="168806" y="78395"/>
                  <a:pt x="168806" y="82681"/>
                </a:cubicBezTo>
                <a:cubicBezTo>
                  <a:pt x="168806" y="86568"/>
                  <a:pt x="167833" y="90381"/>
                  <a:pt x="165888" y="94118"/>
                </a:cubicBezTo>
                <a:cubicBezTo>
                  <a:pt x="163943" y="97856"/>
                  <a:pt x="161200" y="100722"/>
                  <a:pt x="157659" y="102715"/>
                </a:cubicBezTo>
                <a:cubicBezTo>
                  <a:pt x="154117" y="104709"/>
                  <a:pt x="150202" y="105706"/>
                  <a:pt x="145913" y="105706"/>
                </a:cubicBezTo>
                <a:cubicBezTo>
                  <a:pt x="142571" y="105706"/>
                  <a:pt x="138107" y="104640"/>
                  <a:pt x="132521" y="102507"/>
                </a:cubicBezTo>
                <a:cubicBezTo>
                  <a:pt x="131024" y="101948"/>
                  <a:pt x="130002" y="101669"/>
                  <a:pt x="129453" y="101669"/>
                </a:cubicBezTo>
                <a:cubicBezTo>
                  <a:pt x="127807" y="101669"/>
                  <a:pt x="126436" y="102915"/>
                  <a:pt x="125338" y="105407"/>
                </a:cubicBezTo>
                <a:lnTo>
                  <a:pt x="122870" y="105407"/>
                </a:lnTo>
                <a:lnTo>
                  <a:pt x="121673" y="80288"/>
                </a:lnTo>
                <a:lnTo>
                  <a:pt x="124216" y="80288"/>
                </a:lnTo>
                <a:cubicBezTo>
                  <a:pt x="126461" y="86867"/>
                  <a:pt x="129541" y="91801"/>
                  <a:pt x="133456" y="95090"/>
                </a:cubicBezTo>
                <a:cubicBezTo>
                  <a:pt x="137371" y="98380"/>
                  <a:pt x="141075" y="100024"/>
                  <a:pt x="144566" y="100024"/>
                </a:cubicBezTo>
                <a:cubicBezTo>
                  <a:pt x="146960" y="100024"/>
                  <a:pt x="148918" y="99289"/>
                  <a:pt x="150439" y="97819"/>
                </a:cubicBezTo>
                <a:cubicBezTo>
                  <a:pt x="151960" y="96349"/>
                  <a:pt x="152721" y="94567"/>
                  <a:pt x="152721" y="92474"/>
                </a:cubicBezTo>
                <a:cubicBezTo>
                  <a:pt x="152721" y="90082"/>
                  <a:pt x="151973" y="88013"/>
                  <a:pt x="150476" y="86269"/>
                </a:cubicBezTo>
                <a:cubicBezTo>
                  <a:pt x="148980" y="84525"/>
                  <a:pt x="145638" y="81883"/>
                  <a:pt x="140451" y="78345"/>
                </a:cubicBezTo>
                <a:cubicBezTo>
                  <a:pt x="132820" y="73062"/>
                  <a:pt x="127882" y="69025"/>
                  <a:pt x="125638" y="66234"/>
                </a:cubicBezTo>
                <a:cubicBezTo>
                  <a:pt x="122346" y="62148"/>
                  <a:pt x="120700" y="57637"/>
                  <a:pt x="120700" y="52703"/>
                </a:cubicBezTo>
                <a:cubicBezTo>
                  <a:pt x="120700" y="47321"/>
                  <a:pt x="122558" y="42449"/>
                  <a:pt x="126274" y="38088"/>
                </a:cubicBezTo>
                <a:cubicBezTo>
                  <a:pt x="129989" y="33728"/>
                  <a:pt x="135364" y="31547"/>
                  <a:pt x="142396" y="31547"/>
                </a:cubicBezTo>
                <a:cubicBezTo>
                  <a:pt x="146187" y="31547"/>
                  <a:pt x="149853" y="32505"/>
                  <a:pt x="153394" y="34421"/>
                </a:cubicBezTo>
                <a:cubicBezTo>
                  <a:pt x="154741" y="35196"/>
                  <a:pt x="155838" y="35584"/>
                  <a:pt x="156686" y="35584"/>
                </a:cubicBezTo>
                <a:cubicBezTo>
                  <a:pt x="157584" y="35584"/>
                  <a:pt x="158307" y="35397"/>
                  <a:pt x="158856" y="35023"/>
                </a:cubicBezTo>
                <a:cubicBezTo>
                  <a:pt x="159404" y="34650"/>
                  <a:pt x="160277" y="33591"/>
                  <a:pt x="161474" y="31846"/>
                </a:cubicBezTo>
                <a:lnTo>
                  <a:pt x="164018" y="318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Text Conf">
            <a:extLst xmlns:a="http://schemas.openxmlformats.org/drawingml/2006/main">
              <a:ext uri="{FF2B5EF4-FFF2-40B4-BE49-F238E27FC236}">
                <a16:creationId xmlns:a16="http://schemas.microsoft.com/office/drawing/2014/main" id="{53F09264-C3E9-4288-9D67-F9B820F4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147" y="7508797"/>
            <a:ext cx="325346" cy="105855"/>
          </a:xfrm>
          <a:custGeom xmlns:a="http://schemas.openxmlformats.org/drawingml/2006/main">
            <a:pathLst>
              <a:path w="325346" h="105855">
                <a:moveTo>
                  <a:pt x="96212" y="0"/>
                </a:moveTo>
                <a:lnTo>
                  <a:pt x="96212" y="35136"/>
                </a:lnTo>
                <a:lnTo>
                  <a:pt x="93294" y="35136"/>
                </a:lnTo>
                <a:cubicBezTo>
                  <a:pt x="91100" y="25917"/>
                  <a:pt x="87010" y="18853"/>
                  <a:pt x="81025" y="13944"/>
                </a:cubicBezTo>
                <a:cubicBezTo>
                  <a:pt x="75039" y="9034"/>
                  <a:pt x="68256" y="6579"/>
                  <a:pt x="60675" y="6579"/>
                </a:cubicBezTo>
                <a:cubicBezTo>
                  <a:pt x="54341" y="6579"/>
                  <a:pt x="48530" y="8398"/>
                  <a:pt x="43243" y="12036"/>
                </a:cubicBezTo>
                <a:cubicBezTo>
                  <a:pt x="37956" y="15674"/>
                  <a:pt x="34091" y="20433"/>
                  <a:pt x="31647" y="26314"/>
                </a:cubicBezTo>
                <a:cubicBezTo>
                  <a:pt x="28505" y="33840"/>
                  <a:pt x="26933" y="42212"/>
                  <a:pt x="26933" y="51432"/>
                </a:cubicBezTo>
                <a:cubicBezTo>
                  <a:pt x="26933" y="60503"/>
                  <a:pt x="28081" y="68764"/>
                  <a:pt x="30375" y="76214"/>
                </a:cubicBezTo>
                <a:cubicBezTo>
                  <a:pt x="32669" y="83665"/>
                  <a:pt x="36260" y="89297"/>
                  <a:pt x="41148" y="93109"/>
                </a:cubicBezTo>
                <a:cubicBezTo>
                  <a:pt x="46036" y="96922"/>
                  <a:pt x="52370" y="98828"/>
                  <a:pt x="60151" y="98828"/>
                </a:cubicBezTo>
                <a:cubicBezTo>
                  <a:pt x="66535" y="98828"/>
                  <a:pt x="72384" y="97433"/>
                  <a:pt x="77695" y="94642"/>
                </a:cubicBezTo>
                <a:cubicBezTo>
                  <a:pt x="83007" y="91851"/>
                  <a:pt x="88606" y="87041"/>
                  <a:pt x="94491" y="80214"/>
                </a:cubicBezTo>
                <a:lnTo>
                  <a:pt x="94491" y="88960"/>
                </a:lnTo>
                <a:cubicBezTo>
                  <a:pt x="88805" y="94891"/>
                  <a:pt x="82883" y="99189"/>
                  <a:pt x="76723" y="101856"/>
                </a:cubicBezTo>
                <a:cubicBezTo>
                  <a:pt x="70563" y="104522"/>
                  <a:pt x="63368" y="105855"/>
                  <a:pt x="55139" y="105855"/>
                </a:cubicBezTo>
                <a:cubicBezTo>
                  <a:pt x="44315" y="105855"/>
                  <a:pt x="34702" y="103690"/>
                  <a:pt x="26297" y="99361"/>
                </a:cubicBezTo>
                <a:cubicBezTo>
                  <a:pt x="17893" y="95031"/>
                  <a:pt x="11409" y="88811"/>
                  <a:pt x="6846" y="80700"/>
                </a:cubicBezTo>
                <a:cubicBezTo>
                  <a:pt x="2282" y="72587"/>
                  <a:pt x="0" y="63952"/>
                  <a:pt x="0" y="54794"/>
                </a:cubicBezTo>
                <a:cubicBezTo>
                  <a:pt x="0" y="45140"/>
                  <a:pt x="2531" y="35983"/>
                  <a:pt x="7594" y="27323"/>
                </a:cubicBezTo>
                <a:cubicBezTo>
                  <a:pt x="12656" y="18663"/>
                  <a:pt x="19489" y="11944"/>
                  <a:pt x="28093" y="7167"/>
                </a:cubicBezTo>
                <a:cubicBezTo>
                  <a:pt x="36697" y="2389"/>
                  <a:pt x="45837" y="0"/>
                  <a:pt x="55513" y="0"/>
                </a:cubicBezTo>
                <a:cubicBezTo>
                  <a:pt x="62645" y="0"/>
                  <a:pt x="70176" y="1545"/>
                  <a:pt x="78107" y="4635"/>
                </a:cubicBezTo>
                <a:cubicBezTo>
                  <a:pt x="82696" y="6429"/>
                  <a:pt x="85613" y="7326"/>
                  <a:pt x="86860" y="7326"/>
                </a:cubicBezTo>
                <a:cubicBezTo>
                  <a:pt x="88456" y="7326"/>
                  <a:pt x="89840" y="6741"/>
                  <a:pt x="91012" y="5569"/>
                </a:cubicBezTo>
                <a:cubicBezTo>
                  <a:pt x="92185" y="4398"/>
                  <a:pt x="92945" y="2542"/>
                  <a:pt x="93294" y="0"/>
                </a:cubicBezTo>
                <a:lnTo>
                  <a:pt x="96212" y="0"/>
                </a:lnTo>
                <a:close/>
                <a:moveTo>
                  <a:pt x="141144" y="31547"/>
                </a:moveTo>
                <a:cubicBezTo>
                  <a:pt x="147228" y="31547"/>
                  <a:pt x="152889" y="33119"/>
                  <a:pt x="158127" y="36262"/>
                </a:cubicBezTo>
                <a:cubicBezTo>
                  <a:pt x="163364" y="39404"/>
                  <a:pt x="167341" y="43870"/>
                  <a:pt x="170060" y="49657"/>
                </a:cubicBezTo>
                <a:cubicBezTo>
                  <a:pt x="172778" y="55444"/>
                  <a:pt x="174137" y="61780"/>
                  <a:pt x="174137" y="68664"/>
                </a:cubicBezTo>
                <a:cubicBezTo>
                  <a:pt x="174137" y="78591"/>
                  <a:pt x="171618" y="86897"/>
                  <a:pt x="166581" y="93583"/>
                </a:cubicBezTo>
                <a:cubicBezTo>
                  <a:pt x="160496" y="101665"/>
                  <a:pt x="152091" y="105706"/>
                  <a:pt x="141368" y="105706"/>
                </a:cubicBezTo>
                <a:cubicBezTo>
                  <a:pt x="130844" y="105706"/>
                  <a:pt x="122739" y="102014"/>
                  <a:pt x="117053" y="94630"/>
                </a:cubicBezTo>
                <a:cubicBezTo>
                  <a:pt x="111367" y="87246"/>
                  <a:pt x="108524" y="78691"/>
                  <a:pt x="108524" y="68963"/>
                </a:cubicBezTo>
                <a:cubicBezTo>
                  <a:pt x="108524" y="58936"/>
                  <a:pt x="111430" y="50194"/>
                  <a:pt x="117240" y="42735"/>
                </a:cubicBezTo>
                <a:cubicBezTo>
                  <a:pt x="123051" y="35276"/>
                  <a:pt x="131019" y="31547"/>
                  <a:pt x="141144" y="31547"/>
                </a:cubicBezTo>
                <a:moveTo>
                  <a:pt x="141443" y="36780"/>
                </a:moveTo>
                <a:cubicBezTo>
                  <a:pt x="138899" y="36780"/>
                  <a:pt x="136717" y="37741"/>
                  <a:pt x="134896" y="39663"/>
                </a:cubicBezTo>
                <a:cubicBezTo>
                  <a:pt x="133076" y="41583"/>
                  <a:pt x="131879" y="45375"/>
                  <a:pt x="131305" y="51038"/>
                </a:cubicBezTo>
                <a:cubicBezTo>
                  <a:pt x="130732" y="56700"/>
                  <a:pt x="130445" y="64572"/>
                  <a:pt x="130445" y="74651"/>
                </a:cubicBezTo>
                <a:cubicBezTo>
                  <a:pt x="130445" y="79990"/>
                  <a:pt x="130794" y="84980"/>
                  <a:pt x="131492" y="89621"/>
                </a:cubicBezTo>
                <a:cubicBezTo>
                  <a:pt x="132041" y="93163"/>
                  <a:pt x="133213" y="95857"/>
                  <a:pt x="135009" y="97704"/>
                </a:cubicBezTo>
                <a:cubicBezTo>
                  <a:pt x="136804" y="99550"/>
                  <a:pt x="138849" y="100473"/>
                  <a:pt x="141144" y="100473"/>
                </a:cubicBezTo>
                <a:cubicBezTo>
                  <a:pt x="143388" y="100473"/>
                  <a:pt x="145258" y="99849"/>
                  <a:pt x="146755" y="98601"/>
                </a:cubicBezTo>
                <a:cubicBezTo>
                  <a:pt x="148700" y="96905"/>
                  <a:pt x="149997" y="94535"/>
                  <a:pt x="150645" y="91490"/>
                </a:cubicBezTo>
                <a:cubicBezTo>
                  <a:pt x="151643" y="86751"/>
                  <a:pt x="152141" y="77171"/>
                  <a:pt x="152141" y="62751"/>
                </a:cubicBezTo>
                <a:cubicBezTo>
                  <a:pt x="152141" y="54269"/>
                  <a:pt x="151668" y="48445"/>
                  <a:pt x="150720" y="45277"/>
                </a:cubicBezTo>
                <a:cubicBezTo>
                  <a:pt x="149772" y="42107"/>
                  <a:pt x="148376" y="39799"/>
                  <a:pt x="146530" y="38352"/>
                </a:cubicBezTo>
                <a:cubicBezTo>
                  <a:pt x="145233" y="37304"/>
                  <a:pt x="143538" y="36780"/>
                  <a:pt x="141443" y="36780"/>
                </a:cubicBezTo>
                <a:close/>
                <a:moveTo>
                  <a:pt x="212422" y="33640"/>
                </a:moveTo>
                <a:lnTo>
                  <a:pt x="212422" y="42761"/>
                </a:lnTo>
                <a:cubicBezTo>
                  <a:pt x="216013" y="38847"/>
                  <a:pt x="219454" y="36000"/>
                  <a:pt x="222746" y="34220"/>
                </a:cubicBezTo>
                <a:cubicBezTo>
                  <a:pt x="226038" y="32438"/>
                  <a:pt x="229579" y="31547"/>
                  <a:pt x="233370" y="31547"/>
                </a:cubicBezTo>
                <a:cubicBezTo>
                  <a:pt x="237909" y="31547"/>
                  <a:pt x="241674" y="32807"/>
                  <a:pt x="244667" y="35327"/>
                </a:cubicBezTo>
                <a:cubicBezTo>
                  <a:pt x="247660" y="37847"/>
                  <a:pt x="249655" y="40978"/>
                  <a:pt x="250652" y="44721"/>
                </a:cubicBezTo>
                <a:cubicBezTo>
                  <a:pt x="251450" y="47566"/>
                  <a:pt x="251849" y="53031"/>
                  <a:pt x="251849" y="61116"/>
                </a:cubicBezTo>
                <a:lnTo>
                  <a:pt x="251849" y="88362"/>
                </a:lnTo>
                <a:cubicBezTo>
                  <a:pt x="251849" y="93745"/>
                  <a:pt x="252336" y="97096"/>
                  <a:pt x="253308" y="98417"/>
                </a:cubicBezTo>
                <a:cubicBezTo>
                  <a:pt x="254281" y="99738"/>
                  <a:pt x="256313" y="100572"/>
                  <a:pt x="259406" y="100921"/>
                </a:cubicBezTo>
                <a:lnTo>
                  <a:pt x="259406" y="103612"/>
                </a:lnTo>
                <a:lnTo>
                  <a:pt x="224018" y="103612"/>
                </a:lnTo>
                <a:lnTo>
                  <a:pt x="224018" y="100921"/>
                </a:lnTo>
                <a:cubicBezTo>
                  <a:pt x="226662" y="100572"/>
                  <a:pt x="228557" y="99476"/>
                  <a:pt x="229704" y="97632"/>
                </a:cubicBezTo>
                <a:cubicBezTo>
                  <a:pt x="230502" y="96386"/>
                  <a:pt x="230901" y="93296"/>
                  <a:pt x="230901" y="88362"/>
                </a:cubicBezTo>
                <a:lnTo>
                  <a:pt x="230901" y="57263"/>
                </a:lnTo>
                <a:cubicBezTo>
                  <a:pt x="230901" y="51532"/>
                  <a:pt x="230677" y="47919"/>
                  <a:pt x="230228" y="46424"/>
                </a:cubicBezTo>
                <a:cubicBezTo>
                  <a:pt x="229779" y="44929"/>
                  <a:pt x="229018" y="43770"/>
                  <a:pt x="227946" y="42948"/>
                </a:cubicBezTo>
                <a:cubicBezTo>
                  <a:pt x="226874" y="42125"/>
                  <a:pt x="225689" y="41714"/>
                  <a:pt x="224392" y="41714"/>
                </a:cubicBezTo>
                <a:cubicBezTo>
                  <a:pt x="220103" y="41714"/>
                  <a:pt x="216113" y="44804"/>
                  <a:pt x="212422" y="50984"/>
                </a:cubicBezTo>
                <a:lnTo>
                  <a:pt x="212422" y="88362"/>
                </a:lnTo>
                <a:cubicBezTo>
                  <a:pt x="212422" y="93595"/>
                  <a:pt x="212908" y="96909"/>
                  <a:pt x="213881" y="98305"/>
                </a:cubicBezTo>
                <a:cubicBezTo>
                  <a:pt x="214853" y="99700"/>
                  <a:pt x="216661" y="100572"/>
                  <a:pt x="219305" y="100921"/>
                </a:cubicBezTo>
                <a:lnTo>
                  <a:pt x="219305" y="103612"/>
                </a:lnTo>
                <a:lnTo>
                  <a:pt x="183917" y="103612"/>
                </a:lnTo>
                <a:lnTo>
                  <a:pt x="183917" y="100921"/>
                </a:lnTo>
                <a:cubicBezTo>
                  <a:pt x="186860" y="100622"/>
                  <a:pt x="188955" y="99675"/>
                  <a:pt x="190202" y="98081"/>
                </a:cubicBezTo>
                <a:cubicBezTo>
                  <a:pt x="191050" y="96984"/>
                  <a:pt x="191474" y="93745"/>
                  <a:pt x="191474" y="88362"/>
                </a:cubicBezTo>
                <a:lnTo>
                  <a:pt x="191474" y="48891"/>
                </a:lnTo>
                <a:cubicBezTo>
                  <a:pt x="191474" y="43544"/>
                  <a:pt x="190987" y="40215"/>
                  <a:pt x="190015" y="38904"/>
                </a:cubicBezTo>
                <a:cubicBezTo>
                  <a:pt x="189042" y="37592"/>
                  <a:pt x="187010" y="36735"/>
                  <a:pt x="183917" y="36332"/>
                </a:cubicBezTo>
                <a:lnTo>
                  <a:pt x="183917" y="33640"/>
                </a:lnTo>
                <a:lnTo>
                  <a:pt x="212422" y="33640"/>
                </a:lnTo>
                <a:close/>
                <a:moveTo>
                  <a:pt x="298787" y="40967"/>
                </a:moveTo>
                <a:lnTo>
                  <a:pt x="298787" y="89558"/>
                </a:lnTo>
                <a:cubicBezTo>
                  <a:pt x="298787" y="94243"/>
                  <a:pt x="299286" y="97183"/>
                  <a:pt x="300283" y="98380"/>
                </a:cubicBezTo>
                <a:cubicBezTo>
                  <a:pt x="301879" y="100224"/>
                  <a:pt x="304822" y="101071"/>
                  <a:pt x="309112" y="100921"/>
                </a:cubicBezTo>
                <a:lnTo>
                  <a:pt x="309112" y="103612"/>
                </a:lnTo>
                <a:lnTo>
                  <a:pt x="267889" y="103612"/>
                </a:lnTo>
                <a:lnTo>
                  <a:pt x="267889" y="100921"/>
                </a:lnTo>
                <a:cubicBezTo>
                  <a:pt x="271031" y="100871"/>
                  <a:pt x="273263" y="100510"/>
                  <a:pt x="274584" y="99837"/>
                </a:cubicBezTo>
                <a:cubicBezTo>
                  <a:pt x="275906" y="99164"/>
                  <a:pt x="276816" y="98230"/>
                  <a:pt x="277315" y="97034"/>
                </a:cubicBezTo>
                <a:cubicBezTo>
                  <a:pt x="277814" y="95838"/>
                  <a:pt x="278063" y="93346"/>
                  <a:pt x="278063" y="89558"/>
                </a:cubicBezTo>
                <a:lnTo>
                  <a:pt x="278063" y="40967"/>
                </a:lnTo>
                <a:lnTo>
                  <a:pt x="267889" y="40967"/>
                </a:lnTo>
                <a:lnTo>
                  <a:pt x="267889" y="33640"/>
                </a:lnTo>
                <a:lnTo>
                  <a:pt x="278063" y="33640"/>
                </a:lnTo>
                <a:lnTo>
                  <a:pt x="278063" y="28506"/>
                </a:lnTo>
                <a:lnTo>
                  <a:pt x="277989" y="25006"/>
                </a:lnTo>
                <a:cubicBezTo>
                  <a:pt x="277989" y="17862"/>
                  <a:pt x="280620" y="11909"/>
                  <a:pt x="285882" y="7146"/>
                </a:cubicBezTo>
                <a:cubicBezTo>
                  <a:pt x="291144" y="2382"/>
                  <a:pt x="298263" y="0"/>
                  <a:pt x="307241" y="0"/>
                </a:cubicBezTo>
                <a:cubicBezTo>
                  <a:pt x="313376" y="0"/>
                  <a:pt x="317927" y="1151"/>
                  <a:pt x="320895" y="3453"/>
                </a:cubicBezTo>
                <a:cubicBezTo>
                  <a:pt x="323863" y="5753"/>
                  <a:pt x="325346" y="8304"/>
                  <a:pt x="325346" y="11106"/>
                </a:cubicBezTo>
                <a:cubicBezTo>
                  <a:pt x="325346" y="13358"/>
                  <a:pt x="324424" y="15310"/>
                  <a:pt x="322578" y="16960"/>
                </a:cubicBezTo>
                <a:cubicBezTo>
                  <a:pt x="320733" y="18611"/>
                  <a:pt x="318289" y="19437"/>
                  <a:pt x="315246" y="19437"/>
                </a:cubicBezTo>
                <a:cubicBezTo>
                  <a:pt x="312653" y="19437"/>
                  <a:pt x="310595" y="18764"/>
                  <a:pt x="309074" y="17418"/>
                </a:cubicBezTo>
                <a:cubicBezTo>
                  <a:pt x="307553" y="16073"/>
                  <a:pt x="306792" y="14578"/>
                  <a:pt x="306792" y="12933"/>
                </a:cubicBezTo>
                <a:cubicBezTo>
                  <a:pt x="306792" y="12484"/>
                  <a:pt x="306942" y="11562"/>
                  <a:pt x="307241" y="10167"/>
                </a:cubicBezTo>
                <a:cubicBezTo>
                  <a:pt x="307441" y="9320"/>
                  <a:pt x="307540" y="8522"/>
                  <a:pt x="307540" y="7775"/>
                </a:cubicBezTo>
                <a:cubicBezTo>
                  <a:pt x="307540" y="6728"/>
                  <a:pt x="307241" y="5956"/>
                  <a:pt x="306643" y="5457"/>
                </a:cubicBezTo>
                <a:cubicBezTo>
                  <a:pt x="305845" y="4710"/>
                  <a:pt x="304872" y="4336"/>
                  <a:pt x="303725" y="4336"/>
                </a:cubicBezTo>
                <a:cubicBezTo>
                  <a:pt x="302278" y="4336"/>
                  <a:pt x="301069" y="4929"/>
                  <a:pt x="300096" y="6116"/>
                </a:cubicBezTo>
                <a:cubicBezTo>
                  <a:pt x="299124" y="7303"/>
                  <a:pt x="298638" y="9207"/>
                  <a:pt x="298638" y="11828"/>
                </a:cubicBezTo>
                <a:lnTo>
                  <a:pt x="298787" y="24812"/>
                </a:lnTo>
                <a:lnTo>
                  <a:pt x="298787" y="33640"/>
                </a:lnTo>
                <a:lnTo>
                  <a:pt x="309112" y="33640"/>
                </a:lnTo>
                <a:lnTo>
                  <a:pt x="309112" y="40967"/>
                </a:lnTo>
                <a:lnTo>
                  <a:pt x="298787" y="409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Text igs">
            <a:extLst xmlns:a="http://schemas.openxmlformats.org/drawingml/2006/main">
              <a:ext uri="{FF2B5EF4-FFF2-40B4-BE49-F238E27FC236}">
                <a16:creationId xmlns:a16="http://schemas.microsoft.com/office/drawing/2014/main" id="{F715B4AA-D240-47DE-B104-AB62416E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0604" y="7508797"/>
            <a:ext cx="168806" cy="136655"/>
          </a:xfrm>
          <a:custGeom xmlns:a="http://schemas.openxmlformats.org/drawingml/2006/main">
            <a:pathLst>
              <a:path w="168806" h="136655">
                <a:moveTo>
                  <a:pt x="18853" y="0"/>
                </a:moveTo>
                <a:cubicBezTo>
                  <a:pt x="22095" y="0"/>
                  <a:pt x="24839" y="1138"/>
                  <a:pt x="27083" y="3413"/>
                </a:cubicBezTo>
                <a:cubicBezTo>
                  <a:pt x="29327" y="5687"/>
                  <a:pt x="30450" y="8424"/>
                  <a:pt x="30450" y="11625"/>
                </a:cubicBezTo>
                <a:cubicBezTo>
                  <a:pt x="30450" y="14825"/>
                  <a:pt x="29315" y="17551"/>
                  <a:pt x="27046" y="19801"/>
                </a:cubicBezTo>
                <a:cubicBezTo>
                  <a:pt x="24776" y="22050"/>
                  <a:pt x="22045" y="23175"/>
                  <a:pt x="18853" y="23175"/>
                </a:cubicBezTo>
                <a:cubicBezTo>
                  <a:pt x="15661" y="23175"/>
                  <a:pt x="12943" y="22050"/>
                  <a:pt x="10699" y="19801"/>
                </a:cubicBezTo>
                <a:cubicBezTo>
                  <a:pt x="8454" y="17551"/>
                  <a:pt x="7332" y="14825"/>
                  <a:pt x="7332" y="11625"/>
                </a:cubicBezTo>
                <a:cubicBezTo>
                  <a:pt x="7332" y="8424"/>
                  <a:pt x="8454" y="5687"/>
                  <a:pt x="10699" y="3413"/>
                </a:cubicBezTo>
                <a:cubicBezTo>
                  <a:pt x="12943" y="1138"/>
                  <a:pt x="15661" y="0"/>
                  <a:pt x="18853" y="0"/>
                </a:cubicBezTo>
                <a:moveTo>
                  <a:pt x="29327" y="33640"/>
                </a:moveTo>
                <a:lnTo>
                  <a:pt x="29327" y="89110"/>
                </a:lnTo>
                <a:cubicBezTo>
                  <a:pt x="29327" y="94044"/>
                  <a:pt x="29901" y="97196"/>
                  <a:pt x="31048" y="98566"/>
                </a:cubicBezTo>
                <a:cubicBezTo>
                  <a:pt x="32195" y="99937"/>
                  <a:pt x="34440" y="100722"/>
                  <a:pt x="37782" y="100921"/>
                </a:cubicBezTo>
                <a:lnTo>
                  <a:pt x="37782" y="103612"/>
                </a:lnTo>
                <a:lnTo>
                  <a:pt x="0" y="103612"/>
                </a:lnTo>
                <a:lnTo>
                  <a:pt x="0" y="100921"/>
                </a:lnTo>
                <a:cubicBezTo>
                  <a:pt x="3092" y="100822"/>
                  <a:pt x="5387" y="99925"/>
                  <a:pt x="6883" y="98230"/>
                </a:cubicBezTo>
                <a:cubicBezTo>
                  <a:pt x="7881" y="97084"/>
                  <a:pt x="8379" y="94044"/>
                  <a:pt x="8379" y="89110"/>
                </a:cubicBezTo>
                <a:lnTo>
                  <a:pt x="8379" y="48293"/>
                </a:lnTo>
                <a:cubicBezTo>
                  <a:pt x="8379" y="43296"/>
                  <a:pt x="7806" y="40105"/>
                  <a:pt x="6659" y="38717"/>
                </a:cubicBezTo>
                <a:cubicBezTo>
                  <a:pt x="5511" y="37329"/>
                  <a:pt x="3292" y="36534"/>
                  <a:pt x="0" y="36332"/>
                </a:cubicBezTo>
                <a:lnTo>
                  <a:pt x="0" y="33640"/>
                </a:lnTo>
                <a:lnTo>
                  <a:pt x="29327" y="33640"/>
                </a:lnTo>
                <a:close/>
                <a:moveTo>
                  <a:pt x="88999" y="34537"/>
                </a:moveTo>
                <a:lnTo>
                  <a:pt x="112566" y="34537"/>
                </a:lnTo>
                <a:lnTo>
                  <a:pt x="112566" y="42761"/>
                </a:lnTo>
                <a:lnTo>
                  <a:pt x="99174" y="42761"/>
                </a:lnTo>
                <a:cubicBezTo>
                  <a:pt x="101618" y="45203"/>
                  <a:pt x="103314" y="47421"/>
                  <a:pt x="104261" y="49414"/>
                </a:cubicBezTo>
                <a:cubicBezTo>
                  <a:pt x="105458" y="52105"/>
                  <a:pt x="106057" y="54921"/>
                  <a:pt x="106057" y="57862"/>
                </a:cubicBezTo>
                <a:cubicBezTo>
                  <a:pt x="106057" y="62845"/>
                  <a:pt x="104673" y="67169"/>
                  <a:pt x="101905" y="70832"/>
                </a:cubicBezTo>
                <a:cubicBezTo>
                  <a:pt x="99137" y="74495"/>
                  <a:pt x="95371" y="77361"/>
                  <a:pt x="90608" y="79429"/>
                </a:cubicBezTo>
                <a:cubicBezTo>
                  <a:pt x="85844" y="81497"/>
                  <a:pt x="81617" y="82531"/>
                  <a:pt x="77926" y="82531"/>
                </a:cubicBezTo>
                <a:cubicBezTo>
                  <a:pt x="77627" y="82531"/>
                  <a:pt x="74635" y="82407"/>
                  <a:pt x="68949" y="82157"/>
                </a:cubicBezTo>
                <a:cubicBezTo>
                  <a:pt x="66704" y="82157"/>
                  <a:pt x="64821" y="82889"/>
                  <a:pt x="63300" y="84351"/>
                </a:cubicBezTo>
                <a:cubicBezTo>
                  <a:pt x="61779" y="85813"/>
                  <a:pt x="61018" y="87560"/>
                  <a:pt x="61018" y="89591"/>
                </a:cubicBezTo>
                <a:cubicBezTo>
                  <a:pt x="61018" y="91376"/>
                  <a:pt x="61704" y="92838"/>
                  <a:pt x="63076" y="93978"/>
                </a:cubicBezTo>
                <a:cubicBezTo>
                  <a:pt x="64447" y="95118"/>
                  <a:pt x="66679" y="95688"/>
                  <a:pt x="69772" y="95688"/>
                </a:cubicBezTo>
                <a:lnTo>
                  <a:pt x="82715" y="95539"/>
                </a:lnTo>
                <a:cubicBezTo>
                  <a:pt x="93189" y="95539"/>
                  <a:pt x="100396" y="96687"/>
                  <a:pt x="104336" y="98985"/>
                </a:cubicBezTo>
                <a:cubicBezTo>
                  <a:pt x="109972" y="102179"/>
                  <a:pt x="112790" y="107096"/>
                  <a:pt x="112790" y="113737"/>
                </a:cubicBezTo>
                <a:cubicBezTo>
                  <a:pt x="112790" y="117981"/>
                  <a:pt x="111493" y="121838"/>
                  <a:pt x="108900" y="125308"/>
                </a:cubicBezTo>
                <a:cubicBezTo>
                  <a:pt x="106306" y="128778"/>
                  <a:pt x="102890" y="131337"/>
                  <a:pt x="98650" y="132985"/>
                </a:cubicBezTo>
                <a:cubicBezTo>
                  <a:pt x="92216" y="135432"/>
                  <a:pt x="84809" y="136655"/>
                  <a:pt x="76430" y="136655"/>
                </a:cubicBezTo>
                <a:cubicBezTo>
                  <a:pt x="70146" y="136655"/>
                  <a:pt x="64410" y="136044"/>
                  <a:pt x="59223" y="134823"/>
                </a:cubicBezTo>
                <a:cubicBezTo>
                  <a:pt x="54036" y="133602"/>
                  <a:pt x="50320" y="131907"/>
                  <a:pt x="48075" y="129738"/>
                </a:cubicBezTo>
                <a:cubicBezTo>
                  <a:pt x="45831" y="127570"/>
                  <a:pt x="44709" y="125289"/>
                  <a:pt x="44709" y="122895"/>
                </a:cubicBezTo>
                <a:cubicBezTo>
                  <a:pt x="44709" y="120602"/>
                  <a:pt x="45569" y="118546"/>
                  <a:pt x="47290" y="116725"/>
                </a:cubicBezTo>
                <a:cubicBezTo>
                  <a:pt x="49011" y="114906"/>
                  <a:pt x="52215" y="113374"/>
                  <a:pt x="56903" y="112128"/>
                </a:cubicBezTo>
                <a:cubicBezTo>
                  <a:pt x="50420" y="108938"/>
                  <a:pt x="47178" y="104503"/>
                  <a:pt x="47178" y="98823"/>
                </a:cubicBezTo>
                <a:cubicBezTo>
                  <a:pt x="47178" y="95385"/>
                  <a:pt x="48499" y="92046"/>
                  <a:pt x="51143" y="88808"/>
                </a:cubicBezTo>
                <a:cubicBezTo>
                  <a:pt x="53786" y="85569"/>
                  <a:pt x="57976" y="82753"/>
                  <a:pt x="63712" y="80361"/>
                </a:cubicBezTo>
                <a:cubicBezTo>
                  <a:pt x="57028" y="77916"/>
                  <a:pt x="52190" y="74697"/>
                  <a:pt x="49198" y="70703"/>
                </a:cubicBezTo>
                <a:cubicBezTo>
                  <a:pt x="46205" y="66710"/>
                  <a:pt x="44709" y="62093"/>
                  <a:pt x="44709" y="56852"/>
                </a:cubicBezTo>
                <a:cubicBezTo>
                  <a:pt x="44709" y="50015"/>
                  <a:pt x="47502" y="44088"/>
                  <a:pt x="53088" y="39072"/>
                </a:cubicBezTo>
                <a:cubicBezTo>
                  <a:pt x="58674" y="34055"/>
                  <a:pt x="65856" y="31547"/>
                  <a:pt x="74635" y="31547"/>
                </a:cubicBezTo>
                <a:cubicBezTo>
                  <a:pt x="79273" y="31547"/>
                  <a:pt x="84061" y="32544"/>
                  <a:pt x="88999" y="34537"/>
                </a:cubicBezTo>
                <a:moveTo>
                  <a:pt x="76056" y="36332"/>
                </a:moveTo>
                <a:cubicBezTo>
                  <a:pt x="73163" y="36332"/>
                  <a:pt x="70719" y="37787"/>
                  <a:pt x="68724" y="40698"/>
                </a:cubicBezTo>
                <a:cubicBezTo>
                  <a:pt x="66729" y="43607"/>
                  <a:pt x="65732" y="49639"/>
                  <a:pt x="65732" y="58794"/>
                </a:cubicBezTo>
                <a:cubicBezTo>
                  <a:pt x="65732" y="66205"/>
                  <a:pt x="66717" y="71292"/>
                  <a:pt x="68687" y="74053"/>
                </a:cubicBezTo>
                <a:cubicBezTo>
                  <a:pt x="70657" y="76815"/>
                  <a:pt x="72989" y="78195"/>
                  <a:pt x="75682" y="78195"/>
                </a:cubicBezTo>
                <a:cubicBezTo>
                  <a:pt x="78675" y="78195"/>
                  <a:pt x="81168" y="76827"/>
                  <a:pt x="83164" y="74091"/>
                </a:cubicBezTo>
                <a:cubicBezTo>
                  <a:pt x="85159" y="71354"/>
                  <a:pt x="86156" y="66031"/>
                  <a:pt x="86156" y="58121"/>
                </a:cubicBezTo>
                <a:cubicBezTo>
                  <a:pt x="86156" y="49217"/>
                  <a:pt x="85034" y="43148"/>
                  <a:pt x="82789" y="39913"/>
                </a:cubicBezTo>
                <a:cubicBezTo>
                  <a:pt x="81193" y="37525"/>
                  <a:pt x="78949" y="36332"/>
                  <a:pt x="76056" y="36332"/>
                </a:cubicBezTo>
                <a:moveTo>
                  <a:pt x="71642" y="113929"/>
                </a:moveTo>
                <a:cubicBezTo>
                  <a:pt x="66555" y="113929"/>
                  <a:pt x="63188" y="114351"/>
                  <a:pt x="61542" y="115195"/>
                </a:cubicBezTo>
                <a:cubicBezTo>
                  <a:pt x="58699" y="116732"/>
                  <a:pt x="57278" y="118816"/>
                  <a:pt x="57278" y="121447"/>
                </a:cubicBezTo>
                <a:cubicBezTo>
                  <a:pt x="57278" y="123977"/>
                  <a:pt x="58749" y="126272"/>
                  <a:pt x="61692" y="128331"/>
                </a:cubicBezTo>
                <a:cubicBezTo>
                  <a:pt x="64634" y="130392"/>
                  <a:pt x="70171" y="131422"/>
                  <a:pt x="78301" y="131422"/>
                </a:cubicBezTo>
                <a:cubicBezTo>
                  <a:pt x="85233" y="131422"/>
                  <a:pt x="90682" y="130504"/>
                  <a:pt x="94648" y="128668"/>
                </a:cubicBezTo>
                <a:cubicBezTo>
                  <a:pt x="98613" y="126831"/>
                  <a:pt x="100595" y="124251"/>
                  <a:pt x="100595" y="120926"/>
                </a:cubicBezTo>
                <a:cubicBezTo>
                  <a:pt x="100595" y="119686"/>
                  <a:pt x="100221" y="118644"/>
                  <a:pt x="99473" y="117800"/>
                </a:cubicBezTo>
                <a:cubicBezTo>
                  <a:pt x="98127" y="116311"/>
                  <a:pt x="96094" y="115293"/>
                  <a:pt x="93376" y="114747"/>
                </a:cubicBezTo>
                <a:cubicBezTo>
                  <a:pt x="90658" y="114201"/>
                  <a:pt x="83413" y="113929"/>
                  <a:pt x="71642" y="113929"/>
                </a:cubicBezTo>
                <a:close/>
                <a:moveTo>
                  <a:pt x="164018" y="31846"/>
                </a:moveTo>
                <a:lnTo>
                  <a:pt x="165140" y="55768"/>
                </a:lnTo>
                <a:lnTo>
                  <a:pt x="162596" y="55768"/>
                </a:lnTo>
                <a:cubicBezTo>
                  <a:pt x="159554" y="48634"/>
                  <a:pt x="156399" y="43761"/>
                  <a:pt x="153132" y="41149"/>
                </a:cubicBezTo>
                <a:cubicBezTo>
                  <a:pt x="149865" y="38535"/>
                  <a:pt x="146611" y="37229"/>
                  <a:pt x="143369" y="37229"/>
                </a:cubicBezTo>
                <a:cubicBezTo>
                  <a:pt x="141324" y="37229"/>
                  <a:pt x="139578" y="37914"/>
                  <a:pt x="138132" y="39285"/>
                </a:cubicBezTo>
                <a:cubicBezTo>
                  <a:pt x="136685" y="40655"/>
                  <a:pt x="135962" y="42237"/>
                  <a:pt x="135962" y="44032"/>
                </a:cubicBezTo>
                <a:cubicBezTo>
                  <a:pt x="135962" y="45377"/>
                  <a:pt x="136461" y="46673"/>
                  <a:pt x="137458" y="47919"/>
                </a:cubicBezTo>
                <a:cubicBezTo>
                  <a:pt x="139055" y="49962"/>
                  <a:pt x="143519" y="53463"/>
                  <a:pt x="150850" y="58422"/>
                </a:cubicBezTo>
                <a:cubicBezTo>
                  <a:pt x="158182" y="63381"/>
                  <a:pt x="163008" y="67592"/>
                  <a:pt x="165327" y="71056"/>
                </a:cubicBezTo>
                <a:cubicBezTo>
                  <a:pt x="167646" y="74520"/>
                  <a:pt x="168806" y="78395"/>
                  <a:pt x="168806" y="82681"/>
                </a:cubicBezTo>
                <a:cubicBezTo>
                  <a:pt x="168806" y="86568"/>
                  <a:pt x="167833" y="90381"/>
                  <a:pt x="165888" y="94118"/>
                </a:cubicBezTo>
                <a:cubicBezTo>
                  <a:pt x="163943" y="97856"/>
                  <a:pt x="161200" y="100722"/>
                  <a:pt x="157659" y="102715"/>
                </a:cubicBezTo>
                <a:cubicBezTo>
                  <a:pt x="154117" y="104709"/>
                  <a:pt x="150202" y="105706"/>
                  <a:pt x="145913" y="105706"/>
                </a:cubicBezTo>
                <a:cubicBezTo>
                  <a:pt x="142571" y="105706"/>
                  <a:pt x="138107" y="104640"/>
                  <a:pt x="132521" y="102507"/>
                </a:cubicBezTo>
                <a:cubicBezTo>
                  <a:pt x="131024" y="101948"/>
                  <a:pt x="130002" y="101669"/>
                  <a:pt x="129453" y="101669"/>
                </a:cubicBezTo>
                <a:cubicBezTo>
                  <a:pt x="127807" y="101669"/>
                  <a:pt x="126436" y="102915"/>
                  <a:pt x="125338" y="105407"/>
                </a:cubicBezTo>
                <a:lnTo>
                  <a:pt x="122870" y="105407"/>
                </a:lnTo>
                <a:lnTo>
                  <a:pt x="121673" y="80288"/>
                </a:lnTo>
                <a:lnTo>
                  <a:pt x="124216" y="80288"/>
                </a:lnTo>
                <a:cubicBezTo>
                  <a:pt x="126461" y="86867"/>
                  <a:pt x="129541" y="91801"/>
                  <a:pt x="133456" y="95090"/>
                </a:cubicBezTo>
                <a:cubicBezTo>
                  <a:pt x="137371" y="98380"/>
                  <a:pt x="141075" y="100024"/>
                  <a:pt x="144566" y="100024"/>
                </a:cubicBezTo>
                <a:cubicBezTo>
                  <a:pt x="146960" y="100024"/>
                  <a:pt x="148918" y="99289"/>
                  <a:pt x="150439" y="97819"/>
                </a:cubicBezTo>
                <a:cubicBezTo>
                  <a:pt x="151960" y="96349"/>
                  <a:pt x="152721" y="94567"/>
                  <a:pt x="152721" y="92474"/>
                </a:cubicBezTo>
                <a:cubicBezTo>
                  <a:pt x="152721" y="90082"/>
                  <a:pt x="151973" y="88013"/>
                  <a:pt x="150476" y="86269"/>
                </a:cubicBezTo>
                <a:cubicBezTo>
                  <a:pt x="148980" y="84525"/>
                  <a:pt x="145638" y="81883"/>
                  <a:pt x="140451" y="78345"/>
                </a:cubicBezTo>
                <a:cubicBezTo>
                  <a:pt x="132820" y="73062"/>
                  <a:pt x="127882" y="69025"/>
                  <a:pt x="125638" y="66234"/>
                </a:cubicBezTo>
                <a:cubicBezTo>
                  <a:pt x="122346" y="62148"/>
                  <a:pt x="120700" y="57637"/>
                  <a:pt x="120700" y="52703"/>
                </a:cubicBezTo>
                <a:cubicBezTo>
                  <a:pt x="120700" y="47321"/>
                  <a:pt x="122558" y="42449"/>
                  <a:pt x="126274" y="38088"/>
                </a:cubicBezTo>
                <a:cubicBezTo>
                  <a:pt x="129989" y="33728"/>
                  <a:pt x="135364" y="31547"/>
                  <a:pt x="142396" y="31547"/>
                </a:cubicBezTo>
                <a:cubicBezTo>
                  <a:pt x="146187" y="31547"/>
                  <a:pt x="149853" y="32505"/>
                  <a:pt x="153394" y="34421"/>
                </a:cubicBezTo>
                <a:cubicBezTo>
                  <a:pt x="154741" y="35196"/>
                  <a:pt x="155838" y="35584"/>
                  <a:pt x="156686" y="35584"/>
                </a:cubicBezTo>
                <a:cubicBezTo>
                  <a:pt x="157584" y="35584"/>
                  <a:pt x="158307" y="35397"/>
                  <a:pt x="158856" y="35023"/>
                </a:cubicBezTo>
                <a:cubicBezTo>
                  <a:pt x="159404" y="34650"/>
                  <a:pt x="160277" y="33591"/>
                  <a:pt x="161474" y="31846"/>
                </a:cubicBezTo>
                <a:lnTo>
                  <a:pt x="164018" y="318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476C27-7361-4303-88F0-125898A2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4609" y="6311833"/>
            <a:ext cx="2431337" cy="1349870"/>
          </a:xfrm>
          <a:custGeom xmlns:a="http://schemas.openxmlformats.org/drawingml/2006/main">
            <a:pathLst>
              <a:path w="2431337" h="1349870" fill="none">
                <a:moveTo>
                  <a:pt x="102699" y="0"/>
                </a:moveTo>
                <a:cubicBezTo>
                  <a:pt x="45975" y="0"/>
                  <a:pt x="0" y="45975"/>
                  <a:pt x="0" y="102699"/>
                </a:cubicBezTo>
                <a:lnTo>
                  <a:pt x="0" y="1247171"/>
                </a:lnTo>
                <a:cubicBezTo>
                  <a:pt x="0" y="1303878"/>
                  <a:pt x="45975" y="1349870"/>
                  <a:pt x="102699" y="1349870"/>
                </a:cubicBezTo>
                <a:lnTo>
                  <a:pt x="2328638" y="1349870"/>
                </a:lnTo>
                <a:cubicBezTo>
                  <a:pt x="2385362" y="1349870"/>
                  <a:pt x="2431337" y="1303878"/>
                  <a:pt x="2431337" y="1247171"/>
                </a:cubicBezTo>
                <a:lnTo>
                  <a:pt x="2431337" y="102699"/>
                </a:lnTo>
                <a:cubicBezTo>
                  <a:pt x="2431337" y="45975"/>
                  <a:pt x="2385362" y="0"/>
                  <a:pt x="2328638" y="0"/>
                </a:cubicBezTo>
                <a:lnTo>
                  <a:pt x="10269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847" cap="flat">
            <a:solidFill>
              <a:srgbClr val="231F20"/>
            </a:solidFill>
            <a:miter/>
          </a:ln>
        </p:spPr>
      </p:sp>
      <p:sp>
        <p:nvSpPr>
          <p:cNvPr id="357" name="Text Tra">
            <a:extLst xmlns:a="http://schemas.openxmlformats.org/drawingml/2006/main">
              <a:ext uri="{FF2B5EF4-FFF2-40B4-BE49-F238E27FC236}">
                <a16:creationId xmlns:a16="http://schemas.microsoft.com/office/drawing/2014/main" id="{EF8FA5E2-E879-4BC7-B0D4-7550996B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231" y="7723257"/>
            <a:ext cx="271190" cy="138001"/>
          </a:xfrm>
          <a:custGeom xmlns:a="http://schemas.openxmlformats.org/drawingml/2006/main">
            <a:pathLst>
              <a:path w="271190" h="138001">
                <a:moveTo>
                  <a:pt x="112627" y="0"/>
                </a:moveTo>
                <a:lnTo>
                  <a:pt x="114132" y="31993"/>
                </a:lnTo>
                <a:lnTo>
                  <a:pt x="110321" y="31993"/>
                </a:lnTo>
                <a:cubicBezTo>
                  <a:pt x="109585" y="26377"/>
                  <a:pt x="108582" y="22365"/>
                  <a:pt x="107312" y="19958"/>
                </a:cubicBezTo>
                <a:cubicBezTo>
                  <a:pt x="105239" y="16080"/>
                  <a:pt x="102481" y="13222"/>
                  <a:pt x="99038" y="11383"/>
                </a:cubicBezTo>
                <a:cubicBezTo>
                  <a:pt x="95595" y="9544"/>
                  <a:pt x="91065" y="8625"/>
                  <a:pt x="85448" y="8625"/>
                </a:cubicBezTo>
                <a:lnTo>
                  <a:pt x="66293" y="8625"/>
                </a:lnTo>
                <a:lnTo>
                  <a:pt x="66293" y="112327"/>
                </a:lnTo>
                <a:cubicBezTo>
                  <a:pt x="66293" y="120684"/>
                  <a:pt x="67195" y="125899"/>
                  <a:pt x="69001" y="127972"/>
                </a:cubicBezTo>
                <a:cubicBezTo>
                  <a:pt x="71541" y="130780"/>
                  <a:pt x="75453" y="132184"/>
                  <a:pt x="80735" y="132184"/>
                </a:cubicBezTo>
                <a:lnTo>
                  <a:pt x="85448" y="132184"/>
                </a:lnTo>
                <a:lnTo>
                  <a:pt x="85448" y="135995"/>
                </a:lnTo>
                <a:lnTo>
                  <a:pt x="27781" y="135995"/>
                </a:lnTo>
                <a:lnTo>
                  <a:pt x="27781" y="132184"/>
                </a:lnTo>
                <a:lnTo>
                  <a:pt x="32595" y="132184"/>
                </a:lnTo>
                <a:cubicBezTo>
                  <a:pt x="38345" y="132184"/>
                  <a:pt x="42423" y="130446"/>
                  <a:pt x="44830" y="126969"/>
                </a:cubicBezTo>
                <a:cubicBezTo>
                  <a:pt x="46301" y="124830"/>
                  <a:pt x="47037" y="119949"/>
                  <a:pt x="47037" y="112327"/>
                </a:cubicBezTo>
                <a:lnTo>
                  <a:pt x="47037" y="8625"/>
                </a:lnTo>
                <a:lnTo>
                  <a:pt x="30689" y="8625"/>
                </a:lnTo>
                <a:cubicBezTo>
                  <a:pt x="24337" y="8625"/>
                  <a:pt x="19824" y="9093"/>
                  <a:pt x="17150" y="10029"/>
                </a:cubicBezTo>
                <a:cubicBezTo>
                  <a:pt x="13673" y="11300"/>
                  <a:pt x="10698" y="13740"/>
                  <a:pt x="8224" y="17350"/>
                </a:cubicBezTo>
                <a:cubicBezTo>
                  <a:pt x="5750" y="20961"/>
                  <a:pt x="4279" y="25842"/>
                  <a:pt x="3811" y="31993"/>
                </a:cubicBezTo>
                <a:lnTo>
                  <a:pt x="0" y="31993"/>
                </a:lnTo>
                <a:lnTo>
                  <a:pt x="1605" y="0"/>
                </a:lnTo>
                <a:lnTo>
                  <a:pt x="112627" y="0"/>
                </a:lnTo>
                <a:close/>
                <a:moveTo>
                  <a:pt x="145326" y="41521"/>
                </a:moveTo>
                <a:lnTo>
                  <a:pt x="145326" y="62181"/>
                </a:lnTo>
                <a:cubicBezTo>
                  <a:pt x="153015" y="48407"/>
                  <a:pt x="160904" y="41521"/>
                  <a:pt x="168995" y="41521"/>
                </a:cubicBezTo>
                <a:cubicBezTo>
                  <a:pt x="172672" y="41521"/>
                  <a:pt x="175714" y="42641"/>
                  <a:pt x="178121" y="44880"/>
                </a:cubicBezTo>
                <a:cubicBezTo>
                  <a:pt x="180528" y="47120"/>
                  <a:pt x="181732" y="49711"/>
                  <a:pt x="181732" y="52653"/>
                </a:cubicBezTo>
                <a:cubicBezTo>
                  <a:pt x="181732" y="55261"/>
                  <a:pt x="180862" y="57467"/>
                  <a:pt x="179124" y="59272"/>
                </a:cubicBezTo>
                <a:cubicBezTo>
                  <a:pt x="177386" y="61078"/>
                  <a:pt x="175313" y="61980"/>
                  <a:pt x="172906" y="61980"/>
                </a:cubicBezTo>
                <a:cubicBezTo>
                  <a:pt x="170566" y="61980"/>
                  <a:pt x="167942" y="60844"/>
                  <a:pt x="165033" y="58570"/>
                </a:cubicBezTo>
                <a:cubicBezTo>
                  <a:pt x="162125" y="56297"/>
                  <a:pt x="159968" y="55160"/>
                  <a:pt x="158564" y="55160"/>
                </a:cubicBezTo>
                <a:cubicBezTo>
                  <a:pt x="157361" y="55160"/>
                  <a:pt x="156057" y="55824"/>
                  <a:pt x="154653" y="57151"/>
                </a:cubicBezTo>
                <a:cubicBezTo>
                  <a:pt x="151644" y="59873"/>
                  <a:pt x="148535" y="64354"/>
                  <a:pt x="145326" y="70593"/>
                </a:cubicBezTo>
                <a:lnTo>
                  <a:pt x="145326" y="114533"/>
                </a:lnTo>
                <a:cubicBezTo>
                  <a:pt x="145326" y="119619"/>
                  <a:pt x="145961" y="123465"/>
                  <a:pt x="147231" y="126073"/>
                </a:cubicBezTo>
                <a:cubicBezTo>
                  <a:pt x="148101" y="127880"/>
                  <a:pt x="149638" y="129384"/>
                  <a:pt x="151845" y="130586"/>
                </a:cubicBezTo>
                <a:cubicBezTo>
                  <a:pt x="154051" y="131785"/>
                  <a:pt x="157227" y="132385"/>
                  <a:pt x="161372" y="132385"/>
                </a:cubicBezTo>
                <a:lnTo>
                  <a:pt x="161372" y="135995"/>
                </a:lnTo>
                <a:lnTo>
                  <a:pt x="114336" y="135995"/>
                </a:lnTo>
                <a:lnTo>
                  <a:pt x="114336" y="132385"/>
                </a:lnTo>
                <a:cubicBezTo>
                  <a:pt x="119016" y="132385"/>
                  <a:pt x="122493" y="131641"/>
                  <a:pt x="124766" y="130153"/>
                </a:cubicBezTo>
                <a:cubicBezTo>
                  <a:pt x="126438" y="129071"/>
                  <a:pt x="127608" y="127346"/>
                  <a:pt x="128276" y="124979"/>
                </a:cubicBezTo>
                <a:cubicBezTo>
                  <a:pt x="128611" y="123828"/>
                  <a:pt x="128778" y="120546"/>
                  <a:pt x="128778" y="115135"/>
                </a:cubicBezTo>
                <a:lnTo>
                  <a:pt x="128778" y="79832"/>
                </a:lnTo>
                <a:cubicBezTo>
                  <a:pt x="128778" y="69134"/>
                  <a:pt x="128560" y="62766"/>
                  <a:pt x="128126" y="60727"/>
                </a:cubicBezTo>
                <a:cubicBezTo>
                  <a:pt x="127691" y="58687"/>
                  <a:pt x="126889" y="57200"/>
                  <a:pt x="125719" y="56264"/>
                </a:cubicBezTo>
                <a:cubicBezTo>
                  <a:pt x="124549" y="55328"/>
                  <a:pt x="123094" y="54859"/>
                  <a:pt x="121356" y="54859"/>
                </a:cubicBezTo>
                <a:cubicBezTo>
                  <a:pt x="119283" y="54859"/>
                  <a:pt x="116943" y="55361"/>
                  <a:pt x="114336" y="56364"/>
                </a:cubicBezTo>
                <a:lnTo>
                  <a:pt x="113333" y="52753"/>
                </a:lnTo>
                <a:lnTo>
                  <a:pt x="141114" y="41521"/>
                </a:lnTo>
                <a:lnTo>
                  <a:pt x="145326" y="41521"/>
                </a:lnTo>
                <a:close/>
                <a:moveTo>
                  <a:pt x="238896" y="122863"/>
                </a:moveTo>
                <a:cubicBezTo>
                  <a:pt x="229469" y="130149"/>
                  <a:pt x="223552" y="134359"/>
                  <a:pt x="221145" y="135494"/>
                </a:cubicBezTo>
                <a:cubicBezTo>
                  <a:pt x="217534" y="137165"/>
                  <a:pt x="213690" y="138001"/>
                  <a:pt x="209611" y="138001"/>
                </a:cubicBezTo>
                <a:cubicBezTo>
                  <a:pt x="203259" y="138001"/>
                  <a:pt x="198028" y="135828"/>
                  <a:pt x="193916" y="131482"/>
                </a:cubicBezTo>
                <a:cubicBezTo>
                  <a:pt x="189804" y="127136"/>
                  <a:pt x="187748" y="121420"/>
                  <a:pt x="187748" y="114332"/>
                </a:cubicBezTo>
                <a:cubicBezTo>
                  <a:pt x="187748" y="109853"/>
                  <a:pt x="188751" y="105975"/>
                  <a:pt x="190756" y="102699"/>
                </a:cubicBezTo>
                <a:cubicBezTo>
                  <a:pt x="193498" y="98152"/>
                  <a:pt x="198262" y="93873"/>
                  <a:pt x="205048" y="89861"/>
                </a:cubicBezTo>
                <a:cubicBezTo>
                  <a:pt x="211834" y="85850"/>
                  <a:pt x="223117" y="80969"/>
                  <a:pt x="238896" y="75219"/>
                </a:cubicBezTo>
                <a:lnTo>
                  <a:pt x="238896" y="71621"/>
                </a:lnTo>
                <a:cubicBezTo>
                  <a:pt x="238896" y="62494"/>
                  <a:pt x="237442" y="56232"/>
                  <a:pt x="234534" y="52835"/>
                </a:cubicBezTo>
                <a:cubicBezTo>
                  <a:pt x="231625" y="49437"/>
                  <a:pt x="227396" y="47739"/>
                  <a:pt x="221847" y="47739"/>
                </a:cubicBezTo>
                <a:cubicBezTo>
                  <a:pt x="217635" y="47739"/>
                  <a:pt x="214292" y="48875"/>
                  <a:pt x="211818" y="51149"/>
                </a:cubicBezTo>
                <a:cubicBezTo>
                  <a:pt x="209277" y="53422"/>
                  <a:pt x="208007" y="56030"/>
                  <a:pt x="208007" y="58971"/>
                </a:cubicBezTo>
                <a:lnTo>
                  <a:pt x="208207" y="64788"/>
                </a:lnTo>
                <a:cubicBezTo>
                  <a:pt x="208207" y="67864"/>
                  <a:pt x="207422" y="70238"/>
                  <a:pt x="205850" y="71909"/>
                </a:cubicBezTo>
                <a:cubicBezTo>
                  <a:pt x="204279" y="73581"/>
                  <a:pt x="202223" y="74416"/>
                  <a:pt x="199682" y="74416"/>
                </a:cubicBezTo>
                <a:cubicBezTo>
                  <a:pt x="197209" y="74416"/>
                  <a:pt x="195186" y="73545"/>
                  <a:pt x="193615" y="71802"/>
                </a:cubicBezTo>
                <a:cubicBezTo>
                  <a:pt x="192043" y="70058"/>
                  <a:pt x="191258" y="67677"/>
                  <a:pt x="191258" y="64660"/>
                </a:cubicBezTo>
                <a:cubicBezTo>
                  <a:pt x="191258" y="58891"/>
                  <a:pt x="194200" y="53592"/>
                  <a:pt x="200084" y="48764"/>
                </a:cubicBezTo>
                <a:cubicBezTo>
                  <a:pt x="205967" y="43935"/>
                  <a:pt x="214225" y="41521"/>
                  <a:pt x="224856" y="41521"/>
                </a:cubicBezTo>
                <a:cubicBezTo>
                  <a:pt x="233013" y="41521"/>
                  <a:pt x="239699" y="42889"/>
                  <a:pt x="244914" y="45626"/>
                </a:cubicBezTo>
                <a:cubicBezTo>
                  <a:pt x="248859" y="47697"/>
                  <a:pt x="251767" y="50937"/>
                  <a:pt x="253639" y="55345"/>
                </a:cubicBezTo>
                <a:cubicBezTo>
                  <a:pt x="254843" y="58216"/>
                  <a:pt x="255444" y="64093"/>
                  <a:pt x="255444" y="72975"/>
                </a:cubicBezTo>
                <a:lnTo>
                  <a:pt x="255444" y="104128"/>
                </a:lnTo>
                <a:cubicBezTo>
                  <a:pt x="255444" y="112876"/>
                  <a:pt x="255612" y="118235"/>
                  <a:pt x="255946" y="120206"/>
                </a:cubicBezTo>
                <a:cubicBezTo>
                  <a:pt x="256280" y="122176"/>
                  <a:pt x="256832" y="123495"/>
                  <a:pt x="257601" y="124164"/>
                </a:cubicBezTo>
                <a:cubicBezTo>
                  <a:pt x="258370" y="124831"/>
                  <a:pt x="259256" y="125164"/>
                  <a:pt x="260258" y="125164"/>
                </a:cubicBezTo>
                <a:cubicBezTo>
                  <a:pt x="261328" y="125164"/>
                  <a:pt x="262264" y="124930"/>
                  <a:pt x="263067" y="124462"/>
                </a:cubicBezTo>
                <a:cubicBezTo>
                  <a:pt x="264471" y="123593"/>
                  <a:pt x="267179" y="121152"/>
                  <a:pt x="271190" y="117141"/>
                </a:cubicBezTo>
                <a:lnTo>
                  <a:pt x="271190" y="122757"/>
                </a:lnTo>
                <a:cubicBezTo>
                  <a:pt x="263702" y="132786"/>
                  <a:pt x="256548" y="137801"/>
                  <a:pt x="249728" y="137801"/>
                </a:cubicBezTo>
                <a:cubicBezTo>
                  <a:pt x="246452" y="137801"/>
                  <a:pt x="243844" y="136672"/>
                  <a:pt x="241905" y="134416"/>
                </a:cubicBezTo>
                <a:cubicBezTo>
                  <a:pt x="239966" y="132157"/>
                  <a:pt x="238963" y="128306"/>
                  <a:pt x="238896" y="122863"/>
                </a:cubicBezTo>
                <a:moveTo>
                  <a:pt x="238896" y="116360"/>
                </a:moveTo>
                <a:lnTo>
                  <a:pt x="238896" y="81437"/>
                </a:lnTo>
                <a:cubicBezTo>
                  <a:pt x="228800" y="85440"/>
                  <a:pt x="222281" y="88275"/>
                  <a:pt x="219340" y="89943"/>
                </a:cubicBezTo>
                <a:cubicBezTo>
                  <a:pt x="214057" y="92878"/>
                  <a:pt x="210280" y="95948"/>
                  <a:pt x="208007" y="99151"/>
                </a:cubicBezTo>
                <a:cubicBezTo>
                  <a:pt x="205733" y="102352"/>
                  <a:pt x="204597" y="105854"/>
                  <a:pt x="204597" y="109656"/>
                </a:cubicBezTo>
                <a:cubicBezTo>
                  <a:pt x="204597" y="114460"/>
                  <a:pt x="206034" y="118446"/>
                  <a:pt x="208909" y="121616"/>
                </a:cubicBezTo>
                <a:cubicBezTo>
                  <a:pt x="211784" y="124784"/>
                  <a:pt x="215094" y="126367"/>
                  <a:pt x="218838" y="126367"/>
                </a:cubicBezTo>
                <a:cubicBezTo>
                  <a:pt x="223919" y="126367"/>
                  <a:pt x="230606" y="123032"/>
                  <a:pt x="238896" y="116360"/>
                </a:cubicBez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Text jectorySimilarity">
            <a:extLst xmlns:a="http://schemas.openxmlformats.org/drawingml/2006/main">
              <a:ext uri="{FF2B5EF4-FFF2-40B4-BE49-F238E27FC236}">
                <a16:creationId xmlns:a16="http://schemas.microsoft.com/office/drawing/2014/main" id="{62EDD13D-17D5-4AAB-B7A4-99787A0C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6108" y="7716637"/>
            <a:ext cx="1458074" cy="186943"/>
          </a:xfrm>
          <a:custGeom xmlns:a="http://schemas.openxmlformats.org/drawingml/2006/main">
            <a:pathLst>
              <a:path w="1458074" h="186943">
                <a:moveTo>
                  <a:pt x="45432" y="0"/>
                </a:moveTo>
                <a:cubicBezTo>
                  <a:pt x="48307" y="0"/>
                  <a:pt x="50748" y="1008"/>
                  <a:pt x="52753" y="3024"/>
                </a:cubicBezTo>
                <a:cubicBezTo>
                  <a:pt x="54759" y="5039"/>
                  <a:pt x="55762" y="7491"/>
                  <a:pt x="55762" y="10380"/>
                </a:cubicBezTo>
                <a:cubicBezTo>
                  <a:pt x="55762" y="13203"/>
                  <a:pt x="54759" y="15623"/>
                  <a:pt x="52753" y="17639"/>
                </a:cubicBezTo>
                <a:cubicBezTo>
                  <a:pt x="50748" y="19653"/>
                  <a:pt x="48307" y="20660"/>
                  <a:pt x="45432" y="20660"/>
                </a:cubicBezTo>
                <a:cubicBezTo>
                  <a:pt x="42624" y="20660"/>
                  <a:pt x="40217" y="19653"/>
                  <a:pt x="38211" y="17639"/>
                </a:cubicBezTo>
                <a:cubicBezTo>
                  <a:pt x="36205" y="15623"/>
                  <a:pt x="35202" y="13203"/>
                  <a:pt x="35202" y="10380"/>
                </a:cubicBezTo>
                <a:cubicBezTo>
                  <a:pt x="35202" y="7491"/>
                  <a:pt x="36205" y="5039"/>
                  <a:pt x="38211" y="3024"/>
                </a:cubicBezTo>
                <a:cubicBezTo>
                  <a:pt x="40217" y="1008"/>
                  <a:pt x="42624" y="0"/>
                  <a:pt x="45432" y="0"/>
                </a:cubicBezTo>
                <a:moveTo>
                  <a:pt x="54057" y="48140"/>
                </a:moveTo>
                <a:lnTo>
                  <a:pt x="54057" y="140543"/>
                </a:lnTo>
                <a:cubicBezTo>
                  <a:pt x="54057" y="156243"/>
                  <a:pt x="50714" y="167901"/>
                  <a:pt x="44028" y="175516"/>
                </a:cubicBezTo>
                <a:cubicBezTo>
                  <a:pt x="37342" y="183134"/>
                  <a:pt x="28650" y="186943"/>
                  <a:pt x="17952" y="186943"/>
                </a:cubicBezTo>
                <a:cubicBezTo>
                  <a:pt x="11868" y="186943"/>
                  <a:pt x="7355" y="185840"/>
                  <a:pt x="4413" y="183634"/>
                </a:cubicBezTo>
                <a:cubicBezTo>
                  <a:pt x="1471" y="181427"/>
                  <a:pt x="0" y="179154"/>
                  <a:pt x="0" y="176814"/>
                </a:cubicBezTo>
                <a:cubicBezTo>
                  <a:pt x="0" y="174474"/>
                  <a:pt x="819" y="172468"/>
                  <a:pt x="2457" y="170797"/>
                </a:cubicBezTo>
                <a:cubicBezTo>
                  <a:pt x="4095" y="169125"/>
                  <a:pt x="6017" y="168289"/>
                  <a:pt x="8224" y="168289"/>
                </a:cubicBezTo>
                <a:cubicBezTo>
                  <a:pt x="9962" y="168289"/>
                  <a:pt x="11734" y="168720"/>
                  <a:pt x="13539" y="169580"/>
                </a:cubicBezTo>
                <a:cubicBezTo>
                  <a:pt x="14676" y="170044"/>
                  <a:pt x="16866" y="171717"/>
                  <a:pt x="20108" y="174598"/>
                </a:cubicBezTo>
                <a:cubicBezTo>
                  <a:pt x="23351" y="177479"/>
                  <a:pt x="26076" y="178920"/>
                  <a:pt x="28282" y="178920"/>
                </a:cubicBezTo>
                <a:cubicBezTo>
                  <a:pt x="29887" y="178920"/>
                  <a:pt x="31458" y="178304"/>
                  <a:pt x="32996" y="177071"/>
                </a:cubicBezTo>
                <a:cubicBezTo>
                  <a:pt x="34534" y="175838"/>
                  <a:pt x="35670" y="173772"/>
                  <a:pt x="36406" y="170872"/>
                </a:cubicBezTo>
                <a:cubicBezTo>
                  <a:pt x="37141" y="167974"/>
                  <a:pt x="37509" y="161693"/>
                  <a:pt x="37509" y="152029"/>
                </a:cubicBezTo>
                <a:lnTo>
                  <a:pt x="37509" y="86852"/>
                </a:lnTo>
                <a:cubicBezTo>
                  <a:pt x="37509" y="76715"/>
                  <a:pt x="37208" y="70202"/>
                  <a:pt x="36606" y="67314"/>
                </a:cubicBezTo>
                <a:cubicBezTo>
                  <a:pt x="36138" y="65098"/>
                  <a:pt x="35403" y="63571"/>
                  <a:pt x="34400" y="62736"/>
                </a:cubicBezTo>
                <a:cubicBezTo>
                  <a:pt x="33397" y="61898"/>
                  <a:pt x="32026" y="61479"/>
                  <a:pt x="30288" y="61479"/>
                </a:cubicBezTo>
                <a:cubicBezTo>
                  <a:pt x="28416" y="61479"/>
                  <a:pt x="26143" y="61980"/>
                  <a:pt x="23468" y="62983"/>
                </a:cubicBezTo>
                <a:lnTo>
                  <a:pt x="22064" y="59373"/>
                </a:lnTo>
                <a:lnTo>
                  <a:pt x="49745" y="48140"/>
                </a:lnTo>
                <a:lnTo>
                  <a:pt x="54057" y="48140"/>
                </a:lnTo>
                <a:close/>
                <a:moveTo>
                  <a:pt x="94710" y="85448"/>
                </a:moveTo>
                <a:cubicBezTo>
                  <a:pt x="94643" y="99025"/>
                  <a:pt x="97952" y="109674"/>
                  <a:pt x="104638" y="117394"/>
                </a:cubicBezTo>
                <a:cubicBezTo>
                  <a:pt x="111325" y="125115"/>
                  <a:pt x="119181" y="128975"/>
                  <a:pt x="128207" y="128975"/>
                </a:cubicBezTo>
                <a:cubicBezTo>
                  <a:pt x="134224" y="128975"/>
                  <a:pt x="139456" y="127313"/>
                  <a:pt x="143903" y="123989"/>
                </a:cubicBezTo>
                <a:cubicBezTo>
                  <a:pt x="148349" y="120664"/>
                  <a:pt x="152076" y="114972"/>
                  <a:pt x="155085" y="106911"/>
                </a:cubicBezTo>
                <a:lnTo>
                  <a:pt x="158194" y="108926"/>
                </a:lnTo>
                <a:cubicBezTo>
                  <a:pt x="156790" y="118134"/>
                  <a:pt x="152712" y="126519"/>
                  <a:pt x="145959" y="134080"/>
                </a:cubicBezTo>
                <a:cubicBezTo>
                  <a:pt x="139206" y="141642"/>
                  <a:pt x="130748" y="145423"/>
                  <a:pt x="120585" y="145423"/>
                </a:cubicBezTo>
                <a:cubicBezTo>
                  <a:pt x="109553" y="145423"/>
                  <a:pt x="100109" y="141136"/>
                  <a:pt x="92252" y="132563"/>
                </a:cubicBezTo>
                <a:cubicBezTo>
                  <a:pt x="84396" y="123989"/>
                  <a:pt x="80468" y="112461"/>
                  <a:pt x="80468" y="97982"/>
                </a:cubicBezTo>
                <a:cubicBezTo>
                  <a:pt x="80468" y="82303"/>
                  <a:pt x="84497" y="70077"/>
                  <a:pt x="92553" y="61303"/>
                </a:cubicBezTo>
                <a:cubicBezTo>
                  <a:pt x="100610" y="52528"/>
                  <a:pt x="110723" y="48140"/>
                  <a:pt x="122892" y="48140"/>
                </a:cubicBezTo>
                <a:cubicBezTo>
                  <a:pt x="133188" y="48140"/>
                  <a:pt x="141646" y="51525"/>
                  <a:pt x="148265" y="58294"/>
                </a:cubicBezTo>
                <a:cubicBezTo>
                  <a:pt x="154885" y="65062"/>
                  <a:pt x="158194" y="74113"/>
                  <a:pt x="158194" y="85448"/>
                </a:cubicBezTo>
                <a:lnTo>
                  <a:pt x="94710" y="85448"/>
                </a:lnTo>
                <a:moveTo>
                  <a:pt x="94710" y="79631"/>
                </a:moveTo>
                <a:lnTo>
                  <a:pt x="137233" y="79631"/>
                </a:lnTo>
                <a:cubicBezTo>
                  <a:pt x="136899" y="73796"/>
                  <a:pt x="136197" y="69685"/>
                  <a:pt x="135127" y="67299"/>
                </a:cubicBezTo>
                <a:cubicBezTo>
                  <a:pt x="133456" y="63584"/>
                  <a:pt x="130965" y="60666"/>
                  <a:pt x="127655" y="58545"/>
                </a:cubicBezTo>
                <a:cubicBezTo>
                  <a:pt x="124346" y="56422"/>
                  <a:pt x="120886" y="55361"/>
                  <a:pt x="117275" y="55361"/>
                </a:cubicBezTo>
                <a:cubicBezTo>
                  <a:pt x="111726" y="55361"/>
                  <a:pt x="106761" y="57499"/>
                  <a:pt x="102382" y="61776"/>
                </a:cubicBezTo>
                <a:cubicBezTo>
                  <a:pt x="98003" y="66053"/>
                  <a:pt x="95445" y="72005"/>
                  <a:pt x="94710" y="79631"/>
                </a:cubicBezTo>
                <a:close/>
                <a:moveTo>
                  <a:pt x="248489" y="107713"/>
                </a:moveTo>
                <a:cubicBezTo>
                  <a:pt x="246015" y="119815"/>
                  <a:pt x="241167" y="129125"/>
                  <a:pt x="233946" y="135644"/>
                </a:cubicBezTo>
                <a:cubicBezTo>
                  <a:pt x="226725" y="142163"/>
                  <a:pt x="218735" y="145423"/>
                  <a:pt x="209977" y="145423"/>
                </a:cubicBezTo>
                <a:cubicBezTo>
                  <a:pt x="199546" y="145423"/>
                  <a:pt x="190453" y="141049"/>
                  <a:pt x="182697" y="132300"/>
                </a:cubicBezTo>
                <a:cubicBezTo>
                  <a:pt x="174942" y="123550"/>
                  <a:pt x="171064" y="111727"/>
                  <a:pt x="171064" y="96831"/>
                </a:cubicBezTo>
                <a:cubicBezTo>
                  <a:pt x="171064" y="82404"/>
                  <a:pt x="175359" y="70683"/>
                  <a:pt x="183951" y="61667"/>
                </a:cubicBezTo>
                <a:cubicBezTo>
                  <a:pt x="192543" y="52649"/>
                  <a:pt x="202856" y="48140"/>
                  <a:pt x="214891" y="48140"/>
                </a:cubicBezTo>
                <a:cubicBezTo>
                  <a:pt x="223917" y="48140"/>
                  <a:pt x="231339" y="50539"/>
                  <a:pt x="237156" y="55336"/>
                </a:cubicBezTo>
                <a:cubicBezTo>
                  <a:pt x="242973" y="60131"/>
                  <a:pt x="245881" y="65111"/>
                  <a:pt x="245881" y="70276"/>
                </a:cubicBezTo>
                <a:cubicBezTo>
                  <a:pt x="245881" y="72825"/>
                  <a:pt x="245062" y="74889"/>
                  <a:pt x="243424" y="76466"/>
                </a:cubicBezTo>
                <a:cubicBezTo>
                  <a:pt x="241786" y="78041"/>
                  <a:pt x="239496" y="78829"/>
                  <a:pt x="236554" y="78829"/>
                </a:cubicBezTo>
                <a:cubicBezTo>
                  <a:pt x="232609" y="78829"/>
                  <a:pt x="229634" y="77548"/>
                  <a:pt x="227628" y="74987"/>
                </a:cubicBezTo>
                <a:cubicBezTo>
                  <a:pt x="226491" y="73570"/>
                  <a:pt x="225739" y="70873"/>
                  <a:pt x="225371" y="66894"/>
                </a:cubicBezTo>
                <a:cubicBezTo>
                  <a:pt x="225004" y="62916"/>
                  <a:pt x="223650" y="59882"/>
                  <a:pt x="221310" y="57793"/>
                </a:cubicBezTo>
                <a:cubicBezTo>
                  <a:pt x="218970" y="55770"/>
                  <a:pt x="215727" y="54759"/>
                  <a:pt x="211581" y="54759"/>
                </a:cubicBezTo>
                <a:cubicBezTo>
                  <a:pt x="204895" y="54759"/>
                  <a:pt x="199513" y="57233"/>
                  <a:pt x="195434" y="62181"/>
                </a:cubicBezTo>
                <a:cubicBezTo>
                  <a:pt x="190019" y="68733"/>
                  <a:pt x="187311" y="77392"/>
                  <a:pt x="187311" y="88156"/>
                </a:cubicBezTo>
                <a:cubicBezTo>
                  <a:pt x="187311" y="99121"/>
                  <a:pt x="190002" y="108800"/>
                  <a:pt x="195384" y="117191"/>
                </a:cubicBezTo>
                <a:cubicBezTo>
                  <a:pt x="200767" y="125582"/>
                  <a:pt x="208038" y="129777"/>
                  <a:pt x="217198" y="129777"/>
                </a:cubicBezTo>
                <a:cubicBezTo>
                  <a:pt x="223750" y="129777"/>
                  <a:pt x="229634" y="127537"/>
                  <a:pt x="234849" y="123058"/>
                </a:cubicBezTo>
                <a:cubicBezTo>
                  <a:pt x="238526" y="119982"/>
                  <a:pt x="242103" y="114399"/>
                  <a:pt x="245580" y="106309"/>
                </a:cubicBezTo>
                <a:lnTo>
                  <a:pt x="248489" y="107713"/>
                </a:lnTo>
                <a:close/>
                <a:moveTo>
                  <a:pt x="288336" y="20459"/>
                </a:moveTo>
                <a:lnTo>
                  <a:pt x="288336" y="50748"/>
                </a:lnTo>
                <a:lnTo>
                  <a:pt x="309798" y="50748"/>
                </a:lnTo>
                <a:lnTo>
                  <a:pt x="309798" y="57567"/>
                </a:lnTo>
                <a:lnTo>
                  <a:pt x="288336" y="57768"/>
                </a:lnTo>
                <a:lnTo>
                  <a:pt x="288336" y="117423"/>
                </a:lnTo>
                <a:cubicBezTo>
                  <a:pt x="288336" y="123380"/>
                  <a:pt x="289188" y="127396"/>
                  <a:pt x="290893" y="129473"/>
                </a:cubicBezTo>
                <a:cubicBezTo>
                  <a:pt x="292598" y="131548"/>
                  <a:pt x="294788" y="132585"/>
                  <a:pt x="297462" y="132585"/>
                </a:cubicBezTo>
                <a:cubicBezTo>
                  <a:pt x="299669" y="132585"/>
                  <a:pt x="301808" y="131892"/>
                  <a:pt x="303881" y="130504"/>
                </a:cubicBezTo>
                <a:cubicBezTo>
                  <a:pt x="305954" y="129117"/>
                  <a:pt x="307558" y="127069"/>
                  <a:pt x="308695" y="124362"/>
                </a:cubicBezTo>
                <a:lnTo>
                  <a:pt x="312606" y="124362"/>
                </a:lnTo>
                <a:cubicBezTo>
                  <a:pt x="310266" y="130947"/>
                  <a:pt x="306956" y="135903"/>
                  <a:pt x="302677" y="139230"/>
                </a:cubicBezTo>
                <a:cubicBezTo>
                  <a:pt x="298398" y="142556"/>
                  <a:pt x="293985" y="144219"/>
                  <a:pt x="289439" y="144219"/>
                </a:cubicBezTo>
                <a:cubicBezTo>
                  <a:pt x="286363" y="144219"/>
                  <a:pt x="283354" y="143364"/>
                  <a:pt x="280413" y="141652"/>
                </a:cubicBezTo>
                <a:cubicBezTo>
                  <a:pt x="277471" y="139941"/>
                  <a:pt x="275298" y="137492"/>
                  <a:pt x="273894" y="134306"/>
                </a:cubicBezTo>
                <a:cubicBezTo>
                  <a:pt x="272490" y="131120"/>
                  <a:pt x="271788" y="126205"/>
                  <a:pt x="271788" y="119563"/>
                </a:cubicBezTo>
                <a:lnTo>
                  <a:pt x="271788" y="57567"/>
                </a:lnTo>
                <a:lnTo>
                  <a:pt x="257245" y="57567"/>
                </a:lnTo>
                <a:lnTo>
                  <a:pt x="257245" y="54352"/>
                </a:lnTo>
                <a:cubicBezTo>
                  <a:pt x="260923" y="52889"/>
                  <a:pt x="264684" y="50413"/>
                  <a:pt x="268528" y="46924"/>
                </a:cubicBezTo>
                <a:cubicBezTo>
                  <a:pt x="272373" y="43435"/>
                  <a:pt x="275799" y="39276"/>
                  <a:pt x="278808" y="34447"/>
                </a:cubicBezTo>
                <a:cubicBezTo>
                  <a:pt x="280346" y="31898"/>
                  <a:pt x="282485" y="27235"/>
                  <a:pt x="285227" y="20459"/>
                </a:cubicBezTo>
                <a:lnTo>
                  <a:pt x="288336" y="20459"/>
                </a:lnTo>
                <a:close/>
                <a:moveTo>
                  <a:pt x="363689" y="48140"/>
                </a:moveTo>
                <a:cubicBezTo>
                  <a:pt x="377596" y="48140"/>
                  <a:pt x="388762" y="53417"/>
                  <a:pt x="397186" y="63970"/>
                </a:cubicBezTo>
                <a:cubicBezTo>
                  <a:pt x="404340" y="72986"/>
                  <a:pt x="407918" y="83339"/>
                  <a:pt x="407918" y="95029"/>
                </a:cubicBezTo>
                <a:cubicBezTo>
                  <a:pt x="407918" y="103245"/>
                  <a:pt x="405945" y="111561"/>
                  <a:pt x="402000" y="119977"/>
                </a:cubicBezTo>
                <a:cubicBezTo>
                  <a:pt x="398056" y="128391"/>
                  <a:pt x="392623" y="134735"/>
                  <a:pt x="385703" y="139010"/>
                </a:cubicBezTo>
                <a:cubicBezTo>
                  <a:pt x="378783" y="143285"/>
                  <a:pt x="371077" y="145423"/>
                  <a:pt x="362586" y="145423"/>
                </a:cubicBezTo>
                <a:cubicBezTo>
                  <a:pt x="348746" y="145423"/>
                  <a:pt x="337747" y="139912"/>
                  <a:pt x="329590" y="128890"/>
                </a:cubicBezTo>
                <a:cubicBezTo>
                  <a:pt x="322703" y="119607"/>
                  <a:pt x="319260" y="109188"/>
                  <a:pt x="319260" y="97634"/>
                </a:cubicBezTo>
                <a:cubicBezTo>
                  <a:pt x="319260" y="89218"/>
                  <a:pt x="321349" y="80852"/>
                  <a:pt x="325528" y="72536"/>
                </a:cubicBezTo>
                <a:cubicBezTo>
                  <a:pt x="329707" y="64220"/>
                  <a:pt x="335206" y="58075"/>
                  <a:pt x="342026" y="54101"/>
                </a:cubicBezTo>
                <a:cubicBezTo>
                  <a:pt x="348846" y="50127"/>
                  <a:pt x="356067" y="48140"/>
                  <a:pt x="363689" y="48140"/>
                </a:cubicBezTo>
                <a:moveTo>
                  <a:pt x="360580" y="54759"/>
                </a:moveTo>
                <a:cubicBezTo>
                  <a:pt x="357036" y="54759"/>
                  <a:pt x="353476" y="55809"/>
                  <a:pt x="349899" y="57909"/>
                </a:cubicBezTo>
                <a:cubicBezTo>
                  <a:pt x="346322" y="60007"/>
                  <a:pt x="343430" y="63687"/>
                  <a:pt x="341224" y="68950"/>
                </a:cubicBezTo>
                <a:cubicBezTo>
                  <a:pt x="339017" y="74214"/>
                  <a:pt x="337914" y="80975"/>
                  <a:pt x="337914" y="89234"/>
                </a:cubicBezTo>
                <a:cubicBezTo>
                  <a:pt x="337914" y="102559"/>
                  <a:pt x="340572" y="114051"/>
                  <a:pt x="345887" y="123713"/>
                </a:cubicBezTo>
                <a:cubicBezTo>
                  <a:pt x="351203" y="133372"/>
                  <a:pt x="358206" y="138202"/>
                  <a:pt x="366898" y="138202"/>
                </a:cubicBezTo>
                <a:cubicBezTo>
                  <a:pt x="373384" y="138202"/>
                  <a:pt x="378733" y="135537"/>
                  <a:pt x="382945" y="130207"/>
                </a:cubicBezTo>
                <a:cubicBezTo>
                  <a:pt x="387157" y="124877"/>
                  <a:pt x="389263" y="115717"/>
                  <a:pt x="389263" y="102727"/>
                </a:cubicBezTo>
                <a:cubicBezTo>
                  <a:pt x="389263" y="86471"/>
                  <a:pt x="385753" y="73680"/>
                  <a:pt x="378733" y="64353"/>
                </a:cubicBezTo>
                <a:cubicBezTo>
                  <a:pt x="373986" y="57957"/>
                  <a:pt x="367935" y="54759"/>
                  <a:pt x="360580" y="54759"/>
                </a:cubicBezTo>
                <a:close/>
                <a:moveTo>
                  <a:pt x="448335" y="48140"/>
                </a:moveTo>
                <a:lnTo>
                  <a:pt x="448335" y="68800"/>
                </a:lnTo>
                <a:cubicBezTo>
                  <a:pt x="456024" y="55027"/>
                  <a:pt x="463913" y="48140"/>
                  <a:pt x="472004" y="48140"/>
                </a:cubicBezTo>
                <a:cubicBezTo>
                  <a:pt x="475681" y="48140"/>
                  <a:pt x="478723" y="49260"/>
                  <a:pt x="481130" y="51500"/>
                </a:cubicBezTo>
                <a:cubicBezTo>
                  <a:pt x="483537" y="53740"/>
                  <a:pt x="484741" y="56330"/>
                  <a:pt x="484741" y="59272"/>
                </a:cubicBezTo>
                <a:cubicBezTo>
                  <a:pt x="484741" y="61880"/>
                  <a:pt x="483871" y="64086"/>
                  <a:pt x="482133" y="65892"/>
                </a:cubicBezTo>
                <a:cubicBezTo>
                  <a:pt x="480395" y="67697"/>
                  <a:pt x="478322" y="68599"/>
                  <a:pt x="475915" y="68599"/>
                </a:cubicBezTo>
                <a:cubicBezTo>
                  <a:pt x="473575" y="68599"/>
                  <a:pt x="470951" y="67463"/>
                  <a:pt x="468042" y="65190"/>
                </a:cubicBezTo>
                <a:cubicBezTo>
                  <a:pt x="465134" y="62916"/>
                  <a:pt x="462977" y="61780"/>
                  <a:pt x="461573" y="61780"/>
                </a:cubicBezTo>
                <a:cubicBezTo>
                  <a:pt x="460370" y="61780"/>
                  <a:pt x="459066" y="62443"/>
                  <a:pt x="457662" y="63770"/>
                </a:cubicBezTo>
                <a:cubicBezTo>
                  <a:pt x="454653" y="66492"/>
                  <a:pt x="451544" y="70973"/>
                  <a:pt x="448335" y="77212"/>
                </a:cubicBezTo>
                <a:lnTo>
                  <a:pt x="448335" y="121152"/>
                </a:lnTo>
                <a:cubicBezTo>
                  <a:pt x="448335" y="126238"/>
                  <a:pt x="448970" y="130084"/>
                  <a:pt x="450240" y="132692"/>
                </a:cubicBezTo>
                <a:cubicBezTo>
                  <a:pt x="451109" y="134499"/>
                  <a:pt x="452647" y="136004"/>
                  <a:pt x="454854" y="137205"/>
                </a:cubicBezTo>
                <a:cubicBezTo>
                  <a:pt x="457060" y="138404"/>
                  <a:pt x="460236" y="139004"/>
                  <a:pt x="464381" y="139004"/>
                </a:cubicBezTo>
                <a:lnTo>
                  <a:pt x="464381" y="142615"/>
                </a:lnTo>
                <a:lnTo>
                  <a:pt x="417345" y="142615"/>
                </a:lnTo>
                <a:lnTo>
                  <a:pt x="417345" y="139004"/>
                </a:lnTo>
                <a:cubicBezTo>
                  <a:pt x="422025" y="139004"/>
                  <a:pt x="425502" y="138260"/>
                  <a:pt x="427775" y="136773"/>
                </a:cubicBezTo>
                <a:cubicBezTo>
                  <a:pt x="429447" y="135690"/>
                  <a:pt x="430617" y="133965"/>
                  <a:pt x="431285" y="131598"/>
                </a:cubicBezTo>
                <a:cubicBezTo>
                  <a:pt x="431620" y="130447"/>
                  <a:pt x="431787" y="127166"/>
                  <a:pt x="431787" y="121754"/>
                </a:cubicBezTo>
                <a:lnTo>
                  <a:pt x="431787" y="86451"/>
                </a:lnTo>
                <a:cubicBezTo>
                  <a:pt x="431787" y="75754"/>
                  <a:pt x="431569" y="69385"/>
                  <a:pt x="431135" y="67346"/>
                </a:cubicBezTo>
                <a:cubicBezTo>
                  <a:pt x="430700" y="65307"/>
                  <a:pt x="429898" y="63819"/>
                  <a:pt x="428728" y="62883"/>
                </a:cubicBezTo>
                <a:cubicBezTo>
                  <a:pt x="427558" y="61947"/>
                  <a:pt x="426103" y="61479"/>
                  <a:pt x="424365" y="61479"/>
                </a:cubicBezTo>
                <a:cubicBezTo>
                  <a:pt x="422292" y="61479"/>
                  <a:pt x="419952" y="61980"/>
                  <a:pt x="417345" y="62983"/>
                </a:cubicBezTo>
                <a:lnTo>
                  <a:pt x="416342" y="59373"/>
                </a:lnTo>
                <a:lnTo>
                  <a:pt x="444123" y="48140"/>
                </a:lnTo>
                <a:lnTo>
                  <a:pt x="448335" y="48140"/>
                </a:lnTo>
                <a:close/>
                <a:moveTo>
                  <a:pt x="484639" y="50748"/>
                </a:moveTo>
                <a:lnTo>
                  <a:pt x="527464" y="50748"/>
                </a:lnTo>
                <a:lnTo>
                  <a:pt x="527464" y="54358"/>
                </a:lnTo>
                <a:lnTo>
                  <a:pt x="525358" y="54358"/>
                </a:lnTo>
                <a:cubicBezTo>
                  <a:pt x="522349" y="54358"/>
                  <a:pt x="520092" y="55013"/>
                  <a:pt x="518588" y="56323"/>
                </a:cubicBezTo>
                <a:cubicBezTo>
                  <a:pt x="517083" y="57633"/>
                  <a:pt x="516331" y="59262"/>
                  <a:pt x="516331" y="61209"/>
                </a:cubicBezTo>
                <a:cubicBezTo>
                  <a:pt x="516331" y="63829"/>
                  <a:pt x="517434" y="67457"/>
                  <a:pt x="519641" y="72091"/>
                </a:cubicBezTo>
                <a:lnTo>
                  <a:pt x="542006" y="118545"/>
                </a:lnTo>
                <a:lnTo>
                  <a:pt x="562566" y="67681"/>
                </a:lnTo>
                <a:cubicBezTo>
                  <a:pt x="563702" y="64923"/>
                  <a:pt x="564271" y="62197"/>
                  <a:pt x="564271" y="59504"/>
                </a:cubicBezTo>
                <a:cubicBezTo>
                  <a:pt x="564271" y="58294"/>
                  <a:pt x="564037" y="57387"/>
                  <a:pt x="563569" y="56781"/>
                </a:cubicBezTo>
                <a:cubicBezTo>
                  <a:pt x="563034" y="56041"/>
                  <a:pt x="562198" y="55453"/>
                  <a:pt x="561061" y="55016"/>
                </a:cubicBezTo>
                <a:cubicBezTo>
                  <a:pt x="559925" y="54577"/>
                  <a:pt x="557919" y="54358"/>
                  <a:pt x="555044" y="54358"/>
                </a:cubicBezTo>
                <a:lnTo>
                  <a:pt x="555044" y="50748"/>
                </a:lnTo>
                <a:lnTo>
                  <a:pt x="584931" y="50748"/>
                </a:lnTo>
                <a:lnTo>
                  <a:pt x="584931" y="54358"/>
                </a:lnTo>
                <a:cubicBezTo>
                  <a:pt x="582457" y="54625"/>
                  <a:pt x="580551" y="55162"/>
                  <a:pt x="579214" y="55969"/>
                </a:cubicBezTo>
                <a:cubicBezTo>
                  <a:pt x="577877" y="56773"/>
                  <a:pt x="576406" y="58283"/>
                  <a:pt x="574801" y="60498"/>
                </a:cubicBezTo>
                <a:cubicBezTo>
                  <a:pt x="574200" y="61438"/>
                  <a:pt x="573063" y="64022"/>
                  <a:pt x="571391" y="68248"/>
                </a:cubicBezTo>
                <a:lnTo>
                  <a:pt x="533983" y="159871"/>
                </a:lnTo>
                <a:cubicBezTo>
                  <a:pt x="530372" y="168795"/>
                  <a:pt x="525642" y="175537"/>
                  <a:pt x="519791" y="180099"/>
                </a:cubicBezTo>
                <a:cubicBezTo>
                  <a:pt x="513941" y="184662"/>
                  <a:pt x="508308" y="186943"/>
                  <a:pt x="502892" y="186943"/>
                </a:cubicBezTo>
                <a:cubicBezTo>
                  <a:pt x="498947" y="186943"/>
                  <a:pt x="495705" y="185801"/>
                  <a:pt x="493164" y="183515"/>
                </a:cubicBezTo>
                <a:cubicBezTo>
                  <a:pt x="490623" y="181231"/>
                  <a:pt x="489353" y="178612"/>
                  <a:pt x="489353" y="175658"/>
                </a:cubicBezTo>
                <a:cubicBezTo>
                  <a:pt x="489353" y="172835"/>
                  <a:pt x="490272" y="170567"/>
                  <a:pt x="492111" y="168853"/>
                </a:cubicBezTo>
                <a:cubicBezTo>
                  <a:pt x="493950" y="167140"/>
                  <a:pt x="496474" y="166283"/>
                  <a:pt x="499683" y="166283"/>
                </a:cubicBezTo>
                <a:cubicBezTo>
                  <a:pt x="501889" y="166283"/>
                  <a:pt x="504898" y="166999"/>
                  <a:pt x="508709" y="168430"/>
                </a:cubicBezTo>
                <a:cubicBezTo>
                  <a:pt x="511384" y="169406"/>
                  <a:pt x="513055" y="169894"/>
                  <a:pt x="513724" y="169894"/>
                </a:cubicBezTo>
                <a:cubicBezTo>
                  <a:pt x="515730" y="169894"/>
                  <a:pt x="517919" y="168865"/>
                  <a:pt x="520293" y="166807"/>
                </a:cubicBezTo>
                <a:cubicBezTo>
                  <a:pt x="522666" y="164749"/>
                  <a:pt x="525057" y="160766"/>
                  <a:pt x="527464" y="154860"/>
                </a:cubicBezTo>
                <a:lnTo>
                  <a:pt x="533983" y="138813"/>
                </a:lnTo>
                <a:lnTo>
                  <a:pt x="500987" y="69693"/>
                </a:lnTo>
                <a:cubicBezTo>
                  <a:pt x="499984" y="67608"/>
                  <a:pt x="498379" y="65018"/>
                  <a:pt x="496173" y="61924"/>
                </a:cubicBezTo>
                <a:cubicBezTo>
                  <a:pt x="494501" y="59571"/>
                  <a:pt x="493131" y="57990"/>
                  <a:pt x="492061" y="57182"/>
                </a:cubicBezTo>
                <a:cubicBezTo>
                  <a:pt x="490523" y="56106"/>
                  <a:pt x="488049" y="55165"/>
                  <a:pt x="484639" y="54358"/>
                </a:cubicBezTo>
                <a:lnTo>
                  <a:pt x="484639" y="50748"/>
                </a:lnTo>
                <a:close/>
                <a:moveTo>
                  <a:pt x="731657" y="3611"/>
                </a:moveTo>
                <a:lnTo>
                  <a:pt x="731657" y="50748"/>
                </a:lnTo>
                <a:lnTo>
                  <a:pt x="727946" y="50748"/>
                </a:lnTo>
                <a:cubicBezTo>
                  <a:pt x="726743" y="41698"/>
                  <a:pt x="724586" y="34493"/>
                  <a:pt x="721477" y="29132"/>
                </a:cubicBezTo>
                <a:cubicBezTo>
                  <a:pt x="718368" y="23768"/>
                  <a:pt x="713939" y="19511"/>
                  <a:pt x="708189" y="16360"/>
                </a:cubicBezTo>
                <a:cubicBezTo>
                  <a:pt x="702439" y="13209"/>
                  <a:pt x="696488" y="11634"/>
                  <a:pt x="690337" y="11634"/>
                </a:cubicBezTo>
                <a:cubicBezTo>
                  <a:pt x="683383" y="11634"/>
                  <a:pt x="677633" y="13754"/>
                  <a:pt x="673087" y="17993"/>
                </a:cubicBezTo>
                <a:cubicBezTo>
                  <a:pt x="668540" y="22232"/>
                  <a:pt x="666267" y="27055"/>
                  <a:pt x="666267" y="32460"/>
                </a:cubicBezTo>
                <a:cubicBezTo>
                  <a:pt x="666267" y="36599"/>
                  <a:pt x="667704" y="40372"/>
                  <a:pt x="670579" y="43777"/>
                </a:cubicBezTo>
                <a:cubicBezTo>
                  <a:pt x="674725" y="48783"/>
                  <a:pt x="684587" y="55458"/>
                  <a:pt x="700165" y="63801"/>
                </a:cubicBezTo>
                <a:cubicBezTo>
                  <a:pt x="712869" y="70610"/>
                  <a:pt x="721544" y="75835"/>
                  <a:pt x="726191" y="79475"/>
                </a:cubicBezTo>
                <a:cubicBezTo>
                  <a:pt x="730838" y="83112"/>
                  <a:pt x="734415" y="87402"/>
                  <a:pt x="736922" y="92343"/>
                </a:cubicBezTo>
                <a:cubicBezTo>
                  <a:pt x="739430" y="97283"/>
                  <a:pt x="740683" y="102457"/>
                  <a:pt x="740683" y="107867"/>
                </a:cubicBezTo>
                <a:cubicBezTo>
                  <a:pt x="740683" y="118149"/>
                  <a:pt x="736688" y="127012"/>
                  <a:pt x="728698" y="134456"/>
                </a:cubicBezTo>
                <a:cubicBezTo>
                  <a:pt x="720708" y="141901"/>
                  <a:pt x="710429" y="145623"/>
                  <a:pt x="697859" y="145623"/>
                </a:cubicBezTo>
                <a:cubicBezTo>
                  <a:pt x="693914" y="145623"/>
                  <a:pt x="690203" y="145318"/>
                  <a:pt x="686726" y="144708"/>
                </a:cubicBezTo>
                <a:cubicBezTo>
                  <a:pt x="684654" y="144370"/>
                  <a:pt x="680358" y="143134"/>
                  <a:pt x="673839" y="141001"/>
                </a:cubicBezTo>
                <a:cubicBezTo>
                  <a:pt x="667320" y="138867"/>
                  <a:pt x="663191" y="137801"/>
                  <a:pt x="661453" y="137801"/>
                </a:cubicBezTo>
                <a:cubicBezTo>
                  <a:pt x="659781" y="137801"/>
                  <a:pt x="658461" y="138308"/>
                  <a:pt x="657491" y="139324"/>
                </a:cubicBezTo>
                <a:cubicBezTo>
                  <a:pt x="656522" y="140339"/>
                  <a:pt x="655803" y="142439"/>
                  <a:pt x="655335" y="145623"/>
                </a:cubicBezTo>
                <a:lnTo>
                  <a:pt x="651624" y="145623"/>
                </a:lnTo>
                <a:lnTo>
                  <a:pt x="651624" y="98887"/>
                </a:lnTo>
                <a:lnTo>
                  <a:pt x="655335" y="98887"/>
                </a:lnTo>
                <a:cubicBezTo>
                  <a:pt x="657073" y="108674"/>
                  <a:pt x="659414" y="115998"/>
                  <a:pt x="662356" y="120858"/>
                </a:cubicBezTo>
                <a:cubicBezTo>
                  <a:pt x="665297" y="125718"/>
                  <a:pt x="669794" y="129756"/>
                  <a:pt x="675845" y="132974"/>
                </a:cubicBezTo>
                <a:cubicBezTo>
                  <a:pt x="681896" y="136192"/>
                  <a:pt x="688532" y="137801"/>
                  <a:pt x="695753" y="137801"/>
                </a:cubicBezTo>
                <a:cubicBezTo>
                  <a:pt x="704110" y="137801"/>
                  <a:pt x="710713" y="135593"/>
                  <a:pt x="715560" y="131178"/>
                </a:cubicBezTo>
                <a:cubicBezTo>
                  <a:pt x="720408" y="126763"/>
                  <a:pt x="722831" y="121546"/>
                  <a:pt x="722831" y="115526"/>
                </a:cubicBezTo>
                <a:cubicBezTo>
                  <a:pt x="722831" y="112181"/>
                  <a:pt x="721912" y="108804"/>
                  <a:pt x="720073" y="105394"/>
                </a:cubicBezTo>
                <a:cubicBezTo>
                  <a:pt x="718235" y="101982"/>
                  <a:pt x="715376" y="98804"/>
                  <a:pt x="711498" y="95860"/>
                </a:cubicBezTo>
                <a:cubicBezTo>
                  <a:pt x="708891" y="93854"/>
                  <a:pt x="701770" y="89617"/>
                  <a:pt x="690136" y="83148"/>
                </a:cubicBezTo>
                <a:cubicBezTo>
                  <a:pt x="678502" y="76677"/>
                  <a:pt x="670228" y="71505"/>
                  <a:pt x="665314" y="67631"/>
                </a:cubicBezTo>
                <a:cubicBezTo>
                  <a:pt x="660400" y="63757"/>
                  <a:pt x="656672" y="59482"/>
                  <a:pt x="654132" y="54806"/>
                </a:cubicBezTo>
                <a:cubicBezTo>
                  <a:pt x="651591" y="50130"/>
                  <a:pt x="650321" y="44987"/>
                  <a:pt x="650321" y="39377"/>
                </a:cubicBezTo>
                <a:cubicBezTo>
                  <a:pt x="650321" y="29626"/>
                  <a:pt x="654065" y="21227"/>
                  <a:pt x="661553" y="14182"/>
                </a:cubicBezTo>
                <a:cubicBezTo>
                  <a:pt x="669042" y="7134"/>
                  <a:pt x="678569" y="3611"/>
                  <a:pt x="690136" y="3611"/>
                </a:cubicBezTo>
                <a:cubicBezTo>
                  <a:pt x="697357" y="3611"/>
                  <a:pt x="705013" y="5382"/>
                  <a:pt x="713103" y="8926"/>
                </a:cubicBezTo>
                <a:cubicBezTo>
                  <a:pt x="716847" y="10597"/>
                  <a:pt x="719488" y="11433"/>
                  <a:pt x="721026" y="11433"/>
                </a:cubicBezTo>
                <a:cubicBezTo>
                  <a:pt x="722764" y="11433"/>
                  <a:pt x="724185" y="10915"/>
                  <a:pt x="725288" y="9879"/>
                </a:cubicBezTo>
                <a:cubicBezTo>
                  <a:pt x="726392" y="8842"/>
                  <a:pt x="727278" y="6753"/>
                  <a:pt x="727946" y="3611"/>
                </a:cubicBezTo>
                <a:lnTo>
                  <a:pt x="731657" y="3611"/>
                </a:lnTo>
                <a:close/>
                <a:moveTo>
                  <a:pt x="781470" y="0"/>
                </a:moveTo>
                <a:cubicBezTo>
                  <a:pt x="784279" y="0"/>
                  <a:pt x="786669" y="991"/>
                  <a:pt x="788641" y="2974"/>
                </a:cubicBezTo>
                <a:cubicBezTo>
                  <a:pt x="790614" y="4955"/>
                  <a:pt x="791600" y="7357"/>
                  <a:pt x="791600" y="10180"/>
                </a:cubicBezTo>
                <a:cubicBezTo>
                  <a:pt x="791600" y="13002"/>
                  <a:pt x="790614" y="15422"/>
                  <a:pt x="788641" y="17438"/>
                </a:cubicBezTo>
                <a:cubicBezTo>
                  <a:pt x="786669" y="19452"/>
                  <a:pt x="784279" y="20459"/>
                  <a:pt x="781470" y="20459"/>
                </a:cubicBezTo>
                <a:cubicBezTo>
                  <a:pt x="778662" y="20459"/>
                  <a:pt x="776255" y="19452"/>
                  <a:pt x="774249" y="17438"/>
                </a:cubicBezTo>
                <a:cubicBezTo>
                  <a:pt x="772244" y="15422"/>
                  <a:pt x="771241" y="13002"/>
                  <a:pt x="771241" y="10180"/>
                </a:cubicBezTo>
                <a:cubicBezTo>
                  <a:pt x="771241" y="7357"/>
                  <a:pt x="772227" y="4955"/>
                  <a:pt x="774199" y="2974"/>
                </a:cubicBezTo>
                <a:cubicBezTo>
                  <a:pt x="776172" y="991"/>
                  <a:pt x="778595" y="0"/>
                  <a:pt x="781470" y="0"/>
                </a:cubicBezTo>
                <a:moveTo>
                  <a:pt x="789795" y="48140"/>
                </a:moveTo>
                <a:lnTo>
                  <a:pt x="789795" y="121754"/>
                </a:lnTo>
                <a:cubicBezTo>
                  <a:pt x="789795" y="127537"/>
                  <a:pt x="790212" y="131388"/>
                  <a:pt x="791048" y="133306"/>
                </a:cubicBezTo>
                <a:cubicBezTo>
                  <a:pt x="791884" y="135222"/>
                  <a:pt x="793121" y="136651"/>
                  <a:pt x="794759" y="137594"/>
                </a:cubicBezTo>
                <a:cubicBezTo>
                  <a:pt x="796397" y="138534"/>
                  <a:pt x="799389" y="139004"/>
                  <a:pt x="803735" y="139004"/>
                </a:cubicBezTo>
                <a:lnTo>
                  <a:pt x="803735" y="142615"/>
                </a:lnTo>
                <a:lnTo>
                  <a:pt x="759105" y="142615"/>
                </a:lnTo>
                <a:lnTo>
                  <a:pt x="759105" y="139004"/>
                </a:lnTo>
                <a:cubicBezTo>
                  <a:pt x="763585" y="139004"/>
                  <a:pt x="766594" y="138567"/>
                  <a:pt x="768132" y="137694"/>
                </a:cubicBezTo>
                <a:cubicBezTo>
                  <a:pt x="769669" y="136819"/>
                  <a:pt x="770890" y="135373"/>
                  <a:pt x="771792" y="133356"/>
                </a:cubicBezTo>
                <a:cubicBezTo>
                  <a:pt x="772695" y="131338"/>
                  <a:pt x="773146" y="127471"/>
                  <a:pt x="773146" y="121754"/>
                </a:cubicBezTo>
                <a:lnTo>
                  <a:pt x="773146" y="86652"/>
                </a:lnTo>
                <a:cubicBezTo>
                  <a:pt x="773146" y="76648"/>
                  <a:pt x="772845" y="70169"/>
                  <a:pt x="772244" y="67214"/>
                </a:cubicBezTo>
                <a:cubicBezTo>
                  <a:pt x="771775" y="65064"/>
                  <a:pt x="771040" y="63571"/>
                  <a:pt x="770037" y="62736"/>
                </a:cubicBezTo>
                <a:cubicBezTo>
                  <a:pt x="769034" y="61898"/>
                  <a:pt x="767664" y="61479"/>
                  <a:pt x="765925" y="61479"/>
                </a:cubicBezTo>
                <a:cubicBezTo>
                  <a:pt x="764053" y="61479"/>
                  <a:pt x="761780" y="61980"/>
                  <a:pt x="759105" y="62983"/>
                </a:cubicBezTo>
                <a:lnTo>
                  <a:pt x="757701" y="59373"/>
                </a:lnTo>
                <a:lnTo>
                  <a:pt x="785382" y="48140"/>
                </a:lnTo>
                <a:lnTo>
                  <a:pt x="789795" y="48140"/>
                </a:lnTo>
                <a:close/>
                <a:moveTo>
                  <a:pt x="842482" y="67869"/>
                </a:moveTo>
                <a:cubicBezTo>
                  <a:pt x="849168" y="61125"/>
                  <a:pt x="853113" y="57247"/>
                  <a:pt x="854316" y="56235"/>
                </a:cubicBezTo>
                <a:cubicBezTo>
                  <a:pt x="857325" y="53672"/>
                  <a:pt x="860568" y="51681"/>
                  <a:pt x="864045" y="50265"/>
                </a:cubicBezTo>
                <a:cubicBezTo>
                  <a:pt x="867521" y="48848"/>
                  <a:pt x="870965" y="48140"/>
                  <a:pt x="874375" y="48140"/>
                </a:cubicBezTo>
                <a:cubicBezTo>
                  <a:pt x="880125" y="48140"/>
                  <a:pt x="885072" y="49826"/>
                  <a:pt x="889218" y="53198"/>
                </a:cubicBezTo>
                <a:cubicBezTo>
                  <a:pt x="893363" y="56571"/>
                  <a:pt x="896138" y="61461"/>
                  <a:pt x="897542" y="67869"/>
                </a:cubicBezTo>
                <a:cubicBezTo>
                  <a:pt x="904429" y="59775"/>
                  <a:pt x="910246" y="54464"/>
                  <a:pt x="914993" y="51935"/>
                </a:cubicBezTo>
                <a:cubicBezTo>
                  <a:pt x="919740" y="49405"/>
                  <a:pt x="924621" y="48140"/>
                  <a:pt x="929635" y="48140"/>
                </a:cubicBezTo>
                <a:cubicBezTo>
                  <a:pt x="934516" y="48140"/>
                  <a:pt x="938845" y="49390"/>
                  <a:pt x="942623" y="51891"/>
                </a:cubicBezTo>
                <a:cubicBezTo>
                  <a:pt x="946401" y="54390"/>
                  <a:pt x="949393" y="58474"/>
                  <a:pt x="951599" y="64143"/>
                </a:cubicBezTo>
                <a:cubicBezTo>
                  <a:pt x="953070" y="68010"/>
                  <a:pt x="953806" y="74078"/>
                  <a:pt x="953806" y="82346"/>
                </a:cubicBezTo>
                <a:lnTo>
                  <a:pt x="953806" y="121754"/>
                </a:lnTo>
                <a:cubicBezTo>
                  <a:pt x="953806" y="127537"/>
                  <a:pt x="954240" y="131505"/>
                  <a:pt x="955109" y="133657"/>
                </a:cubicBezTo>
                <a:cubicBezTo>
                  <a:pt x="955778" y="135137"/>
                  <a:pt x="957015" y="136398"/>
                  <a:pt x="958820" y="137440"/>
                </a:cubicBezTo>
                <a:cubicBezTo>
                  <a:pt x="960625" y="138483"/>
                  <a:pt x="963567" y="139004"/>
                  <a:pt x="967646" y="139004"/>
                </a:cubicBezTo>
                <a:lnTo>
                  <a:pt x="967646" y="142615"/>
                </a:lnTo>
                <a:lnTo>
                  <a:pt x="922314" y="142615"/>
                </a:lnTo>
                <a:lnTo>
                  <a:pt x="922314" y="139004"/>
                </a:lnTo>
                <a:lnTo>
                  <a:pt x="924220" y="139004"/>
                </a:lnTo>
                <a:cubicBezTo>
                  <a:pt x="928164" y="139004"/>
                  <a:pt x="931240" y="138231"/>
                  <a:pt x="933446" y="136685"/>
                </a:cubicBezTo>
                <a:cubicBezTo>
                  <a:pt x="934984" y="135609"/>
                  <a:pt x="936087" y="133893"/>
                  <a:pt x="936756" y="131539"/>
                </a:cubicBezTo>
                <a:cubicBezTo>
                  <a:pt x="937023" y="130396"/>
                  <a:pt x="937157" y="127134"/>
                  <a:pt x="937157" y="121754"/>
                </a:cubicBezTo>
                <a:lnTo>
                  <a:pt x="937157" y="82496"/>
                </a:lnTo>
                <a:cubicBezTo>
                  <a:pt x="937157" y="75056"/>
                  <a:pt x="936255" y="69808"/>
                  <a:pt x="934449" y="66753"/>
                </a:cubicBezTo>
                <a:cubicBezTo>
                  <a:pt x="931842" y="62501"/>
                  <a:pt x="927663" y="60376"/>
                  <a:pt x="921913" y="60376"/>
                </a:cubicBezTo>
                <a:cubicBezTo>
                  <a:pt x="918369" y="60376"/>
                  <a:pt x="914809" y="61258"/>
                  <a:pt x="911232" y="63024"/>
                </a:cubicBezTo>
                <a:cubicBezTo>
                  <a:pt x="907655" y="64789"/>
                  <a:pt x="903326" y="68070"/>
                  <a:pt x="898244" y="72865"/>
                </a:cubicBezTo>
                <a:lnTo>
                  <a:pt x="898044" y="73965"/>
                </a:lnTo>
                <a:lnTo>
                  <a:pt x="898244" y="78246"/>
                </a:lnTo>
                <a:lnTo>
                  <a:pt x="898244" y="121754"/>
                </a:lnTo>
                <a:cubicBezTo>
                  <a:pt x="898244" y="128076"/>
                  <a:pt x="898595" y="132011"/>
                  <a:pt x="899297" y="133557"/>
                </a:cubicBezTo>
                <a:cubicBezTo>
                  <a:pt x="899999" y="135103"/>
                  <a:pt x="901320" y="136398"/>
                  <a:pt x="903259" y="137440"/>
                </a:cubicBezTo>
                <a:cubicBezTo>
                  <a:pt x="905198" y="138483"/>
                  <a:pt x="908507" y="139004"/>
                  <a:pt x="913188" y="139004"/>
                </a:cubicBezTo>
                <a:lnTo>
                  <a:pt x="913188" y="142615"/>
                </a:lnTo>
                <a:lnTo>
                  <a:pt x="866753" y="142615"/>
                </a:lnTo>
                <a:lnTo>
                  <a:pt x="866753" y="139004"/>
                </a:lnTo>
                <a:cubicBezTo>
                  <a:pt x="871834" y="139004"/>
                  <a:pt x="875327" y="138399"/>
                  <a:pt x="877233" y="137189"/>
                </a:cubicBezTo>
                <a:cubicBezTo>
                  <a:pt x="879139" y="135978"/>
                  <a:pt x="880459" y="134162"/>
                  <a:pt x="881195" y="131742"/>
                </a:cubicBezTo>
                <a:cubicBezTo>
                  <a:pt x="881529" y="130597"/>
                  <a:pt x="881696" y="127268"/>
                  <a:pt x="881696" y="121754"/>
                </a:cubicBezTo>
                <a:lnTo>
                  <a:pt x="881696" y="82521"/>
                </a:lnTo>
                <a:cubicBezTo>
                  <a:pt x="881696" y="75085"/>
                  <a:pt x="880593" y="69720"/>
                  <a:pt x="878386" y="66427"/>
                </a:cubicBezTo>
                <a:cubicBezTo>
                  <a:pt x="875444" y="62125"/>
                  <a:pt x="871333" y="59974"/>
                  <a:pt x="866051" y="59974"/>
                </a:cubicBezTo>
                <a:cubicBezTo>
                  <a:pt x="862440" y="59974"/>
                  <a:pt x="858863" y="60948"/>
                  <a:pt x="855319" y="62895"/>
                </a:cubicBezTo>
                <a:cubicBezTo>
                  <a:pt x="849770" y="65850"/>
                  <a:pt x="845491" y="69173"/>
                  <a:pt x="842482" y="72865"/>
                </a:cubicBezTo>
                <a:lnTo>
                  <a:pt x="842482" y="121754"/>
                </a:lnTo>
                <a:cubicBezTo>
                  <a:pt x="842482" y="127807"/>
                  <a:pt x="842900" y="131741"/>
                  <a:pt x="843736" y="133557"/>
                </a:cubicBezTo>
                <a:cubicBezTo>
                  <a:pt x="844571" y="135373"/>
                  <a:pt x="845808" y="136735"/>
                  <a:pt x="847446" y="137644"/>
                </a:cubicBezTo>
                <a:cubicBezTo>
                  <a:pt x="849085" y="138551"/>
                  <a:pt x="852411" y="139004"/>
                  <a:pt x="857425" y="139004"/>
                </a:cubicBezTo>
                <a:lnTo>
                  <a:pt x="857425" y="142615"/>
                </a:lnTo>
                <a:lnTo>
                  <a:pt x="811993" y="142615"/>
                </a:lnTo>
                <a:lnTo>
                  <a:pt x="811993" y="139004"/>
                </a:lnTo>
                <a:cubicBezTo>
                  <a:pt x="816206" y="139004"/>
                  <a:pt x="819147" y="138551"/>
                  <a:pt x="820819" y="137644"/>
                </a:cubicBezTo>
                <a:cubicBezTo>
                  <a:pt x="822491" y="136735"/>
                  <a:pt x="823761" y="135289"/>
                  <a:pt x="824630" y="133306"/>
                </a:cubicBezTo>
                <a:cubicBezTo>
                  <a:pt x="825499" y="131321"/>
                  <a:pt x="825934" y="127471"/>
                  <a:pt x="825934" y="121754"/>
                </a:cubicBezTo>
                <a:lnTo>
                  <a:pt x="825934" y="86852"/>
                </a:lnTo>
                <a:cubicBezTo>
                  <a:pt x="825934" y="76756"/>
                  <a:pt x="825633" y="70238"/>
                  <a:pt x="825031" y="67296"/>
                </a:cubicBezTo>
                <a:cubicBezTo>
                  <a:pt x="824563" y="65089"/>
                  <a:pt x="823828" y="63568"/>
                  <a:pt x="822825" y="62732"/>
                </a:cubicBezTo>
                <a:cubicBezTo>
                  <a:pt x="821822" y="61897"/>
                  <a:pt x="820451" y="61479"/>
                  <a:pt x="818713" y="61479"/>
                </a:cubicBezTo>
                <a:cubicBezTo>
                  <a:pt x="816841" y="61479"/>
                  <a:pt x="814601" y="61980"/>
                  <a:pt x="811993" y="62983"/>
                </a:cubicBezTo>
                <a:lnTo>
                  <a:pt x="810489" y="59373"/>
                </a:lnTo>
                <a:lnTo>
                  <a:pt x="838169" y="48140"/>
                </a:lnTo>
                <a:lnTo>
                  <a:pt x="842482" y="48140"/>
                </a:lnTo>
                <a:lnTo>
                  <a:pt x="842482" y="67869"/>
                </a:lnTo>
                <a:close/>
                <a:moveTo>
                  <a:pt x="998370" y="0"/>
                </a:moveTo>
                <a:cubicBezTo>
                  <a:pt x="1001178" y="0"/>
                  <a:pt x="1003568" y="991"/>
                  <a:pt x="1005541" y="2974"/>
                </a:cubicBezTo>
                <a:cubicBezTo>
                  <a:pt x="1007513" y="4955"/>
                  <a:pt x="1008499" y="7357"/>
                  <a:pt x="1008499" y="10180"/>
                </a:cubicBezTo>
                <a:cubicBezTo>
                  <a:pt x="1008499" y="13002"/>
                  <a:pt x="1007513" y="15422"/>
                  <a:pt x="1005541" y="17438"/>
                </a:cubicBezTo>
                <a:cubicBezTo>
                  <a:pt x="1003568" y="19452"/>
                  <a:pt x="1001178" y="20459"/>
                  <a:pt x="998370" y="20459"/>
                </a:cubicBezTo>
                <a:cubicBezTo>
                  <a:pt x="995562" y="20459"/>
                  <a:pt x="993155" y="19452"/>
                  <a:pt x="991149" y="17438"/>
                </a:cubicBezTo>
                <a:cubicBezTo>
                  <a:pt x="989143" y="15422"/>
                  <a:pt x="988140" y="13002"/>
                  <a:pt x="988140" y="10180"/>
                </a:cubicBezTo>
                <a:cubicBezTo>
                  <a:pt x="988140" y="7357"/>
                  <a:pt x="989126" y="4955"/>
                  <a:pt x="991099" y="2974"/>
                </a:cubicBezTo>
                <a:cubicBezTo>
                  <a:pt x="993071" y="991"/>
                  <a:pt x="995495" y="0"/>
                  <a:pt x="998370" y="0"/>
                </a:cubicBezTo>
                <a:moveTo>
                  <a:pt x="1006694" y="48140"/>
                </a:moveTo>
                <a:lnTo>
                  <a:pt x="1006694" y="121754"/>
                </a:lnTo>
                <a:cubicBezTo>
                  <a:pt x="1006694" y="127537"/>
                  <a:pt x="1007112" y="131388"/>
                  <a:pt x="1007948" y="133306"/>
                </a:cubicBezTo>
                <a:cubicBezTo>
                  <a:pt x="1008784" y="135222"/>
                  <a:pt x="1010021" y="136651"/>
                  <a:pt x="1011659" y="137594"/>
                </a:cubicBezTo>
                <a:cubicBezTo>
                  <a:pt x="1013297" y="138534"/>
                  <a:pt x="1016289" y="139004"/>
                  <a:pt x="1020635" y="139004"/>
                </a:cubicBezTo>
                <a:lnTo>
                  <a:pt x="1020635" y="142615"/>
                </a:lnTo>
                <a:lnTo>
                  <a:pt x="976005" y="142615"/>
                </a:lnTo>
                <a:lnTo>
                  <a:pt x="976005" y="139004"/>
                </a:lnTo>
                <a:cubicBezTo>
                  <a:pt x="980485" y="139004"/>
                  <a:pt x="983493" y="138567"/>
                  <a:pt x="985031" y="137694"/>
                </a:cubicBezTo>
                <a:cubicBezTo>
                  <a:pt x="986569" y="136819"/>
                  <a:pt x="987789" y="135373"/>
                  <a:pt x="988692" y="133356"/>
                </a:cubicBezTo>
                <a:cubicBezTo>
                  <a:pt x="989595" y="131338"/>
                  <a:pt x="990046" y="127471"/>
                  <a:pt x="990046" y="121754"/>
                </a:cubicBezTo>
                <a:lnTo>
                  <a:pt x="990046" y="86652"/>
                </a:lnTo>
                <a:cubicBezTo>
                  <a:pt x="990046" y="76648"/>
                  <a:pt x="989745" y="70169"/>
                  <a:pt x="989143" y="67214"/>
                </a:cubicBezTo>
                <a:cubicBezTo>
                  <a:pt x="988675" y="65064"/>
                  <a:pt x="987940" y="63571"/>
                  <a:pt x="986937" y="62736"/>
                </a:cubicBezTo>
                <a:cubicBezTo>
                  <a:pt x="985934" y="61898"/>
                  <a:pt x="984563" y="61479"/>
                  <a:pt x="982825" y="61479"/>
                </a:cubicBezTo>
                <a:cubicBezTo>
                  <a:pt x="980953" y="61479"/>
                  <a:pt x="978679" y="61980"/>
                  <a:pt x="976005" y="62983"/>
                </a:cubicBezTo>
                <a:lnTo>
                  <a:pt x="974601" y="59373"/>
                </a:lnTo>
                <a:lnTo>
                  <a:pt x="1002281" y="48140"/>
                </a:lnTo>
                <a:lnTo>
                  <a:pt x="1006694" y="48140"/>
                </a:lnTo>
                <a:close/>
                <a:moveTo>
                  <a:pt x="1063694" y="0"/>
                </a:moveTo>
                <a:lnTo>
                  <a:pt x="1063694" y="121754"/>
                </a:lnTo>
                <a:cubicBezTo>
                  <a:pt x="1063694" y="127537"/>
                  <a:pt x="1064112" y="131371"/>
                  <a:pt x="1064948" y="133256"/>
                </a:cubicBezTo>
                <a:cubicBezTo>
                  <a:pt x="1065784" y="135139"/>
                  <a:pt x="1067071" y="136568"/>
                  <a:pt x="1068809" y="137544"/>
                </a:cubicBezTo>
                <a:cubicBezTo>
                  <a:pt x="1070547" y="138517"/>
                  <a:pt x="1073790" y="139004"/>
                  <a:pt x="1078537" y="139004"/>
                </a:cubicBezTo>
                <a:lnTo>
                  <a:pt x="1078537" y="142615"/>
                </a:lnTo>
                <a:lnTo>
                  <a:pt x="1033506" y="142615"/>
                </a:lnTo>
                <a:lnTo>
                  <a:pt x="1033506" y="139004"/>
                </a:lnTo>
                <a:cubicBezTo>
                  <a:pt x="1037719" y="139004"/>
                  <a:pt x="1040594" y="138567"/>
                  <a:pt x="1042132" y="137694"/>
                </a:cubicBezTo>
                <a:cubicBezTo>
                  <a:pt x="1043669" y="136819"/>
                  <a:pt x="1044873" y="135373"/>
                  <a:pt x="1045742" y="133356"/>
                </a:cubicBezTo>
                <a:cubicBezTo>
                  <a:pt x="1046611" y="131338"/>
                  <a:pt x="1047046" y="127471"/>
                  <a:pt x="1047046" y="121754"/>
                </a:cubicBezTo>
                <a:lnTo>
                  <a:pt x="1047046" y="38512"/>
                </a:lnTo>
                <a:cubicBezTo>
                  <a:pt x="1047046" y="28148"/>
                  <a:pt x="1046812" y="21780"/>
                  <a:pt x="1046344" y="19406"/>
                </a:cubicBezTo>
                <a:cubicBezTo>
                  <a:pt x="1045876" y="17033"/>
                  <a:pt x="1045124" y="15411"/>
                  <a:pt x="1044087" y="14542"/>
                </a:cubicBezTo>
                <a:cubicBezTo>
                  <a:pt x="1043051" y="13673"/>
                  <a:pt x="1041730" y="13238"/>
                  <a:pt x="1040126" y="13238"/>
                </a:cubicBezTo>
                <a:cubicBezTo>
                  <a:pt x="1038387" y="13238"/>
                  <a:pt x="1036181" y="13773"/>
                  <a:pt x="1033506" y="14843"/>
                </a:cubicBezTo>
                <a:lnTo>
                  <a:pt x="1031801" y="11233"/>
                </a:lnTo>
                <a:lnTo>
                  <a:pt x="1059181" y="0"/>
                </a:lnTo>
                <a:lnTo>
                  <a:pt x="1063694" y="0"/>
                </a:lnTo>
                <a:close/>
                <a:moveTo>
                  <a:pt x="1141254" y="129483"/>
                </a:moveTo>
                <a:cubicBezTo>
                  <a:pt x="1131827" y="136768"/>
                  <a:pt x="1125910" y="140979"/>
                  <a:pt x="1123503" y="142113"/>
                </a:cubicBezTo>
                <a:cubicBezTo>
                  <a:pt x="1119892" y="143785"/>
                  <a:pt x="1116048" y="144620"/>
                  <a:pt x="1111969" y="144620"/>
                </a:cubicBezTo>
                <a:cubicBezTo>
                  <a:pt x="1105617" y="144620"/>
                  <a:pt x="1100385" y="142447"/>
                  <a:pt x="1096273" y="138101"/>
                </a:cubicBezTo>
                <a:cubicBezTo>
                  <a:pt x="1092162" y="133756"/>
                  <a:pt x="1090106" y="128039"/>
                  <a:pt x="1090106" y="120952"/>
                </a:cubicBezTo>
                <a:cubicBezTo>
                  <a:pt x="1090106" y="116472"/>
                  <a:pt x="1091108" y="112594"/>
                  <a:pt x="1093114" y="109318"/>
                </a:cubicBezTo>
                <a:cubicBezTo>
                  <a:pt x="1095856" y="104771"/>
                  <a:pt x="1100619" y="100492"/>
                  <a:pt x="1107406" y="96480"/>
                </a:cubicBezTo>
                <a:cubicBezTo>
                  <a:pt x="1114192" y="92469"/>
                  <a:pt x="1125475" y="87588"/>
                  <a:pt x="1141254" y="81838"/>
                </a:cubicBezTo>
                <a:lnTo>
                  <a:pt x="1141254" y="78240"/>
                </a:lnTo>
                <a:cubicBezTo>
                  <a:pt x="1141254" y="69113"/>
                  <a:pt x="1139800" y="62851"/>
                  <a:pt x="1136892" y="59454"/>
                </a:cubicBezTo>
                <a:cubicBezTo>
                  <a:pt x="1133983" y="56057"/>
                  <a:pt x="1129754" y="54358"/>
                  <a:pt x="1124205" y="54358"/>
                </a:cubicBezTo>
                <a:cubicBezTo>
                  <a:pt x="1119992" y="54358"/>
                  <a:pt x="1116649" y="55495"/>
                  <a:pt x="1114176" y="57768"/>
                </a:cubicBezTo>
                <a:cubicBezTo>
                  <a:pt x="1111635" y="60041"/>
                  <a:pt x="1110364" y="62649"/>
                  <a:pt x="1110364" y="65591"/>
                </a:cubicBezTo>
                <a:lnTo>
                  <a:pt x="1110565" y="71408"/>
                </a:lnTo>
                <a:cubicBezTo>
                  <a:pt x="1110565" y="74483"/>
                  <a:pt x="1109779" y="76857"/>
                  <a:pt x="1108208" y="78528"/>
                </a:cubicBezTo>
                <a:cubicBezTo>
                  <a:pt x="1106637" y="80200"/>
                  <a:pt x="1104581" y="81036"/>
                  <a:pt x="1102040" y="81036"/>
                </a:cubicBezTo>
                <a:cubicBezTo>
                  <a:pt x="1099566" y="81036"/>
                  <a:pt x="1097544" y="80164"/>
                  <a:pt x="1095973" y="78422"/>
                </a:cubicBezTo>
                <a:cubicBezTo>
                  <a:pt x="1094401" y="76677"/>
                  <a:pt x="1093616" y="74296"/>
                  <a:pt x="1093616" y="71279"/>
                </a:cubicBezTo>
                <a:cubicBezTo>
                  <a:pt x="1093616" y="65510"/>
                  <a:pt x="1096558" y="60211"/>
                  <a:pt x="1102441" y="55383"/>
                </a:cubicBezTo>
                <a:cubicBezTo>
                  <a:pt x="1108325" y="50554"/>
                  <a:pt x="1116583" y="48140"/>
                  <a:pt x="1127213" y="48140"/>
                </a:cubicBezTo>
                <a:cubicBezTo>
                  <a:pt x="1135370" y="48140"/>
                  <a:pt x="1142057" y="49509"/>
                  <a:pt x="1147272" y="52246"/>
                </a:cubicBezTo>
                <a:cubicBezTo>
                  <a:pt x="1151217" y="54316"/>
                  <a:pt x="1154125" y="57556"/>
                  <a:pt x="1155997" y="61965"/>
                </a:cubicBezTo>
                <a:cubicBezTo>
                  <a:pt x="1157201" y="64835"/>
                  <a:pt x="1157802" y="70712"/>
                  <a:pt x="1157802" y="79594"/>
                </a:cubicBezTo>
                <a:lnTo>
                  <a:pt x="1157802" y="110747"/>
                </a:lnTo>
                <a:cubicBezTo>
                  <a:pt x="1157802" y="119495"/>
                  <a:pt x="1157970" y="124855"/>
                  <a:pt x="1158304" y="126825"/>
                </a:cubicBezTo>
                <a:cubicBezTo>
                  <a:pt x="1158638" y="128795"/>
                  <a:pt x="1159190" y="130115"/>
                  <a:pt x="1159959" y="130783"/>
                </a:cubicBezTo>
                <a:cubicBezTo>
                  <a:pt x="1160728" y="131450"/>
                  <a:pt x="1161613" y="131783"/>
                  <a:pt x="1162616" y="131783"/>
                </a:cubicBezTo>
                <a:cubicBezTo>
                  <a:pt x="1163686" y="131783"/>
                  <a:pt x="1164622" y="131549"/>
                  <a:pt x="1165425" y="131081"/>
                </a:cubicBezTo>
                <a:cubicBezTo>
                  <a:pt x="1166829" y="130212"/>
                  <a:pt x="1169536" y="127771"/>
                  <a:pt x="1173548" y="123760"/>
                </a:cubicBezTo>
                <a:lnTo>
                  <a:pt x="1173548" y="129376"/>
                </a:lnTo>
                <a:cubicBezTo>
                  <a:pt x="1166060" y="139405"/>
                  <a:pt x="1158906" y="144420"/>
                  <a:pt x="1152086" y="144420"/>
                </a:cubicBezTo>
                <a:cubicBezTo>
                  <a:pt x="1148810" y="144420"/>
                  <a:pt x="1146202" y="143292"/>
                  <a:pt x="1144263" y="141035"/>
                </a:cubicBezTo>
                <a:cubicBezTo>
                  <a:pt x="1142324" y="138776"/>
                  <a:pt x="1141321" y="134926"/>
                  <a:pt x="1141254" y="129483"/>
                </a:cubicBezTo>
                <a:moveTo>
                  <a:pt x="1141254" y="122979"/>
                </a:moveTo>
                <a:lnTo>
                  <a:pt x="1141254" y="88056"/>
                </a:lnTo>
                <a:cubicBezTo>
                  <a:pt x="1131158" y="92059"/>
                  <a:pt x="1124639" y="94895"/>
                  <a:pt x="1121697" y="96562"/>
                </a:cubicBezTo>
                <a:cubicBezTo>
                  <a:pt x="1116415" y="99498"/>
                  <a:pt x="1112638" y="102567"/>
                  <a:pt x="1110364" y="105770"/>
                </a:cubicBezTo>
                <a:cubicBezTo>
                  <a:pt x="1108091" y="108971"/>
                  <a:pt x="1106955" y="112473"/>
                  <a:pt x="1106955" y="116276"/>
                </a:cubicBezTo>
                <a:cubicBezTo>
                  <a:pt x="1106955" y="121079"/>
                  <a:pt x="1108392" y="125066"/>
                  <a:pt x="1111267" y="128235"/>
                </a:cubicBezTo>
                <a:cubicBezTo>
                  <a:pt x="1114142" y="131403"/>
                  <a:pt x="1117452" y="132987"/>
                  <a:pt x="1121196" y="132987"/>
                </a:cubicBezTo>
                <a:cubicBezTo>
                  <a:pt x="1126277" y="132987"/>
                  <a:pt x="1132963" y="129651"/>
                  <a:pt x="1141254" y="122979"/>
                </a:cubicBezTo>
                <a:close/>
                <a:moveTo>
                  <a:pt x="1207277" y="48140"/>
                </a:moveTo>
                <a:lnTo>
                  <a:pt x="1207277" y="68800"/>
                </a:lnTo>
                <a:cubicBezTo>
                  <a:pt x="1214966" y="55027"/>
                  <a:pt x="1222856" y="48140"/>
                  <a:pt x="1230946" y="48140"/>
                </a:cubicBezTo>
                <a:cubicBezTo>
                  <a:pt x="1234623" y="48140"/>
                  <a:pt x="1237665" y="49260"/>
                  <a:pt x="1240072" y="51500"/>
                </a:cubicBezTo>
                <a:cubicBezTo>
                  <a:pt x="1242479" y="53740"/>
                  <a:pt x="1243683" y="56330"/>
                  <a:pt x="1243683" y="59272"/>
                </a:cubicBezTo>
                <a:cubicBezTo>
                  <a:pt x="1243683" y="61880"/>
                  <a:pt x="1242814" y="64086"/>
                  <a:pt x="1241075" y="65892"/>
                </a:cubicBezTo>
                <a:cubicBezTo>
                  <a:pt x="1239337" y="67697"/>
                  <a:pt x="1237264" y="68599"/>
                  <a:pt x="1234857" y="68599"/>
                </a:cubicBezTo>
                <a:cubicBezTo>
                  <a:pt x="1232517" y="68599"/>
                  <a:pt x="1229893" y="67463"/>
                  <a:pt x="1226984" y="65190"/>
                </a:cubicBezTo>
                <a:cubicBezTo>
                  <a:pt x="1224076" y="62916"/>
                  <a:pt x="1221920" y="61780"/>
                  <a:pt x="1220516" y="61780"/>
                </a:cubicBezTo>
                <a:cubicBezTo>
                  <a:pt x="1219312" y="61780"/>
                  <a:pt x="1218008" y="62443"/>
                  <a:pt x="1216604" y="63770"/>
                </a:cubicBezTo>
                <a:cubicBezTo>
                  <a:pt x="1213595" y="66492"/>
                  <a:pt x="1210486" y="70973"/>
                  <a:pt x="1207277" y="77212"/>
                </a:cubicBezTo>
                <a:lnTo>
                  <a:pt x="1207277" y="121152"/>
                </a:lnTo>
                <a:cubicBezTo>
                  <a:pt x="1207277" y="126238"/>
                  <a:pt x="1207912" y="130084"/>
                  <a:pt x="1209183" y="132692"/>
                </a:cubicBezTo>
                <a:cubicBezTo>
                  <a:pt x="1210052" y="134499"/>
                  <a:pt x="1211590" y="136004"/>
                  <a:pt x="1213796" y="137205"/>
                </a:cubicBezTo>
                <a:cubicBezTo>
                  <a:pt x="1216002" y="138404"/>
                  <a:pt x="1219178" y="139004"/>
                  <a:pt x="1223324" y="139004"/>
                </a:cubicBezTo>
                <a:lnTo>
                  <a:pt x="1223324" y="142615"/>
                </a:lnTo>
                <a:lnTo>
                  <a:pt x="1176287" y="142615"/>
                </a:lnTo>
                <a:lnTo>
                  <a:pt x="1176287" y="139004"/>
                </a:lnTo>
                <a:cubicBezTo>
                  <a:pt x="1180967" y="139004"/>
                  <a:pt x="1184444" y="138260"/>
                  <a:pt x="1186717" y="136773"/>
                </a:cubicBezTo>
                <a:cubicBezTo>
                  <a:pt x="1188389" y="135690"/>
                  <a:pt x="1189559" y="133965"/>
                  <a:pt x="1190227" y="131598"/>
                </a:cubicBezTo>
                <a:cubicBezTo>
                  <a:pt x="1190562" y="130447"/>
                  <a:pt x="1190729" y="127166"/>
                  <a:pt x="1190729" y="121754"/>
                </a:cubicBezTo>
                <a:lnTo>
                  <a:pt x="1190729" y="86451"/>
                </a:lnTo>
                <a:cubicBezTo>
                  <a:pt x="1190729" y="75754"/>
                  <a:pt x="1190512" y="69385"/>
                  <a:pt x="1190077" y="67346"/>
                </a:cubicBezTo>
                <a:cubicBezTo>
                  <a:pt x="1189642" y="65307"/>
                  <a:pt x="1188840" y="63819"/>
                  <a:pt x="1187670" y="62883"/>
                </a:cubicBezTo>
                <a:cubicBezTo>
                  <a:pt x="1186500" y="61947"/>
                  <a:pt x="1185046" y="61479"/>
                  <a:pt x="1183307" y="61479"/>
                </a:cubicBezTo>
                <a:cubicBezTo>
                  <a:pt x="1181235" y="61479"/>
                  <a:pt x="1178895" y="61980"/>
                  <a:pt x="1176287" y="62983"/>
                </a:cubicBezTo>
                <a:lnTo>
                  <a:pt x="1175284" y="59373"/>
                </a:lnTo>
                <a:lnTo>
                  <a:pt x="1203065" y="48140"/>
                </a:lnTo>
                <a:lnTo>
                  <a:pt x="1207277" y="48140"/>
                </a:lnTo>
                <a:close/>
                <a:moveTo>
                  <a:pt x="1272165" y="0"/>
                </a:moveTo>
                <a:cubicBezTo>
                  <a:pt x="1274973" y="0"/>
                  <a:pt x="1277363" y="991"/>
                  <a:pt x="1279335" y="2974"/>
                </a:cubicBezTo>
                <a:cubicBezTo>
                  <a:pt x="1281308" y="4955"/>
                  <a:pt x="1282294" y="7357"/>
                  <a:pt x="1282294" y="10180"/>
                </a:cubicBezTo>
                <a:cubicBezTo>
                  <a:pt x="1282294" y="13002"/>
                  <a:pt x="1281308" y="15422"/>
                  <a:pt x="1279335" y="17438"/>
                </a:cubicBezTo>
                <a:cubicBezTo>
                  <a:pt x="1277363" y="19452"/>
                  <a:pt x="1274973" y="20459"/>
                  <a:pt x="1272165" y="20459"/>
                </a:cubicBezTo>
                <a:cubicBezTo>
                  <a:pt x="1269356" y="20459"/>
                  <a:pt x="1266949" y="19452"/>
                  <a:pt x="1264944" y="17438"/>
                </a:cubicBezTo>
                <a:cubicBezTo>
                  <a:pt x="1262938" y="15422"/>
                  <a:pt x="1261935" y="13002"/>
                  <a:pt x="1261935" y="10180"/>
                </a:cubicBezTo>
                <a:cubicBezTo>
                  <a:pt x="1261935" y="7357"/>
                  <a:pt x="1262921" y="4955"/>
                  <a:pt x="1264893" y="2974"/>
                </a:cubicBezTo>
                <a:cubicBezTo>
                  <a:pt x="1266866" y="991"/>
                  <a:pt x="1269290" y="0"/>
                  <a:pt x="1272165" y="0"/>
                </a:cubicBezTo>
                <a:moveTo>
                  <a:pt x="1280489" y="48140"/>
                </a:moveTo>
                <a:lnTo>
                  <a:pt x="1280489" y="121754"/>
                </a:lnTo>
                <a:cubicBezTo>
                  <a:pt x="1280489" y="127537"/>
                  <a:pt x="1280907" y="131388"/>
                  <a:pt x="1281742" y="133306"/>
                </a:cubicBezTo>
                <a:cubicBezTo>
                  <a:pt x="1282578" y="135222"/>
                  <a:pt x="1283815" y="136651"/>
                  <a:pt x="1285453" y="137594"/>
                </a:cubicBezTo>
                <a:cubicBezTo>
                  <a:pt x="1287091" y="138534"/>
                  <a:pt x="1290083" y="139004"/>
                  <a:pt x="1294429" y="139004"/>
                </a:cubicBezTo>
                <a:lnTo>
                  <a:pt x="1294429" y="142615"/>
                </a:lnTo>
                <a:lnTo>
                  <a:pt x="1249800" y="142615"/>
                </a:lnTo>
                <a:lnTo>
                  <a:pt x="1249800" y="139004"/>
                </a:lnTo>
                <a:cubicBezTo>
                  <a:pt x="1254279" y="139004"/>
                  <a:pt x="1257288" y="138567"/>
                  <a:pt x="1258826" y="137694"/>
                </a:cubicBezTo>
                <a:cubicBezTo>
                  <a:pt x="1260364" y="136819"/>
                  <a:pt x="1261584" y="135373"/>
                  <a:pt x="1262486" y="133356"/>
                </a:cubicBezTo>
                <a:cubicBezTo>
                  <a:pt x="1263389" y="131338"/>
                  <a:pt x="1263840" y="127471"/>
                  <a:pt x="1263840" y="121754"/>
                </a:cubicBezTo>
                <a:lnTo>
                  <a:pt x="1263840" y="86652"/>
                </a:lnTo>
                <a:cubicBezTo>
                  <a:pt x="1263840" y="76648"/>
                  <a:pt x="1263539" y="70169"/>
                  <a:pt x="1262938" y="67214"/>
                </a:cubicBezTo>
                <a:cubicBezTo>
                  <a:pt x="1262470" y="65064"/>
                  <a:pt x="1261734" y="63571"/>
                  <a:pt x="1260731" y="62736"/>
                </a:cubicBezTo>
                <a:cubicBezTo>
                  <a:pt x="1259728" y="61898"/>
                  <a:pt x="1258358" y="61479"/>
                  <a:pt x="1256619" y="61479"/>
                </a:cubicBezTo>
                <a:cubicBezTo>
                  <a:pt x="1254747" y="61479"/>
                  <a:pt x="1252474" y="61980"/>
                  <a:pt x="1249800" y="62983"/>
                </a:cubicBezTo>
                <a:lnTo>
                  <a:pt x="1248395" y="59373"/>
                </a:lnTo>
                <a:lnTo>
                  <a:pt x="1276076" y="48140"/>
                </a:lnTo>
                <a:lnTo>
                  <a:pt x="1280489" y="48140"/>
                </a:lnTo>
                <a:close/>
                <a:moveTo>
                  <a:pt x="1332574" y="20459"/>
                </a:moveTo>
                <a:lnTo>
                  <a:pt x="1332574" y="50748"/>
                </a:lnTo>
                <a:lnTo>
                  <a:pt x="1354037" y="50748"/>
                </a:lnTo>
                <a:lnTo>
                  <a:pt x="1354037" y="57567"/>
                </a:lnTo>
                <a:lnTo>
                  <a:pt x="1332574" y="57768"/>
                </a:lnTo>
                <a:lnTo>
                  <a:pt x="1332574" y="117423"/>
                </a:lnTo>
                <a:cubicBezTo>
                  <a:pt x="1332574" y="123380"/>
                  <a:pt x="1333427" y="127396"/>
                  <a:pt x="1335132" y="129473"/>
                </a:cubicBezTo>
                <a:cubicBezTo>
                  <a:pt x="1336837" y="131548"/>
                  <a:pt x="1339027" y="132585"/>
                  <a:pt x="1341701" y="132585"/>
                </a:cubicBezTo>
                <a:cubicBezTo>
                  <a:pt x="1343907" y="132585"/>
                  <a:pt x="1346047" y="131892"/>
                  <a:pt x="1348120" y="130504"/>
                </a:cubicBezTo>
                <a:cubicBezTo>
                  <a:pt x="1350192" y="129117"/>
                  <a:pt x="1351797" y="127069"/>
                  <a:pt x="1352934" y="124362"/>
                </a:cubicBezTo>
                <a:lnTo>
                  <a:pt x="1356845" y="124362"/>
                </a:lnTo>
                <a:cubicBezTo>
                  <a:pt x="1354505" y="130947"/>
                  <a:pt x="1351195" y="135903"/>
                  <a:pt x="1346916" y="139230"/>
                </a:cubicBezTo>
                <a:cubicBezTo>
                  <a:pt x="1342637" y="142556"/>
                  <a:pt x="1338224" y="144219"/>
                  <a:pt x="1333678" y="144219"/>
                </a:cubicBezTo>
                <a:cubicBezTo>
                  <a:pt x="1330602" y="144219"/>
                  <a:pt x="1327593" y="143364"/>
                  <a:pt x="1324651" y="141652"/>
                </a:cubicBezTo>
                <a:cubicBezTo>
                  <a:pt x="1321710" y="139941"/>
                  <a:pt x="1319537" y="137492"/>
                  <a:pt x="1318132" y="134306"/>
                </a:cubicBezTo>
                <a:cubicBezTo>
                  <a:pt x="1316728" y="131120"/>
                  <a:pt x="1316026" y="126205"/>
                  <a:pt x="1316026" y="119563"/>
                </a:cubicBezTo>
                <a:lnTo>
                  <a:pt x="1316026" y="57567"/>
                </a:lnTo>
                <a:lnTo>
                  <a:pt x="1301484" y="57567"/>
                </a:lnTo>
                <a:lnTo>
                  <a:pt x="1301484" y="54352"/>
                </a:lnTo>
                <a:cubicBezTo>
                  <a:pt x="1305161" y="52889"/>
                  <a:pt x="1308922" y="50413"/>
                  <a:pt x="1312767" y="46924"/>
                </a:cubicBezTo>
                <a:cubicBezTo>
                  <a:pt x="1316611" y="43435"/>
                  <a:pt x="1320038" y="39276"/>
                  <a:pt x="1323047" y="34447"/>
                </a:cubicBezTo>
                <a:cubicBezTo>
                  <a:pt x="1324585" y="31898"/>
                  <a:pt x="1326724" y="27235"/>
                  <a:pt x="1329465" y="20459"/>
                </a:cubicBezTo>
                <a:lnTo>
                  <a:pt x="1332574" y="20459"/>
                </a:lnTo>
                <a:close/>
                <a:moveTo>
                  <a:pt x="1357782" y="50748"/>
                </a:moveTo>
                <a:lnTo>
                  <a:pt x="1400606" y="50748"/>
                </a:lnTo>
                <a:lnTo>
                  <a:pt x="1400606" y="54358"/>
                </a:lnTo>
                <a:lnTo>
                  <a:pt x="1398500" y="54358"/>
                </a:lnTo>
                <a:cubicBezTo>
                  <a:pt x="1395492" y="54358"/>
                  <a:pt x="1393235" y="55013"/>
                  <a:pt x="1391731" y="56323"/>
                </a:cubicBezTo>
                <a:cubicBezTo>
                  <a:pt x="1390226" y="57633"/>
                  <a:pt x="1389474" y="59262"/>
                  <a:pt x="1389474" y="61209"/>
                </a:cubicBezTo>
                <a:cubicBezTo>
                  <a:pt x="1389474" y="63829"/>
                  <a:pt x="1390577" y="67457"/>
                  <a:pt x="1392784" y="72091"/>
                </a:cubicBezTo>
                <a:lnTo>
                  <a:pt x="1415149" y="118545"/>
                </a:lnTo>
                <a:lnTo>
                  <a:pt x="1435709" y="67681"/>
                </a:lnTo>
                <a:cubicBezTo>
                  <a:pt x="1436845" y="64923"/>
                  <a:pt x="1437413" y="62197"/>
                  <a:pt x="1437413" y="59504"/>
                </a:cubicBezTo>
                <a:cubicBezTo>
                  <a:pt x="1437413" y="58294"/>
                  <a:pt x="1437179" y="57387"/>
                  <a:pt x="1436711" y="56781"/>
                </a:cubicBezTo>
                <a:cubicBezTo>
                  <a:pt x="1436177" y="56041"/>
                  <a:pt x="1435341" y="55453"/>
                  <a:pt x="1434204" y="55016"/>
                </a:cubicBezTo>
                <a:cubicBezTo>
                  <a:pt x="1433068" y="54577"/>
                  <a:pt x="1431062" y="54358"/>
                  <a:pt x="1428187" y="54358"/>
                </a:cubicBezTo>
                <a:lnTo>
                  <a:pt x="1428187" y="50748"/>
                </a:lnTo>
                <a:lnTo>
                  <a:pt x="1458074" y="50748"/>
                </a:lnTo>
                <a:lnTo>
                  <a:pt x="1458074" y="54358"/>
                </a:lnTo>
                <a:cubicBezTo>
                  <a:pt x="1455600" y="54625"/>
                  <a:pt x="1453694" y="55162"/>
                  <a:pt x="1452357" y="55969"/>
                </a:cubicBezTo>
                <a:cubicBezTo>
                  <a:pt x="1451020" y="56773"/>
                  <a:pt x="1449549" y="58283"/>
                  <a:pt x="1447944" y="60498"/>
                </a:cubicBezTo>
                <a:cubicBezTo>
                  <a:pt x="1447342" y="61438"/>
                  <a:pt x="1446206" y="64022"/>
                  <a:pt x="1444534" y="68248"/>
                </a:cubicBezTo>
                <a:lnTo>
                  <a:pt x="1407125" y="159871"/>
                </a:lnTo>
                <a:cubicBezTo>
                  <a:pt x="1403515" y="168795"/>
                  <a:pt x="1398785" y="175537"/>
                  <a:pt x="1392934" y="180099"/>
                </a:cubicBezTo>
                <a:cubicBezTo>
                  <a:pt x="1387084" y="184662"/>
                  <a:pt x="1381451" y="186943"/>
                  <a:pt x="1376035" y="186943"/>
                </a:cubicBezTo>
                <a:cubicBezTo>
                  <a:pt x="1372090" y="186943"/>
                  <a:pt x="1368848" y="185801"/>
                  <a:pt x="1366307" y="183515"/>
                </a:cubicBezTo>
                <a:cubicBezTo>
                  <a:pt x="1363766" y="181231"/>
                  <a:pt x="1362496" y="178612"/>
                  <a:pt x="1362496" y="175658"/>
                </a:cubicBezTo>
                <a:cubicBezTo>
                  <a:pt x="1362496" y="172835"/>
                  <a:pt x="1363415" y="170567"/>
                  <a:pt x="1365254" y="168853"/>
                </a:cubicBezTo>
                <a:cubicBezTo>
                  <a:pt x="1367092" y="167140"/>
                  <a:pt x="1369616" y="166283"/>
                  <a:pt x="1372826" y="166283"/>
                </a:cubicBezTo>
                <a:cubicBezTo>
                  <a:pt x="1375032" y="166283"/>
                  <a:pt x="1378041" y="166999"/>
                  <a:pt x="1381852" y="168430"/>
                </a:cubicBezTo>
                <a:cubicBezTo>
                  <a:pt x="1384526" y="169406"/>
                  <a:pt x="1386198" y="169894"/>
                  <a:pt x="1386867" y="169894"/>
                </a:cubicBezTo>
                <a:cubicBezTo>
                  <a:pt x="1388872" y="169894"/>
                  <a:pt x="1391062" y="168865"/>
                  <a:pt x="1393436" y="166807"/>
                </a:cubicBezTo>
                <a:cubicBezTo>
                  <a:pt x="1395809" y="164749"/>
                  <a:pt x="1398199" y="160766"/>
                  <a:pt x="1400606" y="154860"/>
                </a:cubicBezTo>
                <a:lnTo>
                  <a:pt x="1407125" y="138813"/>
                </a:lnTo>
                <a:lnTo>
                  <a:pt x="1374130" y="69693"/>
                </a:lnTo>
                <a:cubicBezTo>
                  <a:pt x="1373127" y="67608"/>
                  <a:pt x="1371522" y="65018"/>
                  <a:pt x="1369316" y="61924"/>
                </a:cubicBezTo>
                <a:cubicBezTo>
                  <a:pt x="1367644" y="59571"/>
                  <a:pt x="1366273" y="57990"/>
                  <a:pt x="1365204" y="57182"/>
                </a:cubicBezTo>
                <a:cubicBezTo>
                  <a:pt x="1363666" y="56106"/>
                  <a:pt x="1361192" y="55165"/>
                  <a:pt x="1357782" y="54358"/>
                </a:cubicBezTo>
                <a:lnTo>
                  <a:pt x="1357782" y="5074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Text MinimalMutation">
            <a:extLst xmlns:a="http://schemas.openxmlformats.org/drawingml/2006/main">
              <a:ext uri="{FF2B5EF4-FFF2-40B4-BE49-F238E27FC236}">
                <a16:creationId xmlns:a16="http://schemas.microsoft.com/office/drawing/2014/main" id="{CB43BB77-4DED-4E82-9EA4-C0918F1B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041" y="7716637"/>
            <a:ext cx="1507822" cy="145423"/>
          </a:xfrm>
          <a:custGeom xmlns:a="http://schemas.openxmlformats.org/drawingml/2006/main">
            <a:pathLst>
              <a:path w="1507822" h="145423">
                <a:moveTo>
                  <a:pt x="80634" y="142615"/>
                </a:moveTo>
                <a:lnTo>
                  <a:pt x="28082" y="28182"/>
                </a:lnTo>
                <a:lnTo>
                  <a:pt x="28082" y="118946"/>
                </a:lnTo>
                <a:cubicBezTo>
                  <a:pt x="28082" y="127303"/>
                  <a:pt x="28984" y="132519"/>
                  <a:pt x="30790" y="134591"/>
                </a:cubicBezTo>
                <a:cubicBezTo>
                  <a:pt x="33263" y="137399"/>
                  <a:pt x="37175" y="138804"/>
                  <a:pt x="42524" y="138804"/>
                </a:cubicBezTo>
                <a:lnTo>
                  <a:pt x="47338" y="138804"/>
                </a:lnTo>
                <a:lnTo>
                  <a:pt x="47338" y="142615"/>
                </a:lnTo>
                <a:lnTo>
                  <a:pt x="0" y="142615"/>
                </a:lnTo>
                <a:lnTo>
                  <a:pt x="0" y="138804"/>
                </a:lnTo>
                <a:lnTo>
                  <a:pt x="4814" y="138804"/>
                </a:lnTo>
                <a:cubicBezTo>
                  <a:pt x="10564" y="138804"/>
                  <a:pt x="14643" y="137065"/>
                  <a:pt x="17050" y="133588"/>
                </a:cubicBezTo>
                <a:cubicBezTo>
                  <a:pt x="18521" y="131449"/>
                  <a:pt x="19256" y="126568"/>
                  <a:pt x="19256" y="118946"/>
                </a:cubicBezTo>
                <a:lnTo>
                  <a:pt x="19256" y="30288"/>
                </a:lnTo>
                <a:cubicBezTo>
                  <a:pt x="19256" y="24271"/>
                  <a:pt x="18587" y="19925"/>
                  <a:pt x="17250" y="17250"/>
                </a:cubicBezTo>
                <a:cubicBezTo>
                  <a:pt x="16314" y="15311"/>
                  <a:pt x="14592" y="13690"/>
                  <a:pt x="12085" y="12386"/>
                </a:cubicBezTo>
                <a:cubicBezTo>
                  <a:pt x="9578" y="11082"/>
                  <a:pt x="5549" y="10430"/>
                  <a:pt x="0" y="10430"/>
                </a:cubicBezTo>
                <a:lnTo>
                  <a:pt x="0" y="6619"/>
                </a:lnTo>
                <a:lnTo>
                  <a:pt x="38512" y="6619"/>
                </a:lnTo>
                <a:lnTo>
                  <a:pt x="87855" y="113007"/>
                </a:lnTo>
                <a:lnTo>
                  <a:pt x="136397" y="6619"/>
                </a:lnTo>
                <a:lnTo>
                  <a:pt x="174908" y="6619"/>
                </a:lnTo>
                <a:lnTo>
                  <a:pt x="174908" y="10430"/>
                </a:lnTo>
                <a:lnTo>
                  <a:pt x="170195" y="10430"/>
                </a:lnTo>
                <a:cubicBezTo>
                  <a:pt x="164378" y="10430"/>
                  <a:pt x="160266" y="12169"/>
                  <a:pt x="157859" y="15645"/>
                </a:cubicBezTo>
                <a:cubicBezTo>
                  <a:pt x="156388" y="17785"/>
                  <a:pt x="155652" y="22666"/>
                  <a:pt x="155652" y="30288"/>
                </a:cubicBezTo>
                <a:lnTo>
                  <a:pt x="155652" y="118946"/>
                </a:lnTo>
                <a:cubicBezTo>
                  <a:pt x="155652" y="127303"/>
                  <a:pt x="156589" y="132519"/>
                  <a:pt x="158461" y="134591"/>
                </a:cubicBezTo>
                <a:cubicBezTo>
                  <a:pt x="160935" y="137399"/>
                  <a:pt x="164846" y="138804"/>
                  <a:pt x="170195" y="138804"/>
                </a:cubicBezTo>
                <a:lnTo>
                  <a:pt x="174908" y="138804"/>
                </a:lnTo>
                <a:lnTo>
                  <a:pt x="174908" y="142615"/>
                </a:lnTo>
                <a:lnTo>
                  <a:pt x="117141" y="142615"/>
                </a:lnTo>
                <a:lnTo>
                  <a:pt x="117141" y="138804"/>
                </a:lnTo>
                <a:lnTo>
                  <a:pt x="121955" y="138804"/>
                </a:lnTo>
                <a:cubicBezTo>
                  <a:pt x="127771" y="138804"/>
                  <a:pt x="131850" y="137065"/>
                  <a:pt x="134190" y="133588"/>
                </a:cubicBezTo>
                <a:cubicBezTo>
                  <a:pt x="135661" y="131449"/>
                  <a:pt x="136397" y="126568"/>
                  <a:pt x="136397" y="118946"/>
                </a:cubicBezTo>
                <a:lnTo>
                  <a:pt x="136397" y="28182"/>
                </a:lnTo>
                <a:lnTo>
                  <a:pt x="83944" y="142615"/>
                </a:lnTo>
                <a:lnTo>
                  <a:pt x="80634" y="142615"/>
                </a:lnTo>
                <a:close/>
                <a:moveTo>
                  <a:pt x="208975" y="0"/>
                </a:moveTo>
                <a:cubicBezTo>
                  <a:pt x="211783" y="0"/>
                  <a:pt x="214173" y="991"/>
                  <a:pt x="216146" y="2974"/>
                </a:cubicBezTo>
                <a:cubicBezTo>
                  <a:pt x="218118" y="4955"/>
                  <a:pt x="219104" y="7357"/>
                  <a:pt x="219104" y="10180"/>
                </a:cubicBezTo>
                <a:cubicBezTo>
                  <a:pt x="219104" y="13002"/>
                  <a:pt x="218118" y="15422"/>
                  <a:pt x="216146" y="17438"/>
                </a:cubicBezTo>
                <a:cubicBezTo>
                  <a:pt x="214173" y="19452"/>
                  <a:pt x="211783" y="20459"/>
                  <a:pt x="208975" y="20459"/>
                </a:cubicBezTo>
                <a:cubicBezTo>
                  <a:pt x="206167" y="20459"/>
                  <a:pt x="203760" y="19452"/>
                  <a:pt x="201754" y="17438"/>
                </a:cubicBezTo>
                <a:cubicBezTo>
                  <a:pt x="199748" y="15422"/>
                  <a:pt x="198745" y="13002"/>
                  <a:pt x="198745" y="10180"/>
                </a:cubicBezTo>
                <a:cubicBezTo>
                  <a:pt x="198745" y="7357"/>
                  <a:pt x="199731" y="4955"/>
                  <a:pt x="201704" y="2974"/>
                </a:cubicBezTo>
                <a:cubicBezTo>
                  <a:pt x="203676" y="991"/>
                  <a:pt x="206100" y="0"/>
                  <a:pt x="208975" y="0"/>
                </a:cubicBezTo>
                <a:moveTo>
                  <a:pt x="217299" y="48140"/>
                </a:moveTo>
                <a:lnTo>
                  <a:pt x="217299" y="121754"/>
                </a:lnTo>
                <a:cubicBezTo>
                  <a:pt x="217299" y="127537"/>
                  <a:pt x="217717" y="131388"/>
                  <a:pt x="218553" y="133306"/>
                </a:cubicBezTo>
                <a:cubicBezTo>
                  <a:pt x="219389" y="135222"/>
                  <a:pt x="220625" y="136651"/>
                  <a:pt x="222264" y="137594"/>
                </a:cubicBezTo>
                <a:cubicBezTo>
                  <a:pt x="223902" y="138534"/>
                  <a:pt x="226894" y="139004"/>
                  <a:pt x="231240" y="139004"/>
                </a:cubicBezTo>
                <a:lnTo>
                  <a:pt x="231240" y="142615"/>
                </a:lnTo>
                <a:lnTo>
                  <a:pt x="186610" y="142615"/>
                </a:lnTo>
                <a:lnTo>
                  <a:pt x="186610" y="139004"/>
                </a:lnTo>
                <a:cubicBezTo>
                  <a:pt x="191090" y="139004"/>
                  <a:pt x="194098" y="138567"/>
                  <a:pt x="195636" y="137694"/>
                </a:cubicBezTo>
                <a:cubicBezTo>
                  <a:pt x="197174" y="136819"/>
                  <a:pt x="198394" y="135373"/>
                  <a:pt x="199297" y="133356"/>
                </a:cubicBezTo>
                <a:cubicBezTo>
                  <a:pt x="200199" y="131338"/>
                  <a:pt x="200651" y="127471"/>
                  <a:pt x="200651" y="121754"/>
                </a:cubicBezTo>
                <a:lnTo>
                  <a:pt x="200651" y="86652"/>
                </a:lnTo>
                <a:cubicBezTo>
                  <a:pt x="200651" y="76648"/>
                  <a:pt x="200350" y="70169"/>
                  <a:pt x="199748" y="67214"/>
                </a:cubicBezTo>
                <a:cubicBezTo>
                  <a:pt x="199280" y="65064"/>
                  <a:pt x="198545" y="63571"/>
                  <a:pt x="197542" y="62736"/>
                </a:cubicBezTo>
                <a:cubicBezTo>
                  <a:pt x="196539" y="61898"/>
                  <a:pt x="195168" y="61479"/>
                  <a:pt x="193430" y="61479"/>
                </a:cubicBezTo>
                <a:cubicBezTo>
                  <a:pt x="191558" y="61479"/>
                  <a:pt x="189284" y="61980"/>
                  <a:pt x="186610" y="62983"/>
                </a:cubicBezTo>
                <a:lnTo>
                  <a:pt x="185206" y="59373"/>
                </a:lnTo>
                <a:lnTo>
                  <a:pt x="212886" y="48140"/>
                </a:lnTo>
                <a:lnTo>
                  <a:pt x="217299" y="48140"/>
                </a:lnTo>
                <a:close/>
                <a:moveTo>
                  <a:pt x="269485" y="67496"/>
                </a:moveTo>
                <a:cubicBezTo>
                  <a:pt x="280250" y="54592"/>
                  <a:pt x="290513" y="48140"/>
                  <a:pt x="300275" y="48140"/>
                </a:cubicBezTo>
                <a:cubicBezTo>
                  <a:pt x="305289" y="48140"/>
                  <a:pt x="309602" y="49390"/>
                  <a:pt x="313212" y="51891"/>
                </a:cubicBezTo>
                <a:cubicBezTo>
                  <a:pt x="316823" y="54390"/>
                  <a:pt x="319698" y="58508"/>
                  <a:pt x="321837" y="64243"/>
                </a:cubicBezTo>
                <a:cubicBezTo>
                  <a:pt x="323308" y="68244"/>
                  <a:pt x="324044" y="74379"/>
                  <a:pt x="324044" y="82647"/>
                </a:cubicBezTo>
                <a:lnTo>
                  <a:pt x="324044" y="121754"/>
                </a:lnTo>
                <a:cubicBezTo>
                  <a:pt x="324044" y="127604"/>
                  <a:pt x="324512" y="131572"/>
                  <a:pt x="325448" y="133657"/>
                </a:cubicBezTo>
                <a:cubicBezTo>
                  <a:pt x="326183" y="135339"/>
                  <a:pt x="327370" y="136651"/>
                  <a:pt x="329008" y="137594"/>
                </a:cubicBezTo>
                <a:cubicBezTo>
                  <a:pt x="330646" y="138534"/>
                  <a:pt x="333672" y="139004"/>
                  <a:pt x="338085" y="139004"/>
                </a:cubicBezTo>
                <a:lnTo>
                  <a:pt x="338085" y="142615"/>
                </a:lnTo>
                <a:lnTo>
                  <a:pt x="292652" y="142615"/>
                </a:lnTo>
                <a:lnTo>
                  <a:pt x="292652" y="139004"/>
                </a:lnTo>
                <a:lnTo>
                  <a:pt x="294558" y="139004"/>
                </a:lnTo>
                <a:cubicBezTo>
                  <a:pt x="298837" y="139004"/>
                  <a:pt x="301829" y="138349"/>
                  <a:pt x="303534" y="137039"/>
                </a:cubicBezTo>
                <a:cubicBezTo>
                  <a:pt x="305239" y="135727"/>
                  <a:pt x="306426" y="133793"/>
                  <a:pt x="307094" y="131238"/>
                </a:cubicBezTo>
                <a:cubicBezTo>
                  <a:pt x="307362" y="130229"/>
                  <a:pt x="307496" y="127067"/>
                  <a:pt x="307496" y="121754"/>
                </a:cubicBezTo>
                <a:lnTo>
                  <a:pt x="307496" y="84207"/>
                </a:lnTo>
                <a:cubicBezTo>
                  <a:pt x="307496" y="75862"/>
                  <a:pt x="306409" y="69804"/>
                  <a:pt x="304236" y="66033"/>
                </a:cubicBezTo>
                <a:cubicBezTo>
                  <a:pt x="302063" y="62261"/>
                  <a:pt x="298403" y="60376"/>
                  <a:pt x="293254" y="60376"/>
                </a:cubicBezTo>
                <a:cubicBezTo>
                  <a:pt x="285298" y="60376"/>
                  <a:pt x="277375" y="64721"/>
                  <a:pt x="269485" y="73413"/>
                </a:cubicBezTo>
                <a:lnTo>
                  <a:pt x="269485" y="121754"/>
                </a:lnTo>
                <a:cubicBezTo>
                  <a:pt x="269485" y="128008"/>
                  <a:pt x="269853" y="131875"/>
                  <a:pt x="270588" y="133356"/>
                </a:cubicBezTo>
                <a:cubicBezTo>
                  <a:pt x="271524" y="135306"/>
                  <a:pt x="272811" y="136735"/>
                  <a:pt x="274450" y="137644"/>
                </a:cubicBezTo>
                <a:cubicBezTo>
                  <a:pt x="276088" y="138551"/>
                  <a:pt x="279414" y="139004"/>
                  <a:pt x="284429" y="139004"/>
                </a:cubicBezTo>
                <a:lnTo>
                  <a:pt x="284429" y="142615"/>
                </a:lnTo>
                <a:lnTo>
                  <a:pt x="238996" y="142615"/>
                </a:lnTo>
                <a:lnTo>
                  <a:pt x="238996" y="139004"/>
                </a:lnTo>
                <a:lnTo>
                  <a:pt x="241002" y="139004"/>
                </a:lnTo>
                <a:cubicBezTo>
                  <a:pt x="245683" y="139004"/>
                  <a:pt x="248842" y="137811"/>
                  <a:pt x="250480" y="135425"/>
                </a:cubicBezTo>
                <a:cubicBezTo>
                  <a:pt x="252118" y="133037"/>
                  <a:pt x="252937" y="128480"/>
                  <a:pt x="252937" y="121754"/>
                </a:cubicBezTo>
                <a:lnTo>
                  <a:pt x="252937" y="87855"/>
                </a:lnTo>
                <a:cubicBezTo>
                  <a:pt x="252937" y="76823"/>
                  <a:pt x="252686" y="70104"/>
                  <a:pt x="252185" y="67697"/>
                </a:cubicBezTo>
                <a:cubicBezTo>
                  <a:pt x="251683" y="65290"/>
                  <a:pt x="250914" y="63652"/>
                  <a:pt x="249878" y="62783"/>
                </a:cubicBezTo>
                <a:cubicBezTo>
                  <a:pt x="248842" y="61913"/>
                  <a:pt x="247454" y="61479"/>
                  <a:pt x="245716" y="61479"/>
                </a:cubicBezTo>
                <a:cubicBezTo>
                  <a:pt x="243844" y="61479"/>
                  <a:pt x="241604" y="61980"/>
                  <a:pt x="238996" y="62983"/>
                </a:cubicBezTo>
                <a:lnTo>
                  <a:pt x="237492" y="59373"/>
                </a:lnTo>
                <a:lnTo>
                  <a:pt x="265173" y="48140"/>
                </a:lnTo>
                <a:lnTo>
                  <a:pt x="269485" y="48140"/>
                </a:lnTo>
                <a:lnTo>
                  <a:pt x="269485" y="67496"/>
                </a:lnTo>
                <a:close/>
                <a:moveTo>
                  <a:pt x="368774" y="0"/>
                </a:moveTo>
                <a:cubicBezTo>
                  <a:pt x="371582" y="0"/>
                  <a:pt x="373973" y="991"/>
                  <a:pt x="375945" y="2974"/>
                </a:cubicBezTo>
                <a:cubicBezTo>
                  <a:pt x="377918" y="4955"/>
                  <a:pt x="378904" y="7357"/>
                  <a:pt x="378904" y="10180"/>
                </a:cubicBezTo>
                <a:cubicBezTo>
                  <a:pt x="378904" y="13002"/>
                  <a:pt x="377918" y="15422"/>
                  <a:pt x="375945" y="17438"/>
                </a:cubicBezTo>
                <a:cubicBezTo>
                  <a:pt x="373973" y="19452"/>
                  <a:pt x="371582" y="20459"/>
                  <a:pt x="368774" y="20459"/>
                </a:cubicBezTo>
                <a:cubicBezTo>
                  <a:pt x="365966" y="20459"/>
                  <a:pt x="363559" y="19452"/>
                  <a:pt x="361553" y="17438"/>
                </a:cubicBezTo>
                <a:cubicBezTo>
                  <a:pt x="359548" y="15422"/>
                  <a:pt x="358545" y="13002"/>
                  <a:pt x="358545" y="10180"/>
                </a:cubicBezTo>
                <a:cubicBezTo>
                  <a:pt x="358545" y="7357"/>
                  <a:pt x="359531" y="4955"/>
                  <a:pt x="361503" y="2974"/>
                </a:cubicBezTo>
                <a:cubicBezTo>
                  <a:pt x="363476" y="991"/>
                  <a:pt x="365899" y="0"/>
                  <a:pt x="368774" y="0"/>
                </a:cubicBezTo>
                <a:moveTo>
                  <a:pt x="377099" y="48140"/>
                </a:moveTo>
                <a:lnTo>
                  <a:pt x="377099" y="121754"/>
                </a:lnTo>
                <a:cubicBezTo>
                  <a:pt x="377099" y="127537"/>
                  <a:pt x="377516" y="131388"/>
                  <a:pt x="378352" y="133306"/>
                </a:cubicBezTo>
                <a:cubicBezTo>
                  <a:pt x="379188" y="135222"/>
                  <a:pt x="380425" y="136651"/>
                  <a:pt x="382063" y="137594"/>
                </a:cubicBezTo>
                <a:cubicBezTo>
                  <a:pt x="383701" y="138534"/>
                  <a:pt x="386693" y="139004"/>
                  <a:pt x="391039" y="139004"/>
                </a:cubicBezTo>
                <a:lnTo>
                  <a:pt x="391039" y="142615"/>
                </a:lnTo>
                <a:lnTo>
                  <a:pt x="346409" y="142615"/>
                </a:lnTo>
                <a:lnTo>
                  <a:pt x="346409" y="139004"/>
                </a:lnTo>
                <a:cubicBezTo>
                  <a:pt x="350889" y="139004"/>
                  <a:pt x="353898" y="138567"/>
                  <a:pt x="355436" y="137694"/>
                </a:cubicBezTo>
                <a:cubicBezTo>
                  <a:pt x="356973" y="136819"/>
                  <a:pt x="358194" y="135373"/>
                  <a:pt x="359096" y="133356"/>
                </a:cubicBezTo>
                <a:cubicBezTo>
                  <a:pt x="359999" y="131338"/>
                  <a:pt x="360450" y="127471"/>
                  <a:pt x="360450" y="121754"/>
                </a:cubicBezTo>
                <a:lnTo>
                  <a:pt x="360450" y="86652"/>
                </a:lnTo>
                <a:cubicBezTo>
                  <a:pt x="360450" y="76648"/>
                  <a:pt x="360149" y="70169"/>
                  <a:pt x="359548" y="67214"/>
                </a:cubicBezTo>
                <a:cubicBezTo>
                  <a:pt x="359079" y="65064"/>
                  <a:pt x="358344" y="63571"/>
                  <a:pt x="357341" y="62736"/>
                </a:cubicBezTo>
                <a:cubicBezTo>
                  <a:pt x="356338" y="61898"/>
                  <a:pt x="354968" y="61479"/>
                  <a:pt x="353229" y="61479"/>
                </a:cubicBezTo>
                <a:cubicBezTo>
                  <a:pt x="351357" y="61479"/>
                  <a:pt x="349084" y="61980"/>
                  <a:pt x="346409" y="62983"/>
                </a:cubicBezTo>
                <a:lnTo>
                  <a:pt x="345005" y="59373"/>
                </a:lnTo>
                <a:lnTo>
                  <a:pt x="372686" y="48140"/>
                </a:lnTo>
                <a:lnTo>
                  <a:pt x="377099" y="48140"/>
                </a:lnTo>
                <a:close/>
                <a:moveTo>
                  <a:pt x="429786" y="67869"/>
                </a:moveTo>
                <a:cubicBezTo>
                  <a:pt x="436472" y="61125"/>
                  <a:pt x="440417" y="57247"/>
                  <a:pt x="441620" y="56235"/>
                </a:cubicBezTo>
                <a:cubicBezTo>
                  <a:pt x="444629" y="53672"/>
                  <a:pt x="447872" y="51681"/>
                  <a:pt x="451348" y="50265"/>
                </a:cubicBezTo>
                <a:cubicBezTo>
                  <a:pt x="454825" y="48848"/>
                  <a:pt x="458268" y="48140"/>
                  <a:pt x="461678" y="48140"/>
                </a:cubicBezTo>
                <a:cubicBezTo>
                  <a:pt x="467428" y="48140"/>
                  <a:pt x="472376" y="49826"/>
                  <a:pt x="476522" y="53198"/>
                </a:cubicBezTo>
                <a:cubicBezTo>
                  <a:pt x="480667" y="56571"/>
                  <a:pt x="483442" y="61461"/>
                  <a:pt x="484846" y="67869"/>
                </a:cubicBezTo>
                <a:cubicBezTo>
                  <a:pt x="491732" y="59775"/>
                  <a:pt x="497549" y="54464"/>
                  <a:pt x="502296" y="51935"/>
                </a:cubicBezTo>
                <a:cubicBezTo>
                  <a:pt x="507044" y="49405"/>
                  <a:pt x="511924" y="48140"/>
                  <a:pt x="516939" y="48140"/>
                </a:cubicBezTo>
                <a:cubicBezTo>
                  <a:pt x="521820" y="48140"/>
                  <a:pt x="526149" y="49390"/>
                  <a:pt x="529927" y="51891"/>
                </a:cubicBezTo>
                <a:cubicBezTo>
                  <a:pt x="533704" y="54390"/>
                  <a:pt x="536696" y="58474"/>
                  <a:pt x="538903" y="64143"/>
                </a:cubicBezTo>
                <a:cubicBezTo>
                  <a:pt x="540374" y="68010"/>
                  <a:pt x="541109" y="74078"/>
                  <a:pt x="541109" y="82346"/>
                </a:cubicBezTo>
                <a:lnTo>
                  <a:pt x="541109" y="121754"/>
                </a:lnTo>
                <a:cubicBezTo>
                  <a:pt x="541109" y="127537"/>
                  <a:pt x="541544" y="131505"/>
                  <a:pt x="542413" y="133657"/>
                </a:cubicBezTo>
                <a:cubicBezTo>
                  <a:pt x="543082" y="135137"/>
                  <a:pt x="544319" y="136398"/>
                  <a:pt x="546124" y="137440"/>
                </a:cubicBezTo>
                <a:cubicBezTo>
                  <a:pt x="547929" y="138483"/>
                  <a:pt x="550871" y="139004"/>
                  <a:pt x="554950" y="139004"/>
                </a:cubicBezTo>
                <a:lnTo>
                  <a:pt x="554950" y="142615"/>
                </a:lnTo>
                <a:lnTo>
                  <a:pt x="509618" y="142615"/>
                </a:lnTo>
                <a:lnTo>
                  <a:pt x="509618" y="139004"/>
                </a:lnTo>
                <a:lnTo>
                  <a:pt x="511523" y="139004"/>
                </a:lnTo>
                <a:cubicBezTo>
                  <a:pt x="515468" y="139004"/>
                  <a:pt x="518544" y="138231"/>
                  <a:pt x="520750" y="136685"/>
                </a:cubicBezTo>
                <a:cubicBezTo>
                  <a:pt x="522288" y="135609"/>
                  <a:pt x="523391" y="133893"/>
                  <a:pt x="524060" y="131539"/>
                </a:cubicBezTo>
                <a:cubicBezTo>
                  <a:pt x="524327" y="130396"/>
                  <a:pt x="524461" y="127134"/>
                  <a:pt x="524461" y="121754"/>
                </a:cubicBezTo>
                <a:lnTo>
                  <a:pt x="524461" y="82496"/>
                </a:lnTo>
                <a:cubicBezTo>
                  <a:pt x="524461" y="75056"/>
                  <a:pt x="523558" y="69808"/>
                  <a:pt x="521753" y="66753"/>
                </a:cubicBezTo>
                <a:cubicBezTo>
                  <a:pt x="519145" y="62501"/>
                  <a:pt x="514967" y="60376"/>
                  <a:pt x="509217" y="60376"/>
                </a:cubicBezTo>
                <a:cubicBezTo>
                  <a:pt x="505673" y="60376"/>
                  <a:pt x="502113" y="61258"/>
                  <a:pt x="498536" y="63024"/>
                </a:cubicBezTo>
                <a:cubicBezTo>
                  <a:pt x="494958" y="64789"/>
                  <a:pt x="490629" y="68070"/>
                  <a:pt x="485548" y="72865"/>
                </a:cubicBezTo>
                <a:lnTo>
                  <a:pt x="485347" y="73965"/>
                </a:lnTo>
                <a:lnTo>
                  <a:pt x="485548" y="78246"/>
                </a:lnTo>
                <a:lnTo>
                  <a:pt x="485548" y="121754"/>
                </a:lnTo>
                <a:cubicBezTo>
                  <a:pt x="485548" y="128076"/>
                  <a:pt x="485899" y="132011"/>
                  <a:pt x="486601" y="133557"/>
                </a:cubicBezTo>
                <a:cubicBezTo>
                  <a:pt x="487303" y="135103"/>
                  <a:pt x="488623" y="136398"/>
                  <a:pt x="490562" y="137440"/>
                </a:cubicBezTo>
                <a:cubicBezTo>
                  <a:pt x="492501" y="138483"/>
                  <a:pt x="495811" y="139004"/>
                  <a:pt x="500491" y="139004"/>
                </a:cubicBezTo>
                <a:lnTo>
                  <a:pt x="500491" y="142615"/>
                </a:lnTo>
                <a:lnTo>
                  <a:pt x="454056" y="142615"/>
                </a:lnTo>
                <a:lnTo>
                  <a:pt x="454056" y="139004"/>
                </a:lnTo>
                <a:cubicBezTo>
                  <a:pt x="459138" y="139004"/>
                  <a:pt x="462631" y="138399"/>
                  <a:pt x="464537" y="137189"/>
                </a:cubicBezTo>
                <a:cubicBezTo>
                  <a:pt x="466442" y="135978"/>
                  <a:pt x="467763" y="134162"/>
                  <a:pt x="468498" y="131742"/>
                </a:cubicBezTo>
                <a:cubicBezTo>
                  <a:pt x="468833" y="130597"/>
                  <a:pt x="469000" y="127268"/>
                  <a:pt x="469000" y="121754"/>
                </a:cubicBezTo>
                <a:lnTo>
                  <a:pt x="469000" y="82521"/>
                </a:lnTo>
                <a:cubicBezTo>
                  <a:pt x="469000" y="75085"/>
                  <a:pt x="467896" y="69720"/>
                  <a:pt x="465690" y="66427"/>
                </a:cubicBezTo>
                <a:cubicBezTo>
                  <a:pt x="462748" y="62125"/>
                  <a:pt x="458636" y="59974"/>
                  <a:pt x="453354" y="59974"/>
                </a:cubicBezTo>
                <a:cubicBezTo>
                  <a:pt x="449744" y="59974"/>
                  <a:pt x="446167" y="60948"/>
                  <a:pt x="442623" y="62895"/>
                </a:cubicBezTo>
                <a:cubicBezTo>
                  <a:pt x="437074" y="65850"/>
                  <a:pt x="432794" y="69173"/>
                  <a:pt x="429786" y="72865"/>
                </a:cubicBezTo>
                <a:lnTo>
                  <a:pt x="429786" y="121754"/>
                </a:lnTo>
                <a:cubicBezTo>
                  <a:pt x="429786" y="127807"/>
                  <a:pt x="430204" y="131741"/>
                  <a:pt x="431039" y="133557"/>
                </a:cubicBezTo>
                <a:cubicBezTo>
                  <a:pt x="431875" y="135373"/>
                  <a:pt x="433112" y="136735"/>
                  <a:pt x="434750" y="137644"/>
                </a:cubicBezTo>
                <a:cubicBezTo>
                  <a:pt x="436388" y="138551"/>
                  <a:pt x="439715" y="139004"/>
                  <a:pt x="444729" y="139004"/>
                </a:cubicBezTo>
                <a:lnTo>
                  <a:pt x="444729" y="142615"/>
                </a:lnTo>
                <a:lnTo>
                  <a:pt x="399297" y="142615"/>
                </a:lnTo>
                <a:lnTo>
                  <a:pt x="399297" y="139004"/>
                </a:lnTo>
                <a:cubicBezTo>
                  <a:pt x="403509" y="139004"/>
                  <a:pt x="406451" y="138551"/>
                  <a:pt x="408123" y="137644"/>
                </a:cubicBezTo>
                <a:cubicBezTo>
                  <a:pt x="409794" y="136735"/>
                  <a:pt x="411065" y="135289"/>
                  <a:pt x="411934" y="133306"/>
                </a:cubicBezTo>
                <a:cubicBezTo>
                  <a:pt x="412803" y="131321"/>
                  <a:pt x="413238" y="127471"/>
                  <a:pt x="413238" y="121754"/>
                </a:cubicBezTo>
                <a:lnTo>
                  <a:pt x="413238" y="86852"/>
                </a:lnTo>
                <a:cubicBezTo>
                  <a:pt x="413238" y="76756"/>
                  <a:pt x="412937" y="70238"/>
                  <a:pt x="412335" y="67296"/>
                </a:cubicBezTo>
                <a:cubicBezTo>
                  <a:pt x="411867" y="65089"/>
                  <a:pt x="411131" y="63568"/>
                  <a:pt x="410129" y="62732"/>
                </a:cubicBezTo>
                <a:cubicBezTo>
                  <a:pt x="409126" y="61897"/>
                  <a:pt x="407755" y="61479"/>
                  <a:pt x="406017" y="61479"/>
                </a:cubicBezTo>
                <a:cubicBezTo>
                  <a:pt x="404144" y="61479"/>
                  <a:pt x="401905" y="61980"/>
                  <a:pt x="399297" y="62983"/>
                </a:cubicBezTo>
                <a:lnTo>
                  <a:pt x="397793" y="59373"/>
                </a:lnTo>
                <a:lnTo>
                  <a:pt x="425473" y="48140"/>
                </a:lnTo>
                <a:lnTo>
                  <a:pt x="429786" y="48140"/>
                </a:lnTo>
                <a:lnTo>
                  <a:pt x="429786" y="67869"/>
                </a:lnTo>
                <a:close/>
                <a:moveTo>
                  <a:pt x="614357" y="129483"/>
                </a:moveTo>
                <a:cubicBezTo>
                  <a:pt x="604929" y="136768"/>
                  <a:pt x="599012" y="140979"/>
                  <a:pt x="596605" y="142113"/>
                </a:cubicBezTo>
                <a:cubicBezTo>
                  <a:pt x="592995" y="143785"/>
                  <a:pt x="589150" y="144620"/>
                  <a:pt x="585072" y="144620"/>
                </a:cubicBezTo>
                <a:cubicBezTo>
                  <a:pt x="578720" y="144620"/>
                  <a:pt x="573488" y="142447"/>
                  <a:pt x="569376" y="138101"/>
                </a:cubicBezTo>
                <a:cubicBezTo>
                  <a:pt x="565264" y="133756"/>
                  <a:pt x="563208" y="128039"/>
                  <a:pt x="563208" y="120952"/>
                </a:cubicBezTo>
                <a:cubicBezTo>
                  <a:pt x="563208" y="116472"/>
                  <a:pt x="564211" y="112594"/>
                  <a:pt x="566217" y="109318"/>
                </a:cubicBezTo>
                <a:cubicBezTo>
                  <a:pt x="568958" y="104771"/>
                  <a:pt x="573722" y="100492"/>
                  <a:pt x="580508" y="96480"/>
                </a:cubicBezTo>
                <a:cubicBezTo>
                  <a:pt x="587295" y="92469"/>
                  <a:pt x="598578" y="87588"/>
                  <a:pt x="614357" y="81838"/>
                </a:cubicBezTo>
                <a:lnTo>
                  <a:pt x="614357" y="78240"/>
                </a:lnTo>
                <a:cubicBezTo>
                  <a:pt x="614357" y="69113"/>
                  <a:pt x="612903" y="62851"/>
                  <a:pt x="609994" y="59454"/>
                </a:cubicBezTo>
                <a:cubicBezTo>
                  <a:pt x="607086" y="56057"/>
                  <a:pt x="602857" y="54358"/>
                  <a:pt x="597307" y="54358"/>
                </a:cubicBezTo>
                <a:cubicBezTo>
                  <a:pt x="593095" y="54358"/>
                  <a:pt x="589752" y="55495"/>
                  <a:pt x="587278" y="57768"/>
                </a:cubicBezTo>
                <a:cubicBezTo>
                  <a:pt x="584737" y="60041"/>
                  <a:pt x="583467" y="62649"/>
                  <a:pt x="583467" y="65591"/>
                </a:cubicBezTo>
                <a:lnTo>
                  <a:pt x="583668" y="71408"/>
                </a:lnTo>
                <a:cubicBezTo>
                  <a:pt x="583668" y="74483"/>
                  <a:pt x="582882" y="76857"/>
                  <a:pt x="581311" y="78528"/>
                </a:cubicBezTo>
                <a:cubicBezTo>
                  <a:pt x="579740" y="80200"/>
                  <a:pt x="577684" y="81036"/>
                  <a:pt x="575143" y="81036"/>
                </a:cubicBezTo>
                <a:cubicBezTo>
                  <a:pt x="572669" y="81036"/>
                  <a:pt x="570646" y="80164"/>
                  <a:pt x="569075" y="78422"/>
                </a:cubicBezTo>
                <a:cubicBezTo>
                  <a:pt x="567504" y="76677"/>
                  <a:pt x="566718" y="74296"/>
                  <a:pt x="566718" y="71279"/>
                </a:cubicBezTo>
                <a:cubicBezTo>
                  <a:pt x="566718" y="65510"/>
                  <a:pt x="569660" y="60211"/>
                  <a:pt x="575544" y="55383"/>
                </a:cubicBezTo>
                <a:cubicBezTo>
                  <a:pt x="581428" y="50554"/>
                  <a:pt x="589685" y="48140"/>
                  <a:pt x="600316" y="48140"/>
                </a:cubicBezTo>
                <a:cubicBezTo>
                  <a:pt x="608473" y="48140"/>
                  <a:pt x="615159" y="49509"/>
                  <a:pt x="620374" y="52246"/>
                </a:cubicBezTo>
                <a:cubicBezTo>
                  <a:pt x="624319" y="54316"/>
                  <a:pt x="627228" y="57556"/>
                  <a:pt x="629100" y="61965"/>
                </a:cubicBezTo>
                <a:cubicBezTo>
                  <a:pt x="630303" y="64835"/>
                  <a:pt x="630905" y="70712"/>
                  <a:pt x="630905" y="79594"/>
                </a:cubicBezTo>
                <a:lnTo>
                  <a:pt x="630905" y="110747"/>
                </a:lnTo>
                <a:cubicBezTo>
                  <a:pt x="630905" y="119495"/>
                  <a:pt x="631072" y="124855"/>
                  <a:pt x="631406" y="126825"/>
                </a:cubicBezTo>
                <a:cubicBezTo>
                  <a:pt x="631741" y="128795"/>
                  <a:pt x="632292" y="130115"/>
                  <a:pt x="633061" y="130783"/>
                </a:cubicBezTo>
                <a:cubicBezTo>
                  <a:pt x="633830" y="131450"/>
                  <a:pt x="634716" y="131783"/>
                  <a:pt x="635719" y="131783"/>
                </a:cubicBezTo>
                <a:cubicBezTo>
                  <a:pt x="636789" y="131783"/>
                  <a:pt x="637725" y="131549"/>
                  <a:pt x="638527" y="131081"/>
                </a:cubicBezTo>
                <a:cubicBezTo>
                  <a:pt x="639931" y="130212"/>
                  <a:pt x="642639" y="127771"/>
                  <a:pt x="646651" y="123760"/>
                </a:cubicBezTo>
                <a:lnTo>
                  <a:pt x="646651" y="129376"/>
                </a:lnTo>
                <a:cubicBezTo>
                  <a:pt x="639162" y="139405"/>
                  <a:pt x="632008" y="144420"/>
                  <a:pt x="625188" y="144420"/>
                </a:cubicBezTo>
                <a:cubicBezTo>
                  <a:pt x="621912" y="144420"/>
                  <a:pt x="619305" y="143292"/>
                  <a:pt x="617366" y="141035"/>
                </a:cubicBezTo>
                <a:cubicBezTo>
                  <a:pt x="615427" y="138776"/>
                  <a:pt x="614424" y="134926"/>
                  <a:pt x="614357" y="129483"/>
                </a:cubicBezTo>
                <a:moveTo>
                  <a:pt x="614357" y="122979"/>
                </a:moveTo>
                <a:lnTo>
                  <a:pt x="614357" y="88056"/>
                </a:lnTo>
                <a:cubicBezTo>
                  <a:pt x="604261" y="92059"/>
                  <a:pt x="597742" y="94895"/>
                  <a:pt x="594800" y="96562"/>
                </a:cubicBezTo>
                <a:cubicBezTo>
                  <a:pt x="589518" y="99498"/>
                  <a:pt x="585740" y="102567"/>
                  <a:pt x="583467" y="105770"/>
                </a:cubicBezTo>
                <a:cubicBezTo>
                  <a:pt x="581194" y="108971"/>
                  <a:pt x="580057" y="112473"/>
                  <a:pt x="580057" y="116276"/>
                </a:cubicBezTo>
                <a:cubicBezTo>
                  <a:pt x="580057" y="121079"/>
                  <a:pt x="581495" y="125066"/>
                  <a:pt x="584370" y="128235"/>
                </a:cubicBezTo>
                <a:cubicBezTo>
                  <a:pt x="587245" y="131403"/>
                  <a:pt x="590554" y="132987"/>
                  <a:pt x="594299" y="132987"/>
                </a:cubicBezTo>
                <a:cubicBezTo>
                  <a:pt x="599380" y="132987"/>
                  <a:pt x="606066" y="129651"/>
                  <a:pt x="614357" y="122979"/>
                </a:cubicBezTo>
                <a:close/>
                <a:moveTo>
                  <a:pt x="685094" y="0"/>
                </a:moveTo>
                <a:lnTo>
                  <a:pt x="685094" y="121754"/>
                </a:lnTo>
                <a:cubicBezTo>
                  <a:pt x="685094" y="127537"/>
                  <a:pt x="685511" y="131371"/>
                  <a:pt x="686347" y="133256"/>
                </a:cubicBezTo>
                <a:cubicBezTo>
                  <a:pt x="687183" y="135139"/>
                  <a:pt x="688470" y="136568"/>
                  <a:pt x="690208" y="137544"/>
                </a:cubicBezTo>
                <a:cubicBezTo>
                  <a:pt x="691947" y="138517"/>
                  <a:pt x="695190" y="139004"/>
                  <a:pt x="699937" y="139004"/>
                </a:cubicBezTo>
                <a:lnTo>
                  <a:pt x="699937" y="142615"/>
                </a:lnTo>
                <a:lnTo>
                  <a:pt x="654906" y="142615"/>
                </a:lnTo>
                <a:lnTo>
                  <a:pt x="654906" y="139004"/>
                </a:lnTo>
                <a:cubicBezTo>
                  <a:pt x="659118" y="139004"/>
                  <a:pt x="661993" y="138567"/>
                  <a:pt x="663531" y="137694"/>
                </a:cubicBezTo>
                <a:cubicBezTo>
                  <a:pt x="665069" y="136819"/>
                  <a:pt x="666272" y="135373"/>
                  <a:pt x="667141" y="133356"/>
                </a:cubicBezTo>
                <a:cubicBezTo>
                  <a:pt x="668011" y="131338"/>
                  <a:pt x="668445" y="127471"/>
                  <a:pt x="668445" y="121754"/>
                </a:cubicBezTo>
                <a:lnTo>
                  <a:pt x="668445" y="38512"/>
                </a:lnTo>
                <a:cubicBezTo>
                  <a:pt x="668445" y="28148"/>
                  <a:pt x="668211" y="21780"/>
                  <a:pt x="667743" y="19406"/>
                </a:cubicBezTo>
                <a:cubicBezTo>
                  <a:pt x="667275" y="17033"/>
                  <a:pt x="666523" y="15411"/>
                  <a:pt x="665487" y="14542"/>
                </a:cubicBezTo>
                <a:cubicBezTo>
                  <a:pt x="664450" y="13673"/>
                  <a:pt x="663130" y="13238"/>
                  <a:pt x="661525" y="13238"/>
                </a:cubicBezTo>
                <a:cubicBezTo>
                  <a:pt x="659787" y="13238"/>
                  <a:pt x="657580" y="13773"/>
                  <a:pt x="654906" y="14843"/>
                </a:cubicBezTo>
                <a:lnTo>
                  <a:pt x="653201" y="11233"/>
                </a:lnTo>
                <a:lnTo>
                  <a:pt x="680580" y="0"/>
                </a:lnTo>
                <a:lnTo>
                  <a:pt x="685094" y="0"/>
                </a:lnTo>
                <a:close/>
                <a:moveTo>
                  <a:pt x="839577" y="142615"/>
                </a:moveTo>
                <a:lnTo>
                  <a:pt x="787024" y="28182"/>
                </a:lnTo>
                <a:lnTo>
                  <a:pt x="787024" y="118946"/>
                </a:lnTo>
                <a:cubicBezTo>
                  <a:pt x="787024" y="127303"/>
                  <a:pt x="787927" y="132519"/>
                  <a:pt x="789732" y="134591"/>
                </a:cubicBezTo>
                <a:cubicBezTo>
                  <a:pt x="792206" y="137399"/>
                  <a:pt x="796117" y="138804"/>
                  <a:pt x="801466" y="138804"/>
                </a:cubicBezTo>
                <a:lnTo>
                  <a:pt x="806280" y="138804"/>
                </a:lnTo>
                <a:lnTo>
                  <a:pt x="806280" y="142615"/>
                </a:lnTo>
                <a:lnTo>
                  <a:pt x="758942" y="142615"/>
                </a:lnTo>
                <a:lnTo>
                  <a:pt x="758942" y="138804"/>
                </a:lnTo>
                <a:lnTo>
                  <a:pt x="763756" y="138804"/>
                </a:lnTo>
                <a:cubicBezTo>
                  <a:pt x="769506" y="138804"/>
                  <a:pt x="773585" y="137065"/>
                  <a:pt x="775992" y="133588"/>
                </a:cubicBezTo>
                <a:cubicBezTo>
                  <a:pt x="777463" y="131449"/>
                  <a:pt x="778198" y="126568"/>
                  <a:pt x="778198" y="118946"/>
                </a:cubicBezTo>
                <a:lnTo>
                  <a:pt x="778198" y="30288"/>
                </a:lnTo>
                <a:cubicBezTo>
                  <a:pt x="778198" y="24271"/>
                  <a:pt x="777530" y="19925"/>
                  <a:pt x="776192" y="17250"/>
                </a:cubicBezTo>
                <a:cubicBezTo>
                  <a:pt x="775256" y="15311"/>
                  <a:pt x="773535" y="13690"/>
                  <a:pt x="771027" y="12386"/>
                </a:cubicBezTo>
                <a:cubicBezTo>
                  <a:pt x="768520" y="11082"/>
                  <a:pt x="764492" y="10430"/>
                  <a:pt x="758942" y="10430"/>
                </a:cubicBezTo>
                <a:lnTo>
                  <a:pt x="758942" y="6619"/>
                </a:lnTo>
                <a:lnTo>
                  <a:pt x="797454" y="6619"/>
                </a:lnTo>
                <a:lnTo>
                  <a:pt x="846798" y="113007"/>
                </a:lnTo>
                <a:lnTo>
                  <a:pt x="895339" y="6619"/>
                </a:lnTo>
                <a:lnTo>
                  <a:pt x="933851" y="6619"/>
                </a:lnTo>
                <a:lnTo>
                  <a:pt x="933851" y="10430"/>
                </a:lnTo>
                <a:lnTo>
                  <a:pt x="929137" y="10430"/>
                </a:lnTo>
                <a:cubicBezTo>
                  <a:pt x="923320" y="10430"/>
                  <a:pt x="919208" y="12169"/>
                  <a:pt x="916801" y="15645"/>
                </a:cubicBezTo>
                <a:cubicBezTo>
                  <a:pt x="915330" y="17785"/>
                  <a:pt x="914595" y="22666"/>
                  <a:pt x="914595" y="30288"/>
                </a:cubicBezTo>
                <a:lnTo>
                  <a:pt x="914595" y="118946"/>
                </a:lnTo>
                <a:cubicBezTo>
                  <a:pt x="914595" y="127303"/>
                  <a:pt x="915531" y="132519"/>
                  <a:pt x="917403" y="134591"/>
                </a:cubicBezTo>
                <a:cubicBezTo>
                  <a:pt x="919877" y="137399"/>
                  <a:pt x="923788" y="138804"/>
                  <a:pt x="929137" y="138804"/>
                </a:cubicBezTo>
                <a:lnTo>
                  <a:pt x="933851" y="138804"/>
                </a:lnTo>
                <a:lnTo>
                  <a:pt x="933851" y="142615"/>
                </a:lnTo>
                <a:lnTo>
                  <a:pt x="876083" y="142615"/>
                </a:lnTo>
                <a:lnTo>
                  <a:pt x="876083" y="138804"/>
                </a:lnTo>
                <a:lnTo>
                  <a:pt x="880897" y="138804"/>
                </a:lnTo>
                <a:cubicBezTo>
                  <a:pt x="886714" y="138804"/>
                  <a:pt x="890792" y="137065"/>
                  <a:pt x="893132" y="133588"/>
                </a:cubicBezTo>
                <a:cubicBezTo>
                  <a:pt x="894603" y="131449"/>
                  <a:pt x="895339" y="126568"/>
                  <a:pt x="895339" y="118946"/>
                </a:cubicBezTo>
                <a:lnTo>
                  <a:pt x="895339" y="28182"/>
                </a:lnTo>
                <a:lnTo>
                  <a:pt x="842886" y="142615"/>
                </a:lnTo>
                <a:lnTo>
                  <a:pt x="839577" y="142615"/>
                </a:lnTo>
                <a:close/>
                <a:moveTo>
                  <a:pt x="1025084" y="50748"/>
                </a:moveTo>
                <a:lnTo>
                  <a:pt x="1025084" y="106710"/>
                </a:lnTo>
                <a:cubicBezTo>
                  <a:pt x="1025084" y="117209"/>
                  <a:pt x="1025335" y="123631"/>
                  <a:pt x="1025836" y="125976"/>
                </a:cubicBezTo>
                <a:cubicBezTo>
                  <a:pt x="1026338" y="128318"/>
                  <a:pt x="1027140" y="129955"/>
                  <a:pt x="1028243" y="130887"/>
                </a:cubicBezTo>
                <a:cubicBezTo>
                  <a:pt x="1029347" y="131819"/>
                  <a:pt x="1030634" y="132285"/>
                  <a:pt x="1032105" y="132285"/>
                </a:cubicBezTo>
                <a:cubicBezTo>
                  <a:pt x="1034177" y="132285"/>
                  <a:pt x="1036517" y="131716"/>
                  <a:pt x="1039125" y="130580"/>
                </a:cubicBezTo>
                <a:lnTo>
                  <a:pt x="1040529" y="134190"/>
                </a:lnTo>
                <a:lnTo>
                  <a:pt x="1013049" y="145423"/>
                </a:lnTo>
                <a:lnTo>
                  <a:pt x="1008536" y="145423"/>
                </a:lnTo>
                <a:lnTo>
                  <a:pt x="1008536" y="126057"/>
                </a:lnTo>
                <a:cubicBezTo>
                  <a:pt x="1000647" y="134576"/>
                  <a:pt x="994629" y="139933"/>
                  <a:pt x="990484" y="142129"/>
                </a:cubicBezTo>
                <a:cubicBezTo>
                  <a:pt x="986338" y="144325"/>
                  <a:pt x="981959" y="145423"/>
                  <a:pt x="977345" y="145423"/>
                </a:cubicBezTo>
                <a:cubicBezTo>
                  <a:pt x="972197" y="145423"/>
                  <a:pt x="967734" y="143935"/>
                  <a:pt x="963957" y="140960"/>
                </a:cubicBezTo>
                <a:cubicBezTo>
                  <a:pt x="960179" y="137984"/>
                  <a:pt x="957555" y="134157"/>
                  <a:pt x="956084" y="129476"/>
                </a:cubicBezTo>
                <a:cubicBezTo>
                  <a:pt x="954613" y="124796"/>
                  <a:pt x="953877" y="118177"/>
                  <a:pt x="953877" y="109619"/>
                </a:cubicBezTo>
                <a:lnTo>
                  <a:pt x="953877" y="68599"/>
                </a:lnTo>
                <a:cubicBezTo>
                  <a:pt x="953877" y="64222"/>
                  <a:pt x="953409" y="61192"/>
                  <a:pt x="952473" y="59511"/>
                </a:cubicBezTo>
                <a:cubicBezTo>
                  <a:pt x="951537" y="57826"/>
                  <a:pt x="950150" y="56530"/>
                  <a:pt x="948311" y="55621"/>
                </a:cubicBezTo>
                <a:cubicBezTo>
                  <a:pt x="946472" y="54712"/>
                  <a:pt x="943146" y="54291"/>
                  <a:pt x="938332" y="54358"/>
                </a:cubicBezTo>
                <a:lnTo>
                  <a:pt x="938332" y="50748"/>
                </a:lnTo>
                <a:lnTo>
                  <a:pt x="970526" y="50748"/>
                </a:lnTo>
                <a:lnTo>
                  <a:pt x="970526" y="112301"/>
                </a:lnTo>
                <a:cubicBezTo>
                  <a:pt x="970526" y="120870"/>
                  <a:pt x="972013" y="126494"/>
                  <a:pt x="974989" y="129172"/>
                </a:cubicBezTo>
                <a:cubicBezTo>
                  <a:pt x="977964" y="131849"/>
                  <a:pt x="981558" y="133187"/>
                  <a:pt x="985770" y="133187"/>
                </a:cubicBezTo>
                <a:cubicBezTo>
                  <a:pt x="988645" y="133187"/>
                  <a:pt x="991904" y="132284"/>
                  <a:pt x="995548" y="130476"/>
                </a:cubicBezTo>
                <a:cubicBezTo>
                  <a:pt x="999192" y="128669"/>
                  <a:pt x="1003522" y="125221"/>
                  <a:pt x="1008536" y="120134"/>
                </a:cubicBezTo>
                <a:lnTo>
                  <a:pt x="1008536" y="68198"/>
                </a:lnTo>
                <a:cubicBezTo>
                  <a:pt x="1008536" y="62868"/>
                  <a:pt x="1007583" y="59263"/>
                  <a:pt x="1005678" y="57382"/>
                </a:cubicBezTo>
                <a:cubicBezTo>
                  <a:pt x="1003772" y="55502"/>
                  <a:pt x="999811" y="54494"/>
                  <a:pt x="993793" y="54358"/>
                </a:cubicBezTo>
                <a:lnTo>
                  <a:pt x="993793" y="50748"/>
                </a:lnTo>
                <a:lnTo>
                  <a:pt x="1025084" y="50748"/>
                </a:lnTo>
                <a:close/>
                <a:moveTo>
                  <a:pt x="1073926" y="20459"/>
                </a:moveTo>
                <a:lnTo>
                  <a:pt x="1073926" y="50748"/>
                </a:lnTo>
                <a:lnTo>
                  <a:pt x="1095389" y="50748"/>
                </a:lnTo>
                <a:lnTo>
                  <a:pt x="1095389" y="57567"/>
                </a:lnTo>
                <a:lnTo>
                  <a:pt x="1073926" y="57768"/>
                </a:lnTo>
                <a:lnTo>
                  <a:pt x="1073926" y="117423"/>
                </a:lnTo>
                <a:cubicBezTo>
                  <a:pt x="1073926" y="123380"/>
                  <a:pt x="1074779" y="127396"/>
                  <a:pt x="1076484" y="129473"/>
                </a:cubicBezTo>
                <a:cubicBezTo>
                  <a:pt x="1078189" y="131548"/>
                  <a:pt x="1080378" y="132585"/>
                  <a:pt x="1083053" y="132585"/>
                </a:cubicBezTo>
                <a:cubicBezTo>
                  <a:pt x="1085259" y="132585"/>
                  <a:pt x="1087399" y="131892"/>
                  <a:pt x="1089471" y="130504"/>
                </a:cubicBezTo>
                <a:cubicBezTo>
                  <a:pt x="1091544" y="129117"/>
                  <a:pt x="1093149" y="127069"/>
                  <a:pt x="1094285" y="124362"/>
                </a:cubicBezTo>
                <a:lnTo>
                  <a:pt x="1098197" y="124362"/>
                </a:lnTo>
                <a:cubicBezTo>
                  <a:pt x="1095857" y="130947"/>
                  <a:pt x="1092547" y="135903"/>
                  <a:pt x="1088268" y="139230"/>
                </a:cubicBezTo>
                <a:cubicBezTo>
                  <a:pt x="1083989" y="142556"/>
                  <a:pt x="1079576" y="144219"/>
                  <a:pt x="1075029" y="144219"/>
                </a:cubicBezTo>
                <a:cubicBezTo>
                  <a:pt x="1071954" y="144219"/>
                  <a:pt x="1068945" y="143364"/>
                  <a:pt x="1066003" y="141652"/>
                </a:cubicBezTo>
                <a:cubicBezTo>
                  <a:pt x="1063061" y="139941"/>
                  <a:pt x="1060888" y="137492"/>
                  <a:pt x="1059484" y="134306"/>
                </a:cubicBezTo>
                <a:cubicBezTo>
                  <a:pt x="1058080" y="131120"/>
                  <a:pt x="1057378" y="126205"/>
                  <a:pt x="1057378" y="119563"/>
                </a:cubicBezTo>
                <a:lnTo>
                  <a:pt x="1057378" y="57567"/>
                </a:lnTo>
                <a:lnTo>
                  <a:pt x="1042836" y="57567"/>
                </a:lnTo>
                <a:lnTo>
                  <a:pt x="1042836" y="54352"/>
                </a:lnTo>
                <a:cubicBezTo>
                  <a:pt x="1046513" y="52889"/>
                  <a:pt x="1050274" y="50413"/>
                  <a:pt x="1054119" y="46924"/>
                </a:cubicBezTo>
                <a:cubicBezTo>
                  <a:pt x="1057963" y="43435"/>
                  <a:pt x="1061390" y="39276"/>
                  <a:pt x="1064399" y="34447"/>
                </a:cubicBezTo>
                <a:cubicBezTo>
                  <a:pt x="1065936" y="31898"/>
                  <a:pt x="1068076" y="27235"/>
                  <a:pt x="1070817" y="20459"/>
                </a:cubicBezTo>
                <a:lnTo>
                  <a:pt x="1073926" y="20459"/>
                </a:lnTo>
                <a:close/>
                <a:moveTo>
                  <a:pt x="1156400" y="129483"/>
                </a:moveTo>
                <a:cubicBezTo>
                  <a:pt x="1146972" y="136768"/>
                  <a:pt x="1141055" y="140979"/>
                  <a:pt x="1138648" y="142113"/>
                </a:cubicBezTo>
                <a:cubicBezTo>
                  <a:pt x="1135038" y="143785"/>
                  <a:pt x="1131193" y="144620"/>
                  <a:pt x="1127115" y="144620"/>
                </a:cubicBezTo>
                <a:cubicBezTo>
                  <a:pt x="1120763" y="144620"/>
                  <a:pt x="1115531" y="142447"/>
                  <a:pt x="1111419" y="138101"/>
                </a:cubicBezTo>
                <a:cubicBezTo>
                  <a:pt x="1107307" y="133756"/>
                  <a:pt x="1105251" y="128039"/>
                  <a:pt x="1105251" y="120952"/>
                </a:cubicBezTo>
                <a:cubicBezTo>
                  <a:pt x="1105251" y="116472"/>
                  <a:pt x="1106254" y="112594"/>
                  <a:pt x="1108260" y="109318"/>
                </a:cubicBezTo>
                <a:cubicBezTo>
                  <a:pt x="1111001" y="104771"/>
                  <a:pt x="1115765" y="100492"/>
                  <a:pt x="1122551" y="96480"/>
                </a:cubicBezTo>
                <a:cubicBezTo>
                  <a:pt x="1129338" y="92469"/>
                  <a:pt x="1140621" y="87588"/>
                  <a:pt x="1156400" y="81838"/>
                </a:cubicBezTo>
                <a:lnTo>
                  <a:pt x="1156400" y="78240"/>
                </a:lnTo>
                <a:cubicBezTo>
                  <a:pt x="1156400" y="69113"/>
                  <a:pt x="1154945" y="62851"/>
                  <a:pt x="1152037" y="59454"/>
                </a:cubicBezTo>
                <a:cubicBezTo>
                  <a:pt x="1149129" y="56057"/>
                  <a:pt x="1144900" y="54358"/>
                  <a:pt x="1139350" y="54358"/>
                </a:cubicBezTo>
                <a:cubicBezTo>
                  <a:pt x="1135138" y="54358"/>
                  <a:pt x="1131795" y="55495"/>
                  <a:pt x="1129321" y="57768"/>
                </a:cubicBezTo>
                <a:cubicBezTo>
                  <a:pt x="1126780" y="60041"/>
                  <a:pt x="1125510" y="62649"/>
                  <a:pt x="1125510" y="65591"/>
                </a:cubicBezTo>
                <a:lnTo>
                  <a:pt x="1125710" y="71408"/>
                </a:lnTo>
                <a:cubicBezTo>
                  <a:pt x="1125710" y="74483"/>
                  <a:pt x="1124925" y="76857"/>
                  <a:pt x="1123354" y="78528"/>
                </a:cubicBezTo>
                <a:cubicBezTo>
                  <a:pt x="1121782" y="80200"/>
                  <a:pt x="1119726" y="81036"/>
                  <a:pt x="1117186" y="81036"/>
                </a:cubicBezTo>
                <a:cubicBezTo>
                  <a:pt x="1114712" y="81036"/>
                  <a:pt x="1112689" y="80164"/>
                  <a:pt x="1111118" y="78422"/>
                </a:cubicBezTo>
                <a:cubicBezTo>
                  <a:pt x="1109547" y="76677"/>
                  <a:pt x="1108761" y="74296"/>
                  <a:pt x="1108761" y="71279"/>
                </a:cubicBezTo>
                <a:cubicBezTo>
                  <a:pt x="1108761" y="65510"/>
                  <a:pt x="1111703" y="60211"/>
                  <a:pt x="1117587" y="55383"/>
                </a:cubicBezTo>
                <a:cubicBezTo>
                  <a:pt x="1123471" y="50554"/>
                  <a:pt x="1131728" y="48140"/>
                  <a:pt x="1142359" y="48140"/>
                </a:cubicBezTo>
                <a:cubicBezTo>
                  <a:pt x="1150516" y="48140"/>
                  <a:pt x="1157202" y="49509"/>
                  <a:pt x="1162417" y="52246"/>
                </a:cubicBezTo>
                <a:cubicBezTo>
                  <a:pt x="1166362" y="54316"/>
                  <a:pt x="1169270" y="57556"/>
                  <a:pt x="1171143" y="61965"/>
                </a:cubicBezTo>
                <a:cubicBezTo>
                  <a:pt x="1172346" y="64835"/>
                  <a:pt x="1172948" y="70712"/>
                  <a:pt x="1172948" y="79594"/>
                </a:cubicBezTo>
                <a:lnTo>
                  <a:pt x="1172948" y="110747"/>
                </a:lnTo>
                <a:cubicBezTo>
                  <a:pt x="1172948" y="119495"/>
                  <a:pt x="1173115" y="124855"/>
                  <a:pt x="1173449" y="126825"/>
                </a:cubicBezTo>
                <a:cubicBezTo>
                  <a:pt x="1173784" y="128795"/>
                  <a:pt x="1174335" y="130115"/>
                  <a:pt x="1175104" y="130783"/>
                </a:cubicBezTo>
                <a:cubicBezTo>
                  <a:pt x="1175873" y="131450"/>
                  <a:pt x="1176759" y="131783"/>
                  <a:pt x="1177762" y="131783"/>
                </a:cubicBezTo>
                <a:cubicBezTo>
                  <a:pt x="1178832" y="131783"/>
                  <a:pt x="1179768" y="131549"/>
                  <a:pt x="1180570" y="131081"/>
                </a:cubicBezTo>
                <a:cubicBezTo>
                  <a:pt x="1181974" y="130212"/>
                  <a:pt x="1184682" y="127771"/>
                  <a:pt x="1188694" y="123760"/>
                </a:cubicBezTo>
                <a:lnTo>
                  <a:pt x="1188694" y="129376"/>
                </a:lnTo>
                <a:cubicBezTo>
                  <a:pt x="1181205" y="139405"/>
                  <a:pt x="1174051" y="144420"/>
                  <a:pt x="1167231" y="144420"/>
                </a:cubicBezTo>
                <a:cubicBezTo>
                  <a:pt x="1163955" y="144420"/>
                  <a:pt x="1161347" y="143292"/>
                  <a:pt x="1159408" y="141035"/>
                </a:cubicBezTo>
                <a:cubicBezTo>
                  <a:pt x="1157469" y="138776"/>
                  <a:pt x="1156467" y="134926"/>
                  <a:pt x="1156400" y="129483"/>
                </a:cubicBezTo>
                <a:moveTo>
                  <a:pt x="1156400" y="122979"/>
                </a:moveTo>
                <a:lnTo>
                  <a:pt x="1156400" y="88056"/>
                </a:lnTo>
                <a:cubicBezTo>
                  <a:pt x="1146304" y="92059"/>
                  <a:pt x="1139785" y="94895"/>
                  <a:pt x="1136843" y="96562"/>
                </a:cubicBezTo>
                <a:cubicBezTo>
                  <a:pt x="1131561" y="99498"/>
                  <a:pt x="1127783" y="102567"/>
                  <a:pt x="1125510" y="105770"/>
                </a:cubicBezTo>
                <a:cubicBezTo>
                  <a:pt x="1123237" y="108971"/>
                  <a:pt x="1122100" y="112473"/>
                  <a:pt x="1122100" y="116276"/>
                </a:cubicBezTo>
                <a:cubicBezTo>
                  <a:pt x="1122100" y="121079"/>
                  <a:pt x="1123538" y="125066"/>
                  <a:pt x="1126413" y="128235"/>
                </a:cubicBezTo>
                <a:cubicBezTo>
                  <a:pt x="1129288" y="131403"/>
                  <a:pt x="1132597" y="132987"/>
                  <a:pt x="1136341" y="132987"/>
                </a:cubicBezTo>
                <a:cubicBezTo>
                  <a:pt x="1141423" y="132987"/>
                  <a:pt x="1148109" y="129651"/>
                  <a:pt x="1156400" y="122979"/>
                </a:cubicBezTo>
                <a:close/>
                <a:moveTo>
                  <a:pt x="1222222" y="20459"/>
                </a:moveTo>
                <a:lnTo>
                  <a:pt x="1222222" y="50748"/>
                </a:lnTo>
                <a:lnTo>
                  <a:pt x="1243685" y="50748"/>
                </a:lnTo>
                <a:lnTo>
                  <a:pt x="1243685" y="57567"/>
                </a:lnTo>
                <a:lnTo>
                  <a:pt x="1222222" y="57768"/>
                </a:lnTo>
                <a:lnTo>
                  <a:pt x="1222222" y="117423"/>
                </a:lnTo>
                <a:cubicBezTo>
                  <a:pt x="1222222" y="123380"/>
                  <a:pt x="1223075" y="127396"/>
                  <a:pt x="1224780" y="129473"/>
                </a:cubicBezTo>
                <a:cubicBezTo>
                  <a:pt x="1226485" y="131548"/>
                  <a:pt x="1228675" y="132585"/>
                  <a:pt x="1231349" y="132585"/>
                </a:cubicBezTo>
                <a:cubicBezTo>
                  <a:pt x="1233555" y="132585"/>
                  <a:pt x="1235695" y="131892"/>
                  <a:pt x="1237768" y="130504"/>
                </a:cubicBezTo>
                <a:cubicBezTo>
                  <a:pt x="1239840" y="129117"/>
                  <a:pt x="1241445" y="127069"/>
                  <a:pt x="1242582" y="124362"/>
                </a:cubicBezTo>
                <a:lnTo>
                  <a:pt x="1246493" y="124362"/>
                </a:lnTo>
                <a:cubicBezTo>
                  <a:pt x="1244153" y="130947"/>
                  <a:pt x="1240843" y="135903"/>
                  <a:pt x="1236564" y="139230"/>
                </a:cubicBezTo>
                <a:cubicBezTo>
                  <a:pt x="1232285" y="142556"/>
                  <a:pt x="1227872" y="144219"/>
                  <a:pt x="1223326" y="144219"/>
                </a:cubicBezTo>
                <a:cubicBezTo>
                  <a:pt x="1220250" y="144219"/>
                  <a:pt x="1217241" y="143364"/>
                  <a:pt x="1214299" y="141652"/>
                </a:cubicBezTo>
                <a:cubicBezTo>
                  <a:pt x="1211358" y="139941"/>
                  <a:pt x="1209185" y="137492"/>
                  <a:pt x="1207781" y="134306"/>
                </a:cubicBezTo>
                <a:cubicBezTo>
                  <a:pt x="1206376" y="131120"/>
                  <a:pt x="1205674" y="126205"/>
                  <a:pt x="1205674" y="119563"/>
                </a:cubicBezTo>
                <a:lnTo>
                  <a:pt x="1205674" y="57567"/>
                </a:lnTo>
                <a:lnTo>
                  <a:pt x="1191132" y="57567"/>
                </a:lnTo>
                <a:lnTo>
                  <a:pt x="1191132" y="54352"/>
                </a:lnTo>
                <a:cubicBezTo>
                  <a:pt x="1194809" y="52889"/>
                  <a:pt x="1198570" y="50413"/>
                  <a:pt x="1202415" y="46924"/>
                </a:cubicBezTo>
                <a:cubicBezTo>
                  <a:pt x="1206259" y="43435"/>
                  <a:pt x="1209686" y="39276"/>
                  <a:pt x="1212695" y="34447"/>
                </a:cubicBezTo>
                <a:cubicBezTo>
                  <a:pt x="1214233" y="31898"/>
                  <a:pt x="1216372" y="27235"/>
                  <a:pt x="1219113" y="20459"/>
                </a:cubicBezTo>
                <a:lnTo>
                  <a:pt x="1222222" y="20459"/>
                </a:lnTo>
                <a:close/>
                <a:moveTo>
                  <a:pt x="1276013" y="0"/>
                </a:moveTo>
                <a:cubicBezTo>
                  <a:pt x="1278821" y="0"/>
                  <a:pt x="1281212" y="991"/>
                  <a:pt x="1283184" y="2974"/>
                </a:cubicBezTo>
                <a:cubicBezTo>
                  <a:pt x="1285156" y="4955"/>
                  <a:pt x="1286143" y="7357"/>
                  <a:pt x="1286143" y="10180"/>
                </a:cubicBezTo>
                <a:cubicBezTo>
                  <a:pt x="1286143" y="13002"/>
                  <a:pt x="1285156" y="15422"/>
                  <a:pt x="1283184" y="17438"/>
                </a:cubicBezTo>
                <a:cubicBezTo>
                  <a:pt x="1281212" y="19452"/>
                  <a:pt x="1278821" y="20459"/>
                  <a:pt x="1276013" y="20459"/>
                </a:cubicBezTo>
                <a:cubicBezTo>
                  <a:pt x="1273205" y="20459"/>
                  <a:pt x="1270798" y="19452"/>
                  <a:pt x="1268792" y="17438"/>
                </a:cubicBezTo>
                <a:cubicBezTo>
                  <a:pt x="1266786" y="15422"/>
                  <a:pt x="1265783" y="13002"/>
                  <a:pt x="1265783" y="10180"/>
                </a:cubicBezTo>
                <a:cubicBezTo>
                  <a:pt x="1265783" y="7357"/>
                  <a:pt x="1266770" y="4955"/>
                  <a:pt x="1268742" y="2974"/>
                </a:cubicBezTo>
                <a:cubicBezTo>
                  <a:pt x="1270714" y="991"/>
                  <a:pt x="1273138" y="0"/>
                  <a:pt x="1276013" y="0"/>
                </a:cubicBezTo>
                <a:moveTo>
                  <a:pt x="1284337" y="48140"/>
                </a:moveTo>
                <a:lnTo>
                  <a:pt x="1284337" y="121754"/>
                </a:lnTo>
                <a:cubicBezTo>
                  <a:pt x="1284337" y="127537"/>
                  <a:pt x="1284755" y="131388"/>
                  <a:pt x="1285591" y="133306"/>
                </a:cubicBezTo>
                <a:cubicBezTo>
                  <a:pt x="1286427" y="135222"/>
                  <a:pt x="1287664" y="136651"/>
                  <a:pt x="1289302" y="137594"/>
                </a:cubicBezTo>
                <a:cubicBezTo>
                  <a:pt x="1290940" y="138534"/>
                  <a:pt x="1293932" y="139004"/>
                  <a:pt x="1298278" y="139004"/>
                </a:cubicBezTo>
                <a:lnTo>
                  <a:pt x="1298278" y="142615"/>
                </a:lnTo>
                <a:lnTo>
                  <a:pt x="1253648" y="142615"/>
                </a:lnTo>
                <a:lnTo>
                  <a:pt x="1253648" y="139004"/>
                </a:lnTo>
                <a:cubicBezTo>
                  <a:pt x="1258128" y="139004"/>
                  <a:pt x="1261137" y="138567"/>
                  <a:pt x="1262674" y="137694"/>
                </a:cubicBezTo>
                <a:cubicBezTo>
                  <a:pt x="1264212" y="136819"/>
                  <a:pt x="1265432" y="135373"/>
                  <a:pt x="1266335" y="133356"/>
                </a:cubicBezTo>
                <a:cubicBezTo>
                  <a:pt x="1267238" y="131338"/>
                  <a:pt x="1267689" y="127471"/>
                  <a:pt x="1267689" y="121754"/>
                </a:cubicBezTo>
                <a:lnTo>
                  <a:pt x="1267689" y="86652"/>
                </a:lnTo>
                <a:cubicBezTo>
                  <a:pt x="1267689" y="76648"/>
                  <a:pt x="1267388" y="70169"/>
                  <a:pt x="1266786" y="67214"/>
                </a:cubicBezTo>
                <a:cubicBezTo>
                  <a:pt x="1266318" y="65064"/>
                  <a:pt x="1265583" y="63571"/>
                  <a:pt x="1264580" y="62736"/>
                </a:cubicBezTo>
                <a:cubicBezTo>
                  <a:pt x="1263577" y="61898"/>
                  <a:pt x="1262206" y="61479"/>
                  <a:pt x="1260468" y="61479"/>
                </a:cubicBezTo>
                <a:cubicBezTo>
                  <a:pt x="1258596" y="61479"/>
                  <a:pt x="1256323" y="61980"/>
                  <a:pt x="1253648" y="62983"/>
                </a:cubicBezTo>
                <a:lnTo>
                  <a:pt x="1252244" y="59373"/>
                </a:lnTo>
                <a:lnTo>
                  <a:pt x="1279925" y="48140"/>
                </a:lnTo>
                <a:lnTo>
                  <a:pt x="1284337" y="48140"/>
                </a:lnTo>
                <a:close/>
                <a:moveTo>
                  <a:pt x="1354676" y="48140"/>
                </a:moveTo>
                <a:cubicBezTo>
                  <a:pt x="1368583" y="48140"/>
                  <a:pt x="1379749" y="53417"/>
                  <a:pt x="1388173" y="63970"/>
                </a:cubicBezTo>
                <a:cubicBezTo>
                  <a:pt x="1395328" y="72986"/>
                  <a:pt x="1398905" y="83339"/>
                  <a:pt x="1398905" y="95029"/>
                </a:cubicBezTo>
                <a:cubicBezTo>
                  <a:pt x="1398905" y="103245"/>
                  <a:pt x="1396932" y="111561"/>
                  <a:pt x="1392987" y="119977"/>
                </a:cubicBezTo>
                <a:cubicBezTo>
                  <a:pt x="1389043" y="128391"/>
                  <a:pt x="1383610" y="134735"/>
                  <a:pt x="1376690" y="139010"/>
                </a:cubicBezTo>
                <a:cubicBezTo>
                  <a:pt x="1369770" y="143285"/>
                  <a:pt x="1362064" y="145423"/>
                  <a:pt x="1353573" y="145423"/>
                </a:cubicBezTo>
                <a:cubicBezTo>
                  <a:pt x="1339733" y="145423"/>
                  <a:pt x="1328734" y="139912"/>
                  <a:pt x="1320577" y="128890"/>
                </a:cubicBezTo>
                <a:cubicBezTo>
                  <a:pt x="1313690" y="119607"/>
                  <a:pt x="1310247" y="109188"/>
                  <a:pt x="1310247" y="97634"/>
                </a:cubicBezTo>
                <a:cubicBezTo>
                  <a:pt x="1310247" y="89218"/>
                  <a:pt x="1312336" y="80852"/>
                  <a:pt x="1316515" y="72536"/>
                </a:cubicBezTo>
                <a:cubicBezTo>
                  <a:pt x="1320694" y="64220"/>
                  <a:pt x="1326193" y="58075"/>
                  <a:pt x="1333013" y="54101"/>
                </a:cubicBezTo>
                <a:cubicBezTo>
                  <a:pt x="1339833" y="50127"/>
                  <a:pt x="1347054" y="48140"/>
                  <a:pt x="1354676" y="48140"/>
                </a:cubicBezTo>
                <a:moveTo>
                  <a:pt x="1351567" y="54759"/>
                </a:moveTo>
                <a:cubicBezTo>
                  <a:pt x="1348023" y="54759"/>
                  <a:pt x="1344463" y="55809"/>
                  <a:pt x="1340886" y="57909"/>
                </a:cubicBezTo>
                <a:cubicBezTo>
                  <a:pt x="1337309" y="60007"/>
                  <a:pt x="1334417" y="63687"/>
                  <a:pt x="1332211" y="68950"/>
                </a:cubicBezTo>
                <a:cubicBezTo>
                  <a:pt x="1330004" y="74214"/>
                  <a:pt x="1328901" y="80975"/>
                  <a:pt x="1328901" y="89234"/>
                </a:cubicBezTo>
                <a:cubicBezTo>
                  <a:pt x="1328901" y="102559"/>
                  <a:pt x="1331559" y="114051"/>
                  <a:pt x="1336874" y="123713"/>
                </a:cubicBezTo>
                <a:cubicBezTo>
                  <a:pt x="1342190" y="133372"/>
                  <a:pt x="1349194" y="138202"/>
                  <a:pt x="1357885" y="138202"/>
                </a:cubicBezTo>
                <a:cubicBezTo>
                  <a:pt x="1364371" y="138202"/>
                  <a:pt x="1369720" y="135537"/>
                  <a:pt x="1373932" y="130207"/>
                </a:cubicBezTo>
                <a:cubicBezTo>
                  <a:pt x="1378144" y="124877"/>
                  <a:pt x="1380250" y="115717"/>
                  <a:pt x="1380250" y="102727"/>
                </a:cubicBezTo>
                <a:cubicBezTo>
                  <a:pt x="1380250" y="86471"/>
                  <a:pt x="1376740" y="73680"/>
                  <a:pt x="1369720" y="64353"/>
                </a:cubicBezTo>
                <a:cubicBezTo>
                  <a:pt x="1364973" y="57957"/>
                  <a:pt x="1358922" y="54759"/>
                  <a:pt x="1351567" y="54759"/>
                </a:cubicBezTo>
                <a:close/>
                <a:moveTo>
                  <a:pt x="1439223" y="67496"/>
                </a:moveTo>
                <a:cubicBezTo>
                  <a:pt x="1449987" y="54592"/>
                  <a:pt x="1460251" y="48140"/>
                  <a:pt x="1470012" y="48140"/>
                </a:cubicBezTo>
                <a:cubicBezTo>
                  <a:pt x="1475027" y="48140"/>
                  <a:pt x="1479339" y="49390"/>
                  <a:pt x="1482950" y="51891"/>
                </a:cubicBezTo>
                <a:cubicBezTo>
                  <a:pt x="1486560" y="54390"/>
                  <a:pt x="1489435" y="58508"/>
                  <a:pt x="1491575" y="64243"/>
                </a:cubicBezTo>
                <a:cubicBezTo>
                  <a:pt x="1493046" y="68244"/>
                  <a:pt x="1493781" y="74379"/>
                  <a:pt x="1493781" y="82647"/>
                </a:cubicBezTo>
                <a:lnTo>
                  <a:pt x="1493781" y="121754"/>
                </a:lnTo>
                <a:cubicBezTo>
                  <a:pt x="1493781" y="127604"/>
                  <a:pt x="1494249" y="131572"/>
                  <a:pt x="1495185" y="133657"/>
                </a:cubicBezTo>
                <a:cubicBezTo>
                  <a:pt x="1495921" y="135339"/>
                  <a:pt x="1497108" y="136651"/>
                  <a:pt x="1498746" y="137594"/>
                </a:cubicBezTo>
                <a:cubicBezTo>
                  <a:pt x="1500384" y="138534"/>
                  <a:pt x="1503409" y="139004"/>
                  <a:pt x="1507822" y="139004"/>
                </a:cubicBezTo>
                <a:lnTo>
                  <a:pt x="1507822" y="142615"/>
                </a:lnTo>
                <a:lnTo>
                  <a:pt x="1462390" y="142615"/>
                </a:lnTo>
                <a:lnTo>
                  <a:pt x="1462390" y="139004"/>
                </a:lnTo>
                <a:lnTo>
                  <a:pt x="1464296" y="139004"/>
                </a:lnTo>
                <a:cubicBezTo>
                  <a:pt x="1468575" y="139004"/>
                  <a:pt x="1471567" y="138349"/>
                  <a:pt x="1473272" y="137039"/>
                </a:cubicBezTo>
                <a:cubicBezTo>
                  <a:pt x="1474977" y="135727"/>
                  <a:pt x="1476163" y="133793"/>
                  <a:pt x="1476832" y="131238"/>
                </a:cubicBezTo>
                <a:cubicBezTo>
                  <a:pt x="1477100" y="130229"/>
                  <a:pt x="1477233" y="127067"/>
                  <a:pt x="1477233" y="121754"/>
                </a:cubicBezTo>
                <a:lnTo>
                  <a:pt x="1477233" y="84207"/>
                </a:lnTo>
                <a:cubicBezTo>
                  <a:pt x="1477233" y="75862"/>
                  <a:pt x="1476147" y="69804"/>
                  <a:pt x="1473974" y="66033"/>
                </a:cubicBezTo>
                <a:cubicBezTo>
                  <a:pt x="1471801" y="62261"/>
                  <a:pt x="1468140" y="60376"/>
                  <a:pt x="1462992" y="60376"/>
                </a:cubicBezTo>
                <a:cubicBezTo>
                  <a:pt x="1455035" y="60376"/>
                  <a:pt x="1447112" y="64721"/>
                  <a:pt x="1439223" y="73413"/>
                </a:cubicBezTo>
                <a:lnTo>
                  <a:pt x="1439223" y="121754"/>
                </a:lnTo>
                <a:cubicBezTo>
                  <a:pt x="1439223" y="128008"/>
                  <a:pt x="1439590" y="131875"/>
                  <a:pt x="1440326" y="133356"/>
                </a:cubicBezTo>
                <a:cubicBezTo>
                  <a:pt x="1441262" y="135306"/>
                  <a:pt x="1442549" y="136735"/>
                  <a:pt x="1444187" y="137644"/>
                </a:cubicBezTo>
                <a:cubicBezTo>
                  <a:pt x="1445825" y="138551"/>
                  <a:pt x="1449152" y="139004"/>
                  <a:pt x="1454166" y="139004"/>
                </a:cubicBezTo>
                <a:lnTo>
                  <a:pt x="1454166" y="142615"/>
                </a:lnTo>
                <a:lnTo>
                  <a:pt x="1408734" y="142615"/>
                </a:lnTo>
                <a:lnTo>
                  <a:pt x="1408734" y="139004"/>
                </a:lnTo>
                <a:lnTo>
                  <a:pt x="1410740" y="139004"/>
                </a:lnTo>
                <a:cubicBezTo>
                  <a:pt x="1415420" y="139004"/>
                  <a:pt x="1418579" y="137811"/>
                  <a:pt x="1420217" y="135425"/>
                </a:cubicBezTo>
                <a:cubicBezTo>
                  <a:pt x="1421856" y="133037"/>
                  <a:pt x="1422675" y="128480"/>
                  <a:pt x="1422675" y="121754"/>
                </a:cubicBezTo>
                <a:lnTo>
                  <a:pt x="1422675" y="87855"/>
                </a:lnTo>
                <a:cubicBezTo>
                  <a:pt x="1422675" y="76823"/>
                  <a:pt x="1422424" y="70104"/>
                  <a:pt x="1421922" y="67697"/>
                </a:cubicBezTo>
                <a:cubicBezTo>
                  <a:pt x="1421421" y="65290"/>
                  <a:pt x="1420652" y="63652"/>
                  <a:pt x="1419616" y="62783"/>
                </a:cubicBezTo>
                <a:cubicBezTo>
                  <a:pt x="1418579" y="61913"/>
                  <a:pt x="1417192" y="61479"/>
                  <a:pt x="1415454" y="61479"/>
                </a:cubicBezTo>
                <a:cubicBezTo>
                  <a:pt x="1413582" y="61479"/>
                  <a:pt x="1411342" y="61980"/>
                  <a:pt x="1408734" y="62983"/>
                </a:cubicBezTo>
                <a:lnTo>
                  <a:pt x="1407230" y="59373"/>
                </a:lnTo>
                <a:lnTo>
                  <a:pt x="1434910" y="48140"/>
                </a:lnTo>
                <a:lnTo>
                  <a:pt x="1439223" y="48140"/>
                </a:lnTo>
                <a:lnTo>
                  <a:pt x="1439223" y="6749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5B37A5-11C5-421B-8AC5-AE8BC04F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593" y="5083136"/>
            <a:ext cx="8572933" cy="1202429"/>
          </a:xfrm>
          <a:custGeom xmlns:a="http://schemas.openxmlformats.org/drawingml/2006/main">
            <a:pathLst>
              <a:path w="8572933" h="1202429" fill="none">
                <a:moveTo>
                  <a:pt x="8326011" y="0"/>
                </a:moveTo>
                <a:lnTo>
                  <a:pt x="8470234" y="0"/>
                </a:lnTo>
                <a:cubicBezTo>
                  <a:pt x="8526958" y="0"/>
                  <a:pt x="8572933" y="45975"/>
                  <a:pt x="8572933" y="102699"/>
                </a:cubicBezTo>
                <a:lnTo>
                  <a:pt x="8572933" y="424778"/>
                </a:lnTo>
                <a:lnTo>
                  <a:pt x="8572933" y="568916"/>
                </a:lnTo>
                <a:cubicBezTo>
                  <a:pt x="8572933" y="625640"/>
                  <a:pt x="8526958" y="671614"/>
                  <a:pt x="8470234" y="671597"/>
                </a:cubicBezTo>
                <a:lnTo>
                  <a:pt x="102699" y="670022"/>
                </a:lnTo>
                <a:cubicBezTo>
                  <a:pt x="45975" y="670005"/>
                  <a:pt x="0" y="715980"/>
                  <a:pt x="0" y="772704"/>
                </a:cubicBezTo>
                <a:lnTo>
                  <a:pt x="0" y="1098104"/>
                </a:lnTo>
                <a:cubicBezTo>
                  <a:pt x="0" y="1154828"/>
                  <a:pt x="45975" y="1200957"/>
                  <a:pt x="102699" y="1201145"/>
                </a:cubicBezTo>
                <a:lnTo>
                  <a:pt x="498584" y="1202429"/>
                </a:lnTo>
                <a:lnTo>
                  <a:pt x="556763" y="1202429"/>
                </a:lnTo>
              </a:path>
            </a:pathLst>
          </a:custGeom>
          <a:noFill xmlns:a="http://schemas.openxmlformats.org/drawingml/2006/main"/>
          <a:ln xmlns:a="http://schemas.openxmlformats.org/drawingml/2006/main" w="34233" cap="flat">
            <a:solidFill>
              <a:srgbClr val="231F20"/>
            </a:solidFill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8EBE4-C1A4-4C11-BFA8-35847D71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363" y="6218776"/>
            <a:ext cx="183522" cy="133577"/>
          </a:xfrm>
          <a:custGeom xmlns:a="http://schemas.openxmlformats.org/drawingml/2006/main">
            <a:pathLst>
              <a:path w="183522" h="133577">
                <a:moveTo>
                  <a:pt x="183522" y="66788"/>
                </a:moveTo>
                <a:lnTo>
                  <a:pt x="0" y="0"/>
                </a:lnTo>
                <a:lnTo>
                  <a:pt x="0" y="133577"/>
                </a:lnTo>
                <a:lnTo>
                  <a:pt x="183522" y="66788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6237545bcd47a6"/>
          <a:stretch xmlns:a="http://schemas.openxmlformats.org/drawingml/2006/main"/>
        </p:blipFill>
        <p:spPr>
          <a:xfrm xmlns:a="http://schemas.openxmlformats.org/drawingml/2006/main">
            <a:off x="419024" y="6677948"/>
            <a:ext cx="834409" cy="834409"/>
          </a:xfrm>
          <a:prstGeom xmlns:a="http://schemas.openxmlformats.org/drawingml/2006/main" prst="rect">
            <a:avLst/>
          </a:prstGeom>
        </p:spPr>
      </p:pic>
      <p:sp>
        <p:nvSpPr>
          <p:cNvPr id="363" name="Text Accident">
            <a:extLst xmlns:a="http://schemas.openxmlformats.org/drawingml/2006/main">
              <a:ext uri="{FF2B5EF4-FFF2-40B4-BE49-F238E27FC236}">
                <a16:creationId xmlns:a16="http://schemas.microsoft.com/office/drawing/2014/main" id="{B17499E1-F993-4727-AF6A-5DF5E551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11" y="7554954"/>
            <a:ext cx="740145" cy="145423"/>
          </a:xfrm>
          <a:custGeom xmlns:a="http://schemas.openxmlformats.org/drawingml/2006/main">
            <a:pathLst>
              <a:path w="740145" h="145423">
                <a:moveTo>
                  <a:pt x="92369" y="97082"/>
                </a:moveTo>
                <a:lnTo>
                  <a:pt x="39715" y="97082"/>
                </a:lnTo>
                <a:lnTo>
                  <a:pt x="30489" y="118545"/>
                </a:lnTo>
                <a:cubicBezTo>
                  <a:pt x="28215" y="123802"/>
                  <a:pt x="27079" y="127727"/>
                  <a:pt x="27079" y="130319"/>
                </a:cubicBezTo>
                <a:cubicBezTo>
                  <a:pt x="27079" y="132384"/>
                  <a:pt x="28065" y="134197"/>
                  <a:pt x="30037" y="135760"/>
                </a:cubicBezTo>
                <a:cubicBezTo>
                  <a:pt x="32010" y="137323"/>
                  <a:pt x="36272" y="138338"/>
                  <a:pt x="42824" y="138804"/>
                </a:cubicBezTo>
                <a:lnTo>
                  <a:pt x="42824" y="142615"/>
                </a:lnTo>
                <a:lnTo>
                  <a:pt x="0" y="142615"/>
                </a:lnTo>
                <a:lnTo>
                  <a:pt x="0" y="138804"/>
                </a:lnTo>
                <a:cubicBezTo>
                  <a:pt x="5683" y="137803"/>
                  <a:pt x="9361" y="136502"/>
                  <a:pt x="11032" y="134902"/>
                </a:cubicBezTo>
                <a:cubicBezTo>
                  <a:pt x="14442" y="131698"/>
                  <a:pt x="18220" y="125194"/>
                  <a:pt x="22365" y="115389"/>
                </a:cubicBezTo>
                <a:lnTo>
                  <a:pt x="70204" y="3611"/>
                </a:lnTo>
                <a:lnTo>
                  <a:pt x="73714" y="3611"/>
                </a:lnTo>
                <a:lnTo>
                  <a:pt x="121052" y="116639"/>
                </a:lnTo>
                <a:cubicBezTo>
                  <a:pt x="124863" y="125690"/>
                  <a:pt x="128323" y="131565"/>
                  <a:pt x="131432" y="134262"/>
                </a:cubicBezTo>
                <a:cubicBezTo>
                  <a:pt x="134541" y="136958"/>
                  <a:pt x="138870" y="138471"/>
                  <a:pt x="144420" y="138804"/>
                </a:cubicBezTo>
                <a:lnTo>
                  <a:pt x="144420" y="142615"/>
                </a:lnTo>
                <a:lnTo>
                  <a:pt x="90764" y="142615"/>
                </a:lnTo>
                <a:lnTo>
                  <a:pt x="90764" y="138804"/>
                </a:lnTo>
                <a:cubicBezTo>
                  <a:pt x="96180" y="138538"/>
                  <a:pt x="99840" y="137640"/>
                  <a:pt x="101746" y="136108"/>
                </a:cubicBezTo>
                <a:cubicBezTo>
                  <a:pt x="103651" y="134577"/>
                  <a:pt x="104604" y="132713"/>
                  <a:pt x="104604" y="130517"/>
                </a:cubicBezTo>
                <a:cubicBezTo>
                  <a:pt x="104604" y="127588"/>
                  <a:pt x="103267" y="122962"/>
                  <a:pt x="100592" y="116639"/>
                </a:cubicBezTo>
                <a:lnTo>
                  <a:pt x="92369" y="97082"/>
                </a:lnTo>
                <a:moveTo>
                  <a:pt x="89560" y="89661"/>
                </a:moveTo>
                <a:lnTo>
                  <a:pt x="66493" y="34701"/>
                </a:lnTo>
                <a:lnTo>
                  <a:pt x="42824" y="89661"/>
                </a:lnTo>
                <a:lnTo>
                  <a:pt x="89560" y="89661"/>
                </a:lnTo>
                <a:close/>
                <a:moveTo>
                  <a:pt x="231138" y="107713"/>
                </a:moveTo>
                <a:cubicBezTo>
                  <a:pt x="228664" y="119815"/>
                  <a:pt x="223816" y="129125"/>
                  <a:pt x="216595" y="135644"/>
                </a:cubicBezTo>
                <a:cubicBezTo>
                  <a:pt x="209374" y="142163"/>
                  <a:pt x="201384" y="145423"/>
                  <a:pt x="192626" y="145423"/>
                </a:cubicBezTo>
                <a:cubicBezTo>
                  <a:pt x="182195" y="145423"/>
                  <a:pt x="173102" y="141049"/>
                  <a:pt x="165346" y="132300"/>
                </a:cubicBezTo>
                <a:cubicBezTo>
                  <a:pt x="157590" y="123550"/>
                  <a:pt x="153713" y="111727"/>
                  <a:pt x="153713" y="96831"/>
                </a:cubicBezTo>
                <a:cubicBezTo>
                  <a:pt x="153713" y="82404"/>
                  <a:pt x="158008" y="70683"/>
                  <a:pt x="166600" y="61667"/>
                </a:cubicBezTo>
                <a:cubicBezTo>
                  <a:pt x="175192" y="52649"/>
                  <a:pt x="185505" y="48140"/>
                  <a:pt x="197540" y="48140"/>
                </a:cubicBezTo>
                <a:cubicBezTo>
                  <a:pt x="206566" y="48140"/>
                  <a:pt x="213988" y="50539"/>
                  <a:pt x="219805" y="55336"/>
                </a:cubicBezTo>
                <a:cubicBezTo>
                  <a:pt x="225622" y="60131"/>
                  <a:pt x="228530" y="65111"/>
                  <a:pt x="228530" y="70276"/>
                </a:cubicBezTo>
                <a:cubicBezTo>
                  <a:pt x="228530" y="72825"/>
                  <a:pt x="227711" y="74889"/>
                  <a:pt x="226073" y="76466"/>
                </a:cubicBezTo>
                <a:cubicBezTo>
                  <a:pt x="224435" y="78041"/>
                  <a:pt x="222145" y="78829"/>
                  <a:pt x="219203" y="78829"/>
                </a:cubicBezTo>
                <a:cubicBezTo>
                  <a:pt x="215258" y="78829"/>
                  <a:pt x="212283" y="77548"/>
                  <a:pt x="210277" y="74987"/>
                </a:cubicBezTo>
                <a:cubicBezTo>
                  <a:pt x="209140" y="73570"/>
                  <a:pt x="208388" y="70873"/>
                  <a:pt x="208020" y="66894"/>
                </a:cubicBezTo>
                <a:cubicBezTo>
                  <a:pt x="207653" y="62916"/>
                  <a:pt x="206299" y="59882"/>
                  <a:pt x="203959" y="57793"/>
                </a:cubicBezTo>
                <a:cubicBezTo>
                  <a:pt x="201618" y="55770"/>
                  <a:pt x="198376" y="54759"/>
                  <a:pt x="194230" y="54759"/>
                </a:cubicBezTo>
                <a:cubicBezTo>
                  <a:pt x="187544" y="54759"/>
                  <a:pt x="182162" y="57233"/>
                  <a:pt x="178083" y="62181"/>
                </a:cubicBezTo>
                <a:cubicBezTo>
                  <a:pt x="172668" y="68733"/>
                  <a:pt x="169960" y="77392"/>
                  <a:pt x="169960" y="88156"/>
                </a:cubicBezTo>
                <a:cubicBezTo>
                  <a:pt x="169960" y="99121"/>
                  <a:pt x="172651" y="108800"/>
                  <a:pt x="178033" y="117191"/>
                </a:cubicBezTo>
                <a:cubicBezTo>
                  <a:pt x="183416" y="125582"/>
                  <a:pt x="190687" y="129777"/>
                  <a:pt x="199847" y="129777"/>
                </a:cubicBezTo>
                <a:cubicBezTo>
                  <a:pt x="206399" y="129777"/>
                  <a:pt x="212283" y="127537"/>
                  <a:pt x="217498" y="123058"/>
                </a:cubicBezTo>
                <a:cubicBezTo>
                  <a:pt x="221175" y="119982"/>
                  <a:pt x="224752" y="114399"/>
                  <a:pt x="228229" y="106309"/>
                </a:cubicBezTo>
                <a:lnTo>
                  <a:pt x="231138" y="107713"/>
                </a:lnTo>
                <a:close/>
                <a:moveTo>
                  <a:pt x="322334" y="107713"/>
                </a:moveTo>
                <a:cubicBezTo>
                  <a:pt x="319860" y="119815"/>
                  <a:pt x="315013" y="129125"/>
                  <a:pt x="307792" y="135644"/>
                </a:cubicBezTo>
                <a:cubicBezTo>
                  <a:pt x="300571" y="142163"/>
                  <a:pt x="292581" y="145423"/>
                  <a:pt x="283822" y="145423"/>
                </a:cubicBezTo>
                <a:cubicBezTo>
                  <a:pt x="273392" y="145423"/>
                  <a:pt x="264298" y="141049"/>
                  <a:pt x="256543" y="132300"/>
                </a:cubicBezTo>
                <a:cubicBezTo>
                  <a:pt x="248787" y="123550"/>
                  <a:pt x="244909" y="111727"/>
                  <a:pt x="244909" y="96831"/>
                </a:cubicBezTo>
                <a:cubicBezTo>
                  <a:pt x="244909" y="82404"/>
                  <a:pt x="249205" y="70683"/>
                  <a:pt x="257796" y="61667"/>
                </a:cubicBezTo>
                <a:cubicBezTo>
                  <a:pt x="266388" y="52649"/>
                  <a:pt x="276701" y="48140"/>
                  <a:pt x="288736" y="48140"/>
                </a:cubicBezTo>
                <a:cubicBezTo>
                  <a:pt x="297762" y="48140"/>
                  <a:pt x="305184" y="50539"/>
                  <a:pt x="311001" y="55336"/>
                </a:cubicBezTo>
                <a:cubicBezTo>
                  <a:pt x="316818" y="60131"/>
                  <a:pt x="319726" y="65111"/>
                  <a:pt x="319726" y="70276"/>
                </a:cubicBezTo>
                <a:cubicBezTo>
                  <a:pt x="319726" y="72825"/>
                  <a:pt x="318907" y="74889"/>
                  <a:pt x="317269" y="76466"/>
                </a:cubicBezTo>
                <a:cubicBezTo>
                  <a:pt x="315631" y="78041"/>
                  <a:pt x="313341" y="78829"/>
                  <a:pt x="310399" y="78829"/>
                </a:cubicBezTo>
                <a:cubicBezTo>
                  <a:pt x="306454" y="78829"/>
                  <a:pt x="303479" y="77548"/>
                  <a:pt x="301473" y="74987"/>
                </a:cubicBezTo>
                <a:cubicBezTo>
                  <a:pt x="300337" y="73570"/>
                  <a:pt x="299584" y="70873"/>
                  <a:pt x="299217" y="66894"/>
                </a:cubicBezTo>
                <a:cubicBezTo>
                  <a:pt x="298849" y="62916"/>
                  <a:pt x="297495" y="59882"/>
                  <a:pt x="295155" y="57793"/>
                </a:cubicBezTo>
                <a:cubicBezTo>
                  <a:pt x="292815" y="55770"/>
                  <a:pt x="289572" y="54759"/>
                  <a:pt x="285427" y="54759"/>
                </a:cubicBezTo>
                <a:cubicBezTo>
                  <a:pt x="278740" y="54759"/>
                  <a:pt x="273358" y="57233"/>
                  <a:pt x="269280" y="62181"/>
                </a:cubicBezTo>
                <a:cubicBezTo>
                  <a:pt x="263864" y="68733"/>
                  <a:pt x="261156" y="77392"/>
                  <a:pt x="261156" y="88156"/>
                </a:cubicBezTo>
                <a:cubicBezTo>
                  <a:pt x="261156" y="99121"/>
                  <a:pt x="263847" y="108800"/>
                  <a:pt x="269229" y="117191"/>
                </a:cubicBezTo>
                <a:cubicBezTo>
                  <a:pt x="274612" y="125582"/>
                  <a:pt x="281883" y="129777"/>
                  <a:pt x="291043" y="129777"/>
                </a:cubicBezTo>
                <a:cubicBezTo>
                  <a:pt x="297595" y="129777"/>
                  <a:pt x="303479" y="127537"/>
                  <a:pt x="308694" y="123058"/>
                </a:cubicBezTo>
                <a:cubicBezTo>
                  <a:pt x="312372" y="119982"/>
                  <a:pt x="315949" y="114399"/>
                  <a:pt x="319425" y="106309"/>
                </a:cubicBezTo>
                <a:lnTo>
                  <a:pt x="322334" y="107713"/>
                </a:lnTo>
                <a:close/>
                <a:moveTo>
                  <a:pt x="358871" y="0"/>
                </a:moveTo>
                <a:cubicBezTo>
                  <a:pt x="361679" y="0"/>
                  <a:pt x="364070" y="991"/>
                  <a:pt x="366042" y="2974"/>
                </a:cubicBezTo>
                <a:cubicBezTo>
                  <a:pt x="368015" y="4955"/>
                  <a:pt x="369001" y="7357"/>
                  <a:pt x="369001" y="10180"/>
                </a:cubicBezTo>
                <a:cubicBezTo>
                  <a:pt x="369001" y="13002"/>
                  <a:pt x="368015" y="15422"/>
                  <a:pt x="366042" y="17438"/>
                </a:cubicBezTo>
                <a:cubicBezTo>
                  <a:pt x="364070" y="19452"/>
                  <a:pt x="361679" y="20459"/>
                  <a:pt x="358871" y="20459"/>
                </a:cubicBezTo>
                <a:cubicBezTo>
                  <a:pt x="356063" y="20459"/>
                  <a:pt x="353656" y="19452"/>
                  <a:pt x="351650" y="17438"/>
                </a:cubicBezTo>
                <a:cubicBezTo>
                  <a:pt x="349644" y="15422"/>
                  <a:pt x="348642" y="13002"/>
                  <a:pt x="348642" y="10180"/>
                </a:cubicBezTo>
                <a:cubicBezTo>
                  <a:pt x="348642" y="7357"/>
                  <a:pt x="349628" y="4955"/>
                  <a:pt x="351600" y="2974"/>
                </a:cubicBezTo>
                <a:cubicBezTo>
                  <a:pt x="353573" y="991"/>
                  <a:pt x="355996" y="0"/>
                  <a:pt x="358871" y="0"/>
                </a:cubicBezTo>
                <a:moveTo>
                  <a:pt x="367195" y="48140"/>
                </a:moveTo>
                <a:lnTo>
                  <a:pt x="367195" y="121754"/>
                </a:lnTo>
                <a:cubicBezTo>
                  <a:pt x="367195" y="127537"/>
                  <a:pt x="367613" y="131388"/>
                  <a:pt x="368449" y="133306"/>
                </a:cubicBezTo>
                <a:cubicBezTo>
                  <a:pt x="369285" y="135222"/>
                  <a:pt x="370522" y="136651"/>
                  <a:pt x="372160" y="137594"/>
                </a:cubicBezTo>
                <a:cubicBezTo>
                  <a:pt x="373798" y="138534"/>
                  <a:pt x="376790" y="139004"/>
                  <a:pt x="381136" y="139004"/>
                </a:cubicBezTo>
                <a:lnTo>
                  <a:pt x="381136" y="142615"/>
                </a:lnTo>
                <a:lnTo>
                  <a:pt x="336506" y="142615"/>
                </a:lnTo>
                <a:lnTo>
                  <a:pt x="336506" y="139004"/>
                </a:lnTo>
                <a:cubicBezTo>
                  <a:pt x="340986" y="139004"/>
                  <a:pt x="343995" y="138567"/>
                  <a:pt x="345532" y="137694"/>
                </a:cubicBezTo>
                <a:cubicBezTo>
                  <a:pt x="347070" y="136819"/>
                  <a:pt x="348290" y="135373"/>
                  <a:pt x="349193" y="133356"/>
                </a:cubicBezTo>
                <a:cubicBezTo>
                  <a:pt x="350096" y="131338"/>
                  <a:pt x="350547" y="127471"/>
                  <a:pt x="350547" y="121754"/>
                </a:cubicBezTo>
                <a:lnTo>
                  <a:pt x="350547" y="86652"/>
                </a:lnTo>
                <a:cubicBezTo>
                  <a:pt x="350547" y="76648"/>
                  <a:pt x="350246" y="70169"/>
                  <a:pt x="349644" y="67214"/>
                </a:cubicBezTo>
                <a:cubicBezTo>
                  <a:pt x="349176" y="65064"/>
                  <a:pt x="348441" y="63571"/>
                  <a:pt x="347438" y="62736"/>
                </a:cubicBezTo>
                <a:cubicBezTo>
                  <a:pt x="346435" y="61898"/>
                  <a:pt x="345064" y="61479"/>
                  <a:pt x="343326" y="61479"/>
                </a:cubicBezTo>
                <a:cubicBezTo>
                  <a:pt x="341454" y="61479"/>
                  <a:pt x="339181" y="61980"/>
                  <a:pt x="336506" y="62983"/>
                </a:cubicBezTo>
                <a:lnTo>
                  <a:pt x="335102" y="59373"/>
                </a:lnTo>
                <a:lnTo>
                  <a:pt x="362783" y="48140"/>
                </a:lnTo>
                <a:lnTo>
                  <a:pt x="367195" y="48140"/>
                </a:lnTo>
                <a:close/>
                <a:moveTo>
                  <a:pt x="457492" y="132291"/>
                </a:moveTo>
                <a:cubicBezTo>
                  <a:pt x="453013" y="136969"/>
                  <a:pt x="448633" y="140328"/>
                  <a:pt x="444354" y="142367"/>
                </a:cubicBezTo>
                <a:cubicBezTo>
                  <a:pt x="440075" y="144404"/>
                  <a:pt x="435462" y="145423"/>
                  <a:pt x="430514" y="145423"/>
                </a:cubicBezTo>
                <a:cubicBezTo>
                  <a:pt x="420485" y="145423"/>
                  <a:pt x="411726" y="141237"/>
                  <a:pt x="404238" y="132864"/>
                </a:cubicBezTo>
                <a:cubicBezTo>
                  <a:pt x="396749" y="124490"/>
                  <a:pt x="393005" y="113730"/>
                  <a:pt x="393005" y="100583"/>
                </a:cubicBezTo>
                <a:cubicBezTo>
                  <a:pt x="393005" y="87439"/>
                  <a:pt x="397150" y="75412"/>
                  <a:pt x="405441" y="64503"/>
                </a:cubicBezTo>
                <a:cubicBezTo>
                  <a:pt x="413732" y="53594"/>
                  <a:pt x="424396" y="48140"/>
                  <a:pt x="437434" y="48140"/>
                </a:cubicBezTo>
                <a:cubicBezTo>
                  <a:pt x="445524" y="48140"/>
                  <a:pt x="452210" y="50713"/>
                  <a:pt x="457492" y="55859"/>
                </a:cubicBezTo>
                <a:lnTo>
                  <a:pt x="457492" y="38713"/>
                </a:lnTo>
                <a:cubicBezTo>
                  <a:pt x="457492" y="28259"/>
                  <a:pt x="457242" y="21834"/>
                  <a:pt x="456740" y="19438"/>
                </a:cubicBezTo>
                <a:cubicBezTo>
                  <a:pt x="456239" y="17041"/>
                  <a:pt x="455453" y="15409"/>
                  <a:pt x="454383" y="14542"/>
                </a:cubicBezTo>
                <a:cubicBezTo>
                  <a:pt x="453314" y="13673"/>
                  <a:pt x="451976" y="13238"/>
                  <a:pt x="450372" y="13238"/>
                </a:cubicBezTo>
                <a:cubicBezTo>
                  <a:pt x="448633" y="13238"/>
                  <a:pt x="446327" y="13773"/>
                  <a:pt x="443452" y="14843"/>
                </a:cubicBezTo>
                <a:lnTo>
                  <a:pt x="442148" y="11233"/>
                </a:lnTo>
                <a:lnTo>
                  <a:pt x="469527" y="0"/>
                </a:lnTo>
                <a:lnTo>
                  <a:pt x="474041" y="0"/>
                </a:lnTo>
                <a:lnTo>
                  <a:pt x="474041" y="106309"/>
                </a:lnTo>
                <a:cubicBezTo>
                  <a:pt x="474041" y="117030"/>
                  <a:pt x="474291" y="123572"/>
                  <a:pt x="474793" y="125935"/>
                </a:cubicBezTo>
                <a:cubicBezTo>
                  <a:pt x="475294" y="128298"/>
                  <a:pt x="476096" y="129948"/>
                  <a:pt x="477200" y="130884"/>
                </a:cubicBezTo>
                <a:cubicBezTo>
                  <a:pt x="478303" y="131818"/>
                  <a:pt x="479590" y="132285"/>
                  <a:pt x="481061" y="132285"/>
                </a:cubicBezTo>
                <a:cubicBezTo>
                  <a:pt x="482866" y="132285"/>
                  <a:pt x="485273" y="131716"/>
                  <a:pt x="488282" y="130580"/>
                </a:cubicBezTo>
                <a:lnTo>
                  <a:pt x="489385" y="134190"/>
                </a:lnTo>
                <a:lnTo>
                  <a:pt x="462106" y="145423"/>
                </a:lnTo>
                <a:lnTo>
                  <a:pt x="457492" y="145423"/>
                </a:lnTo>
                <a:lnTo>
                  <a:pt x="457492" y="132291"/>
                </a:lnTo>
                <a:moveTo>
                  <a:pt x="457492" y="125286"/>
                </a:moveTo>
                <a:lnTo>
                  <a:pt x="457492" y="78068"/>
                </a:lnTo>
                <a:cubicBezTo>
                  <a:pt x="457091" y="73531"/>
                  <a:pt x="455888" y="69397"/>
                  <a:pt x="453882" y="65663"/>
                </a:cubicBezTo>
                <a:cubicBezTo>
                  <a:pt x="451876" y="61927"/>
                  <a:pt x="449218" y="59109"/>
                  <a:pt x="445909" y="57210"/>
                </a:cubicBezTo>
                <a:cubicBezTo>
                  <a:pt x="442599" y="55309"/>
                  <a:pt x="439373" y="54358"/>
                  <a:pt x="436231" y="54358"/>
                </a:cubicBezTo>
                <a:cubicBezTo>
                  <a:pt x="430347" y="54358"/>
                  <a:pt x="425098" y="56993"/>
                  <a:pt x="420485" y="62262"/>
                </a:cubicBezTo>
                <a:cubicBezTo>
                  <a:pt x="414400" y="69197"/>
                  <a:pt x="411358" y="79334"/>
                  <a:pt x="411358" y="92673"/>
                </a:cubicBezTo>
                <a:cubicBezTo>
                  <a:pt x="411358" y="106145"/>
                  <a:pt x="414300" y="116467"/>
                  <a:pt x="420184" y="123638"/>
                </a:cubicBezTo>
                <a:cubicBezTo>
                  <a:pt x="426068" y="130806"/>
                  <a:pt x="432620" y="134391"/>
                  <a:pt x="439841" y="134391"/>
                </a:cubicBezTo>
                <a:cubicBezTo>
                  <a:pt x="445925" y="134391"/>
                  <a:pt x="451809" y="131356"/>
                  <a:pt x="457492" y="125286"/>
                </a:cubicBezTo>
                <a:close/>
                <a:moveTo>
                  <a:pt x="510747" y="85448"/>
                </a:moveTo>
                <a:cubicBezTo>
                  <a:pt x="510680" y="99025"/>
                  <a:pt x="513990" y="109674"/>
                  <a:pt x="520676" y="117394"/>
                </a:cubicBezTo>
                <a:cubicBezTo>
                  <a:pt x="527362" y="125115"/>
                  <a:pt x="535218" y="128975"/>
                  <a:pt x="544245" y="128975"/>
                </a:cubicBezTo>
                <a:cubicBezTo>
                  <a:pt x="550262" y="128975"/>
                  <a:pt x="555494" y="127313"/>
                  <a:pt x="559940" y="123989"/>
                </a:cubicBezTo>
                <a:cubicBezTo>
                  <a:pt x="564386" y="120664"/>
                  <a:pt x="568114" y="114972"/>
                  <a:pt x="571123" y="106911"/>
                </a:cubicBezTo>
                <a:lnTo>
                  <a:pt x="574232" y="108926"/>
                </a:lnTo>
                <a:cubicBezTo>
                  <a:pt x="572828" y="118134"/>
                  <a:pt x="568749" y="126519"/>
                  <a:pt x="561996" y="134080"/>
                </a:cubicBezTo>
                <a:cubicBezTo>
                  <a:pt x="555243" y="141642"/>
                  <a:pt x="546785" y="145423"/>
                  <a:pt x="536622" y="145423"/>
                </a:cubicBezTo>
                <a:cubicBezTo>
                  <a:pt x="525590" y="145423"/>
                  <a:pt x="516146" y="141136"/>
                  <a:pt x="508290" y="132563"/>
                </a:cubicBezTo>
                <a:cubicBezTo>
                  <a:pt x="500434" y="123989"/>
                  <a:pt x="496506" y="112461"/>
                  <a:pt x="496506" y="97982"/>
                </a:cubicBezTo>
                <a:cubicBezTo>
                  <a:pt x="496506" y="82303"/>
                  <a:pt x="500534" y="70077"/>
                  <a:pt x="508591" y="61303"/>
                </a:cubicBezTo>
                <a:cubicBezTo>
                  <a:pt x="516648" y="52528"/>
                  <a:pt x="526760" y="48140"/>
                  <a:pt x="538929" y="48140"/>
                </a:cubicBezTo>
                <a:cubicBezTo>
                  <a:pt x="549226" y="48140"/>
                  <a:pt x="557684" y="51525"/>
                  <a:pt x="564303" y="58294"/>
                </a:cubicBezTo>
                <a:cubicBezTo>
                  <a:pt x="570922" y="65062"/>
                  <a:pt x="574232" y="74113"/>
                  <a:pt x="574232" y="85448"/>
                </a:cubicBezTo>
                <a:lnTo>
                  <a:pt x="510747" y="85448"/>
                </a:lnTo>
                <a:moveTo>
                  <a:pt x="510747" y="79631"/>
                </a:moveTo>
                <a:lnTo>
                  <a:pt x="553271" y="79631"/>
                </a:lnTo>
                <a:cubicBezTo>
                  <a:pt x="552937" y="73796"/>
                  <a:pt x="552234" y="69685"/>
                  <a:pt x="551165" y="67299"/>
                </a:cubicBezTo>
                <a:cubicBezTo>
                  <a:pt x="549493" y="63584"/>
                  <a:pt x="547003" y="60666"/>
                  <a:pt x="543693" y="58545"/>
                </a:cubicBezTo>
                <a:cubicBezTo>
                  <a:pt x="540383" y="56422"/>
                  <a:pt x="536923" y="55361"/>
                  <a:pt x="533313" y="55361"/>
                </a:cubicBezTo>
                <a:cubicBezTo>
                  <a:pt x="527763" y="55361"/>
                  <a:pt x="522799" y="57499"/>
                  <a:pt x="518420" y="61776"/>
                </a:cubicBezTo>
                <a:cubicBezTo>
                  <a:pt x="514040" y="66053"/>
                  <a:pt x="511483" y="72005"/>
                  <a:pt x="510747" y="79631"/>
                </a:cubicBezTo>
                <a:close/>
                <a:moveTo>
                  <a:pt x="613276" y="67496"/>
                </a:moveTo>
                <a:cubicBezTo>
                  <a:pt x="624041" y="54592"/>
                  <a:pt x="634304" y="48140"/>
                  <a:pt x="644066" y="48140"/>
                </a:cubicBezTo>
                <a:cubicBezTo>
                  <a:pt x="649081" y="48140"/>
                  <a:pt x="653393" y="49390"/>
                  <a:pt x="657004" y="51891"/>
                </a:cubicBezTo>
                <a:cubicBezTo>
                  <a:pt x="660614" y="54390"/>
                  <a:pt x="663489" y="58508"/>
                  <a:pt x="665629" y="64243"/>
                </a:cubicBezTo>
                <a:cubicBezTo>
                  <a:pt x="667100" y="68244"/>
                  <a:pt x="667835" y="74379"/>
                  <a:pt x="667835" y="82647"/>
                </a:cubicBezTo>
                <a:lnTo>
                  <a:pt x="667835" y="121754"/>
                </a:lnTo>
                <a:cubicBezTo>
                  <a:pt x="667835" y="127604"/>
                  <a:pt x="668303" y="131572"/>
                  <a:pt x="669239" y="133657"/>
                </a:cubicBezTo>
                <a:cubicBezTo>
                  <a:pt x="669975" y="135339"/>
                  <a:pt x="671161" y="136651"/>
                  <a:pt x="672799" y="137594"/>
                </a:cubicBezTo>
                <a:cubicBezTo>
                  <a:pt x="674438" y="138534"/>
                  <a:pt x="677463" y="139004"/>
                  <a:pt x="681876" y="139004"/>
                </a:cubicBezTo>
                <a:lnTo>
                  <a:pt x="681876" y="142615"/>
                </a:lnTo>
                <a:lnTo>
                  <a:pt x="636444" y="142615"/>
                </a:lnTo>
                <a:lnTo>
                  <a:pt x="636444" y="139004"/>
                </a:lnTo>
                <a:lnTo>
                  <a:pt x="638349" y="139004"/>
                </a:lnTo>
                <a:cubicBezTo>
                  <a:pt x="642628" y="139004"/>
                  <a:pt x="645620" y="138349"/>
                  <a:pt x="647325" y="137039"/>
                </a:cubicBezTo>
                <a:cubicBezTo>
                  <a:pt x="649030" y="135727"/>
                  <a:pt x="650217" y="133793"/>
                  <a:pt x="650886" y="131238"/>
                </a:cubicBezTo>
                <a:cubicBezTo>
                  <a:pt x="651153" y="130229"/>
                  <a:pt x="651287" y="127067"/>
                  <a:pt x="651287" y="121754"/>
                </a:cubicBezTo>
                <a:lnTo>
                  <a:pt x="651287" y="84207"/>
                </a:lnTo>
                <a:cubicBezTo>
                  <a:pt x="651287" y="75862"/>
                  <a:pt x="650200" y="69804"/>
                  <a:pt x="648027" y="66033"/>
                </a:cubicBezTo>
                <a:cubicBezTo>
                  <a:pt x="645854" y="62261"/>
                  <a:pt x="642194" y="60376"/>
                  <a:pt x="637046" y="60376"/>
                </a:cubicBezTo>
                <a:cubicBezTo>
                  <a:pt x="629089" y="60376"/>
                  <a:pt x="621166" y="64721"/>
                  <a:pt x="613276" y="73413"/>
                </a:cubicBezTo>
                <a:lnTo>
                  <a:pt x="613276" y="121754"/>
                </a:lnTo>
                <a:cubicBezTo>
                  <a:pt x="613276" y="128008"/>
                  <a:pt x="613644" y="131875"/>
                  <a:pt x="614380" y="133356"/>
                </a:cubicBezTo>
                <a:cubicBezTo>
                  <a:pt x="615316" y="135306"/>
                  <a:pt x="616603" y="136735"/>
                  <a:pt x="618241" y="137644"/>
                </a:cubicBezTo>
                <a:cubicBezTo>
                  <a:pt x="619879" y="138551"/>
                  <a:pt x="623205" y="139004"/>
                  <a:pt x="628220" y="139004"/>
                </a:cubicBezTo>
                <a:lnTo>
                  <a:pt x="628220" y="142615"/>
                </a:lnTo>
                <a:lnTo>
                  <a:pt x="582788" y="142615"/>
                </a:lnTo>
                <a:lnTo>
                  <a:pt x="582788" y="139004"/>
                </a:lnTo>
                <a:lnTo>
                  <a:pt x="584794" y="139004"/>
                </a:lnTo>
                <a:cubicBezTo>
                  <a:pt x="589474" y="139004"/>
                  <a:pt x="592633" y="137811"/>
                  <a:pt x="594271" y="135425"/>
                </a:cubicBezTo>
                <a:cubicBezTo>
                  <a:pt x="595909" y="133037"/>
                  <a:pt x="596728" y="128480"/>
                  <a:pt x="596728" y="121754"/>
                </a:cubicBezTo>
                <a:lnTo>
                  <a:pt x="596728" y="87855"/>
                </a:lnTo>
                <a:cubicBezTo>
                  <a:pt x="596728" y="76823"/>
                  <a:pt x="596478" y="70104"/>
                  <a:pt x="595976" y="67697"/>
                </a:cubicBezTo>
                <a:cubicBezTo>
                  <a:pt x="595475" y="65290"/>
                  <a:pt x="594706" y="63652"/>
                  <a:pt x="593669" y="62783"/>
                </a:cubicBezTo>
                <a:cubicBezTo>
                  <a:pt x="592633" y="61913"/>
                  <a:pt x="591246" y="61479"/>
                  <a:pt x="589507" y="61479"/>
                </a:cubicBezTo>
                <a:cubicBezTo>
                  <a:pt x="587635" y="61479"/>
                  <a:pt x="585395" y="61980"/>
                  <a:pt x="582788" y="62983"/>
                </a:cubicBezTo>
                <a:lnTo>
                  <a:pt x="581283" y="59373"/>
                </a:lnTo>
                <a:lnTo>
                  <a:pt x="608964" y="48140"/>
                </a:lnTo>
                <a:lnTo>
                  <a:pt x="613276" y="48140"/>
                </a:lnTo>
                <a:lnTo>
                  <a:pt x="613276" y="67496"/>
                </a:lnTo>
                <a:close/>
                <a:moveTo>
                  <a:pt x="715875" y="20459"/>
                </a:moveTo>
                <a:lnTo>
                  <a:pt x="715875" y="50748"/>
                </a:lnTo>
                <a:lnTo>
                  <a:pt x="737337" y="50748"/>
                </a:lnTo>
                <a:lnTo>
                  <a:pt x="737337" y="57567"/>
                </a:lnTo>
                <a:lnTo>
                  <a:pt x="715875" y="57768"/>
                </a:lnTo>
                <a:lnTo>
                  <a:pt x="715875" y="117423"/>
                </a:lnTo>
                <a:cubicBezTo>
                  <a:pt x="715875" y="123380"/>
                  <a:pt x="716727" y="127396"/>
                  <a:pt x="718432" y="129473"/>
                </a:cubicBezTo>
                <a:cubicBezTo>
                  <a:pt x="720137" y="131548"/>
                  <a:pt x="722327" y="132585"/>
                  <a:pt x="725001" y="132585"/>
                </a:cubicBezTo>
                <a:cubicBezTo>
                  <a:pt x="727208" y="132585"/>
                  <a:pt x="729347" y="131892"/>
                  <a:pt x="731420" y="130504"/>
                </a:cubicBezTo>
                <a:cubicBezTo>
                  <a:pt x="733493" y="129117"/>
                  <a:pt x="735097" y="127069"/>
                  <a:pt x="736234" y="124362"/>
                </a:cubicBezTo>
                <a:lnTo>
                  <a:pt x="740145" y="124362"/>
                </a:lnTo>
                <a:cubicBezTo>
                  <a:pt x="737805" y="130947"/>
                  <a:pt x="734496" y="135903"/>
                  <a:pt x="730216" y="139230"/>
                </a:cubicBezTo>
                <a:cubicBezTo>
                  <a:pt x="725937" y="142556"/>
                  <a:pt x="721525" y="144219"/>
                  <a:pt x="716978" y="144219"/>
                </a:cubicBezTo>
                <a:cubicBezTo>
                  <a:pt x="713902" y="144219"/>
                  <a:pt x="710894" y="143364"/>
                  <a:pt x="707952" y="141652"/>
                </a:cubicBezTo>
                <a:cubicBezTo>
                  <a:pt x="705010" y="139941"/>
                  <a:pt x="702837" y="137492"/>
                  <a:pt x="701433" y="134306"/>
                </a:cubicBezTo>
                <a:cubicBezTo>
                  <a:pt x="700029" y="131120"/>
                  <a:pt x="699327" y="126205"/>
                  <a:pt x="699327" y="119563"/>
                </a:cubicBezTo>
                <a:lnTo>
                  <a:pt x="699327" y="57567"/>
                </a:lnTo>
                <a:lnTo>
                  <a:pt x="684784" y="57567"/>
                </a:lnTo>
                <a:lnTo>
                  <a:pt x="684784" y="54352"/>
                </a:lnTo>
                <a:cubicBezTo>
                  <a:pt x="688462" y="52889"/>
                  <a:pt x="692223" y="50413"/>
                  <a:pt x="696067" y="46924"/>
                </a:cubicBezTo>
                <a:cubicBezTo>
                  <a:pt x="699912" y="43435"/>
                  <a:pt x="703338" y="39276"/>
                  <a:pt x="706347" y="34447"/>
                </a:cubicBezTo>
                <a:cubicBezTo>
                  <a:pt x="707885" y="31898"/>
                  <a:pt x="710024" y="27235"/>
                  <a:pt x="712766" y="20459"/>
                </a:cubicBezTo>
                <a:lnTo>
                  <a:pt x="715875" y="20459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Text Execution">
            <a:extLst xmlns:a="http://schemas.openxmlformats.org/drawingml/2006/main">
              <a:ext uri="{FF2B5EF4-FFF2-40B4-BE49-F238E27FC236}">
                <a16:creationId xmlns:a16="http://schemas.microsoft.com/office/drawing/2014/main" id="{F4674EE4-82DC-482C-8225-EB53E796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35" y="7801430"/>
            <a:ext cx="827770" cy="145423"/>
          </a:xfrm>
          <a:custGeom xmlns:a="http://schemas.openxmlformats.org/drawingml/2006/main">
            <a:pathLst>
              <a:path w="827770" h="145423">
                <a:moveTo>
                  <a:pt x="38713" y="14041"/>
                </a:moveTo>
                <a:lnTo>
                  <a:pt x="38713" y="67597"/>
                </a:lnTo>
                <a:lnTo>
                  <a:pt x="68599" y="67597"/>
                </a:lnTo>
                <a:cubicBezTo>
                  <a:pt x="76355" y="67597"/>
                  <a:pt x="81537" y="66420"/>
                  <a:pt x="84145" y="64067"/>
                </a:cubicBezTo>
                <a:cubicBezTo>
                  <a:pt x="87621" y="60977"/>
                  <a:pt x="89560" y="55534"/>
                  <a:pt x="89962" y="47739"/>
                </a:cubicBezTo>
                <a:lnTo>
                  <a:pt x="93672" y="47739"/>
                </a:lnTo>
                <a:lnTo>
                  <a:pt x="93672" y="95277"/>
                </a:lnTo>
                <a:lnTo>
                  <a:pt x="89962" y="95277"/>
                </a:lnTo>
                <a:cubicBezTo>
                  <a:pt x="89025" y="88658"/>
                  <a:pt x="88089" y="84412"/>
                  <a:pt x="87153" y="82540"/>
                </a:cubicBezTo>
                <a:cubicBezTo>
                  <a:pt x="85950" y="80200"/>
                  <a:pt x="83977" y="78361"/>
                  <a:pt x="81236" y="77024"/>
                </a:cubicBezTo>
                <a:cubicBezTo>
                  <a:pt x="78495" y="75687"/>
                  <a:pt x="74283" y="75018"/>
                  <a:pt x="68599" y="75018"/>
                </a:cubicBezTo>
                <a:lnTo>
                  <a:pt x="38713" y="75018"/>
                </a:lnTo>
                <a:lnTo>
                  <a:pt x="38713" y="119924"/>
                </a:lnTo>
                <a:cubicBezTo>
                  <a:pt x="38713" y="125952"/>
                  <a:pt x="38980" y="129618"/>
                  <a:pt x="39515" y="130924"/>
                </a:cubicBezTo>
                <a:cubicBezTo>
                  <a:pt x="40050" y="132230"/>
                  <a:pt x="40986" y="133269"/>
                  <a:pt x="42323" y="134040"/>
                </a:cubicBezTo>
                <a:cubicBezTo>
                  <a:pt x="43660" y="134809"/>
                  <a:pt x="46201" y="135193"/>
                  <a:pt x="49945" y="135193"/>
                </a:cubicBezTo>
                <a:lnTo>
                  <a:pt x="73012" y="135193"/>
                </a:lnTo>
                <a:cubicBezTo>
                  <a:pt x="80701" y="135193"/>
                  <a:pt x="86284" y="134658"/>
                  <a:pt x="89761" y="133588"/>
                </a:cubicBezTo>
                <a:cubicBezTo>
                  <a:pt x="93238" y="132519"/>
                  <a:pt x="96581" y="130412"/>
                  <a:pt x="99790" y="127270"/>
                </a:cubicBezTo>
                <a:cubicBezTo>
                  <a:pt x="103935" y="123125"/>
                  <a:pt x="108181" y="116873"/>
                  <a:pt x="112527" y="108515"/>
                </a:cubicBezTo>
                <a:lnTo>
                  <a:pt x="116539" y="108515"/>
                </a:lnTo>
                <a:lnTo>
                  <a:pt x="104805" y="142615"/>
                </a:lnTo>
                <a:lnTo>
                  <a:pt x="0" y="142615"/>
                </a:lnTo>
                <a:lnTo>
                  <a:pt x="0" y="138804"/>
                </a:lnTo>
                <a:lnTo>
                  <a:pt x="4814" y="138804"/>
                </a:lnTo>
                <a:cubicBezTo>
                  <a:pt x="8023" y="138804"/>
                  <a:pt x="11066" y="138035"/>
                  <a:pt x="13941" y="136497"/>
                </a:cubicBezTo>
                <a:cubicBezTo>
                  <a:pt x="16080" y="135427"/>
                  <a:pt x="17534" y="133822"/>
                  <a:pt x="18303" y="131683"/>
                </a:cubicBezTo>
                <a:cubicBezTo>
                  <a:pt x="19072" y="129543"/>
                  <a:pt x="19457" y="125164"/>
                  <a:pt x="19457" y="118545"/>
                </a:cubicBezTo>
                <a:lnTo>
                  <a:pt x="19457" y="30288"/>
                </a:lnTo>
                <a:cubicBezTo>
                  <a:pt x="19457" y="21707"/>
                  <a:pt x="18587" y="16419"/>
                  <a:pt x="16849" y="14423"/>
                </a:cubicBezTo>
                <a:cubicBezTo>
                  <a:pt x="14442" y="11761"/>
                  <a:pt x="10430" y="10430"/>
                  <a:pt x="4814" y="10430"/>
                </a:cubicBezTo>
                <a:lnTo>
                  <a:pt x="0" y="10430"/>
                </a:lnTo>
                <a:lnTo>
                  <a:pt x="0" y="6619"/>
                </a:lnTo>
                <a:lnTo>
                  <a:pt x="104805" y="6619"/>
                </a:lnTo>
                <a:lnTo>
                  <a:pt x="106309" y="36506"/>
                </a:lnTo>
                <a:lnTo>
                  <a:pt x="102398" y="36506"/>
                </a:lnTo>
                <a:cubicBezTo>
                  <a:pt x="100994" y="29321"/>
                  <a:pt x="99439" y="24384"/>
                  <a:pt x="97734" y="21697"/>
                </a:cubicBezTo>
                <a:cubicBezTo>
                  <a:pt x="96029" y="19010"/>
                  <a:pt x="93505" y="16962"/>
                  <a:pt x="90162" y="15551"/>
                </a:cubicBezTo>
                <a:cubicBezTo>
                  <a:pt x="87488" y="14544"/>
                  <a:pt x="82774" y="14041"/>
                  <a:pt x="76021" y="14041"/>
                </a:cubicBezTo>
                <a:lnTo>
                  <a:pt x="38713" y="14041"/>
                </a:lnTo>
                <a:close/>
                <a:moveTo>
                  <a:pt x="123993" y="50748"/>
                </a:moveTo>
                <a:lnTo>
                  <a:pt x="167219" y="50748"/>
                </a:lnTo>
                <a:lnTo>
                  <a:pt x="167219" y="54358"/>
                </a:lnTo>
                <a:cubicBezTo>
                  <a:pt x="164478" y="54358"/>
                  <a:pt x="162555" y="54831"/>
                  <a:pt x="161452" y="55778"/>
                </a:cubicBezTo>
                <a:cubicBezTo>
                  <a:pt x="160349" y="56722"/>
                  <a:pt x="159797" y="57971"/>
                  <a:pt x="159797" y="59523"/>
                </a:cubicBezTo>
                <a:cubicBezTo>
                  <a:pt x="159797" y="61144"/>
                  <a:pt x="160967" y="63643"/>
                  <a:pt x="163308" y="67020"/>
                </a:cubicBezTo>
                <a:cubicBezTo>
                  <a:pt x="164043" y="68067"/>
                  <a:pt x="165146" y="69704"/>
                  <a:pt x="166617" y="71931"/>
                </a:cubicBezTo>
                <a:lnTo>
                  <a:pt x="173136" y="82399"/>
                </a:lnTo>
                <a:lnTo>
                  <a:pt x="180658" y="71969"/>
                </a:lnTo>
                <a:cubicBezTo>
                  <a:pt x="185472" y="65414"/>
                  <a:pt x="187879" y="61250"/>
                  <a:pt x="187879" y="59476"/>
                </a:cubicBezTo>
                <a:cubicBezTo>
                  <a:pt x="187879" y="58043"/>
                  <a:pt x="187311" y="56832"/>
                  <a:pt x="186174" y="55844"/>
                </a:cubicBezTo>
                <a:cubicBezTo>
                  <a:pt x="185037" y="54853"/>
                  <a:pt x="183199" y="54358"/>
                  <a:pt x="180658" y="54358"/>
                </a:cubicBezTo>
                <a:lnTo>
                  <a:pt x="180658" y="50748"/>
                </a:lnTo>
                <a:lnTo>
                  <a:pt x="211748" y="50748"/>
                </a:lnTo>
                <a:lnTo>
                  <a:pt x="211748" y="54358"/>
                </a:lnTo>
                <a:cubicBezTo>
                  <a:pt x="208472" y="54559"/>
                  <a:pt x="205631" y="55462"/>
                  <a:pt x="203224" y="57069"/>
                </a:cubicBezTo>
                <a:cubicBezTo>
                  <a:pt x="199947" y="59344"/>
                  <a:pt x="195468" y="64296"/>
                  <a:pt x="189785" y="71925"/>
                </a:cubicBezTo>
                <a:lnTo>
                  <a:pt x="177248" y="88655"/>
                </a:lnTo>
                <a:lnTo>
                  <a:pt x="200115" y="121632"/>
                </a:lnTo>
                <a:cubicBezTo>
                  <a:pt x="205731" y="129732"/>
                  <a:pt x="209743" y="134603"/>
                  <a:pt x="212150" y="136243"/>
                </a:cubicBezTo>
                <a:cubicBezTo>
                  <a:pt x="214557" y="137883"/>
                  <a:pt x="217666" y="138804"/>
                  <a:pt x="221477" y="139004"/>
                </a:cubicBezTo>
                <a:lnTo>
                  <a:pt x="221477" y="142615"/>
                </a:lnTo>
                <a:lnTo>
                  <a:pt x="178151" y="142615"/>
                </a:lnTo>
                <a:lnTo>
                  <a:pt x="178151" y="139004"/>
                </a:lnTo>
                <a:cubicBezTo>
                  <a:pt x="181159" y="139004"/>
                  <a:pt x="183500" y="138334"/>
                  <a:pt x="185171" y="136995"/>
                </a:cubicBezTo>
                <a:cubicBezTo>
                  <a:pt x="186441" y="136057"/>
                  <a:pt x="187077" y="134817"/>
                  <a:pt x="187077" y="133275"/>
                </a:cubicBezTo>
                <a:cubicBezTo>
                  <a:pt x="187077" y="131735"/>
                  <a:pt x="184937" y="127850"/>
                  <a:pt x="180658" y="121619"/>
                </a:cubicBezTo>
                <a:lnTo>
                  <a:pt x="167219" y="101968"/>
                </a:lnTo>
                <a:lnTo>
                  <a:pt x="152476" y="121538"/>
                </a:lnTo>
                <a:cubicBezTo>
                  <a:pt x="147930" y="127662"/>
                  <a:pt x="145656" y="131296"/>
                  <a:pt x="145656" y="132441"/>
                </a:cubicBezTo>
                <a:cubicBezTo>
                  <a:pt x="145656" y="134056"/>
                  <a:pt x="146408" y="135521"/>
                  <a:pt x="147913" y="136835"/>
                </a:cubicBezTo>
                <a:cubicBezTo>
                  <a:pt x="149417" y="138147"/>
                  <a:pt x="151674" y="138870"/>
                  <a:pt x="154682" y="139004"/>
                </a:cubicBezTo>
                <a:lnTo>
                  <a:pt x="154682" y="142615"/>
                </a:lnTo>
                <a:lnTo>
                  <a:pt x="124695" y="142615"/>
                </a:lnTo>
                <a:lnTo>
                  <a:pt x="124695" y="139004"/>
                </a:lnTo>
                <a:cubicBezTo>
                  <a:pt x="127102" y="138670"/>
                  <a:pt x="129208" y="137833"/>
                  <a:pt x="131014" y="136494"/>
                </a:cubicBezTo>
                <a:cubicBezTo>
                  <a:pt x="133554" y="134553"/>
                  <a:pt x="137833" y="129599"/>
                  <a:pt x="143851" y="121632"/>
                </a:cubicBezTo>
                <a:lnTo>
                  <a:pt x="163107" y="96004"/>
                </a:lnTo>
                <a:lnTo>
                  <a:pt x="145656" y="70724"/>
                </a:lnTo>
                <a:cubicBezTo>
                  <a:pt x="140709" y="63495"/>
                  <a:pt x="136881" y="58960"/>
                  <a:pt x="134173" y="57119"/>
                </a:cubicBezTo>
                <a:cubicBezTo>
                  <a:pt x="131465" y="55278"/>
                  <a:pt x="128072" y="54358"/>
                  <a:pt x="123993" y="54358"/>
                </a:cubicBezTo>
                <a:lnTo>
                  <a:pt x="123993" y="50748"/>
                </a:lnTo>
                <a:close/>
                <a:moveTo>
                  <a:pt x="245847" y="85448"/>
                </a:moveTo>
                <a:cubicBezTo>
                  <a:pt x="245781" y="99025"/>
                  <a:pt x="249090" y="109674"/>
                  <a:pt x="255776" y="117394"/>
                </a:cubicBezTo>
                <a:cubicBezTo>
                  <a:pt x="262462" y="125115"/>
                  <a:pt x="270319" y="128975"/>
                  <a:pt x="279345" y="128975"/>
                </a:cubicBezTo>
                <a:cubicBezTo>
                  <a:pt x="285362" y="128975"/>
                  <a:pt x="290594" y="127313"/>
                  <a:pt x="295040" y="123989"/>
                </a:cubicBezTo>
                <a:cubicBezTo>
                  <a:pt x="299487" y="120664"/>
                  <a:pt x="303214" y="114972"/>
                  <a:pt x="306223" y="106911"/>
                </a:cubicBezTo>
                <a:lnTo>
                  <a:pt x="309332" y="108926"/>
                </a:lnTo>
                <a:cubicBezTo>
                  <a:pt x="307928" y="118134"/>
                  <a:pt x="303849" y="126519"/>
                  <a:pt x="297096" y="134080"/>
                </a:cubicBezTo>
                <a:cubicBezTo>
                  <a:pt x="290344" y="141642"/>
                  <a:pt x="281886" y="145423"/>
                  <a:pt x="271723" y="145423"/>
                </a:cubicBezTo>
                <a:cubicBezTo>
                  <a:pt x="260691" y="145423"/>
                  <a:pt x="251247" y="141136"/>
                  <a:pt x="243390" y="132563"/>
                </a:cubicBezTo>
                <a:cubicBezTo>
                  <a:pt x="235534" y="123989"/>
                  <a:pt x="231606" y="112461"/>
                  <a:pt x="231606" y="97982"/>
                </a:cubicBezTo>
                <a:cubicBezTo>
                  <a:pt x="231606" y="82303"/>
                  <a:pt x="235634" y="70077"/>
                  <a:pt x="243691" y="61303"/>
                </a:cubicBezTo>
                <a:cubicBezTo>
                  <a:pt x="251748" y="52528"/>
                  <a:pt x="261861" y="48140"/>
                  <a:pt x="274029" y="48140"/>
                </a:cubicBezTo>
                <a:cubicBezTo>
                  <a:pt x="284326" y="48140"/>
                  <a:pt x="292784" y="51525"/>
                  <a:pt x="299403" y="58294"/>
                </a:cubicBezTo>
                <a:cubicBezTo>
                  <a:pt x="306022" y="65062"/>
                  <a:pt x="309332" y="74113"/>
                  <a:pt x="309332" y="85448"/>
                </a:cubicBezTo>
                <a:lnTo>
                  <a:pt x="245847" y="85448"/>
                </a:lnTo>
                <a:moveTo>
                  <a:pt x="245847" y="79631"/>
                </a:moveTo>
                <a:lnTo>
                  <a:pt x="288371" y="79631"/>
                </a:lnTo>
                <a:cubicBezTo>
                  <a:pt x="288037" y="73796"/>
                  <a:pt x="287335" y="69685"/>
                  <a:pt x="286265" y="67299"/>
                </a:cubicBezTo>
                <a:cubicBezTo>
                  <a:pt x="284593" y="63584"/>
                  <a:pt x="282103" y="60666"/>
                  <a:pt x="278793" y="58545"/>
                </a:cubicBezTo>
                <a:cubicBezTo>
                  <a:pt x="275484" y="56422"/>
                  <a:pt x="272024" y="55361"/>
                  <a:pt x="268413" y="55361"/>
                </a:cubicBezTo>
                <a:cubicBezTo>
                  <a:pt x="262864" y="55361"/>
                  <a:pt x="257899" y="57499"/>
                  <a:pt x="253520" y="61776"/>
                </a:cubicBezTo>
                <a:cubicBezTo>
                  <a:pt x="249140" y="66053"/>
                  <a:pt x="246583" y="72005"/>
                  <a:pt x="245847" y="79631"/>
                </a:cubicBezTo>
                <a:close/>
                <a:moveTo>
                  <a:pt x="399626" y="107713"/>
                </a:moveTo>
                <a:cubicBezTo>
                  <a:pt x="397152" y="119815"/>
                  <a:pt x="392304" y="129125"/>
                  <a:pt x="385083" y="135644"/>
                </a:cubicBezTo>
                <a:cubicBezTo>
                  <a:pt x="377862" y="142163"/>
                  <a:pt x="369873" y="145423"/>
                  <a:pt x="361114" y="145423"/>
                </a:cubicBezTo>
                <a:cubicBezTo>
                  <a:pt x="350683" y="145423"/>
                  <a:pt x="341590" y="141049"/>
                  <a:pt x="333834" y="132300"/>
                </a:cubicBezTo>
                <a:cubicBezTo>
                  <a:pt x="326079" y="123550"/>
                  <a:pt x="322201" y="111727"/>
                  <a:pt x="322201" y="96831"/>
                </a:cubicBezTo>
                <a:cubicBezTo>
                  <a:pt x="322201" y="82404"/>
                  <a:pt x="326496" y="70683"/>
                  <a:pt x="335088" y="61667"/>
                </a:cubicBezTo>
                <a:cubicBezTo>
                  <a:pt x="343680" y="52649"/>
                  <a:pt x="353993" y="48140"/>
                  <a:pt x="366028" y="48140"/>
                </a:cubicBezTo>
                <a:cubicBezTo>
                  <a:pt x="375054" y="48140"/>
                  <a:pt x="382476" y="50539"/>
                  <a:pt x="388293" y="55336"/>
                </a:cubicBezTo>
                <a:cubicBezTo>
                  <a:pt x="394110" y="60131"/>
                  <a:pt x="397018" y="65111"/>
                  <a:pt x="397018" y="70276"/>
                </a:cubicBezTo>
                <a:cubicBezTo>
                  <a:pt x="397018" y="72825"/>
                  <a:pt x="396199" y="74889"/>
                  <a:pt x="394561" y="76466"/>
                </a:cubicBezTo>
                <a:cubicBezTo>
                  <a:pt x="392923" y="78041"/>
                  <a:pt x="390633" y="78829"/>
                  <a:pt x="387691" y="78829"/>
                </a:cubicBezTo>
                <a:cubicBezTo>
                  <a:pt x="383746" y="78829"/>
                  <a:pt x="380771" y="77548"/>
                  <a:pt x="378765" y="74987"/>
                </a:cubicBezTo>
                <a:cubicBezTo>
                  <a:pt x="377628" y="73570"/>
                  <a:pt x="376876" y="70873"/>
                  <a:pt x="376509" y="66894"/>
                </a:cubicBezTo>
                <a:cubicBezTo>
                  <a:pt x="376141" y="62916"/>
                  <a:pt x="374787" y="59882"/>
                  <a:pt x="372447" y="57793"/>
                </a:cubicBezTo>
                <a:cubicBezTo>
                  <a:pt x="370107" y="55770"/>
                  <a:pt x="366864" y="54759"/>
                  <a:pt x="362718" y="54759"/>
                </a:cubicBezTo>
                <a:cubicBezTo>
                  <a:pt x="356032" y="54759"/>
                  <a:pt x="350650" y="57233"/>
                  <a:pt x="346572" y="62181"/>
                </a:cubicBezTo>
                <a:cubicBezTo>
                  <a:pt x="341156" y="68733"/>
                  <a:pt x="338448" y="77392"/>
                  <a:pt x="338448" y="88156"/>
                </a:cubicBezTo>
                <a:cubicBezTo>
                  <a:pt x="338448" y="99121"/>
                  <a:pt x="341139" y="108800"/>
                  <a:pt x="346521" y="117191"/>
                </a:cubicBezTo>
                <a:cubicBezTo>
                  <a:pt x="351904" y="125582"/>
                  <a:pt x="359175" y="129777"/>
                  <a:pt x="368335" y="129777"/>
                </a:cubicBezTo>
                <a:cubicBezTo>
                  <a:pt x="374887" y="129777"/>
                  <a:pt x="380771" y="127537"/>
                  <a:pt x="385986" y="123058"/>
                </a:cubicBezTo>
                <a:cubicBezTo>
                  <a:pt x="389663" y="119982"/>
                  <a:pt x="393241" y="114399"/>
                  <a:pt x="396717" y="106309"/>
                </a:cubicBezTo>
                <a:lnTo>
                  <a:pt x="399626" y="107713"/>
                </a:lnTo>
                <a:close/>
                <a:moveTo>
                  <a:pt x="493329" y="50748"/>
                </a:moveTo>
                <a:lnTo>
                  <a:pt x="493329" y="106710"/>
                </a:lnTo>
                <a:cubicBezTo>
                  <a:pt x="493329" y="117209"/>
                  <a:pt x="493580" y="123631"/>
                  <a:pt x="494081" y="125976"/>
                </a:cubicBezTo>
                <a:cubicBezTo>
                  <a:pt x="494583" y="128318"/>
                  <a:pt x="495385" y="129955"/>
                  <a:pt x="496488" y="130887"/>
                </a:cubicBezTo>
                <a:cubicBezTo>
                  <a:pt x="497592" y="131819"/>
                  <a:pt x="498879" y="132285"/>
                  <a:pt x="500350" y="132285"/>
                </a:cubicBezTo>
                <a:cubicBezTo>
                  <a:pt x="502422" y="132285"/>
                  <a:pt x="504763" y="131716"/>
                  <a:pt x="507370" y="130580"/>
                </a:cubicBezTo>
                <a:lnTo>
                  <a:pt x="508774" y="134190"/>
                </a:lnTo>
                <a:lnTo>
                  <a:pt x="481294" y="145423"/>
                </a:lnTo>
                <a:lnTo>
                  <a:pt x="476781" y="145423"/>
                </a:lnTo>
                <a:lnTo>
                  <a:pt x="476781" y="126057"/>
                </a:lnTo>
                <a:cubicBezTo>
                  <a:pt x="468892" y="134576"/>
                  <a:pt x="462874" y="139933"/>
                  <a:pt x="458729" y="142129"/>
                </a:cubicBezTo>
                <a:cubicBezTo>
                  <a:pt x="454583" y="144325"/>
                  <a:pt x="450204" y="145423"/>
                  <a:pt x="445591" y="145423"/>
                </a:cubicBezTo>
                <a:cubicBezTo>
                  <a:pt x="440442" y="145423"/>
                  <a:pt x="435979" y="143935"/>
                  <a:pt x="432202" y="140960"/>
                </a:cubicBezTo>
                <a:cubicBezTo>
                  <a:pt x="428424" y="137984"/>
                  <a:pt x="425800" y="134157"/>
                  <a:pt x="424329" y="129476"/>
                </a:cubicBezTo>
                <a:cubicBezTo>
                  <a:pt x="422858" y="124796"/>
                  <a:pt x="422122" y="118177"/>
                  <a:pt x="422122" y="109619"/>
                </a:cubicBezTo>
                <a:lnTo>
                  <a:pt x="422122" y="68599"/>
                </a:lnTo>
                <a:cubicBezTo>
                  <a:pt x="422122" y="64222"/>
                  <a:pt x="421654" y="61192"/>
                  <a:pt x="420718" y="59511"/>
                </a:cubicBezTo>
                <a:cubicBezTo>
                  <a:pt x="419782" y="57826"/>
                  <a:pt x="418395" y="56530"/>
                  <a:pt x="416556" y="55621"/>
                </a:cubicBezTo>
                <a:cubicBezTo>
                  <a:pt x="414717" y="54712"/>
                  <a:pt x="411391" y="54291"/>
                  <a:pt x="406577" y="54358"/>
                </a:cubicBezTo>
                <a:lnTo>
                  <a:pt x="406577" y="50748"/>
                </a:lnTo>
                <a:lnTo>
                  <a:pt x="438771" y="50748"/>
                </a:lnTo>
                <a:lnTo>
                  <a:pt x="438771" y="112301"/>
                </a:lnTo>
                <a:cubicBezTo>
                  <a:pt x="438771" y="120870"/>
                  <a:pt x="440258" y="126494"/>
                  <a:pt x="443234" y="129172"/>
                </a:cubicBezTo>
                <a:cubicBezTo>
                  <a:pt x="446209" y="131849"/>
                  <a:pt x="449803" y="133187"/>
                  <a:pt x="454015" y="133187"/>
                </a:cubicBezTo>
                <a:cubicBezTo>
                  <a:pt x="456890" y="133187"/>
                  <a:pt x="460150" y="132284"/>
                  <a:pt x="463793" y="130476"/>
                </a:cubicBezTo>
                <a:cubicBezTo>
                  <a:pt x="467437" y="128669"/>
                  <a:pt x="471767" y="125221"/>
                  <a:pt x="476781" y="120134"/>
                </a:cubicBezTo>
                <a:lnTo>
                  <a:pt x="476781" y="68198"/>
                </a:lnTo>
                <a:cubicBezTo>
                  <a:pt x="476781" y="62868"/>
                  <a:pt x="475828" y="59263"/>
                  <a:pt x="473923" y="57382"/>
                </a:cubicBezTo>
                <a:cubicBezTo>
                  <a:pt x="472017" y="55502"/>
                  <a:pt x="468056" y="54494"/>
                  <a:pt x="462038" y="54358"/>
                </a:cubicBezTo>
                <a:lnTo>
                  <a:pt x="462038" y="50748"/>
                </a:lnTo>
                <a:lnTo>
                  <a:pt x="493329" y="50748"/>
                </a:lnTo>
                <a:close/>
                <a:moveTo>
                  <a:pt x="542171" y="20459"/>
                </a:moveTo>
                <a:lnTo>
                  <a:pt x="542171" y="50748"/>
                </a:lnTo>
                <a:lnTo>
                  <a:pt x="563634" y="50748"/>
                </a:lnTo>
                <a:lnTo>
                  <a:pt x="563634" y="57567"/>
                </a:lnTo>
                <a:lnTo>
                  <a:pt x="542171" y="57768"/>
                </a:lnTo>
                <a:lnTo>
                  <a:pt x="542171" y="117423"/>
                </a:lnTo>
                <a:cubicBezTo>
                  <a:pt x="542171" y="123380"/>
                  <a:pt x="543024" y="127396"/>
                  <a:pt x="544729" y="129473"/>
                </a:cubicBezTo>
                <a:cubicBezTo>
                  <a:pt x="546434" y="131548"/>
                  <a:pt x="548623" y="132585"/>
                  <a:pt x="551298" y="132585"/>
                </a:cubicBezTo>
                <a:cubicBezTo>
                  <a:pt x="553504" y="132585"/>
                  <a:pt x="555644" y="131892"/>
                  <a:pt x="557716" y="130504"/>
                </a:cubicBezTo>
                <a:cubicBezTo>
                  <a:pt x="559789" y="129117"/>
                  <a:pt x="561394" y="127069"/>
                  <a:pt x="562530" y="124362"/>
                </a:cubicBezTo>
                <a:lnTo>
                  <a:pt x="566442" y="124362"/>
                </a:lnTo>
                <a:cubicBezTo>
                  <a:pt x="564102" y="130947"/>
                  <a:pt x="560792" y="135903"/>
                  <a:pt x="556513" y="139230"/>
                </a:cubicBezTo>
                <a:cubicBezTo>
                  <a:pt x="552234" y="142556"/>
                  <a:pt x="547821" y="144219"/>
                  <a:pt x="543274" y="144219"/>
                </a:cubicBezTo>
                <a:cubicBezTo>
                  <a:pt x="540199" y="144219"/>
                  <a:pt x="537190" y="143364"/>
                  <a:pt x="534248" y="141652"/>
                </a:cubicBezTo>
                <a:cubicBezTo>
                  <a:pt x="531306" y="139941"/>
                  <a:pt x="529133" y="137492"/>
                  <a:pt x="527729" y="134306"/>
                </a:cubicBezTo>
                <a:cubicBezTo>
                  <a:pt x="526325" y="131120"/>
                  <a:pt x="525623" y="126205"/>
                  <a:pt x="525623" y="119563"/>
                </a:cubicBezTo>
                <a:lnTo>
                  <a:pt x="525623" y="57567"/>
                </a:lnTo>
                <a:lnTo>
                  <a:pt x="511081" y="57567"/>
                </a:lnTo>
                <a:lnTo>
                  <a:pt x="511081" y="54352"/>
                </a:lnTo>
                <a:cubicBezTo>
                  <a:pt x="514758" y="52889"/>
                  <a:pt x="518519" y="50413"/>
                  <a:pt x="522364" y="46924"/>
                </a:cubicBezTo>
                <a:cubicBezTo>
                  <a:pt x="526208" y="43435"/>
                  <a:pt x="529635" y="39276"/>
                  <a:pt x="532644" y="34447"/>
                </a:cubicBezTo>
                <a:cubicBezTo>
                  <a:pt x="534181" y="31898"/>
                  <a:pt x="536321" y="27235"/>
                  <a:pt x="539062" y="20459"/>
                </a:cubicBezTo>
                <a:lnTo>
                  <a:pt x="542171" y="20459"/>
                </a:lnTo>
                <a:close/>
                <a:moveTo>
                  <a:pt x="595962" y="0"/>
                </a:moveTo>
                <a:cubicBezTo>
                  <a:pt x="598770" y="0"/>
                  <a:pt x="601161" y="991"/>
                  <a:pt x="603133" y="2974"/>
                </a:cubicBezTo>
                <a:cubicBezTo>
                  <a:pt x="605105" y="4955"/>
                  <a:pt x="606092" y="7357"/>
                  <a:pt x="606092" y="10180"/>
                </a:cubicBezTo>
                <a:cubicBezTo>
                  <a:pt x="606092" y="13002"/>
                  <a:pt x="605105" y="15422"/>
                  <a:pt x="603133" y="17438"/>
                </a:cubicBezTo>
                <a:cubicBezTo>
                  <a:pt x="601161" y="19452"/>
                  <a:pt x="598770" y="20459"/>
                  <a:pt x="595962" y="20459"/>
                </a:cubicBezTo>
                <a:cubicBezTo>
                  <a:pt x="593154" y="20459"/>
                  <a:pt x="590747" y="19452"/>
                  <a:pt x="588741" y="17438"/>
                </a:cubicBezTo>
                <a:cubicBezTo>
                  <a:pt x="586735" y="15422"/>
                  <a:pt x="585732" y="13002"/>
                  <a:pt x="585732" y="10180"/>
                </a:cubicBezTo>
                <a:cubicBezTo>
                  <a:pt x="585732" y="7357"/>
                  <a:pt x="586719" y="4955"/>
                  <a:pt x="588691" y="2974"/>
                </a:cubicBezTo>
                <a:cubicBezTo>
                  <a:pt x="590663" y="991"/>
                  <a:pt x="593087" y="0"/>
                  <a:pt x="595962" y="0"/>
                </a:cubicBezTo>
                <a:moveTo>
                  <a:pt x="604286" y="48140"/>
                </a:moveTo>
                <a:lnTo>
                  <a:pt x="604286" y="121754"/>
                </a:lnTo>
                <a:cubicBezTo>
                  <a:pt x="604286" y="127537"/>
                  <a:pt x="604704" y="131388"/>
                  <a:pt x="605540" y="133306"/>
                </a:cubicBezTo>
                <a:cubicBezTo>
                  <a:pt x="606376" y="135222"/>
                  <a:pt x="607613" y="136651"/>
                  <a:pt x="609251" y="137594"/>
                </a:cubicBezTo>
                <a:cubicBezTo>
                  <a:pt x="610889" y="138534"/>
                  <a:pt x="613881" y="139004"/>
                  <a:pt x="618227" y="139004"/>
                </a:cubicBezTo>
                <a:lnTo>
                  <a:pt x="618227" y="142615"/>
                </a:lnTo>
                <a:lnTo>
                  <a:pt x="573597" y="142615"/>
                </a:lnTo>
                <a:lnTo>
                  <a:pt x="573597" y="139004"/>
                </a:lnTo>
                <a:cubicBezTo>
                  <a:pt x="578077" y="139004"/>
                  <a:pt x="581086" y="138567"/>
                  <a:pt x="582623" y="137694"/>
                </a:cubicBezTo>
                <a:cubicBezTo>
                  <a:pt x="584161" y="136819"/>
                  <a:pt x="585381" y="135373"/>
                  <a:pt x="586284" y="133356"/>
                </a:cubicBezTo>
                <a:cubicBezTo>
                  <a:pt x="587187" y="131338"/>
                  <a:pt x="587638" y="127471"/>
                  <a:pt x="587638" y="121754"/>
                </a:cubicBezTo>
                <a:lnTo>
                  <a:pt x="587638" y="86652"/>
                </a:lnTo>
                <a:cubicBezTo>
                  <a:pt x="587638" y="76648"/>
                  <a:pt x="587337" y="70169"/>
                  <a:pt x="586735" y="67214"/>
                </a:cubicBezTo>
                <a:cubicBezTo>
                  <a:pt x="586267" y="65064"/>
                  <a:pt x="585532" y="63571"/>
                  <a:pt x="584529" y="62736"/>
                </a:cubicBezTo>
                <a:cubicBezTo>
                  <a:pt x="583526" y="61898"/>
                  <a:pt x="582155" y="61479"/>
                  <a:pt x="580417" y="61479"/>
                </a:cubicBezTo>
                <a:cubicBezTo>
                  <a:pt x="578545" y="61479"/>
                  <a:pt x="576272" y="61980"/>
                  <a:pt x="573597" y="62983"/>
                </a:cubicBezTo>
                <a:lnTo>
                  <a:pt x="572193" y="59373"/>
                </a:lnTo>
                <a:lnTo>
                  <a:pt x="599874" y="48140"/>
                </a:lnTo>
                <a:lnTo>
                  <a:pt x="604286" y="48140"/>
                </a:lnTo>
                <a:close/>
                <a:moveTo>
                  <a:pt x="674625" y="48140"/>
                </a:moveTo>
                <a:cubicBezTo>
                  <a:pt x="688532" y="48140"/>
                  <a:pt x="699698" y="53417"/>
                  <a:pt x="708122" y="63970"/>
                </a:cubicBezTo>
                <a:cubicBezTo>
                  <a:pt x="715277" y="72986"/>
                  <a:pt x="718854" y="83339"/>
                  <a:pt x="718854" y="95029"/>
                </a:cubicBezTo>
                <a:cubicBezTo>
                  <a:pt x="718854" y="103245"/>
                  <a:pt x="716881" y="111561"/>
                  <a:pt x="712936" y="119977"/>
                </a:cubicBezTo>
                <a:cubicBezTo>
                  <a:pt x="708992" y="128391"/>
                  <a:pt x="703559" y="134735"/>
                  <a:pt x="696639" y="139010"/>
                </a:cubicBezTo>
                <a:cubicBezTo>
                  <a:pt x="689719" y="143285"/>
                  <a:pt x="682013" y="145423"/>
                  <a:pt x="673522" y="145423"/>
                </a:cubicBezTo>
                <a:cubicBezTo>
                  <a:pt x="659682" y="145423"/>
                  <a:pt x="648683" y="139912"/>
                  <a:pt x="640526" y="128890"/>
                </a:cubicBezTo>
                <a:cubicBezTo>
                  <a:pt x="633639" y="119607"/>
                  <a:pt x="630196" y="109188"/>
                  <a:pt x="630196" y="97634"/>
                </a:cubicBezTo>
                <a:cubicBezTo>
                  <a:pt x="630196" y="89218"/>
                  <a:pt x="632285" y="80852"/>
                  <a:pt x="636464" y="72536"/>
                </a:cubicBezTo>
                <a:cubicBezTo>
                  <a:pt x="640643" y="64220"/>
                  <a:pt x="646142" y="58075"/>
                  <a:pt x="652962" y="54101"/>
                </a:cubicBezTo>
                <a:cubicBezTo>
                  <a:pt x="659782" y="50127"/>
                  <a:pt x="667003" y="48140"/>
                  <a:pt x="674625" y="48140"/>
                </a:cubicBezTo>
                <a:moveTo>
                  <a:pt x="671516" y="54759"/>
                </a:moveTo>
                <a:cubicBezTo>
                  <a:pt x="667972" y="54759"/>
                  <a:pt x="664412" y="55809"/>
                  <a:pt x="660835" y="57909"/>
                </a:cubicBezTo>
                <a:cubicBezTo>
                  <a:pt x="657258" y="60007"/>
                  <a:pt x="654366" y="63687"/>
                  <a:pt x="652160" y="68950"/>
                </a:cubicBezTo>
                <a:cubicBezTo>
                  <a:pt x="649953" y="74214"/>
                  <a:pt x="648850" y="80975"/>
                  <a:pt x="648850" y="89234"/>
                </a:cubicBezTo>
                <a:cubicBezTo>
                  <a:pt x="648850" y="102559"/>
                  <a:pt x="651508" y="114051"/>
                  <a:pt x="656823" y="123713"/>
                </a:cubicBezTo>
                <a:cubicBezTo>
                  <a:pt x="662139" y="133372"/>
                  <a:pt x="669143" y="138202"/>
                  <a:pt x="677834" y="138202"/>
                </a:cubicBezTo>
                <a:cubicBezTo>
                  <a:pt x="684320" y="138202"/>
                  <a:pt x="689669" y="135537"/>
                  <a:pt x="693881" y="130207"/>
                </a:cubicBezTo>
                <a:cubicBezTo>
                  <a:pt x="698093" y="124877"/>
                  <a:pt x="700199" y="115717"/>
                  <a:pt x="700199" y="102727"/>
                </a:cubicBezTo>
                <a:cubicBezTo>
                  <a:pt x="700199" y="86471"/>
                  <a:pt x="696689" y="73680"/>
                  <a:pt x="689669" y="64353"/>
                </a:cubicBezTo>
                <a:cubicBezTo>
                  <a:pt x="684922" y="57957"/>
                  <a:pt x="678871" y="54759"/>
                  <a:pt x="671516" y="54759"/>
                </a:cubicBezTo>
                <a:close/>
                <a:moveTo>
                  <a:pt x="759171" y="67496"/>
                </a:moveTo>
                <a:cubicBezTo>
                  <a:pt x="769936" y="54592"/>
                  <a:pt x="780199" y="48140"/>
                  <a:pt x="789960" y="48140"/>
                </a:cubicBezTo>
                <a:cubicBezTo>
                  <a:pt x="794975" y="48140"/>
                  <a:pt x="799288" y="49390"/>
                  <a:pt x="802898" y="51891"/>
                </a:cubicBezTo>
                <a:cubicBezTo>
                  <a:pt x="806509" y="54390"/>
                  <a:pt x="809384" y="58508"/>
                  <a:pt x="811523" y="64243"/>
                </a:cubicBezTo>
                <a:cubicBezTo>
                  <a:pt x="812994" y="68244"/>
                  <a:pt x="813729" y="74379"/>
                  <a:pt x="813729" y="82647"/>
                </a:cubicBezTo>
                <a:lnTo>
                  <a:pt x="813729" y="121754"/>
                </a:lnTo>
                <a:cubicBezTo>
                  <a:pt x="813729" y="127604"/>
                  <a:pt x="814198" y="131572"/>
                  <a:pt x="815134" y="133657"/>
                </a:cubicBezTo>
                <a:cubicBezTo>
                  <a:pt x="815869" y="135339"/>
                  <a:pt x="817056" y="136651"/>
                  <a:pt x="818694" y="137594"/>
                </a:cubicBezTo>
                <a:cubicBezTo>
                  <a:pt x="820332" y="138534"/>
                  <a:pt x="823357" y="139004"/>
                  <a:pt x="827770" y="139004"/>
                </a:cubicBezTo>
                <a:lnTo>
                  <a:pt x="827770" y="142615"/>
                </a:lnTo>
                <a:lnTo>
                  <a:pt x="782338" y="142615"/>
                </a:lnTo>
                <a:lnTo>
                  <a:pt x="782338" y="139004"/>
                </a:lnTo>
                <a:lnTo>
                  <a:pt x="784244" y="139004"/>
                </a:lnTo>
                <a:cubicBezTo>
                  <a:pt x="788523" y="139004"/>
                  <a:pt x="791515" y="138349"/>
                  <a:pt x="793220" y="137039"/>
                </a:cubicBezTo>
                <a:cubicBezTo>
                  <a:pt x="794925" y="135727"/>
                  <a:pt x="796112" y="133793"/>
                  <a:pt x="796780" y="131238"/>
                </a:cubicBezTo>
                <a:cubicBezTo>
                  <a:pt x="797048" y="130229"/>
                  <a:pt x="797181" y="127067"/>
                  <a:pt x="797181" y="121754"/>
                </a:cubicBezTo>
                <a:lnTo>
                  <a:pt x="797181" y="84207"/>
                </a:lnTo>
                <a:cubicBezTo>
                  <a:pt x="797181" y="75862"/>
                  <a:pt x="796095" y="69804"/>
                  <a:pt x="793922" y="66033"/>
                </a:cubicBezTo>
                <a:cubicBezTo>
                  <a:pt x="791749" y="62261"/>
                  <a:pt x="788088" y="60376"/>
                  <a:pt x="782940" y="60376"/>
                </a:cubicBezTo>
                <a:cubicBezTo>
                  <a:pt x="774984" y="60376"/>
                  <a:pt x="767060" y="64721"/>
                  <a:pt x="759171" y="73413"/>
                </a:cubicBezTo>
                <a:lnTo>
                  <a:pt x="759171" y="121754"/>
                </a:lnTo>
                <a:cubicBezTo>
                  <a:pt x="759171" y="128008"/>
                  <a:pt x="759539" y="131875"/>
                  <a:pt x="760274" y="133356"/>
                </a:cubicBezTo>
                <a:cubicBezTo>
                  <a:pt x="761210" y="135306"/>
                  <a:pt x="762497" y="136735"/>
                  <a:pt x="764135" y="137644"/>
                </a:cubicBezTo>
                <a:cubicBezTo>
                  <a:pt x="765773" y="138551"/>
                  <a:pt x="769100" y="139004"/>
                  <a:pt x="774114" y="139004"/>
                </a:cubicBezTo>
                <a:lnTo>
                  <a:pt x="774114" y="142615"/>
                </a:lnTo>
                <a:lnTo>
                  <a:pt x="728682" y="142615"/>
                </a:lnTo>
                <a:lnTo>
                  <a:pt x="728682" y="139004"/>
                </a:lnTo>
                <a:lnTo>
                  <a:pt x="730688" y="139004"/>
                </a:lnTo>
                <a:cubicBezTo>
                  <a:pt x="735368" y="139004"/>
                  <a:pt x="738528" y="137811"/>
                  <a:pt x="740166" y="135425"/>
                </a:cubicBezTo>
                <a:cubicBezTo>
                  <a:pt x="741804" y="133037"/>
                  <a:pt x="742623" y="128480"/>
                  <a:pt x="742623" y="121754"/>
                </a:cubicBezTo>
                <a:lnTo>
                  <a:pt x="742623" y="87855"/>
                </a:lnTo>
                <a:cubicBezTo>
                  <a:pt x="742623" y="76823"/>
                  <a:pt x="742372" y="70104"/>
                  <a:pt x="741871" y="67697"/>
                </a:cubicBezTo>
                <a:cubicBezTo>
                  <a:pt x="741369" y="65290"/>
                  <a:pt x="740600" y="63652"/>
                  <a:pt x="739564" y="62783"/>
                </a:cubicBezTo>
                <a:cubicBezTo>
                  <a:pt x="738528" y="61913"/>
                  <a:pt x="737140" y="61479"/>
                  <a:pt x="735402" y="61479"/>
                </a:cubicBezTo>
                <a:cubicBezTo>
                  <a:pt x="733530" y="61479"/>
                  <a:pt x="731290" y="61980"/>
                  <a:pt x="728682" y="62983"/>
                </a:cubicBezTo>
                <a:lnTo>
                  <a:pt x="727178" y="59373"/>
                </a:lnTo>
                <a:lnTo>
                  <a:pt x="754858" y="48140"/>
                </a:lnTo>
                <a:lnTo>
                  <a:pt x="759171" y="48140"/>
                </a:lnTo>
                <a:lnTo>
                  <a:pt x="759171" y="67496"/>
                </a:lnTo>
                <a:close/>
              </a:path>
            </a:pathLst>
          </a:custGeom>
          <a:solidFill xmlns:a="http://schemas.openxmlformats.org/drawingml/2006/main">
            <a:srgbClr val="231F2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CF20DF-242D-4726-9E1E-4BF37EEE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476" y="5451138"/>
            <a:ext cx="10" cy="10"/>
          </a:xfrm>
          <a:custGeom xmlns:a="http://schemas.openxmlformats.org/drawingml/2006/main">
            <a:pathLst>
              <a:path w="1" h="1" fill="none"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7116" cap="flat">
            <a:solidFill>
              <a:srgbClr val="231F20"/>
            </a:solidFill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F4F602-8CAF-4B83-A089-A57196AE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5" y="5754921"/>
            <a:ext cx="1972976" cy="415108"/>
          </a:xfrm>
          <a:custGeom xmlns:a="http://schemas.openxmlformats.org/drawingml/2006/main">
            <a:pathLst>
              <a:path w="1972976" h="415108">
                <a:moveTo>
                  <a:pt x="0" y="415108"/>
                </a:moveTo>
                <a:lnTo>
                  <a:pt x="1972976" y="415108"/>
                </a:lnTo>
                <a:lnTo>
                  <a:pt x="1972976" y="0"/>
                </a:lnTo>
                <a:lnTo>
                  <a:pt x="0" y="0"/>
                </a:lnTo>
                <a:lnTo>
                  <a:pt x="0" y="41510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766960-AC9B-4ACC-A660-6B1186D8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445" y="5754921"/>
            <a:ext cx="1972976" cy="415108"/>
          </a:xfrm>
          <a:custGeom xmlns:a="http://schemas.openxmlformats.org/drawingml/2006/main">
            <a:pathLst>
              <a:path w="1972976" h="415108">
                <a:moveTo>
                  <a:pt x="0" y="415108"/>
                </a:moveTo>
                <a:lnTo>
                  <a:pt x="1972976" y="415108"/>
                </a:lnTo>
                <a:lnTo>
                  <a:pt x="1972976" y="0"/>
                </a:lnTo>
                <a:lnTo>
                  <a:pt x="0" y="0"/>
                </a:lnTo>
                <a:lnTo>
                  <a:pt x="0" y="41510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6D9DE-1CFD-473D-B42A-EF5731FE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64" y="5765855"/>
            <a:ext cx="1946583" cy="391487"/>
          </a:xfrm>
          <a:custGeom xmlns:a="http://schemas.openxmlformats.org/drawingml/2006/main">
            <a:pathLst>
              <a:path w="1946583" h="391487">
                <a:moveTo>
                  <a:pt x="0" y="195743"/>
                </a:moveTo>
                <a:cubicBezTo>
                  <a:pt x="0" y="87636"/>
                  <a:pt x="435767" y="0"/>
                  <a:pt x="973291" y="0"/>
                </a:cubicBezTo>
                <a:cubicBezTo>
                  <a:pt x="1510833" y="0"/>
                  <a:pt x="1946583" y="87636"/>
                  <a:pt x="1946583" y="195743"/>
                </a:cubicBezTo>
                <a:cubicBezTo>
                  <a:pt x="1946583" y="303851"/>
                  <a:pt x="1510833" y="391487"/>
                  <a:pt x="973291" y="391487"/>
                </a:cubicBezTo>
                <a:cubicBezTo>
                  <a:pt x="435767" y="391487"/>
                  <a:pt x="0" y="303851"/>
                  <a:pt x="0" y="195743"/>
                </a:cubicBezTo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DC186-544D-4695-AB82-676FF4BA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764" y="5765855"/>
            <a:ext cx="1946583" cy="391487"/>
          </a:xfrm>
          <a:custGeom xmlns:a="http://schemas.openxmlformats.org/drawingml/2006/main">
            <a:pathLst>
              <a:path w="1946583" h="391487" fill="none">
                <a:moveTo>
                  <a:pt x="0" y="195743"/>
                </a:moveTo>
                <a:cubicBezTo>
                  <a:pt x="0" y="87636"/>
                  <a:pt x="435767" y="0"/>
                  <a:pt x="973291" y="0"/>
                </a:cubicBezTo>
                <a:cubicBezTo>
                  <a:pt x="1510833" y="0"/>
                  <a:pt x="1946583" y="87636"/>
                  <a:pt x="1946583" y="195743"/>
                </a:cubicBezTo>
                <a:cubicBezTo>
                  <a:pt x="1946583" y="303851"/>
                  <a:pt x="1510833" y="391487"/>
                  <a:pt x="973291" y="391487"/>
                </a:cubicBezTo>
                <a:cubicBezTo>
                  <a:pt x="435767" y="391487"/>
                  <a:pt x="0" y="303851"/>
                  <a:pt x="0" y="19574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556" cap="flat">
            <a:solidFill>
              <a:srgbClr val="FFC000"/>
            </a:solidFill>
            <a:miter/>
          </a:ln>
        </p:spPr>
      </p:sp>
      <p:sp>
        <p:nvSpPr>
          <p:cNvPr id="370" name="Text InitialDeviatingModule">
            <a:extLst xmlns:a="http://schemas.openxmlformats.org/drawingml/2006/main">
              <a:ext uri="{FF2B5EF4-FFF2-40B4-BE49-F238E27FC236}">
                <a16:creationId xmlns:a16="http://schemas.microsoft.com/office/drawing/2014/main" id="{8AFCEEAC-F189-45EA-8DF1-FD69CABB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855" y="5899226"/>
            <a:ext cx="1727830" cy="158999"/>
          </a:xfrm>
          <a:custGeom xmlns:a="http://schemas.openxmlformats.org/drawingml/2006/main">
            <a:pathLst>
              <a:path w="1727830" h="158999">
                <a:moveTo>
                  <a:pt x="49559" y="118140"/>
                </a:moveTo>
                <a:lnTo>
                  <a:pt x="49559" y="121296"/>
                </a:lnTo>
                <a:lnTo>
                  <a:pt x="0" y="121296"/>
                </a:lnTo>
                <a:lnTo>
                  <a:pt x="0" y="118140"/>
                </a:lnTo>
                <a:lnTo>
                  <a:pt x="4094" y="118140"/>
                </a:lnTo>
                <a:cubicBezTo>
                  <a:pt x="8871" y="118140"/>
                  <a:pt x="12340" y="116747"/>
                  <a:pt x="14501" y="113960"/>
                </a:cubicBezTo>
                <a:cubicBezTo>
                  <a:pt x="15866" y="112141"/>
                  <a:pt x="16548" y="107762"/>
                  <a:pt x="16548" y="100824"/>
                </a:cubicBezTo>
                <a:lnTo>
                  <a:pt x="16548" y="26102"/>
                </a:lnTo>
                <a:cubicBezTo>
                  <a:pt x="16548" y="20244"/>
                  <a:pt x="16178" y="16378"/>
                  <a:pt x="15439" y="14501"/>
                </a:cubicBezTo>
                <a:cubicBezTo>
                  <a:pt x="14871" y="13079"/>
                  <a:pt x="13705" y="11857"/>
                  <a:pt x="11942" y="10833"/>
                </a:cubicBezTo>
                <a:cubicBezTo>
                  <a:pt x="9440" y="9468"/>
                  <a:pt x="6824" y="8786"/>
                  <a:pt x="4094" y="8786"/>
                </a:cubicBezTo>
                <a:lnTo>
                  <a:pt x="0" y="8786"/>
                </a:lnTo>
                <a:lnTo>
                  <a:pt x="0" y="5630"/>
                </a:lnTo>
                <a:lnTo>
                  <a:pt x="49559" y="5630"/>
                </a:lnTo>
                <a:lnTo>
                  <a:pt x="49559" y="8786"/>
                </a:lnTo>
                <a:lnTo>
                  <a:pt x="45379" y="8786"/>
                </a:lnTo>
                <a:cubicBezTo>
                  <a:pt x="40659" y="8786"/>
                  <a:pt x="37219" y="10179"/>
                  <a:pt x="35058" y="12966"/>
                </a:cubicBezTo>
                <a:cubicBezTo>
                  <a:pt x="33636" y="14785"/>
                  <a:pt x="32926" y="19164"/>
                  <a:pt x="32926" y="26102"/>
                </a:cubicBezTo>
                <a:lnTo>
                  <a:pt x="32926" y="100824"/>
                </a:lnTo>
                <a:cubicBezTo>
                  <a:pt x="32926" y="106681"/>
                  <a:pt x="33295" y="110548"/>
                  <a:pt x="34035" y="112425"/>
                </a:cubicBezTo>
                <a:cubicBezTo>
                  <a:pt x="34603" y="113847"/>
                  <a:pt x="35797" y="115069"/>
                  <a:pt x="37617" y="116093"/>
                </a:cubicBezTo>
                <a:cubicBezTo>
                  <a:pt x="40062" y="117458"/>
                  <a:pt x="42650" y="118140"/>
                  <a:pt x="45379" y="118140"/>
                </a:cubicBezTo>
                <a:lnTo>
                  <a:pt x="49559" y="118140"/>
                </a:lnTo>
                <a:close/>
                <a:moveTo>
                  <a:pt x="82057" y="57492"/>
                </a:moveTo>
                <a:cubicBezTo>
                  <a:pt x="91212" y="46460"/>
                  <a:pt x="99941" y="40944"/>
                  <a:pt x="108244" y="40944"/>
                </a:cubicBezTo>
                <a:cubicBezTo>
                  <a:pt x="112509" y="40944"/>
                  <a:pt x="116177" y="42008"/>
                  <a:pt x="119248" y="44137"/>
                </a:cubicBezTo>
                <a:cubicBezTo>
                  <a:pt x="122318" y="46264"/>
                  <a:pt x="124764" y="49768"/>
                  <a:pt x="126583" y="54648"/>
                </a:cubicBezTo>
                <a:cubicBezTo>
                  <a:pt x="127834" y="58051"/>
                  <a:pt x="128460" y="63271"/>
                  <a:pt x="128460" y="70308"/>
                </a:cubicBezTo>
                <a:lnTo>
                  <a:pt x="128460" y="103586"/>
                </a:lnTo>
                <a:cubicBezTo>
                  <a:pt x="128460" y="108522"/>
                  <a:pt x="128858" y="111870"/>
                  <a:pt x="129654" y="113630"/>
                </a:cubicBezTo>
                <a:cubicBezTo>
                  <a:pt x="130280" y="115048"/>
                  <a:pt x="131289" y="116154"/>
                  <a:pt x="132682" y="116948"/>
                </a:cubicBezTo>
                <a:cubicBezTo>
                  <a:pt x="134075" y="117743"/>
                  <a:pt x="136649" y="118140"/>
                  <a:pt x="140402" y="118140"/>
                </a:cubicBezTo>
                <a:lnTo>
                  <a:pt x="140402" y="121296"/>
                </a:lnTo>
                <a:lnTo>
                  <a:pt x="101761" y="121296"/>
                </a:lnTo>
                <a:lnTo>
                  <a:pt x="101761" y="118140"/>
                </a:lnTo>
                <a:lnTo>
                  <a:pt x="103382" y="118140"/>
                </a:lnTo>
                <a:cubicBezTo>
                  <a:pt x="107021" y="118140"/>
                  <a:pt x="109566" y="117588"/>
                  <a:pt x="111016" y="116485"/>
                </a:cubicBezTo>
                <a:cubicBezTo>
                  <a:pt x="112466" y="115381"/>
                  <a:pt x="113476" y="113755"/>
                  <a:pt x="114044" y="111607"/>
                </a:cubicBezTo>
                <a:cubicBezTo>
                  <a:pt x="114272" y="110757"/>
                  <a:pt x="114385" y="108098"/>
                  <a:pt x="114385" y="103628"/>
                </a:cubicBezTo>
                <a:lnTo>
                  <a:pt x="114385" y="71804"/>
                </a:lnTo>
                <a:cubicBezTo>
                  <a:pt x="114385" y="64733"/>
                  <a:pt x="113461" y="59599"/>
                  <a:pt x="111613" y="56402"/>
                </a:cubicBezTo>
                <a:cubicBezTo>
                  <a:pt x="109765" y="53205"/>
                  <a:pt x="106652" y="51606"/>
                  <a:pt x="102273" y="51606"/>
                </a:cubicBezTo>
                <a:cubicBezTo>
                  <a:pt x="95506" y="51606"/>
                  <a:pt x="88767" y="55284"/>
                  <a:pt x="82057" y="62639"/>
                </a:cubicBezTo>
                <a:lnTo>
                  <a:pt x="82057" y="103628"/>
                </a:lnTo>
                <a:cubicBezTo>
                  <a:pt x="82057" y="108890"/>
                  <a:pt x="82370" y="112143"/>
                  <a:pt x="82995" y="113387"/>
                </a:cubicBezTo>
                <a:cubicBezTo>
                  <a:pt x="83791" y="115027"/>
                  <a:pt x="84886" y="116230"/>
                  <a:pt x="86279" y="116994"/>
                </a:cubicBezTo>
                <a:cubicBezTo>
                  <a:pt x="87672" y="117758"/>
                  <a:pt x="90502" y="118140"/>
                  <a:pt x="94767" y="118140"/>
                </a:cubicBezTo>
                <a:lnTo>
                  <a:pt x="94767" y="121296"/>
                </a:lnTo>
                <a:lnTo>
                  <a:pt x="56126" y="121296"/>
                </a:lnTo>
                <a:lnTo>
                  <a:pt x="56126" y="118140"/>
                </a:lnTo>
                <a:lnTo>
                  <a:pt x="57832" y="118140"/>
                </a:lnTo>
                <a:cubicBezTo>
                  <a:pt x="61812" y="118140"/>
                  <a:pt x="64499" y="117133"/>
                  <a:pt x="65893" y="115120"/>
                </a:cubicBezTo>
                <a:cubicBezTo>
                  <a:pt x="67286" y="113105"/>
                  <a:pt x="67982" y="109260"/>
                  <a:pt x="67982" y="103586"/>
                </a:cubicBezTo>
                <a:lnTo>
                  <a:pt x="67982" y="74648"/>
                </a:lnTo>
                <a:cubicBezTo>
                  <a:pt x="67982" y="65286"/>
                  <a:pt x="67769" y="59584"/>
                  <a:pt x="67343" y="57543"/>
                </a:cubicBezTo>
                <a:cubicBezTo>
                  <a:pt x="66916" y="55499"/>
                  <a:pt x="66262" y="54108"/>
                  <a:pt x="65381" y="53371"/>
                </a:cubicBezTo>
                <a:cubicBezTo>
                  <a:pt x="64499" y="52633"/>
                  <a:pt x="63319" y="52265"/>
                  <a:pt x="61841" y="52265"/>
                </a:cubicBezTo>
                <a:cubicBezTo>
                  <a:pt x="60249" y="52265"/>
                  <a:pt x="58344" y="52690"/>
                  <a:pt x="56126" y="53542"/>
                </a:cubicBezTo>
                <a:lnTo>
                  <a:pt x="54846" y="50476"/>
                </a:lnTo>
                <a:lnTo>
                  <a:pt x="78389" y="40944"/>
                </a:lnTo>
                <a:lnTo>
                  <a:pt x="82057" y="40944"/>
                </a:lnTo>
                <a:lnTo>
                  <a:pt x="82057" y="57492"/>
                </a:lnTo>
                <a:close/>
                <a:moveTo>
                  <a:pt x="166504" y="0"/>
                </a:moveTo>
                <a:cubicBezTo>
                  <a:pt x="168892" y="0"/>
                  <a:pt x="170925" y="843"/>
                  <a:pt x="172602" y="2530"/>
                </a:cubicBezTo>
                <a:cubicBezTo>
                  <a:pt x="174280" y="4214"/>
                  <a:pt x="175119" y="6257"/>
                  <a:pt x="175119" y="8658"/>
                </a:cubicBezTo>
                <a:cubicBezTo>
                  <a:pt x="175119" y="11059"/>
                  <a:pt x="174280" y="13117"/>
                  <a:pt x="172602" y="14831"/>
                </a:cubicBezTo>
                <a:cubicBezTo>
                  <a:pt x="170925" y="16545"/>
                  <a:pt x="168892" y="17401"/>
                  <a:pt x="166504" y="17401"/>
                </a:cubicBezTo>
                <a:cubicBezTo>
                  <a:pt x="164115" y="17401"/>
                  <a:pt x="162068" y="16545"/>
                  <a:pt x="160362" y="14831"/>
                </a:cubicBezTo>
                <a:cubicBezTo>
                  <a:pt x="158656" y="13117"/>
                  <a:pt x="157803" y="11059"/>
                  <a:pt x="157803" y="8658"/>
                </a:cubicBezTo>
                <a:cubicBezTo>
                  <a:pt x="157803" y="6257"/>
                  <a:pt x="158642" y="4214"/>
                  <a:pt x="160319" y="2530"/>
                </a:cubicBezTo>
                <a:cubicBezTo>
                  <a:pt x="161997" y="843"/>
                  <a:pt x="164058" y="0"/>
                  <a:pt x="166504" y="0"/>
                </a:cubicBezTo>
                <a:moveTo>
                  <a:pt x="173583" y="40944"/>
                </a:moveTo>
                <a:lnTo>
                  <a:pt x="173583" y="103586"/>
                </a:lnTo>
                <a:cubicBezTo>
                  <a:pt x="173583" y="108466"/>
                  <a:pt x="173939" y="111714"/>
                  <a:pt x="174650" y="113331"/>
                </a:cubicBezTo>
                <a:cubicBezTo>
                  <a:pt x="175360" y="114948"/>
                  <a:pt x="176412" y="116154"/>
                  <a:pt x="177806" y="116948"/>
                </a:cubicBezTo>
                <a:cubicBezTo>
                  <a:pt x="179199" y="117743"/>
                  <a:pt x="181744" y="118140"/>
                  <a:pt x="185440" y="118140"/>
                </a:cubicBezTo>
                <a:lnTo>
                  <a:pt x="185440" y="121296"/>
                </a:lnTo>
                <a:lnTo>
                  <a:pt x="147482" y="121296"/>
                </a:lnTo>
                <a:lnTo>
                  <a:pt x="147482" y="118140"/>
                </a:lnTo>
                <a:cubicBezTo>
                  <a:pt x="151292" y="118140"/>
                  <a:pt x="153851" y="117771"/>
                  <a:pt x="155159" y="117034"/>
                </a:cubicBezTo>
                <a:cubicBezTo>
                  <a:pt x="156467" y="116296"/>
                  <a:pt x="157504" y="115076"/>
                  <a:pt x="158272" y="113374"/>
                </a:cubicBezTo>
                <a:cubicBezTo>
                  <a:pt x="159040" y="111671"/>
                  <a:pt x="159424" y="108409"/>
                  <a:pt x="159424" y="103586"/>
                </a:cubicBezTo>
                <a:lnTo>
                  <a:pt x="159424" y="73542"/>
                </a:lnTo>
                <a:cubicBezTo>
                  <a:pt x="159424" y="65086"/>
                  <a:pt x="159168" y="59611"/>
                  <a:pt x="158656" y="57116"/>
                </a:cubicBezTo>
                <a:cubicBezTo>
                  <a:pt x="158258" y="55300"/>
                  <a:pt x="157632" y="54037"/>
                  <a:pt x="156779" y="53328"/>
                </a:cubicBezTo>
                <a:cubicBezTo>
                  <a:pt x="155926" y="52619"/>
                  <a:pt x="154761" y="52265"/>
                  <a:pt x="153282" y="52265"/>
                </a:cubicBezTo>
                <a:cubicBezTo>
                  <a:pt x="151690" y="52265"/>
                  <a:pt x="149756" y="52690"/>
                  <a:pt x="147482" y="53542"/>
                </a:cubicBezTo>
                <a:lnTo>
                  <a:pt x="146288" y="50476"/>
                </a:lnTo>
                <a:lnTo>
                  <a:pt x="169830" y="40944"/>
                </a:lnTo>
                <a:lnTo>
                  <a:pt x="173583" y="40944"/>
                </a:lnTo>
                <a:close/>
                <a:moveTo>
                  <a:pt x="217883" y="17401"/>
                </a:moveTo>
                <a:lnTo>
                  <a:pt x="217883" y="43162"/>
                </a:lnTo>
                <a:lnTo>
                  <a:pt x="236137" y="43162"/>
                </a:lnTo>
                <a:lnTo>
                  <a:pt x="236137" y="49133"/>
                </a:lnTo>
                <a:lnTo>
                  <a:pt x="217883" y="49133"/>
                </a:lnTo>
                <a:lnTo>
                  <a:pt x="217883" y="99731"/>
                </a:lnTo>
                <a:cubicBezTo>
                  <a:pt x="217883" y="104787"/>
                  <a:pt x="218608" y="108195"/>
                  <a:pt x="220058" y="109957"/>
                </a:cubicBezTo>
                <a:cubicBezTo>
                  <a:pt x="221508" y="111716"/>
                  <a:pt x="223371" y="112596"/>
                  <a:pt x="225645" y="112596"/>
                </a:cubicBezTo>
                <a:cubicBezTo>
                  <a:pt x="227522" y="112596"/>
                  <a:pt x="229342" y="112013"/>
                  <a:pt x="231105" y="110847"/>
                </a:cubicBezTo>
                <a:cubicBezTo>
                  <a:pt x="232868" y="109681"/>
                  <a:pt x="234232" y="107961"/>
                  <a:pt x="235199" y="105686"/>
                </a:cubicBezTo>
                <a:lnTo>
                  <a:pt x="238526" y="105686"/>
                </a:lnTo>
                <a:cubicBezTo>
                  <a:pt x="236535" y="111275"/>
                  <a:pt x="233721" y="115502"/>
                  <a:pt x="230081" y="118367"/>
                </a:cubicBezTo>
                <a:cubicBezTo>
                  <a:pt x="226442" y="121229"/>
                  <a:pt x="222688" y="122661"/>
                  <a:pt x="218822" y="122661"/>
                </a:cubicBezTo>
                <a:cubicBezTo>
                  <a:pt x="216206" y="122661"/>
                  <a:pt x="213647" y="121935"/>
                  <a:pt x="211145" y="120483"/>
                </a:cubicBezTo>
                <a:cubicBezTo>
                  <a:pt x="208642" y="119031"/>
                  <a:pt x="206794" y="116954"/>
                  <a:pt x="205600" y="114251"/>
                </a:cubicBezTo>
                <a:cubicBezTo>
                  <a:pt x="204406" y="111546"/>
                  <a:pt x="203809" y="107375"/>
                  <a:pt x="203809" y="101738"/>
                </a:cubicBezTo>
                <a:lnTo>
                  <a:pt x="203809" y="49133"/>
                </a:lnTo>
                <a:lnTo>
                  <a:pt x="191440" y="49133"/>
                </a:lnTo>
                <a:lnTo>
                  <a:pt x="191440" y="46318"/>
                </a:lnTo>
                <a:cubicBezTo>
                  <a:pt x="194568" y="45063"/>
                  <a:pt x="197767" y="42939"/>
                  <a:pt x="201037" y="39944"/>
                </a:cubicBezTo>
                <a:cubicBezTo>
                  <a:pt x="204306" y="36950"/>
                  <a:pt x="207221" y="33399"/>
                  <a:pt x="209780" y="29292"/>
                </a:cubicBezTo>
                <a:cubicBezTo>
                  <a:pt x="211088" y="27126"/>
                  <a:pt x="212907" y="23162"/>
                  <a:pt x="215239" y="17401"/>
                </a:cubicBezTo>
                <a:lnTo>
                  <a:pt x="217883" y="17401"/>
                </a:lnTo>
                <a:close/>
                <a:moveTo>
                  <a:pt x="263633" y="0"/>
                </a:moveTo>
                <a:cubicBezTo>
                  <a:pt x="266022" y="0"/>
                  <a:pt x="268055" y="843"/>
                  <a:pt x="269732" y="2530"/>
                </a:cubicBezTo>
                <a:cubicBezTo>
                  <a:pt x="271410" y="4214"/>
                  <a:pt x="272248" y="6257"/>
                  <a:pt x="272248" y="8658"/>
                </a:cubicBezTo>
                <a:cubicBezTo>
                  <a:pt x="272248" y="11059"/>
                  <a:pt x="271410" y="13117"/>
                  <a:pt x="269732" y="14831"/>
                </a:cubicBezTo>
                <a:cubicBezTo>
                  <a:pt x="268055" y="16545"/>
                  <a:pt x="266022" y="17401"/>
                  <a:pt x="263633" y="17401"/>
                </a:cubicBezTo>
                <a:cubicBezTo>
                  <a:pt x="261245" y="17401"/>
                  <a:pt x="259198" y="16545"/>
                  <a:pt x="257492" y="14831"/>
                </a:cubicBezTo>
                <a:cubicBezTo>
                  <a:pt x="255786" y="13117"/>
                  <a:pt x="254933" y="11059"/>
                  <a:pt x="254933" y="8658"/>
                </a:cubicBezTo>
                <a:cubicBezTo>
                  <a:pt x="254933" y="6257"/>
                  <a:pt x="255771" y="4214"/>
                  <a:pt x="257449" y="2530"/>
                </a:cubicBezTo>
                <a:cubicBezTo>
                  <a:pt x="259127" y="843"/>
                  <a:pt x="261188" y="0"/>
                  <a:pt x="263633" y="0"/>
                </a:cubicBezTo>
                <a:moveTo>
                  <a:pt x="270713" y="40944"/>
                </a:moveTo>
                <a:lnTo>
                  <a:pt x="270713" y="103586"/>
                </a:lnTo>
                <a:cubicBezTo>
                  <a:pt x="270713" y="108466"/>
                  <a:pt x="271068" y="111714"/>
                  <a:pt x="271779" y="113331"/>
                </a:cubicBezTo>
                <a:cubicBezTo>
                  <a:pt x="272490" y="114948"/>
                  <a:pt x="273542" y="116154"/>
                  <a:pt x="274935" y="116948"/>
                </a:cubicBezTo>
                <a:cubicBezTo>
                  <a:pt x="276329" y="117743"/>
                  <a:pt x="278873" y="118140"/>
                  <a:pt x="282570" y="118140"/>
                </a:cubicBezTo>
                <a:lnTo>
                  <a:pt x="282570" y="121296"/>
                </a:lnTo>
                <a:lnTo>
                  <a:pt x="244611" y="121296"/>
                </a:lnTo>
                <a:lnTo>
                  <a:pt x="244611" y="118140"/>
                </a:lnTo>
                <a:cubicBezTo>
                  <a:pt x="248421" y="118140"/>
                  <a:pt x="250980" y="117771"/>
                  <a:pt x="252288" y="117034"/>
                </a:cubicBezTo>
                <a:cubicBezTo>
                  <a:pt x="253596" y="116296"/>
                  <a:pt x="254634" y="115076"/>
                  <a:pt x="255402" y="113374"/>
                </a:cubicBezTo>
                <a:cubicBezTo>
                  <a:pt x="256169" y="111671"/>
                  <a:pt x="256553" y="108409"/>
                  <a:pt x="256553" y="103586"/>
                </a:cubicBezTo>
                <a:lnTo>
                  <a:pt x="256553" y="73542"/>
                </a:lnTo>
                <a:cubicBezTo>
                  <a:pt x="256553" y="65086"/>
                  <a:pt x="256297" y="59611"/>
                  <a:pt x="255786" y="57116"/>
                </a:cubicBezTo>
                <a:cubicBezTo>
                  <a:pt x="255388" y="55300"/>
                  <a:pt x="254762" y="54037"/>
                  <a:pt x="253909" y="53328"/>
                </a:cubicBezTo>
                <a:cubicBezTo>
                  <a:pt x="253056" y="52619"/>
                  <a:pt x="251890" y="52265"/>
                  <a:pt x="250412" y="52265"/>
                </a:cubicBezTo>
                <a:cubicBezTo>
                  <a:pt x="248819" y="52265"/>
                  <a:pt x="246886" y="52690"/>
                  <a:pt x="244611" y="53542"/>
                </a:cubicBezTo>
                <a:lnTo>
                  <a:pt x="243417" y="50476"/>
                </a:lnTo>
                <a:lnTo>
                  <a:pt x="266960" y="40944"/>
                </a:lnTo>
                <a:lnTo>
                  <a:pt x="270713" y="40944"/>
                </a:lnTo>
                <a:close/>
                <a:moveTo>
                  <a:pt x="336594" y="110037"/>
                </a:moveTo>
                <a:cubicBezTo>
                  <a:pt x="328575" y="116235"/>
                  <a:pt x="323543" y="119818"/>
                  <a:pt x="321496" y="120784"/>
                </a:cubicBezTo>
                <a:cubicBezTo>
                  <a:pt x="318425" y="122263"/>
                  <a:pt x="315155" y="123002"/>
                  <a:pt x="311686" y="123002"/>
                </a:cubicBezTo>
                <a:cubicBezTo>
                  <a:pt x="306284" y="123002"/>
                  <a:pt x="301834" y="121154"/>
                  <a:pt x="298337" y="117458"/>
                </a:cubicBezTo>
                <a:cubicBezTo>
                  <a:pt x="294839" y="113761"/>
                  <a:pt x="293091" y="108899"/>
                  <a:pt x="293091" y="102871"/>
                </a:cubicBezTo>
                <a:cubicBezTo>
                  <a:pt x="293091" y="99061"/>
                  <a:pt x="293944" y="95763"/>
                  <a:pt x="295650" y="92977"/>
                </a:cubicBezTo>
                <a:cubicBezTo>
                  <a:pt x="297981" y="89110"/>
                  <a:pt x="302033" y="85470"/>
                  <a:pt x="307805" y="82058"/>
                </a:cubicBezTo>
                <a:cubicBezTo>
                  <a:pt x="313577" y="78646"/>
                  <a:pt x="323173" y="74495"/>
                  <a:pt x="336594" y="69605"/>
                </a:cubicBezTo>
                <a:lnTo>
                  <a:pt x="336594" y="66534"/>
                </a:lnTo>
                <a:cubicBezTo>
                  <a:pt x="336594" y="58743"/>
                  <a:pt x="335357" y="53398"/>
                  <a:pt x="332883" y="50497"/>
                </a:cubicBezTo>
                <a:cubicBezTo>
                  <a:pt x="330409" y="47597"/>
                  <a:pt x="326813" y="46147"/>
                  <a:pt x="322093" y="46147"/>
                </a:cubicBezTo>
                <a:cubicBezTo>
                  <a:pt x="318510" y="46147"/>
                  <a:pt x="315667" y="47110"/>
                  <a:pt x="313563" y="49037"/>
                </a:cubicBezTo>
                <a:cubicBezTo>
                  <a:pt x="311402" y="50963"/>
                  <a:pt x="310321" y="53173"/>
                  <a:pt x="310321" y="55666"/>
                </a:cubicBezTo>
                <a:lnTo>
                  <a:pt x="310492" y="60595"/>
                </a:lnTo>
                <a:cubicBezTo>
                  <a:pt x="310492" y="63200"/>
                  <a:pt x="309824" y="65211"/>
                  <a:pt x="308487" y="66627"/>
                </a:cubicBezTo>
                <a:cubicBezTo>
                  <a:pt x="307151" y="68043"/>
                  <a:pt x="305402" y="68752"/>
                  <a:pt x="303241" y="68752"/>
                </a:cubicBezTo>
                <a:cubicBezTo>
                  <a:pt x="301137" y="68752"/>
                  <a:pt x="299417" y="68015"/>
                  <a:pt x="298081" y="66542"/>
                </a:cubicBezTo>
                <a:cubicBezTo>
                  <a:pt x="296744" y="65067"/>
                  <a:pt x="296076" y="63053"/>
                  <a:pt x="296076" y="60501"/>
                </a:cubicBezTo>
                <a:cubicBezTo>
                  <a:pt x="296076" y="55627"/>
                  <a:pt x="298578" y="51149"/>
                  <a:pt x="303583" y="47067"/>
                </a:cubicBezTo>
                <a:cubicBezTo>
                  <a:pt x="308587" y="42985"/>
                  <a:pt x="315610" y="40944"/>
                  <a:pt x="324652" y="40944"/>
                </a:cubicBezTo>
                <a:cubicBezTo>
                  <a:pt x="331589" y="40944"/>
                  <a:pt x="337276" y="42108"/>
                  <a:pt x="341712" y="44436"/>
                </a:cubicBezTo>
                <a:cubicBezTo>
                  <a:pt x="345067" y="46197"/>
                  <a:pt x="347540" y="48952"/>
                  <a:pt x="349133" y="52702"/>
                </a:cubicBezTo>
                <a:cubicBezTo>
                  <a:pt x="350156" y="55144"/>
                  <a:pt x="350668" y="60142"/>
                  <a:pt x="350668" y="67696"/>
                </a:cubicBezTo>
                <a:lnTo>
                  <a:pt x="350668" y="94192"/>
                </a:lnTo>
                <a:cubicBezTo>
                  <a:pt x="350668" y="101633"/>
                  <a:pt x="350810" y="106191"/>
                  <a:pt x="351095" y="107867"/>
                </a:cubicBezTo>
                <a:cubicBezTo>
                  <a:pt x="351379" y="109543"/>
                  <a:pt x="351848" y="110665"/>
                  <a:pt x="352502" y="111233"/>
                </a:cubicBezTo>
                <a:cubicBezTo>
                  <a:pt x="353156" y="111800"/>
                  <a:pt x="353909" y="112084"/>
                  <a:pt x="354762" y="112084"/>
                </a:cubicBezTo>
                <a:cubicBezTo>
                  <a:pt x="355672" y="112084"/>
                  <a:pt x="356468" y="111885"/>
                  <a:pt x="357151" y="111487"/>
                </a:cubicBezTo>
                <a:cubicBezTo>
                  <a:pt x="358345" y="110747"/>
                  <a:pt x="360648" y="108672"/>
                  <a:pt x="364060" y="105260"/>
                </a:cubicBezTo>
                <a:lnTo>
                  <a:pt x="364060" y="110037"/>
                </a:lnTo>
                <a:cubicBezTo>
                  <a:pt x="357691" y="118566"/>
                  <a:pt x="351606" y="122831"/>
                  <a:pt x="345806" y="122831"/>
                </a:cubicBezTo>
                <a:cubicBezTo>
                  <a:pt x="343020" y="122831"/>
                  <a:pt x="340802" y="121865"/>
                  <a:pt x="339153" y="119931"/>
                </a:cubicBezTo>
                <a:cubicBezTo>
                  <a:pt x="337503" y="117998"/>
                  <a:pt x="336651" y="114700"/>
                  <a:pt x="336594" y="110037"/>
                </a:cubicBezTo>
                <a:moveTo>
                  <a:pt x="336594" y="104444"/>
                </a:moveTo>
                <a:lnTo>
                  <a:pt x="336594" y="74808"/>
                </a:lnTo>
                <a:cubicBezTo>
                  <a:pt x="328007" y="78204"/>
                  <a:pt x="322462" y="80610"/>
                  <a:pt x="319960" y="82026"/>
                </a:cubicBezTo>
                <a:cubicBezTo>
                  <a:pt x="315468" y="84518"/>
                  <a:pt x="312255" y="87122"/>
                  <a:pt x="310321" y="89839"/>
                </a:cubicBezTo>
                <a:cubicBezTo>
                  <a:pt x="308388" y="92556"/>
                  <a:pt x="307421" y="95528"/>
                  <a:pt x="307421" y="98756"/>
                </a:cubicBezTo>
                <a:cubicBezTo>
                  <a:pt x="307421" y="102832"/>
                  <a:pt x="308644" y="106215"/>
                  <a:pt x="311089" y="108904"/>
                </a:cubicBezTo>
                <a:cubicBezTo>
                  <a:pt x="313534" y="111592"/>
                  <a:pt x="316349" y="112937"/>
                  <a:pt x="319534" y="112937"/>
                </a:cubicBezTo>
                <a:cubicBezTo>
                  <a:pt x="323856" y="112937"/>
                  <a:pt x="329542" y="110106"/>
                  <a:pt x="336594" y="104444"/>
                </a:cubicBezTo>
                <a:close/>
                <a:moveTo>
                  <a:pt x="396756" y="0"/>
                </a:moveTo>
                <a:lnTo>
                  <a:pt x="396756" y="103564"/>
                </a:lnTo>
                <a:cubicBezTo>
                  <a:pt x="396756" y="108451"/>
                  <a:pt x="397112" y="111691"/>
                  <a:pt x="397823" y="113283"/>
                </a:cubicBezTo>
                <a:cubicBezTo>
                  <a:pt x="398534" y="114874"/>
                  <a:pt x="399628" y="116081"/>
                  <a:pt x="401107" y="116906"/>
                </a:cubicBezTo>
                <a:cubicBezTo>
                  <a:pt x="402585" y="117729"/>
                  <a:pt x="405343" y="118140"/>
                  <a:pt x="409381" y="118140"/>
                </a:cubicBezTo>
                <a:lnTo>
                  <a:pt x="409381" y="121296"/>
                </a:lnTo>
                <a:lnTo>
                  <a:pt x="371081" y="121296"/>
                </a:lnTo>
                <a:lnTo>
                  <a:pt x="371081" y="118140"/>
                </a:lnTo>
                <a:cubicBezTo>
                  <a:pt x="374664" y="118140"/>
                  <a:pt x="377109" y="117771"/>
                  <a:pt x="378417" y="117034"/>
                </a:cubicBezTo>
                <a:cubicBezTo>
                  <a:pt x="379725" y="116295"/>
                  <a:pt x="380749" y="115073"/>
                  <a:pt x="381488" y="113369"/>
                </a:cubicBezTo>
                <a:cubicBezTo>
                  <a:pt x="382227" y="111663"/>
                  <a:pt x="382597" y="108395"/>
                  <a:pt x="382597" y="103564"/>
                </a:cubicBezTo>
                <a:lnTo>
                  <a:pt x="382597" y="32646"/>
                </a:lnTo>
                <a:cubicBezTo>
                  <a:pt x="382597" y="23839"/>
                  <a:pt x="382398" y="18427"/>
                  <a:pt x="382000" y="16410"/>
                </a:cubicBezTo>
                <a:cubicBezTo>
                  <a:pt x="381602" y="14391"/>
                  <a:pt x="380962" y="13013"/>
                  <a:pt x="380080" y="12275"/>
                </a:cubicBezTo>
                <a:cubicBezTo>
                  <a:pt x="379199" y="11536"/>
                  <a:pt x="378076" y="11166"/>
                  <a:pt x="376711" y="11166"/>
                </a:cubicBezTo>
                <a:cubicBezTo>
                  <a:pt x="375233" y="11166"/>
                  <a:pt x="373356" y="11621"/>
                  <a:pt x="371081" y="12531"/>
                </a:cubicBezTo>
                <a:lnTo>
                  <a:pt x="369631" y="9546"/>
                </a:lnTo>
                <a:lnTo>
                  <a:pt x="392918" y="0"/>
                </a:lnTo>
                <a:lnTo>
                  <a:pt x="396756" y="0"/>
                </a:lnTo>
                <a:close/>
                <a:moveTo>
                  <a:pt x="459652" y="121296"/>
                </a:moveTo>
                <a:lnTo>
                  <a:pt x="459652" y="118140"/>
                </a:lnTo>
                <a:lnTo>
                  <a:pt x="464002" y="118140"/>
                </a:lnTo>
                <a:cubicBezTo>
                  <a:pt x="468892" y="118140"/>
                  <a:pt x="472361" y="116576"/>
                  <a:pt x="474408" y="113449"/>
                </a:cubicBezTo>
                <a:cubicBezTo>
                  <a:pt x="475659" y="111572"/>
                  <a:pt x="476285" y="107364"/>
                  <a:pt x="476285" y="100824"/>
                </a:cubicBezTo>
                <a:lnTo>
                  <a:pt x="476285" y="26102"/>
                </a:lnTo>
                <a:cubicBezTo>
                  <a:pt x="476285" y="18880"/>
                  <a:pt x="475489" y="14359"/>
                  <a:pt x="473897" y="12539"/>
                </a:cubicBezTo>
                <a:cubicBezTo>
                  <a:pt x="471679" y="10037"/>
                  <a:pt x="468381" y="8786"/>
                  <a:pt x="464002" y="8786"/>
                </a:cubicBezTo>
                <a:lnTo>
                  <a:pt x="459652" y="8786"/>
                </a:lnTo>
                <a:lnTo>
                  <a:pt x="459652" y="5630"/>
                </a:lnTo>
                <a:lnTo>
                  <a:pt x="506737" y="5630"/>
                </a:lnTo>
                <a:cubicBezTo>
                  <a:pt x="524024" y="5630"/>
                  <a:pt x="537175" y="7592"/>
                  <a:pt x="546188" y="11515"/>
                </a:cubicBezTo>
                <a:cubicBezTo>
                  <a:pt x="555201" y="15439"/>
                  <a:pt x="562452" y="21979"/>
                  <a:pt x="567939" y="31134"/>
                </a:cubicBezTo>
                <a:cubicBezTo>
                  <a:pt x="573427" y="40290"/>
                  <a:pt x="576171" y="50867"/>
                  <a:pt x="576171" y="62866"/>
                </a:cubicBezTo>
                <a:cubicBezTo>
                  <a:pt x="576171" y="78959"/>
                  <a:pt x="571280" y="92408"/>
                  <a:pt x="561499" y="103213"/>
                </a:cubicBezTo>
                <a:cubicBezTo>
                  <a:pt x="550524" y="115268"/>
                  <a:pt x="533805" y="121296"/>
                  <a:pt x="511343" y="121296"/>
                </a:cubicBezTo>
                <a:lnTo>
                  <a:pt x="459652" y="121296"/>
                </a:lnTo>
                <a:moveTo>
                  <a:pt x="492663" y="113022"/>
                </a:moveTo>
                <a:cubicBezTo>
                  <a:pt x="499885" y="114557"/>
                  <a:pt x="505941" y="115325"/>
                  <a:pt x="510831" y="115325"/>
                </a:cubicBezTo>
                <a:cubicBezTo>
                  <a:pt x="524024" y="115325"/>
                  <a:pt x="534971" y="110690"/>
                  <a:pt x="543672" y="101421"/>
                </a:cubicBezTo>
                <a:cubicBezTo>
                  <a:pt x="552372" y="92152"/>
                  <a:pt x="556723" y="79585"/>
                  <a:pt x="556723" y="63719"/>
                </a:cubicBezTo>
                <a:cubicBezTo>
                  <a:pt x="556723" y="47739"/>
                  <a:pt x="552372" y="35143"/>
                  <a:pt x="543672" y="25931"/>
                </a:cubicBezTo>
                <a:cubicBezTo>
                  <a:pt x="534971" y="16719"/>
                  <a:pt x="523797" y="12113"/>
                  <a:pt x="510149" y="12113"/>
                </a:cubicBezTo>
                <a:cubicBezTo>
                  <a:pt x="505031" y="12113"/>
                  <a:pt x="499202" y="12937"/>
                  <a:pt x="492663" y="14586"/>
                </a:cubicBezTo>
                <a:lnTo>
                  <a:pt x="492663" y="113022"/>
                </a:lnTo>
                <a:close/>
                <a:moveTo>
                  <a:pt x="601390" y="72675"/>
                </a:moveTo>
                <a:cubicBezTo>
                  <a:pt x="601333" y="84249"/>
                  <a:pt x="604148" y="93328"/>
                  <a:pt x="609835" y="99910"/>
                </a:cubicBezTo>
                <a:cubicBezTo>
                  <a:pt x="615522" y="106490"/>
                  <a:pt x="622203" y="109781"/>
                  <a:pt x="629880" y="109781"/>
                </a:cubicBezTo>
                <a:cubicBezTo>
                  <a:pt x="634998" y="109781"/>
                  <a:pt x="639448" y="108373"/>
                  <a:pt x="643230" y="105558"/>
                </a:cubicBezTo>
                <a:cubicBezTo>
                  <a:pt x="647011" y="102743"/>
                  <a:pt x="650182" y="97924"/>
                  <a:pt x="652741" y="91100"/>
                </a:cubicBezTo>
                <a:lnTo>
                  <a:pt x="655385" y="92806"/>
                </a:lnTo>
                <a:cubicBezTo>
                  <a:pt x="654191" y="100597"/>
                  <a:pt x="650722" y="107691"/>
                  <a:pt x="644978" y="114088"/>
                </a:cubicBezTo>
                <a:cubicBezTo>
                  <a:pt x="639235" y="120486"/>
                  <a:pt x="632041" y="123684"/>
                  <a:pt x="623398" y="123684"/>
                </a:cubicBezTo>
                <a:cubicBezTo>
                  <a:pt x="614015" y="123684"/>
                  <a:pt x="605982" y="120039"/>
                  <a:pt x="599300" y="112747"/>
                </a:cubicBezTo>
                <a:cubicBezTo>
                  <a:pt x="592619" y="105454"/>
                  <a:pt x="589278" y="95650"/>
                  <a:pt x="589278" y="83335"/>
                </a:cubicBezTo>
                <a:cubicBezTo>
                  <a:pt x="589278" y="70000"/>
                  <a:pt x="592704" y="59601"/>
                  <a:pt x="599556" y="52139"/>
                </a:cubicBezTo>
                <a:cubicBezTo>
                  <a:pt x="606409" y="44676"/>
                  <a:pt x="615010" y="40944"/>
                  <a:pt x="625360" y="40944"/>
                </a:cubicBezTo>
                <a:cubicBezTo>
                  <a:pt x="634117" y="40944"/>
                  <a:pt x="641311" y="43823"/>
                  <a:pt x="646940" y="49580"/>
                </a:cubicBezTo>
                <a:cubicBezTo>
                  <a:pt x="652570" y="55336"/>
                  <a:pt x="655385" y="63035"/>
                  <a:pt x="655385" y="72675"/>
                </a:cubicBezTo>
                <a:lnTo>
                  <a:pt x="601390" y="72675"/>
                </a:lnTo>
                <a:moveTo>
                  <a:pt x="601390" y="67728"/>
                </a:moveTo>
                <a:lnTo>
                  <a:pt x="637557" y="67728"/>
                </a:lnTo>
                <a:cubicBezTo>
                  <a:pt x="637273" y="62724"/>
                  <a:pt x="636676" y="59198"/>
                  <a:pt x="635766" y="57151"/>
                </a:cubicBezTo>
                <a:cubicBezTo>
                  <a:pt x="634344" y="53966"/>
                  <a:pt x="632226" y="51464"/>
                  <a:pt x="629411" y="49644"/>
                </a:cubicBezTo>
                <a:cubicBezTo>
                  <a:pt x="626596" y="47825"/>
                  <a:pt x="623654" y="46915"/>
                  <a:pt x="620583" y="46915"/>
                </a:cubicBezTo>
                <a:cubicBezTo>
                  <a:pt x="615863" y="46915"/>
                  <a:pt x="611640" y="48749"/>
                  <a:pt x="607916" y="52417"/>
                </a:cubicBezTo>
                <a:cubicBezTo>
                  <a:pt x="604191" y="56085"/>
                  <a:pt x="602016" y="61188"/>
                  <a:pt x="601390" y="67728"/>
                </a:cubicBezTo>
                <a:close/>
                <a:moveTo>
                  <a:pt x="661809" y="43162"/>
                </a:moveTo>
                <a:lnTo>
                  <a:pt x="698573" y="43162"/>
                </a:lnTo>
                <a:lnTo>
                  <a:pt x="698573" y="46318"/>
                </a:lnTo>
                <a:lnTo>
                  <a:pt x="696185" y="46318"/>
                </a:lnTo>
                <a:cubicBezTo>
                  <a:pt x="693967" y="46318"/>
                  <a:pt x="692275" y="46858"/>
                  <a:pt x="691109" y="47938"/>
                </a:cubicBezTo>
                <a:cubicBezTo>
                  <a:pt x="689944" y="49019"/>
                  <a:pt x="689361" y="50469"/>
                  <a:pt x="689361" y="52289"/>
                </a:cubicBezTo>
                <a:cubicBezTo>
                  <a:pt x="689361" y="54279"/>
                  <a:pt x="689958" y="56639"/>
                  <a:pt x="691152" y="59369"/>
                </a:cubicBezTo>
                <a:lnTo>
                  <a:pt x="709321" y="102530"/>
                </a:lnTo>
                <a:lnTo>
                  <a:pt x="727575" y="57748"/>
                </a:lnTo>
                <a:cubicBezTo>
                  <a:pt x="728883" y="54563"/>
                  <a:pt x="729537" y="52147"/>
                  <a:pt x="729537" y="50497"/>
                </a:cubicBezTo>
                <a:cubicBezTo>
                  <a:pt x="729537" y="49701"/>
                  <a:pt x="729309" y="49047"/>
                  <a:pt x="728854" y="48535"/>
                </a:cubicBezTo>
                <a:cubicBezTo>
                  <a:pt x="728229" y="47682"/>
                  <a:pt x="727433" y="47100"/>
                  <a:pt x="726466" y="46787"/>
                </a:cubicBezTo>
                <a:cubicBezTo>
                  <a:pt x="725499" y="46474"/>
                  <a:pt x="723537" y="46318"/>
                  <a:pt x="720580" y="46318"/>
                </a:cubicBezTo>
                <a:lnTo>
                  <a:pt x="720580" y="43162"/>
                </a:lnTo>
                <a:lnTo>
                  <a:pt x="746085" y="43162"/>
                </a:lnTo>
                <a:lnTo>
                  <a:pt x="746085" y="46318"/>
                </a:lnTo>
                <a:cubicBezTo>
                  <a:pt x="743128" y="46545"/>
                  <a:pt x="741081" y="47142"/>
                  <a:pt x="739943" y="48109"/>
                </a:cubicBezTo>
                <a:cubicBezTo>
                  <a:pt x="737953" y="49815"/>
                  <a:pt x="736162" y="52658"/>
                  <a:pt x="734570" y="56639"/>
                </a:cubicBezTo>
                <a:lnTo>
                  <a:pt x="706847" y="123684"/>
                </a:lnTo>
                <a:lnTo>
                  <a:pt x="703350" y="123684"/>
                </a:lnTo>
                <a:lnTo>
                  <a:pt x="675457" y="57748"/>
                </a:lnTo>
                <a:cubicBezTo>
                  <a:pt x="674206" y="54677"/>
                  <a:pt x="673012" y="52473"/>
                  <a:pt x="671874" y="51137"/>
                </a:cubicBezTo>
                <a:cubicBezTo>
                  <a:pt x="670737" y="49801"/>
                  <a:pt x="669287" y="48678"/>
                  <a:pt x="667524" y="47768"/>
                </a:cubicBezTo>
                <a:cubicBezTo>
                  <a:pt x="666557" y="47256"/>
                  <a:pt x="664652" y="46773"/>
                  <a:pt x="661809" y="46318"/>
                </a:cubicBezTo>
                <a:lnTo>
                  <a:pt x="661809" y="43162"/>
                </a:lnTo>
                <a:close/>
                <a:moveTo>
                  <a:pt x="773040" y="0"/>
                </a:moveTo>
                <a:cubicBezTo>
                  <a:pt x="775428" y="0"/>
                  <a:pt x="777461" y="843"/>
                  <a:pt x="779139" y="2530"/>
                </a:cubicBezTo>
                <a:cubicBezTo>
                  <a:pt x="780816" y="4214"/>
                  <a:pt x="781655" y="6257"/>
                  <a:pt x="781655" y="8658"/>
                </a:cubicBezTo>
                <a:cubicBezTo>
                  <a:pt x="781655" y="11059"/>
                  <a:pt x="780816" y="13117"/>
                  <a:pt x="779139" y="14831"/>
                </a:cubicBezTo>
                <a:cubicBezTo>
                  <a:pt x="777461" y="16545"/>
                  <a:pt x="775428" y="17401"/>
                  <a:pt x="773040" y="17401"/>
                </a:cubicBezTo>
                <a:cubicBezTo>
                  <a:pt x="770651" y="17401"/>
                  <a:pt x="768604" y="16545"/>
                  <a:pt x="766898" y="14831"/>
                </a:cubicBezTo>
                <a:cubicBezTo>
                  <a:pt x="765192" y="13117"/>
                  <a:pt x="764339" y="11059"/>
                  <a:pt x="764339" y="8658"/>
                </a:cubicBezTo>
                <a:cubicBezTo>
                  <a:pt x="764339" y="6257"/>
                  <a:pt x="765178" y="4214"/>
                  <a:pt x="766855" y="2530"/>
                </a:cubicBezTo>
                <a:cubicBezTo>
                  <a:pt x="768533" y="843"/>
                  <a:pt x="770594" y="0"/>
                  <a:pt x="773040" y="0"/>
                </a:cubicBezTo>
                <a:moveTo>
                  <a:pt x="780120" y="40944"/>
                </a:moveTo>
                <a:lnTo>
                  <a:pt x="780120" y="103586"/>
                </a:lnTo>
                <a:cubicBezTo>
                  <a:pt x="780120" y="108466"/>
                  <a:pt x="780475" y="111714"/>
                  <a:pt x="781186" y="113331"/>
                </a:cubicBezTo>
                <a:cubicBezTo>
                  <a:pt x="781897" y="114948"/>
                  <a:pt x="782949" y="116154"/>
                  <a:pt x="784342" y="116948"/>
                </a:cubicBezTo>
                <a:cubicBezTo>
                  <a:pt x="785735" y="117743"/>
                  <a:pt x="788280" y="118140"/>
                  <a:pt x="791976" y="118140"/>
                </a:cubicBezTo>
                <a:lnTo>
                  <a:pt x="791976" y="121296"/>
                </a:lnTo>
                <a:lnTo>
                  <a:pt x="754018" y="121296"/>
                </a:lnTo>
                <a:lnTo>
                  <a:pt x="754018" y="118140"/>
                </a:lnTo>
                <a:cubicBezTo>
                  <a:pt x="757828" y="118140"/>
                  <a:pt x="760387" y="117771"/>
                  <a:pt x="761695" y="117034"/>
                </a:cubicBezTo>
                <a:cubicBezTo>
                  <a:pt x="763003" y="116296"/>
                  <a:pt x="764041" y="115076"/>
                  <a:pt x="764808" y="113374"/>
                </a:cubicBezTo>
                <a:cubicBezTo>
                  <a:pt x="765576" y="111671"/>
                  <a:pt x="765960" y="108409"/>
                  <a:pt x="765960" y="103586"/>
                </a:cubicBezTo>
                <a:lnTo>
                  <a:pt x="765960" y="73542"/>
                </a:lnTo>
                <a:cubicBezTo>
                  <a:pt x="765960" y="65086"/>
                  <a:pt x="765704" y="59611"/>
                  <a:pt x="765192" y="57116"/>
                </a:cubicBezTo>
                <a:cubicBezTo>
                  <a:pt x="764794" y="55300"/>
                  <a:pt x="764169" y="54037"/>
                  <a:pt x="763316" y="53328"/>
                </a:cubicBezTo>
                <a:cubicBezTo>
                  <a:pt x="762463" y="52619"/>
                  <a:pt x="761297" y="52265"/>
                  <a:pt x="759818" y="52265"/>
                </a:cubicBezTo>
                <a:cubicBezTo>
                  <a:pt x="758226" y="52265"/>
                  <a:pt x="756293" y="52690"/>
                  <a:pt x="754018" y="53542"/>
                </a:cubicBezTo>
                <a:lnTo>
                  <a:pt x="752824" y="50476"/>
                </a:lnTo>
                <a:lnTo>
                  <a:pt x="776366" y="40944"/>
                </a:lnTo>
                <a:lnTo>
                  <a:pt x="780120" y="40944"/>
                </a:lnTo>
                <a:close/>
                <a:moveTo>
                  <a:pt x="846000" y="110037"/>
                </a:moveTo>
                <a:cubicBezTo>
                  <a:pt x="837982" y="116235"/>
                  <a:pt x="832949" y="119818"/>
                  <a:pt x="830902" y="120784"/>
                </a:cubicBezTo>
                <a:cubicBezTo>
                  <a:pt x="827831" y="122263"/>
                  <a:pt x="824562" y="123002"/>
                  <a:pt x="821093" y="123002"/>
                </a:cubicBezTo>
                <a:cubicBezTo>
                  <a:pt x="815690" y="123002"/>
                  <a:pt x="811241" y="121154"/>
                  <a:pt x="807743" y="117458"/>
                </a:cubicBezTo>
                <a:cubicBezTo>
                  <a:pt x="804246" y="113761"/>
                  <a:pt x="802497" y="108899"/>
                  <a:pt x="802497" y="102871"/>
                </a:cubicBezTo>
                <a:cubicBezTo>
                  <a:pt x="802497" y="99061"/>
                  <a:pt x="803350" y="95763"/>
                  <a:pt x="805056" y="92977"/>
                </a:cubicBezTo>
                <a:cubicBezTo>
                  <a:pt x="807388" y="89110"/>
                  <a:pt x="811440" y="85470"/>
                  <a:pt x="817212" y="82058"/>
                </a:cubicBezTo>
                <a:cubicBezTo>
                  <a:pt x="822984" y="78646"/>
                  <a:pt x="832580" y="74495"/>
                  <a:pt x="846000" y="69605"/>
                </a:cubicBezTo>
                <a:lnTo>
                  <a:pt x="846000" y="66534"/>
                </a:lnTo>
                <a:cubicBezTo>
                  <a:pt x="846000" y="58743"/>
                  <a:pt x="844763" y="53398"/>
                  <a:pt x="842290" y="50497"/>
                </a:cubicBezTo>
                <a:cubicBezTo>
                  <a:pt x="839816" y="47597"/>
                  <a:pt x="836219" y="46147"/>
                  <a:pt x="831499" y="46147"/>
                </a:cubicBezTo>
                <a:cubicBezTo>
                  <a:pt x="827917" y="46147"/>
                  <a:pt x="825073" y="47110"/>
                  <a:pt x="822969" y="49037"/>
                </a:cubicBezTo>
                <a:cubicBezTo>
                  <a:pt x="820808" y="50963"/>
                  <a:pt x="819728" y="53173"/>
                  <a:pt x="819728" y="55666"/>
                </a:cubicBezTo>
                <a:lnTo>
                  <a:pt x="819899" y="60595"/>
                </a:lnTo>
                <a:cubicBezTo>
                  <a:pt x="819899" y="63200"/>
                  <a:pt x="819230" y="65211"/>
                  <a:pt x="817894" y="66627"/>
                </a:cubicBezTo>
                <a:cubicBezTo>
                  <a:pt x="816558" y="68043"/>
                  <a:pt x="814809" y="68752"/>
                  <a:pt x="812648" y="68752"/>
                </a:cubicBezTo>
                <a:cubicBezTo>
                  <a:pt x="810544" y="68752"/>
                  <a:pt x="808824" y="68015"/>
                  <a:pt x="807487" y="66542"/>
                </a:cubicBezTo>
                <a:cubicBezTo>
                  <a:pt x="806151" y="65067"/>
                  <a:pt x="805483" y="63053"/>
                  <a:pt x="805483" y="60501"/>
                </a:cubicBezTo>
                <a:cubicBezTo>
                  <a:pt x="805483" y="55627"/>
                  <a:pt x="807985" y="51149"/>
                  <a:pt x="812989" y="47067"/>
                </a:cubicBezTo>
                <a:cubicBezTo>
                  <a:pt x="817994" y="42985"/>
                  <a:pt x="825017" y="40944"/>
                  <a:pt x="834058" y="40944"/>
                </a:cubicBezTo>
                <a:cubicBezTo>
                  <a:pt x="840996" y="40944"/>
                  <a:pt x="846683" y="42108"/>
                  <a:pt x="851118" y="44436"/>
                </a:cubicBezTo>
                <a:cubicBezTo>
                  <a:pt x="854473" y="46197"/>
                  <a:pt x="856947" y="48952"/>
                  <a:pt x="858539" y="52702"/>
                </a:cubicBezTo>
                <a:cubicBezTo>
                  <a:pt x="859563" y="55144"/>
                  <a:pt x="860075" y="60142"/>
                  <a:pt x="860075" y="67696"/>
                </a:cubicBezTo>
                <a:lnTo>
                  <a:pt x="860075" y="94192"/>
                </a:lnTo>
                <a:cubicBezTo>
                  <a:pt x="860075" y="101633"/>
                  <a:pt x="860217" y="106191"/>
                  <a:pt x="860501" y="107867"/>
                </a:cubicBezTo>
                <a:cubicBezTo>
                  <a:pt x="860786" y="109543"/>
                  <a:pt x="861255" y="110665"/>
                  <a:pt x="861909" y="111233"/>
                </a:cubicBezTo>
                <a:cubicBezTo>
                  <a:pt x="862563" y="111800"/>
                  <a:pt x="863316" y="112084"/>
                  <a:pt x="864169" y="112084"/>
                </a:cubicBezTo>
                <a:cubicBezTo>
                  <a:pt x="865079" y="112084"/>
                  <a:pt x="865875" y="111885"/>
                  <a:pt x="866557" y="111487"/>
                </a:cubicBezTo>
                <a:cubicBezTo>
                  <a:pt x="867752" y="110747"/>
                  <a:pt x="870055" y="108672"/>
                  <a:pt x="873467" y="105260"/>
                </a:cubicBezTo>
                <a:lnTo>
                  <a:pt x="873467" y="110037"/>
                </a:lnTo>
                <a:cubicBezTo>
                  <a:pt x="867098" y="118566"/>
                  <a:pt x="861013" y="122831"/>
                  <a:pt x="855213" y="122831"/>
                </a:cubicBezTo>
                <a:cubicBezTo>
                  <a:pt x="852426" y="122831"/>
                  <a:pt x="850208" y="121865"/>
                  <a:pt x="848559" y="119931"/>
                </a:cubicBezTo>
                <a:cubicBezTo>
                  <a:pt x="846910" y="117998"/>
                  <a:pt x="846057" y="114700"/>
                  <a:pt x="846000" y="110037"/>
                </a:cubicBezTo>
                <a:moveTo>
                  <a:pt x="846000" y="104444"/>
                </a:moveTo>
                <a:lnTo>
                  <a:pt x="846000" y="74808"/>
                </a:lnTo>
                <a:cubicBezTo>
                  <a:pt x="837413" y="78204"/>
                  <a:pt x="831869" y="80610"/>
                  <a:pt x="829367" y="82026"/>
                </a:cubicBezTo>
                <a:cubicBezTo>
                  <a:pt x="824874" y="84518"/>
                  <a:pt x="821661" y="87122"/>
                  <a:pt x="819728" y="89839"/>
                </a:cubicBezTo>
                <a:cubicBezTo>
                  <a:pt x="817794" y="92556"/>
                  <a:pt x="816828" y="95528"/>
                  <a:pt x="816828" y="98756"/>
                </a:cubicBezTo>
                <a:cubicBezTo>
                  <a:pt x="816828" y="102832"/>
                  <a:pt x="818050" y="106215"/>
                  <a:pt x="820496" y="108904"/>
                </a:cubicBezTo>
                <a:cubicBezTo>
                  <a:pt x="822941" y="111592"/>
                  <a:pt x="825756" y="112937"/>
                  <a:pt x="828940" y="112937"/>
                </a:cubicBezTo>
                <a:cubicBezTo>
                  <a:pt x="833262" y="112937"/>
                  <a:pt x="838949" y="110106"/>
                  <a:pt x="846000" y="104444"/>
                </a:cubicBezTo>
                <a:close/>
                <a:moveTo>
                  <a:pt x="901983" y="17401"/>
                </a:moveTo>
                <a:lnTo>
                  <a:pt x="901983" y="43162"/>
                </a:lnTo>
                <a:lnTo>
                  <a:pt x="920238" y="43162"/>
                </a:lnTo>
                <a:lnTo>
                  <a:pt x="920238" y="49133"/>
                </a:lnTo>
                <a:lnTo>
                  <a:pt x="901983" y="49133"/>
                </a:lnTo>
                <a:lnTo>
                  <a:pt x="901983" y="99731"/>
                </a:lnTo>
                <a:cubicBezTo>
                  <a:pt x="901983" y="104787"/>
                  <a:pt x="902708" y="108195"/>
                  <a:pt x="904159" y="109957"/>
                </a:cubicBezTo>
                <a:cubicBezTo>
                  <a:pt x="905609" y="111716"/>
                  <a:pt x="907471" y="112596"/>
                  <a:pt x="909746" y="112596"/>
                </a:cubicBezTo>
                <a:cubicBezTo>
                  <a:pt x="911622" y="112596"/>
                  <a:pt x="913442" y="112013"/>
                  <a:pt x="915205" y="110847"/>
                </a:cubicBezTo>
                <a:cubicBezTo>
                  <a:pt x="916968" y="109681"/>
                  <a:pt x="918333" y="107961"/>
                  <a:pt x="919299" y="105686"/>
                </a:cubicBezTo>
                <a:lnTo>
                  <a:pt x="922626" y="105686"/>
                </a:lnTo>
                <a:cubicBezTo>
                  <a:pt x="920636" y="111275"/>
                  <a:pt x="917821" y="115502"/>
                  <a:pt x="914181" y="118367"/>
                </a:cubicBezTo>
                <a:cubicBezTo>
                  <a:pt x="910542" y="121229"/>
                  <a:pt x="906789" y="122661"/>
                  <a:pt x="902922" y="122661"/>
                </a:cubicBezTo>
                <a:cubicBezTo>
                  <a:pt x="900306" y="122661"/>
                  <a:pt x="897747" y="121935"/>
                  <a:pt x="895245" y="120483"/>
                </a:cubicBezTo>
                <a:cubicBezTo>
                  <a:pt x="892743" y="119031"/>
                  <a:pt x="890894" y="116954"/>
                  <a:pt x="889700" y="114251"/>
                </a:cubicBezTo>
                <a:cubicBezTo>
                  <a:pt x="888506" y="111546"/>
                  <a:pt x="887909" y="107375"/>
                  <a:pt x="887909" y="101738"/>
                </a:cubicBezTo>
                <a:lnTo>
                  <a:pt x="887909" y="49133"/>
                </a:lnTo>
                <a:lnTo>
                  <a:pt x="875541" y="49133"/>
                </a:lnTo>
                <a:lnTo>
                  <a:pt x="875541" y="46318"/>
                </a:lnTo>
                <a:cubicBezTo>
                  <a:pt x="878668" y="45063"/>
                  <a:pt x="881867" y="42939"/>
                  <a:pt x="885137" y="39944"/>
                </a:cubicBezTo>
                <a:cubicBezTo>
                  <a:pt x="888407" y="36950"/>
                  <a:pt x="891321" y="33399"/>
                  <a:pt x="893880" y="29292"/>
                </a:cubicBezTo>
                <a:cubicBezTo>
                  <a:pt x="895188" y="27126"/>
                  <a:pt x="897008" y="23162"/>
                  <a:pt x="899339" y="17401"/>
                </a:cubicBezTo>
                <a:lnTo>
                  <a:pt x="901983" y="17401"/>
                </a:lnTo>
                <a:close/>
                <a:moveTo>
                  <a:pt x="947733" y="0"/>
                </a:moveTo>
                <a:cubicBezTo>
                  <a:pt x="950122" y="0"/>
                  <a:pt x="952155" y="843"/>
                  <a:pt x="953832" y="2530"/>
                </a:cubicBezTo>
                <a:cubicBezTo>
                  <a:pt x="955510" y="4214"/>
                  <a:pt x="956349" y="6257"/>
                  <a:pt x="956349" y="8658"/>
                </a:cubicBezTo>
                <a:cubicBezTo>
                  <a:pt x="956349" y="11059"/>
                  <a:pt x="955510" y="13117"/>
                  <a:pt x="953832" y="14831"/>
                </a:cubicBezTo>
                <a:cubicBezTo>
                  <a:pt x="952155" y="16545"/>
                  <a:pt x="950122" y="17401"/>
                  <a:pt x="947733" y="17401"/>
                </a:cubicBezTo>
                <a:cubicBezTo>
                  <a:pt x="945345" y="17401"/>
                  <a:pt x="943298" y="16545"/>
                  <a:pt x="941592" y="14831"/>
                </a:cubicBezTo>
                <a:cubicBezTo>
                  <a:pt x="939886" y="13117"/>
                  <a:pt x="939033" y="11059"/>
                  <a:pt x="939033" y="8658"/>
                </a:cubicBezTo>
                <a:cubicBezTo>
                  <a:pt x="939033" y="6257"/>
                  <a:pt x="939872" y="4214"/>
                  <a:pt x="941549" y="2530"/>
                </a:cubicBezTo>
                <a:cubicBezTo>
                  <a:pt x="943227" y="843"/>
                  <a:pt x="945288" y="0"/>
                  <a:pt x="947733" y="0"/>
                </a:cubicBezTo>
                <a:moveTo>
                  <a:pt x="954813" y="40944"/>
                </a:moveTo>
                <a:lnTo>
                  <a:pt x="954813" y="103586"/>
                </a:lnTo>
                <a:cubicBezTo>
                  <a:pt x="954813" y="108466"/>
                  <a:pt x="955169" y="111714"/>
                  <a:pt x="955880" y="113331"/>
                </a:cubicBezTo>
                <a:cubicBezTo>
                  <a:pt x="956590" y="114948"/>
                  <a:pt x="957642" y="116154"/>
                  <a:pt x="959036" y="116948"/>
                </a:cubicBezTo>
                <a:cubicBezTo>
                  <a:pt x="960429" y="117743"/>
                  <a:pt x="962974" y="118140"/>
                  <a:pt x="966670" y="118140"/>
                </a:cubicBezTo>
                <a:lnTo>
                  <a:pt x="966670" y="121296"/>
                </a:lnTo>
                <a:lnTo>
                  <a:pt x="928712" y="121296"/>
                </a:lnTo>
                <a:lnTo>
                  <a:pt x="928712" y="118140"/>
                </a:lnTo>
                <a:cubicBezTo>
                  <a:pt x="932522" y="118140"/>
                  <a:pt x="935081" y="117771"/>
                  <a:pt x="936389" y="117034"/>
                </a:cubicBezTo>
                <a:cubicBezTo>
                  <a:pt x="937697" y="116296"/>
                  <a:pt x="938734" y="115076"/>
                  <a:pt x="939502" y="113374"/>
                </a:cubicBezTo>
                <a:cubicBezTo>
                  <a:pt x="940270" y="111671"/>
                  <a:pt x="940654" y="108409"/>
                  <a:pt x="940654" y="103586"/>
                </a:cubicBezTo>
                <a:lnTo>
                  <a:pt x="940654" y="73542"/>
                </a:lnTo>
                <a:cubicBezTo>
                  <a:pt x="940654" y="65086"/>
                  <a:pt x="940398" y="59611"/>
                  <a:pt x="939886" y="57116"/>
                </a:cubicBezTo>
                <a:cubicBezTo>
                  <a:pt x="939488" y="55300"/>
                  <a:pt x="938862" y="54037"/>
                  <a:pt x="938009" y="53328"/>
                </a:cubicBezTo>
                <a:cubicBezTo>
                  <a:pt x="937156" y="52619"/>
                  <a:pt x="935991" y="52265"/>
                  <a:pt x="934512" y="52265"/>
                </a:cubicBezTo>
                <a:cubicBezTo>
                  <a:pt x="932920" y="52265"/>
                  <a:pt x="930986" y="52690"/>
                  <a:pt x="928712" y="53542"/>
                </a:cubicBezTo>
                <a:lnTo>
                  <a:pt x="927517" y="50476"/>
                </a:lnTo>
                <a:lnTo>
                  <a:pt x="951060" y="40944"/>
                </a:lnTo>
                <a:lnTo>
                  <a:pt x="954813" y="40944"/>
                </a:lnTo>
                <a:close/>
                <a:moveTo>
                  <a:pt x="999199" y="57492"/>
                </a:moveTo>
                <a:cubicBezTo>
                  <a:pt x="1008354" y="46460"/>
                  <a:pt x="1017083" y="40944"/>
                  <a:pt x="1025386" y="40944"/>
                </a:cubicBezTo>
                <a:cubicBezTo>
                  <a:pt x="1029650" y="40944"/>
                  <a:pt x="1033318" y="42008"/>
                  <a:pt x="1036389" y="44137"/>
                </a:cubicBezTo>
                <a:cubicBezTo>
                  <a:pt x="1039460" y="46264"/>
                  <a:pt x="1041905" y="49768"/>
                  <a:pt x="1043725" y="54648"/>
                </a:cubicBezTo>
                <a:cubicBezTo>
                  <a:pt x="1044976" y="58051"/>
                  <a:pt x="1045602" y="63271"/>
                  <a:pt x="1045602" y="70308"/>
                </a:cubicBezTo>
                <a:lnTo>
                  <a:pt x="1045602" y="103586"/>
                </a:lnTo>
                <a:cubicBezTo>
                  <a:pt x="1045602" y="108522"/>
                  <a:pt x="1046000" y="111870"/>
                  <a:pt x="1046796" y="113630"/>
                </a:cubicBezTo>
                <a:cubicBezTo>
                  <a:pt x="1047421" y="115048"/>
                  <a:pt x="1048431" y="116154"/>
                  <a:pt x="1049824" y="116948"/>
                </a:cubicBezTo>
                <a:cubicBezTo>
                  <a:pt x="1051217" y="117743"/>
                  <a:pt x="1053790" y="118140"/>
                  <a:pt x="1057543" y="118140"/>
                </a:cubicBezTo>
                <a:lnTo>
                  <a:pt x="1057543" y="121296"/>
                </a:lnTo>
                <a:lnTo>
                  <a:pt x="1018903" y="121296"/>
                </a:lnTo>
                <a:lnTo>
                  <a:pt x="1018903" y="118140"/>
                </a:lnTo>
                <a:lnTo>
                  <a:pt x="1020523" y="118140"/>
                </a:lnTo>
                <a:cubicBezTo>
                  <a:pt x="1024163" y="118140"/>
                  <a:pt x="1026708" y="117588"/>
                  <a:pt x="1028158" y="116485"/>
                </a:cubicBezTo>
                <a:cubicBezTo>
                  <a:pt x="1029608" y="115381"/>
                  <a:pt x="1030617" y="113755"/>
                  <a:pt x="1031186" y="111607"/>
                </a:cubicBezTo>
                <a:cubicBezTo>
                  <a:pt x="1031413" y="110757"/>
                  <a:pt x="1031527" y="108098"/>
                  <a:pt x="1031527" y="103628"/>
                </a:cubicBezTo>
                <a:lnTo>
                  <a:pt x="1031527" y="71804"/>
                </a:lnTo>
                <a:cubicBezTo>
                  <a:pt x="1031527" y="64733"/>
                  <a:pt x="1030603" y="59599"/>
                  <a:pt x="1028755" y="56402"/>
                </a:cubicBezTo>
                <a:cubicBezTo>
                  <a:pt x="1026907" y="53205"/>
                  <a:pt x="1023793" y="51606"/>
                  <a:pt x="1019415" y="51606"/>
                </a:cubicBezTo>
                <a:cubicBezTo>
                  <a:pt x="1012647" y="51606"/>
                  <a:pt x="1005909" y="55284"/>
                  <a:pt x="999199" y="62639"/>
                </a:cubicBezTo>
                <a:lnTo>
                  <a:pt x="999199" y="103628"/>
                </a:lnTo>
                <a:cubicBezTo>
                  <a:pt x="999199" y="108890"/>
                  <a:pt x="999511" y="112143"/>
                  <a:pt x="1000137" y="113387"/>
                </a:cubicBezTo>
                <a:cubicBezTo>
                  <a:pt x="1000933" y="115027"/>
                  <a:pt x="1002028" y="116230"/>
                  <a:pt x="1003421" y="116994"/>
                </a:cubicBezTo>
                <a:cubicBezTo>
                  <a:pt x="1004814" y="117758"/>
                  <a:pt x="1007643" y="118140"/>
                  <a:pt x="1011908" y="118140"/>
                </a:cubicBezTo>
                <a:lnTo>
                  <a:pt x="1011908" y="121296"/>
                </a:lnTo>
                <a:lnTo>
                  <a:pt x="973267" y="121296"/>
                </a:lnTo>
                <a:lnTo>
                  <a:pt x="973267" y="118140"/>
                </a:lnTo>
                <a:lnTo>
                  <a:pt x="974973" y="118140"/>
                </a:lnTo>
                <a:cubicBezTo>
                  <a:pt x="978954" y="118140"/>
                  <a:pt x="981641" y="117133"/>
                  <a:pt x="983034" y="115120"/>
                </a:cubicBezTo>
                <a:cubicBezTo>
                  <a:pt x="984427" y="113105"/>
                  <a:pt x="985124" y="109260"/>
                  <a:pt x="985124" y="103586"/>
                </a:cubicBezTo>
                <a:lnTo>
                  <a:pt x="985124" y="74648"/>
                </a:lnTo>
                <a:cubicBezTo>
                  <a:pt x="985124" y="65286"/>
                  <a:pt x="984911" y="59584"/>
                  <a:pt x="984484" y="57543"/>
                </a:cubicBezTo>
                <a:cubicBezTo>
                  <a:pt x="984058" y="55499"/>
                  <a:pt x="983404" y="54108"/>
                  <a:pt x="982522" y="53371"/>
                </a:cubicBezTo>
                <a:cubicBezTo>
                  <a:pt x="981641" y="52633"/>
                  <a:pt x="980461" y="52265"/>
                  <a:pt x="978982" y="52265"/>
                </a:cubicBezTo>
                <a:cubicBezTo>
                  <a:pt x="977390" y="52265"/>
                  <a:pt x="975485" y="52690"/>
                  <a:pt x="973267" y="53542"/>
                </a:cubicBezTo>
                <a:lnTo>
                  <a:pt x="971988" y="50476"/>
                </a:lnTo>
                <a:lnTo>
                  <a:pt x="995531" y="40944"/>
                </a:lnTo>
                <a:lnTo>
                  <a:pt x="999199" y="40944"/>
                </a:lnTo>
                <a:lnTo>
                  <a:pt x="999199" y="57492"/>
                </a:lnTo>
                <a:close/>
                <a:moveTo>
                  <a:pt x="1084669" y="92825"/>
                </a:moveTo>
                <a:cubicBezTo>
                  <a:pt x="1079892" y="90497"/>
                  <a:pt x="1076224" y="87246"/>
                  <a:pt x="1073665" y="83071"/>
                </a:cubicBezTo>
                <a:cubicBezTo>
                  <a:pt x="1071106" y="78897"/>
                  <a:pt x="1069827" y="74282"/>
                  <a:pt x="1069827" y="69226"/>
                </a:cubicBezTo>
                <a:cubicBezTo>
                  <a:pt x="1069827" y="61503"/>
                  <a:pt x="1072741" y="54858"/>
                  <a:pt x="1078570" y="49293"/>
                </a:cubicBezTo>
                <a:cubicBezTo>
                  <a:pt x="1084399" y="43727"/>
                  <a:pt x="1091862" y="40944"/>
                  <a:pt x="1100961" y="40944"/>
                </a:cubicBezTo>
                <a:cubicBezTo>
                  <a:pt x="1108411" y="40944"/>
                  <a:pt x="1114865" y="42764"/>
                  <a:pt x="1120324" y="46403"/>
                </a:cubicBezTo>
                <a:lnTo>
                  <a:pt x="1136872" y="46403"/>
                </a:lnTo>
                <a:cubicBezTo>
                  <a:pt x="1139317" y="46403"/>
                  <a:pt x="1140739" y="46473"/>
                  <a:pt x="1141137" y="46614"/>
                </a:cubicBezTo>
                <a:cubicBezTo>
                  <a:pt x="1141535" y="46754"/>
                  <a:pt x="1141820" y="46993"/>
                  <a:pt x="1141990" y="47331"/>
                </a:cubicBezTo>
                <a:cubicBezTo>
                  <a:pt x="1142331" y="47837"/>
                  <a:pt x="1142502" y="48737"/>
                  <a:pt x="1142502" y="50031"/>
                </a:cubicBezTo>
                <a:cubicBezTo>
                  <a:pt x="1142502" y="51492"/>
                  <a:pt x="1142360" y="52504"/>
                  <a:pt x="1142075" y="53067"/>
                </a:cubicBezTo>
                <a:cubicBezTo>
                  <a:pt x="1141905" y="53348"/>
                  <a:pt x="1141606" y="53573"/>
                  <a:pt x="1141180" y="53741"/>
                </a:cubicBezTo>
                <a:cubicBezTo>
                  <a:pt x="1140753" y="53910"/>
                  <a:pt x="1139317" y="53995"/>
                  <a:pt x="1136872" y="53995"/>
                </a:cubicBezTo>
                <a:lnTo>
                  <a:pt x="1126722" y="53995"/>
                </a:lnTo>
                <a:cubicBezTo>
                  <a:pt x="1129906" y="58098"/>
                  <a:pt x="1131498" y="63340"/>
                  <a:pt x="1131498" y="69722"/>
                </a:cubicBezTo>
                <a:cubicBezTo>
                  <a:pt x="1131498" y="77015"/>
                  <a:pt x="1128712" y="83254"/>
                  <a:pt x="1123139" y="88440"/>
                </a:cubicBezTo>
                <a:cubicBezTo>
                  <a:pt x="1117566" y="93625"/>
                  <a:pt x="1110088" y="96218"/>
                  <a:pt x="1100705" y="96218"/>
                </a:cubicBezTo>
                <a:cubicBezTo>
                  <a:pt x="1096838" y="96218"/>
                  <a:pt x="1092886" y="95638"/>
                  <a:pt x="1088848" y="94477"/>
                </a:cubicBezTo>
                <a:cubicBezTo>
                  <a:pt x="1086346" y="96636"/>
                  <a:pt x="1084655" y="98526"/>
                  <a:pt x="1083773" y="100147"/>
                </a:cubicBezTo>
                <a:cubicBezTo>
                  <a:pt x="1082892" y="101766"/>
                  <a:pt x="1082451" y="103143"/>
                  <a:pt x="1082451" y="104279"/>
                </a:cubicBezTo>
                <a:cubicBezTo>
                  <a:pt x="1082451" y="105246"/>
                  <a:pt x="1082920" y="106184"/>
                  <a:pt x="1083858" y="107094"/>
                </a:cubicBezTo>
                <a:cubicBezTo>
                  <a:pt x="1084797" y="108002"/>
                  <a:pt x="1086631" y="108655"/>
                  <a:pt x="1089360" y="109053"/>
                </a:cubicBezTo>
                <a:cubicBezTo>
                  <a:pt x="1090953" y="109280"/>
                  <a:pt x="1094933" y="109479"/>
                  <a:pt x="1101302" y="109650"/>
                </a:cubicBezTo>
                <a:cubicBezTo>
                  <a:pt x="1113017" y="109933"/>
                  <a:pt x="1120608" y="110330"/>
                  <a:pt x="1124077" y="110842"/>
                </a:cubicBezTo>
                <a:cubicBezTo>
                  <a:pt x="1129366" y="111581"/>
                  <a:pt x="1133588" y="113542"/>
                  <a:pt x="1136744" y="116725"/>
                </a:cubicBezTo>
                <a:cubicBezTo>
                  <a:pt x="1139900" y="119906"/>
                  <a:pt x="1141478" y="123826"/>
                  <a:pt x="1141478" y="128485"/>
                </a:cubicBezTo>
                <a:cubicBezTo>
                  <a:pt x="1141478" y="134906"/>
                  <a:pt x="1138464" y="140929"/>
                  <a:pt x="1132437" y="146555"/>
                </a:cubicBezTo>
                <a:cubicBezTo>
                  <a:pt x="1123565" y="154851"/>
                  <a:pt x="1111993" y="158999"/>
                  <a:pt x="1097720" y="158999"/>
                </a:cubicBezTo>
                <a:cubicBezTo>
                  <a:pt x="1086744" y="158999"/>
                  <a:pt x="1077475" y="156528"/>
                  <a:pt x="1069912" y="151588"/>
                </a:cubicBezTo>
                <a:cubicBezTo>
                  <a:pt x="1065647" y="148748"/>
                  <a:pt x="1063514" y="145795"/>
                  <a:pt x="1063514" y="142728"/>
                </a:cubicBezTo>
                <a:cubicBezTo>
                  <a:pt x="1063514" y="141366"/>
                  <a:pt x="1063827" y="140004"/>
                  <a:pt x="1064453" y="138641"/>
                </a:cubicBezTo>
                <a:cubicBezTo>
                  <a:pt x="1065419" y="136539"/>
                  <a:pt x="1067410" y="133614"/>
                  <a:pt x="1070424" y="129866"/>
                </a:cubicBezTo>
                <a:cubicBezTo>
                  <a:pt x="1070822" y="129356"/>
                  <a:pt x="1073722" y="126290"/>
                  <a:pt x="1079124" y="120667"/>
                </a:cubicBezTo>
                <a:cubicBezTo>
                  <a:pt x="1076167" y="118902"/>
                  <a:pt x="1074077" y="117323"/>
                  <a:pt x="1072855" y="115928"/>
                </a:cubicBezTo>
                <a:cubicBezTo>
                  <a:pt x="1071632" y="114533"/>
                  <a:pt x="1071021" y="112953"/>
                  <a:pt x="1071021" y="111188"/>
                </a:cubicBezTo>
                <a:cubicBezTo>
                  <a:pt x="1071021" y="109194"/>
                  <a:pt x="1071831" y="106859"/>
                  <a:pt x="1073452" y="104183"/>
                </a:cubicBezTo>
                <a:cubicBezTo>
                  <a:pt x="1075073" y="101507"/>
                  <a:pt x="1078812" y="97721"/>
                  <a:pt x="1084669" y="92825"/>
                </a:cubicBezTo>
                <a:moveTo>
                  <a:pt x="1099511" y="45209"/>
                </a:moveTo>
                <a:cubicBezTo>
                  <a:pt x="1095303" y="45209"/>
                  <a:pt x="1091777" y="46877"/>
                  <a:pt x="1088934" y="50215"/>
                </a:cubicBezTo>
                <a:cubicBezTo>
                  <a:pt x="1086090" y="53550"/>
                  <a:pt x="1084669" y="58668"/>
                  <a:pt x="1084669" y="65569"/>
                </a:cubicBezTo>
                <a:cubicBezTo>
                  <a:pt x="1084669" y="74506"/>
                  <a:pt x="1086602" y="81434"/>
                  <a:pt x="1090469" y="86353"/>
                </a:cubicBezTo>
                <a:cubicBezTo>
                  <a:pt x="1093426" y="90086"/>
                  <a:pt x="1097179" y="91953"/>
                  <a:pt x="1101729" y="91953"/>
                </a:cubicBezTo>
                <a:cubicBezTo>
                  <a:pt x="1106051" y="91953"/>
                  <a:pt x="1109605" y="90341"/>
                  <a:pt x="1112391" y="87118"/>
                </a:cubicBezTo>
                <a:cubicBezTo>
                  <a:pt x="1115178" y="83894"/>
                  <a:pt x="1116571" y="78832"/>
                  <a:pt x="1116571" y="71932"/>
                </a:cubicBezTo>
                <a:cubicBezTo>
                  <a:pt x="1116571" y="62940"/>
                  <a:pt x="1114609" y="55898"/>
                  <a:pt x="1110685" y="50807"/>
                </a:cubicBezTo>
                <a:cubicBezTo>
                  <a:pt x="1107785" y="47075"/>
                  <a:pt x="1104060" y="45209"/>
                  <a:pt x="1099511" y="45209"/>
                </a:cubicBezTo>
                <a:moveTo>
                  <a:pt x="1083816" y="121347"/>
                </a:moveTo>
                <a:cubicBezTo>
                  <a:pt x="1081143" y="124242"/>
                  <a:pt x="1079124" y="126937"/>
                  <a:pt x="1077760" y="129434"/>
                </a:cubicBezTo>
                <a:cubicBezTo>
                  <a:pt x="1076395" y="131933"/>
                  <a:pt x="1075712" y="134232"/>
                  <a:pt x="1075712" y="136333"/>
                </a:cubicBezTo>
                <a:cubicBezTo>
                  <a:pt x="1075712" y="139057"/>
                  <a:pt x="1077361" y="141441"/>
                  <a:pt x="1080660" y="143485"/>
                </a:cubicBezTo>
                <a:cubicBezTo>
                  <a:pt x="1086346" y="147003"/>
                  <a:pt x="1094564" y="148763"/>
                  <a:pt x="1105311" y="148763"/>
                </a:cubicBezTo>
                <a:cubicBezTo>
                  <a:pt x="1115547" y="148763"/>
                  <a:pt x="1123096" y="146960"/>
                  <a:pt x="1127958" y="143354"/>
                </a:cubicBezTo>
                <a:cubicBezTo>
                  <a:pt x="1132820" y="139750"/>
                  <a:pt x="1135251" y="135905"/>
                  <a:pt x="1135251" y="131820"/>
                </a:cubicBezTo>
                <a:cubicBezTo>
                  <a:pt x="1135251" y="128868"/>
                  <a:pt x="1133801" y="126768"/>
                  <a:pt x="1130901" y="125518"/>
                </a:cubicBezTo>
                <a:cubicBezTo>
                  <a:pt x="1127944" y="124269"/>
                  <a:pt x="1122087" y="123532"/>
                  <a:pt x="1113329" y="123306"/>
                </a:cubicBezTo>
                <a:cubicBezTo>
                  <a:pt x="1100535" y="122965"/>
                  <a:pt x="1090697" y="122312"/>
                  <a:pt x="1083816" y="121347"/>
                </a:cubicBezTo>
                <a:close/>
                <a:moveTo>
                  <a:pt x="1260813" y="121296"/>
                </a:moveTo>
                <a:lnTo>
                  <a:pt x="1216116" y="23969"/>
                </a:lnTo>
                <a:lnTo>
                  <a:pt x="1216116" y="101251"/>
                </a:lnTo>
                <a:cubicBezTo>
                  <a:pt x="1216116" y="108359"/>
                  <a:pt x="1216883" y="112795"/>
                  <a:pt x="1218419" y="114557"/>
                </a:cubicBezTo>
                <a:cubicBezTo>
                  <a:pt x="1220523" y="116946"/>
                  <a:pt x="1223850" y="118140"/>
                  <a:pt x="1228399" y="118140"/>
                </a:cubicBezTo>
                <a:lnTo>
                  <a:pt x="1232493" y="118140"/>
                </a:lnTo>
                <a:lnTo>
                  <a:pt x="1232493" y="121296"/>
                </a:lnTo>
                <a:lnTo>
                  <a:pt x="1192232" y="121296"/>
                </a:lnTo>
                <a:lnTo>
                  <a:pt x="1192232" y="118140"/>
                </a:lnTo>
                <a:lnTo>
                  <a:pt x="1196326" y="118140"/>
                </a:lnTo>
                <a:cubicBezTo>
                  <a:pt x="1201217" y="118140"/>
                  <a:pt x="1204686" y="116661"/>
                  <a:pt x="1206733" y="113704"/>
                </a:cubicBezTo>
                <a:cubicBezTo>
                  <a:pt x="1207984" y="111885"/>
                  <a:pt x="1208609" y="107733"/>
                  <a:pt x="1208609" y="101251"/>
                </a:cubicBezTo>
                <a:lnTo>
                  <a:pt x="1208609" y="25675"/>
                </a:lnTo>
                <a:cubicBezTo>
                  <a:pt x="1208609" y="20557"/>
                  <a:pt x="1208041" y="16861"/>
                  <a:pt x="1206903" y="14586"/>
                </a:cubicBezTo>
                <a:cubicBezTo>
                  <a:pt x="1206107" y="12937"/>
                  <a:pt x="1204643" y="11558"/>
                  <a:pt x="1202510" y="10449"/>
                </a:cubicBezTo>
                <a:cubicBezTo>
                  <a:pt x="1200378" y="9340"/>
                  <a:pt x="1196952" y="8786"/>
                  <a:pt x="1192232" y="8786"/>
                </a:cubicBezTo>
                <a:lnTo>
                  <a:pt x="1192232" y="5630"/>
                </a:lnTo>
                <a:lnTo>
                  <a:pt x="1224987" y="5630"/>
                </a:lnTo>
                <a:lnTo>
                  <a:pt x="1266954" y="96133"/>
                </a:lnTo>
                <a:lnTo>
                  <a:pt x="1308239" y="5630"/>
                </a:lnTo>
                <a:lnTo>
                  <a:pt x="1340994" y="5630"/>
                </a:lnTo>
                <a:lnTo>
                  <a:pt x="1340994" y="8786"/>
                </a:lnTo>
                <a:lnTo>
                  <a:pt x="1336985" y="8786"/>
                </a:lnTo>
                <a:cubicBezTo>
                  <a:pt x="1332038" y="8786"/>
                  <a:pt x="1328541" y="10264"/>
                  <a:pt x="1326493" y="13221"/>
                </a:cubicBezTo>
                <a:cubicBezTo>
                  <a:pt x="1325242" y="15041"/>
                  <a:pt x="1324617" y="19192"/>
                  <a:pt x="1324617" y="25675"/>
                </a:cubicBezTo>
                <a:lnTo>
                  <a:pt x="1324617" y="101251"/>
                </a:lnTo>
                <a:cubicBezTo>
                  <a:pt x="1324617" y="108359"/>
                  <a:pt x="1325413" y="112795"/>
                  <a:pt x="1327005" y="114557"/>
                </a:cubicBezTo>
                <a:cubicBezTo>
                  <a:pt x="1329109" y="116946"/>
                  <a:pt x="1332436" y="118140"/>
                  <a:pt x="1336985" y="118140"/>
                </a:cubicBezTo>
                <a:lnTo>
                  <a:pt x="1340994" y="118140"/>
                </a:lnTo>
                <a:lnTo>
                  <a:pt x="1340994" y="121296"/>
                </a:lnTo>
                <a:lnTo>
                  <a:pt x="1291862" y="121296"/>
                </a:lnTo>
                <a:lnTo>
                  <a:pt x="1291862" y="118140"/>
                </a:lnTo>
                <a:lnTo>
                  <a:pt x="1295956" y="118140"/>
                </a:lnTo>
                <a:cubicBezTo>
                  <a:pt x="1300904" y="118140"/>
                  <a:pt x="1304372" y="116661"/>
                  <a:pt x="1306363" y="113704"/>
                </a:cubicBezTo>
                <a:cubicBezTo>
                  <a:pt x="1307614" y="111885"/>
                  <a:pt x="1308239" y="107733"/>
                  <a:pt x="1308239" y="101251"/>
                </a:cubicBezTo>
                <a:lnTo>
                  <a:pt x="1308239" y="23969"/>
                </a:lnTo>
                <a:lnTo>
                  <a:pt x="1263628" y="121296"/>
                </a:lnTo>
                <a:lnTo>
                  <a:pt x="1260813" y="121296"/>
                </a:lnTo>
                <a:close/>
                <a:moveTo>
                  <a:pt x="1388307" y="40944"/>
                </a:moveTo>
                <a:cubicBezTo>
                  <a:pt x="1400136" y="40944"/>
                  <a:pt x="1409632" y="45432"/>
                  <a:pt x="1416798" y="54408"/>
                </a:cubicBezTo>
                <a:cubicBezTo>
                  <a:pt x="1422882" y="62076"/>
                  <a:pt x="1425925" y="70881"/>
                  <a:pt x="1425925" y="80824"/>
                </a:cubicBezTo>
                <a:cubicBezTo>
                  <a:pt x="1425925" y="87812"/>
                  <a:pt x="1424247" y="94884"/>
                  <a:pt x="1420892" y="102042"/>
                </a:cubicBezTo>
                <a:cubicBezTo>
                  <a:pt x="1417537" y="109199"/>
                  <a:pt x="1412916" y="114595"/>
                  <a:pt x="1407031" y="118231"/>
                </a:cubicBezTo>
                <a:cubicBezTo>
                  <a:pt x="1401145" y="121867"/>
                  <a:pt x="1394591" y="123684"/>
                  <a:pt x="1387369" y="123684"/>
                </a:cubicBezTo>
                <a:cubicBezTo>
                  <a:pt x="1375598" y="123684"/>
                  <a:pt x="1366243" y="118997"/>
                  <a:pt x="1359306" y="109623"/>
                </a:cubicBezTo>
                <a:cubicBezTo>
                  <a:pt x="1353448" y="101728"/>
                  <a:pt x="1350520" y="92866"/>
                  <a:pt x="1350520" y="83039"/>
                </a:cubicBezTo>
                <a:cubicBezTo>
                  <a:pt x="1350520" y="75881"/>
                  <a:pt x="1352297" y="68766"/>
                  <a:pt x="1355851" y="61693"/>
                </a:cubicBezTo>
                <a:cubicBezTo>
                  <a:pt x="1359405" y="54620"/>
                  <a:pt x="1364082" y="49394"/>
                  <a:pt x="1369883" y="46014"/>
                </a:cubicBezTo>
                <a:cubicBezTo>
                  <a:pt x="1375683" y="42634"/>
                  <a:pt x="1381825" y="40944"/>
                  <a:pt x="1388307" y="40944"/>
                </a:cubicBezTo>
                <a:moveTo>
                  <a:pt x="1385663" y="46574"/>
                </a:moveTo>
                <a:cubicBezTo>
                  <a:pt x="1382649" y="46574"/>
                  <a:pt x="1379621" y="47468"/>
                  <a:pt x="1376579" y="49258"/>
                </a:cubicBezTo>
                <a:cubicBezTo>
                  <a:pt x="1373536" y="51047"/>
                  <a:pt x="1371077" y="54186"/>
                  <a:pt x="1369200" y="58673"/>
                </a:cubicBezTo>
                <a:cubicBezTo>
                  <a:pt x="1367324" y="63160"/>
                  <a:pt x="1366385" y="68925"/>
                  <a:pt x="1366385" y="75967"/>
                </a:cubicBezTo>
                <a:cubicBezTo>
                  <a:pt x="1366385" y="87326"/>
                  <a:pt x="1368646" y="97124"/>
                  <a:pt x="1373167" y="105361"/>
                </a:cubicBezTo>
                <a:cubicBezTo>
                  <a:pt x="1377688" y="113596"/>
                  <a:pt x="1383644" y="117714"/>
                  <a:pt x="1391037" y="117714"/>
                </a:cubicBezTo>
                <a:cubicBezTo>
                  <a:pt x="1396553" y="117714"/>
                  <a:pt x="1401102" y="115442"/>
                  <a:pt x="1404685" y="110898"/>
                </a:cubicBezTo>
                <a:cubicBezTo>
                  <a:pt x="1408268" y="106354"/>
                  <a:pt x="1410059" y="98544"/>
                  <a:pt x="1410059" y="87469"/>
                </a:cubicBezTo>
                <a:cubicBezTo>
                  <a:pt x="1410059" y="73610"/>
                  <a:pt x="1407073" y="62704"/>
                  <a:pt x="1401102" y="54752"/>
                </a:cubicBezTo>
                <a:cubicBezTo>
                  <a:pt x="1397065" y="49300"/>
                  <a:pt x="1391918" y="46574"/>
                  <a:pt x="1385663" y="46574"/>
                </a:cubicBezTo>
                <a:close/>
                <a:moveTo>
                  <a:pt x="1492629" y="112510"/>
                </a:moveTo>
                <a:cubicBezTo>
                  <a:pt x="1488819" y="116491"/>
                  <a:pt x="1485094" y="119348"/>
                  <a:pt x="1481455" y="121083"/>
                </a:cubicBezTo>
                <a:cubicBezTo>
                  <a:pt x="1477816" y="122817"/>
                  <a:pt x="1473892" y="123684"/>
                  <a:pt x="1469684" y="123684"/>
                </a:cubicBezTo>
                <a:cubicBezTo>
                  <a:pt x="1461154" y="123684"/>
                  <a:pt x="1453704" y="120124"/>
                  <a:pt x="1447335" y="113003"/>
                </a:cubicBezTo>
                <a:cubicBezTo>
                  <a:pt x="1440966" y="105881"/>
                  <a:pt x="1437782" y="96729"/>
                  <a:pt x="1437782" y="85548"/>
                </a:cubicBezTo>
                <a:cubicBezTo>
                  <a:pt x="1437782" y="74368"/>
                  <a:pt x="1441307" y="64139"/>
                  <a:pt x="1448359" y="54861"/>
                </a:cubicBezTo>
                <a:cubicBezTo>
                  <a:pt x="1455410" y="45583"/>
                  <a:pt x="1464480" y="40944"/>
                  <a:pt x="1475569" y="40944"/>
                </a:cubicBezTo>
                <a:cubicBezTo>
                  <a:pt x="1482450" y="40944"/>
                  <a:pt x="1488137" y="43133"/>
                  <a:pt x="1492629" y="47512"/>
                </a:cubicBezTo>
                <a:lnTo>
                  <a:pt x="1492629" y="33064"/>
                </a:lnTo>
                <a:cubicBezTo>
                  <a:pt x="1492629" y="24099"/>
                  <a:pt x="1492416" y="18588"/>
                  <a:pt x="1491989" y="16532"/>
                </a:cubicBezTo>
                <a:cubicBezTo>
                  <a:pt x="1491563" y="14476"/>
                  <a:pt x="1490895" y="13078"/>
                  <a:pt x="1489985" y="12336"/>
                </a:cubicBezTo>
                <a:cubicBezTo>
                  <a:pt x="1489075" y="11594"/>
                  <a:pt x="1487938" y="11222"/>
                  <a:pt x="1486573" y="11222"/>
                </a:cubicBezTo>
                <a:cubicBezTo>
                  <a:pt x="1485094" y="11222"/>
                  <a:pt x="1483133" y="11679"/>
                  <a:pt x="1480687" y="12592"/>
                </a:cubicBezTo>
                <a:lnTo>
                  <a:pt x="1479578" y="9594"/>
                </a:lnTo>
                <a:lnTo>
                  <a:pt x="1502865" y="0"/>
                </a:lnTo>
                <a:lnTo>
                  <a:pt x="1506704" y="0"/>
                </a:lnTo>
                <a:lnTo>
                  <a:pt x="1506704" y="90332"/>
                </a:lnTo>
                <a:cubicBezTo>
                  <a:pt x="1506704" y="99488"/>
                  <a:pt x="1506917" y="105075"/>
                  <a:pt x="1507343" y="107094"/>
                </a:cubicBezTo>
                <a:cubicBezTo>
                  <a:pt x="1507770" y="109112"/>
                  <a:pt x="1508452" y="110520"/>
                  <a:pt x="1509391" y="111316"/>
                </a:cubicBezTo>
                <a:cubicBezTo>
                  <a:pt x="1510329" y="112112"/>
                  <a:pt x="1511424" y="112510"/>
                  <a:pt x="1512675" y="112510"/>
                </a:cubicBezTo>
                <a:cubicBezTo>
                  <a:pt x="1514210" y="112510"/>
                  <a:pt x="1516257" y="112027"/>
                  <a:pt x="1518816" y="111060"/>
                </a:cubicBezTo>
                <a:lnTo>
                  <a:pt x="1519755" y="114046"/>
                </a:lnTo>
                <a:lnTo>
                  <a:pt x="1496553" y="123684"/>
                </a:lnTo>
                <a:lnTo>
                  <a:pt x="1492629" y="123684"/>
                </a:lnTo>
                <a:lnTo>
                  <a:pt x="1492629" y="112510"/>
                </a:lnTo>
                <a:moveTo>
                  <a:pt x="1492629" y="106558"/>
                </a:moveTo>
                <a:lnTo>
                  <a:pt x="1492629" y="66398"/>
                </a:lnTo>
                <a:cubicBezTo>
                  <a:pt x="1492288" y="62540"/>
                  <a:pt x="1491264" y="59023"/>
                  <a:pt x="1489558" y="55847"/>
                </a:cubicBezTo>
                <a:cubicBezTo>
                  <a:pt x="1487852" y="52670"/>
                  <a:pt x="1485592" y="50273"/>
                  <a:pt x="1482777" y="48658"/>
                </a:cubicBezTo>
                <a:cubicBezTo>
                  <a:pt x="1479962" y="47041"/>
                  <a:pt x="1477218" y="46232"/>
                  <a:pt x="1474546" y="46232"/>
                </a:cubicBezTo>
                <a:cubicBezTo>
                  <a:pt x="1469541" y="46232"/>
                  <a:pt x="1465077" y="48473"/>
                  <a:pt x="1461154" y="52955"/>
                </a:cubicBezTo>
                <a:cubicBezTo>
                  <a:pt x="1455979" y="58853"/>
                  <a:pt x="1453391" y="67475"/>
                  <a:pt x="1453391" y="78820"/>
                </a:cubicBezTo>
                <a:cubicBezTo>
                  <a:pt x="1453391" y="90278"/>
                  <a:pt x="1455894" y="99057"/>
                  <a:pt x="1460898" y="105156"/>
                </a:cubicBezTo>
                <a:cubicBezTo>
                  <a:pt x="1465902" y="111253"/>
                  <a:pt x="1471475" y="114302"/>
                  <a:pt x="1477616" y="114302"/>
                </a:cubicBezTo>
                <a:cubicBezTo>
                  <a:pt x="1482791" y="114302"/>
                  <a:pt x="1487796" y="111720"/>
                  <a:pt x="1492629" y="106558"/>
                </a:cubicBezTo>
                <a:close/>
                <a:moveTo>
                  <a:pt x="1593283" y="43162"/>
                </a:moveTo>
                <a:lnTo>
                  <a:pt x="1593283" y="90503"/>
                </a:lnTo>
                <a:cubicBezTo>
                  <a:pt x="1593283" y="99545"/>
                  <a:pt x="1593496" y="105075"/>
                  <a:pt x="1593922" y="107094"/>
                </a:cubicBezTo>
                <a:cubicBezTo>
                  <a:pt x="1594349" y="109112"/>
                  <a:pt x="1595031" y="110520"/>
                  <a:pt x="1595970" y="111316"/>
                </a:cubicBezTo>
                <a:cubicBezTo>
                  <a:pt x="1596908" y="112112"/>
                  <a:pt x="1598003" y="112510"/>
                  <a:pt x="1599254" y="112510"/>
                </a:cubicBezTo>
                <a:cubicBezTo>
                  <a:pt x="1601016" y="112510"/>
                  <a:pt x="1603007" y="112027"/>
                  <a:pt x="1605225" y="111060"/>
                </a:cubicBezTo>
                <a:lnTo>
                  <a:pt x="1606419" y="114046"/>
                </a:lnTo>
                <a:lnTo>
                  <a:pt x="1583047" y="123684"/>
                </a:lnTo>
                <a:lnTo>
                  <a:pt x="1579208" y="123684"/>
                </a:lnTo>
                <a:lnTo>
                  <a:pt x="1579208" y="107136"/>
                </a:lnTo>
                <a:cubicBezTo>
                  <a:pt x="1572498" y="114415"/>
                  <a:pt x="1567380" y="118993"/>
                  <a:pt x="1563854" y="120870"/>
                </a:cubicBezTo>
                <a:cubicBezTo>
                  <a:pt x="1560329" y="122746"/>
                  <a:pt x="1556604" y="123684"/>
                  <a:pt x="1552680" y="123684"/>
                </a:cubicBezTo>
                <a:cubicBezTo>
                  <a:pt x="1548301" y="123684"/>
                  <a:pt x="1544505" y="122419"/>
                  <a:pt x="1541293" y="119889"/>
                </a:cubicBezTo>
                <a:cubicBezTo>
                  <a:pt x="1538080" y="117358"/>
                  <a:pt x="1535848" y="114102"/>
                  <a:pt x="1534597" y="110122"/>
                </a:cubicBezTo>
                <a:cubicBezTo>
                  <a:pt x="1533345" y="106141"/>
                  <a:pt x="1532720" y="100511"/>
                  <a:pt x="1532720" y="93233"/>
                </a:cubicBezTo>
                <a:lnTo>
                  <a:pt x="1532720" y="58345"/>
                </a:lnTo>
                <a:cubicBezTo>
                  <a:pt x="1532720" y="54649"/>
                  <a:pt x="1532322" y="52090"/>
                  <a:pt x="1531526" y="50668"/>
                </a:cubicBezTo>
                <a:cubicBezTo>
                  <a:pt x="1530730" y="49246"/>
                  <a:pt x="1529550" y="48152"/>
                  <a:pt x="1527986" y="47384"/>
                </a:cubicBezTo>
                <a:cubicBezTo>
                  <a:pt x="1526422" y="46616"/>
                  <a:pt x="1523593" y="46261"/>
                  <a:pt x="1519498" y="46318"/>
                </a:cubicBezTo>
                <a:lnTo>
                  <a:pt x="1519498" y="43162"/>
                </a:lnTo>
                <a:lnTo>
                  <a:pt x="1546880" y="43162"/>
                </a:lnTo>
                <a:lnTo>
                  <a:pt x="1546880" y="95322"/>
                </a:lnTo>
                <a:cubicBezTo>
                  <a:pt x="1546880" y="102583"/>
                  <a:pt x="1548145" y="107349"/>
                  <a:pt x="1550675" y="109618"/>
                </a:cubicBezTo>
                <a:cubicBezTo>
                  <a:pt x="1553206" y="111887"/>
                  <a:pt x="1556263" y="113022"/>
                  <a:pt x="1559845" y="113022"/>
                </a:cubicBezTo>
                <a:cubicBezTo>
                  <a:pt x="1562290" y="113022"/>
                  <a:pt x="1565063" y="112256"/>
                  <a:pt x="1568162" y="110724"/>
                </a:cubicBezTo>
                <a:cubicBezTo>
                  <a:pt x="1571261" y="109192"/>
                  <a:pt x="1574943" y="106272"/>
                  <a:pt x="1579208" y="101962"/>
                </a:cubicBezTo>
                <a:lnTo>
                  <a:pt x="1579208" y="57804"/>
                </a:lnTo>
                <a:cubicBezTo>
                  <a:pt x="1579208" y="53379"/>
                  <a:pt x="1578398" y="50387"/>
                  <a:pt x="1576777" y="48829"/>
                </a:cubicBezTo>
                <a:cubicBezTo>
                  <a:pt x="1575156" y="47268"/>
                  <a:pt x="1571787" y="46431"/>
                  <a:pt x="1566669" y="46318"/>
                </a:cubicBezTo>
                <a:lnTo>
                  <a:pt x="1566669" y="43162"/>
                </a:lnTo>
                <a:lnTo>
                  <a:pt x="1593283" y="43162"/>
                </a:lnTo>
                <a:close/>
                <a:moveTo>
                  <a:pt x="1639003" y="0"/>
                </a:moveTo>
                <a:lnTo>
                  <a:pt x="1639003" y="103564"/>
                </a:lnTo>
                <a:cubicBezTo>
                  <a:pt x="1639003" y="108451"/>
                  <a:pt x="1639359" y="111691"/>
                  <a:pt x="1640070" y="113283"/>
                </a:cubicBezTo>
                <a:cubicBezTo>
                  <a:pt x="1640780" y="114874"/>
                  <a:pt x="1641875" y="116081"/>
                  <a:pt x="1643354" y="116906"/>
                </a:cubicBezTo>
                <a:cubicBezTo>
                  <a:pt x="1644832" y="117729"/>
                  <a:pt x="1647590" y="118140"/>
                  <a:pt x="1651628" y="118140"/>
                </a:cubicBezTo>
                <a:lnTo>
                  <a:pt x="1651628" y="121296"/>
                </a:lnTo>
                <a:lnTo>
                  <a:pt x="1613328" y="121296"/>
                </a:lnTo>
                <a:lnTo>
                  <a:pt x="1613328" y="118140"/>
                </a:lnTo>
                <a:cubicBezTo>
                  <a:pt x="1616911" y="118140"/>
                  <a:pt x="1619356" y="117771"/>
                  <a:pt x="1620664" y="117034"/>
                </a:cubicBezTo>
                <a:cubicBezTo>
                  <a:pt x="1621972" y="116295"/>
                  <a:pt x="1622995" y="115073"/>
                  <a:pt x="1623735" y="113369"/>
                </a:cubicBezTo>
                <a:cubicBezTo>
                  <a:pt x="1624474" y="111663"/>
                  <a:pt x="1624844" y="108395"/>
                  <a:pt x="1624844" y="103564"/>
                </a:cubicBezTo>
                <a:lnTo>
                  <a:pt x="1624844" y="32646"/>
                </a:lnTo>
                <a:cubicBezTo>
                  <a:pt x="1624844" y="23839"/>
                  <a:pt x="1624645" y="18427"/>
                  <a:pt x="1624247" y="16410"/>
                </a:cubicBezTo>
                <a:cubicBezTo>
                  <a:pt x="1623848" y="14391"/>
                  <a:pt x="1623209" y="13013"/>
                  <a:pt x="1622327" y="12275"/>
                </a:cubicBezTo>
                <a:cubicBezTo>
                  <a:pt x="1621446" y="11536"/>
                  <a:pt x="1620323" y="11166"/>
                  <a:pt x="1618958" y="11166"/>
                </a:cubicBezTo>
                <a:cubicBezTo>
                  <a:pt x="1617479" y="11166"/>
                  <a:pt x="1615603" y="11621"/>
                  <a:pt x="1613328" y="12531"/>
                </a:cubicBezTo>
                <a:lnTo>
                  <a:pt x="1611878" y="9546"/>
                </a:lnTo>
                <a:lnTo>
                  <a:pt x="1635165" y="0"/>
                </a:lnTo>
                <a:lnTo>
                  <a:pt x="1639003" y="0"/>
                </a:lnTo>
                <a:close/>
                <a:moveTo>
                  <a:pt x="1673835" y="72675"/>
                </a:moveTo>
                <a:cubicBezTo>
                  <a:pt x="1673778" y="84249"/>
                  <a:pt x="1676593" y="93328"/>
                  <a:pt x="1682280" y="99910"/>
                </a:cubicBezTo>
                <a:cubicBezTo>
                  <a:pt x="1687966" y="106490"/>
                  <a:pt x="1694648" y="109781"/>
                  <a:pt x="1702325" y="109781"/>
                </a:cubicBezTo>
                <a:cubicBezTo>
                  <a:pt x="1707443" y="109781"/>
                  <a:pt x="1711893" y="108373"/>
                  <a:pt x="1715675" y="105558"/>
                </a:cubicBezTo>
                <a:cubicBezTo>
                  <a:pt x="1719456" y="102743"/>
                  <a:pt x="1722626" y="97924"/>
                  <a:pt x="1725185" y="91100"/>
                </a:cubicBezTo>
                <a:lnTo>
                  <a:pt x="1727830" y="92806"/>
                </a:lnTo>
                <a:cubicBezTo>
                  <a:pt x="1726636" y="100597"/>
                  <a:pt x="1723167" y="107691"/>
                  <a:pt x="1717423" y="114088"/>
                </a:cubicBezTo>
                <a:cubicBezTo>
                  <a:pt x="1711680" y="120486"/>
                  <a:pt x="1704486" y="123684"/>
                  <a:pt x="1695842" y="123684"/>
                </a:cubicBezTo>
                <a:cubicBezTo>
                  <a:pt x="1686459" y="123684"/>
                  <a:pt x="1678427" y="120039"/>
                  <a:pt x="1671745" y="112747"/>
                </a:cubicBezTo>
                <a:cubicBezTo>
                  <a:pt x="1665063" y="105454"/>
                  <a:pt x="1661722" y="95650"/>
                  <a:pt x="1661722" y="83335"/>
                </a:cubicBezTo>
                <a:cubicBezTo>
                  <a:pt x="1661722" y="70000"/>
                  <a:pt x="1665149" y="59601"/>
                  <a:pt x="1672001" y="52139"/>
                </a:cubicBezTo>
                <a:cubicBezTo>
                  <a:pt x="1678853" y="44676"/>
                  <a:pt x="1687455" y="40944"/>
                  <a:pt x="1697804" y="40944"/>
                </a:cubicBezTo>
                <a:cubicBezTo>
                  <a:pt x="1706562" y="40944"/>
                  <a:pt x="1713755" y="43823"/>
                  <a:pt x="1719385" y="49580"/>
                </a:cubicBezTo>
                <a:cubicBezTo>
                  <a:pt x="1725015" y="55336"/>
                  <a:pt x="1727830" y="63035"/>
                  <a:pt x="1727830" y="72675"/>
                </a:cubicBezTo>
                <a:lnTo>
                  <a:pt x="1673835" y="72675"/>
                </a:lnTo>
                <a:moveTo>
                  <a:pt x="1673835" y="67728"/>
                </a:moveTo>
                <a:lnTo>
                  <a:pt x="1710002" y="67728"/>
                </a:lnTo>
                <a:cubicBezTo>
                  <a:pt x="1709718" y="62724"/>
                  <a:pt x="1709121" y="59198"/>
                  <a:pt x="1708211" y="57151"/>
                </a:cubicBezTo>
                <a:cubicBezTo>
                  <a:pt x="1706789" y="53966"/>
                  <a:pt x="1704671" y="51464"/>
                  <a:pt x="1701856" y="49644"/>
                </a:cubicBezTo>
                <a:cubicBezTo>
                  <a:pt x="1699041" y="47825"/>
                  <a:pt x="1696098" y="46915"/>
                  <a:pt x="1693027" y="46915"/>
                </a:cubicBezTo>
                <a:cubicBezTo>
                  <a:pt x="1688308" y="46915"/>
                  <a:pt x="1684085" y="48749"/>
                  <a:pt x="1680360" y="52417"/>
                </a:cubicBezTo>
                <a:cubicBezTo>
                  <a:pt x="1676636" y="56085"/>
                  <a:pt x="1674461" y="61188"/>
                  <a:pt x="1673835" y="677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Text Misconf">
            <a:extLst xmlns:a="http://schemas.openxmlformats.org/drawingml/2006/main">
              <a:ext uri="{FF2B5EF4-FFF2-40B4-BE49-F238E27FC236}">
                <a16:creationId xmlns:a16="http://schemas.microsoft.com/office/drawing/2014/main" id="{025A33B1-9C7B-4DA7-8CB5-5C80E9B9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8395" y="6495052"/>
            <a:ext cx="702041" cy="145423"/>
          </a:xfrm>
          <a:custGeom xmlns:a="http://schemas.openxmlformats.org/drawingml/2006/main">
            <a:pathLst>
              <a:path w="702041" h="145423">
                <a:moveTo>
                  <a:pt x="80634" y="142615"/>
                </a:moveTo>
                <a:lnTo>
                  <a:pt x="28082" y="28182"/>
                </a:lnTo>
                <a:lnTo>
                  <a:pt x="28082" y="118946"/>
                </a:lnTo>
                <a:cubicBezTo>
                  <a:pt x="28082" y="127303"/>
                  <a:pt x="28984" y="132519"/>
                  <a:pt x="30790" y="134591"/>
                </a:cubicBezTo>
                <a:cubicBezTo>
                  <a:pt x="33263" y="137399"/>
                  <a:pt x="37175" y="138804"/>
                  <a:pt x="42524" y="138804"/>
                </a:cubicBezTo>
                <a:lnTo>
                  <a:pt x="47338" y="138804"/>
                </a:lnTo>
                <a:lnTo>
                  <a:pt x="47338" y="142615"/>
                </a:lnTo>
                <a:lnTo>
                  <a:pt x="0" y="142615"/>
                </a:lnTo>
                <a:lnTo>
                  <a:pt x="0" y="138804"/>
                </a:lnTo>
                <a:lnTo>
                  <a:pt x="4814" y="138804"/>
                </a:lnTo>
                <a:cubicBezTo>
                  <a:pt x="10564" y="138804"/>
                  <a:pt x="14643" y="137065"/>
                  <a:pt x="17050" y="133588"/>
                </a:cubicBezTo>
                <a:cubicBezTo>
                  <a:pt x="18521" y="131449"/>
                  <a:pt x="19256" y="126568"/>
                  <a:pt x="19256" y="118946"/>
                </a:cubicBezTo>
                <a:lnTo>
                  <a:pt x="19256" y="30288"/>
                </a:lnTo>
                <a:cubicBezTo>
                  <a:pt x="19256" y="24271"/>
                  <a:pt x="18587" y="19925"/>
                  <a:pt x="17250" y="17250"/>
                </a:cubicBezTo>
                <a:cubicBezTo>
                  <a:pt x="16314" y="15311"/>
                  <a:pt x="14592" y="13690"/>
                  <a:pt x="12085" y="12386"/>
                </a:cubicBezTo>
                <a:cubicBezTo>
                  <a:pt x="9578" y="11082"/>
                  <a:pt x="5549" y="10430"/>
                  <a:pt x="0" y="10430"/>
                </a:cubicBezTo>
                <a:lnTo>
                  <a:pt x="0" y="6619"/>
                </a:lnTo>
                <a:lnTo>
                  <a:pt x="38512" y="6619"/>
                </a:lnTo>
                <a:lnTo>
                  <a:pt x="87855" y="113007"/>
                </a:lnTo>
                <a:lnTo>
                  <a:pt x="136397" y="6619"/>
                </a:lnTo>
                <a:lnTo>
                  <a:pt x="174908" y="6619"/>
                </a:lnTo>
                <a:lnTo>
                  <a:pt x="174908" y="10430"/>
                </a:lnTo>
                <a:lnTo>
                  <a:pt x="170195" y="10430"/>
                </a:lnTo>
                <a:cubicBezTo>
                  <a:pt x="164378" y="10430"/>
                  <a:pt x="160266" y="12169"/>
                  <a:pt x="157859" y="15645"/>
                </a:cubicBezTo>
                <a:cubicBezTo>
                  <a:pt x="156388" y="17785"/>
                  <a:pt x="155652" y="22666"/>
                  <a:pt x="155652" y="30288"/>
                </a:cubicBezTo>
                <a:lnTo>
                  <a:pt x="155652" y="118946"/>
                </a:lnTo>
                <a:cubicBezTo>
                  <a:pt x="155652" y="127303"/>
                  <a:pt x="156589" y="132519"/>
                  <a:pt x="158461" y="134591"/>
                </a:cubicBezTo>
                <a:cubicBezTo>
                  <a:pt x="160935" y="137399"/>
                  <a:pt x="164846" y="138804"/>
                  <a:pt x="170195" y="138804"/>
                </a:cubicBezTo>
                <a:lnTo>
                  <a:pt x="174908" y="138804"/>
                </a:lnTo>
                <a:lnTo>
                  <a:pt x="174908" y="142615"/>
                </a:lnTo>
                <a:lnTo>
                  <a:pt x="117141" y="142615"/>
                </a:lnTo>
                <a:lnTo>
                  <a:pt x="117141" y="138804"/>
                </a:lnTo>
                <a:lnTo>
                  <a:pt x="121955" y="138804"/>
                </a:lnTo>
                <a:cubicBezTo>
                  <a:pt x="127771" y="138804"/>
                  <a:pt x="131850" y="137065"/>
                  <a:pt x="134190" y="133588"/>
                </a:cubicBezTo>
                <a:cubicBezTo>
                  <a:pt x="135661" y="131449"/>
                  <a:pt x="136397" y="126568"/>
                  <a:pt x="136397" y="118946"/>
                </a:cubicBezTo>
                <a:lnTo>
                  <a:pt x="136397" y="28182"/>
                </a:lnTo>
                <a:lnTo>
                  <a:pt x="83944" y="142615"/>
                </a:lnTo>
                <a:lnTo>
                  <a:pt x="80634" y="142615"/>
                </a:lnTo>
                <a:close/>
                <a:moveTo>
                  <a:pt x="209016" y="0"/>
                </a:moveTo>
                <a:cubicBezTo>
                  <a:pt x="211824" y="0"/>
                  <a:pt x="214214" y="991"/>
                  <a:pt x="216187" y="2974"/>
                </a:cubicBezTo>
                <a:cubicBezTo>
                  <a:pt x="218159" y="4955"/>
                  <a:pt x="219145" y="7357"/>
                  <a:pt x="219145" y="10180"/>
                </a:cubicBezTo>
                <a:cubicBezTo>
                  <a:pt x="219145" y="13002"/>
                  <a:pt x="218159" y="15422"/>
                  <a:pt x="216187" y="17438"/>
                </a:cubicBezTo>
                <a:cubicBezTo>
                  <a:pt x="214214" y="19452"/>
                  <a:pt x="211824" y="20459"/>
                  <a:pt x="209016" y="20459"/>
                </a:cubicBezTo>
                <a:cubicBezTo>
                  <a:pt x="206208" y="20459"/>
                  <a:pt x="203801" y="19452"/>
                  <a:pt x="201795" y="17438"/>
                </a:cubicBezTo>
                <a:cubicBezTo>
                  <a:pt x="199789" y="15422"/>
                  <a:pt x="198786" y="13002"/>
                  <a:pt x="198786" y="10180"/>
                </a:cubicBezTo>
                <a:cubicBezTo>
                  <a:pt x="198786" y="7357"/>
                  <a:pt x="199772" y="4955"/>
                  <a:pt x="201745" y="2974"/>
                </a:cubicBezTo>
                <a:cubicBezTo>
                  <a:pt x="203717" y="991"/>
                  <a:pt x="206141" y="0"/>
                  <a:pt x="209016" y="0"/>
                </a:cubicBezTo>
                <a:moveTo>
                  <a:pt x="217340" y="48140"/>
                </a:moveTo>
                <a:lnTo>
                  <a:pt x="217340" y="121754"/>
                </a:lnTo>
                <a:cubicBezTo>
                  <a:pt x="217340" y="127537"/>
                  <a:pt x="217758" y="131388"/>
                  <a:pt x="218594" y="133306"/>
                </a:cubicBezTo>
                <a:cubicBezTo>
                  <a:pt x="219429" y="135222"/>
                  <a:pt x="220666" y="136651"/>
                  <a:pt x="222304" y="137594"/>
                </a:cubicBezTo>
                <a:cubicBezTo>
                  <a:pt x="223943" y="138534"/>
                  <a:pt x="226935" y="139004"/>
                  <a:pt x="231281" y="139004"/>
                </a:cubicBezTo>
                <a:lnTo>
                  <a:pt x="231281" y="142615"/>
                </a:lnTo>
                <a:lnTo>
                  <a:pt x="186651" y="142615"/>
                </a:lnTo>
                <a:lnTo>
                  <a:pt x="186651" y="139004"/>
                </a:lnTo>
                <a:cubicBezTo>
                  <a:pt x="191130" y="139004"/>
                  <a:pt x="194139" y="138567"/>
                  <a:pt x="195677" y="137694"/>
                </a:cubicBezTo>
                <a:cubicBezTo>
                  <a:pt x="197215" y="136819"/>
                  <a:pt x="198435" y="135373"/>
                  <a:pt x="199338" y="133356"/>
                </a:cubicBezTo>
                <a:cubicBezTo>
                  <a:pt x="200240" y="131338"/>
                  <a:pt x="200692" y="127471"/>
                  <a:pt x="200692" y="121754"/>
                </a:cubicBezTo>
                <a:lnTo>
                  <a:pt x="200692" y="86652"/>
                </a:lnTo>
                <a:cubicBezTo>
                  <a:pt x="200692" y="76648"/>
                  <a:pt x="200391" y="70169"/>
                  <a:pt x="199789" y="67214"/>
                </a:cubicBezTo>
                <a:cubicBezTo>
                  <a:pt x="199321" y="65064"/>
                  <a:pt x="198585" y="63571"/>
                  <a:pt x="197583" y="62736"/>
                </a:cubicBezTo>
                <a:cubicBezTo>
                  <a:pt x="196580" y="61898"/>
                  <a:pt x="195209" y="61479"/>
                  <a:pt x="193471" y="61479"/>
                </a:cubicBezTo>
                <a:cubicBezTo>
                  <a:pt x="191598" y="61479"/>
                  <a:pt x="189325" y="61980"/>
                  <a:pt x="186651" y="62983"/>
                </a:cubicBezTo>
                <a:lnTo>
                  <a:pt x="185247" y="59373"/>
                </a:lnTo>
                <a:lnTo>
                  <a:pt x="212927" y="48140"/>
                </a:lnTo>
                <a:lnTo>
                  <a:pt x="217340" y="48140"/>
                </a:lnTo>
                <a:close/>
                <a:moveTo>
                  <a:pt x="302080" y="48140"/>
                </a:moveTo>
                <a:lnTo>
                  <a:pt x="302080" y="79431"/>
                </a:lnTo>
                <a:lnTo>
                  <a:pt x="298770" y="79431"/>
                </a:lnTo>
                <a:cubicBezTo>
                  <a:pt x="296229" y="69642"/>
                  <a:pt x="292970" y="62983"/>
                  <a:pt x="288992" y="59454"/>
                </a:cubicBezTo>
                <a:cubicBezTo>
                  <a:pt x="285013" y="55923"/>
                  <a:pt x="279949" y="54157"/>
                  <a:pt x="273797" y="54157"/>
                </a:cubicBezTo>
                <a:cubicBezTo>
                  <a:pt x="269117" y="54157"/>
                  <a:pt x="265339" y="55390"/>
                  <a:pt x="262464" y="57856"/>
                </a:cubicBezTo>
                <a:cubicBezTo>
                  <a:pt x="259589" y="60321"/>
                  <a:pt x="258152" y="63053"/>
                  <a:pt x="258152" y="66051"/>
                </a:cubicBezTo>
                <a:cubicBezTo>
                  <a:pt x="258152" y="69781"/>
                  <a:pt x="259222" y="72979"/>
                  <a:pt x="261361" y="75645"/>
                </a:cubicBezTo>
                <a:cubicBezTo>
                  <a:pt x="263434" y="78376"/>
                  <a:pt x="267646" y="81274"/>
                  <a:pt x="273998" y="84339"/>
                </a:cubicBezTo>
                <a:lnTo>
                  <a:pt x="288641" y="91435"/>
                </a:lnTo>
                <a:cubicBezTo>
                  <a:pt x="302213" y="98045"/>
                  <a:pt x="309000" y="106759"/>
                  <a:pt x="309000" y="117576"/>
                </a:cubicBezTo>
                <a:cubicBezTo>
                  <a:pt x="309000" y="125923"/>
                  <a:pt x="305841" y="132651"/>
                  <a:pt x="299522" y="137760"/>
                </a:cubicBezTo>
                <a:cubicBezTo>
                  <a:pt x="293204" y="142868"/>
                  <a:pt x="286133" y="145423"/>
                  <a:pt x="278310" y="145423"/>
                </a:cubicBezTo>
                <a:cubicBezTo>
                  <a:pt x="272694" y="145423"/>
                  <a:pt x="266276" y="144470"/>
                  <a:pt x="259055" y="142564"/>
                </a:cubicBezTo>
                <a:cubicBezTo>
                  <a:pt x="256848" y="141929"/>
                  <a:pt x="255043" y="141612"/>
                  <a:pt x="253639" y="141612"/>
                </a:cubicBezTo>
                <a:cubicBezTo>
                  <a:pt x="252101" y="141612"/>
                  <a:pt x="250897" y="142414"/>
                  <a:pt x="250028" y="144019"/>
                </a:cubicBezTo>
                <a:lnTo>
                  <a:pt x="246719" y="144019"/>
                </a:lnTo>
                <a:lnTo>
                  <a:pt x="246719" y="111123"/>
                </a:lnTo>
                <a:lnTo>
                  <a:pt x="250028" y="111123"/>
                </a:lnTo>
                <a:cubicBezTo>
                  <a:pt x="251900" y="120484"/>
                  <a:pt x="255477" y="127537"/>
                  <a:pt x="260759" y="132285"/>
                </a:cubicBezTo>
                <a:cubicBezTo>
                  <a:pt x="266041" y="137032"/>
                  <a:pt x="271959" y="139405"/>
                  <a:pt x="278511" y="139405"/>
                </a:cubicBezTo>
                <a:cubicBezTo>
                  <a:pt x="283124" y="139405"/>
                  <a:pt x="286885" y="138059"/>
                  <a:pt x="289794" y="135365"/>
                </a:cubicBezTo>
                <a:cubicBezTo>
                  <a:pt x="292702" y="132670"/>
                  <a:pt x="294157" y="129426"/>
                  <a:pt x="294157" y="125634"/>
                </a:cubicBezTo>
                <a:cubicBezTo>
                  <a:pt x="294157" y="121044"/>
                  <a:pt x="292535" y="117185"/>
                  <a:pt x="289292" y="114060"/>
                </a:cubicBezTo>
                <a:cubicBezTo>
                  <a:pt x="286050" y="110932"/>
                  <a:pt x="279581" y="106982"/>
                  <a:pt x="269886" y="102210"/>
                </a:cubicBezTo>
                <a:cubicBezTo>
                  <a:pt x="260191" y="97435"/>
                  <a:pt x="253839" y="93106"/>
                  <a:pt x="250831" y="89222"/>
                </a:cubicBezTo>
                <a:cubicBezTo>
                  <a:pt x="247822" y="85405"/>
                  <a:pt x="246317" y="80583"/>
                  <a:pt x="246317" y="74758"/>
                </a:cubicBezTo>
                <a:cubicBezTo>
                  <a:pt x="246317" y="67190"/>
                  <a:pt x="248908" y="60862"/>
                  <a:pt x="254090" y="55775"/>
                </a:cubicBezTo>
                <a:cubicBezTo>
                  <a:pt x="259272" y="50685"/>
                  <a:pt x="265975" y="48140"/>
                  <a:pt x="274199" y="48140"/>
                </a:cubicBezTo>
                <a:cubicBezTo>
                  <a:pt x="277809" y="48140"/>
                  <a:pt x="282188" y="48909"/>
                  <a:pt x="287337" y="50447"/>
                </a:cubicBezTo>
                <a:cubicBezTo>
                  <a:pt x="290747" y="51450"/>
                  <a:pt x="293020" y="51951"/>
                  <a:pt x="294157" y="51951"/>
                </a:cubicBezTo>
                <a:cubicBezTo>
                  <a:pt x="295226" y="51951"/>
                  <a:pt x="296062" y="51717"/>
                  <a:pt x="296664" y="51249"/>
                </a:cubicBezTo>
                <a:cubicBezTo>
                  <a:pt x="297266" y="50781"/>
                  <a:pt x="297968" y="49745"/>
                  <a:pt x="298770" y="48140"/>
                </a:cubicBezTo>
                <a:lnTo>
                  <a:pt x="302080" y="48140"/>
                </a:lnTo>
                <a:close/>
                <a:moveTo>
                  <a:pt x="400675" y="107713"/>
                </a:moveTo>
                <a:cubicBezTo>
                  <a:pt x="398201" y="119815"/>
                  <a:pt x="393353" y="129125"/>
                  <a:pt x="386132" y="135644"/>
                </a:cubicBezTo>
                <a:cubicBezTo>
                  <a:pt x="378911" y="142163"/>
                  <a:pt x="370922" y="145423"/>
                  <a:pt x="362163" y="145423"/>
                </a:cubicBezTo>
                <a:cubicBezTo>
                  <a:pt x="351732" y="145423"/>
                  <a:pt x="342639" y="141049"/>
                  <a:pt x="334883" y="132300"/>
                </a:cubicBezTo>
                <a:cubicBezTo>
                  <a:pt x="327128" y="123550"/>
                  <a:pt x="323250" y="111727"/>
                  <a:pt x="323250" y="96831"/>
                </a:cubicBezTo>
                <a:cubicBezTo>
                  <a:pt x="323250" y="82404"/>
                  <a:pt x="327545" y="70683"/>
                  <a:pt x="336137" y="61667"/>
                </a:cubicBezTo>
                <a:cubicBezTo>
                  <a:pt x="344729" y="52649"/>
                  <a:pt x="355042" y="48140"/>
                  <a:pt x="367077" y="48140"/>
                </a:cubicBezTo>
                <a:cubicBezTo>
                  <a:pt x="376103" y="48140"/>
                  <a:pt x="383525" y="50539"/>
                  <a:pt x="389342" y="55336"/>
                </a:cubicBezTo>
                <a:cubicBezTo>
                  <a:pt x="395159" y="60131"/>
                  <a:pt x="398067" y="65111"/>
                  <a:pt x="398067" y="70276"/>
                </a:cubicBezTo>
                <a:cubicBezTo>
                  <a:pt x="398067" y="72825"/>
                  <a:pt x="397248" y="74889"/>
                  <a:pt x="395610" y="76466"/>
                </a:cubicBezTo>
                <a:cubicBezTo>
                  <a:pt x="393972" y="78041"/>
                  <a:pt x="391682" y="78829"/>
                  <a:pt x="388740" y="78829"/>
                </a:cubicBezTo>
                <a:cubicBezTo>
                  <a:pt x="384795" y="78829"/>
                  <a:pt x="381820" y="77548"/>
                  <a:pt x="379814" y="74987"/>
                </a:cubicBezTo>
                <a:cubicBezTo>
                  <a:pt x="378677" y="73570"/>
                  <a:pt x="377925" y="70873"/>
                  <a:pt x="377557" y="66894"/>
                </a:cubicBezTo>
                <a:cubicBezTo>
                  <a:pt x="377190" y="62916"/>
                  <a:pt x="375836" y="59882"/>
                  <a:pt x="373496" y="57793"/>
                </a:cubicBezTo>
                <a:cubicBezTo>
                  <a:pt x="371156" y="55770"/>
                  <a:pt x="367913" y="54759"/>
                  <a:pt x="363767" y="54759"/>
                </a:cubicBezTo>
                <a:cubicBezTo>
                  <a:pt x="357081" y="54759"/>
                  <a:pt x="351699" y="57233"/>
                  <a:pt x="347620" y="62181"/>
                </a:cubicBezTo>
                <a:cubicBezTo>
                  <a:pt x="342205" y="68733"/>
                  <a:pt x="339497" y="77392"/>
                  <a:pt x="339497" y="88156"/>
                </a:cubicBezTo>
                <a:cubicBezTo>
                  <a:pt x="339497" y="99121"/>
                  <a:pt x="342188" y="108800"/>
                  <a:pt x="347570" y="117191"/>
                </a:cubicBezTo>
                <a:cubicBezTo>
                  <a:pt x="352953" y="125582"/>
                  <a:pt x="360224" y="129777"/>
                  <a:pt x="369384" y="129777"/>
                </a:cubicBezTo>
                <a:cubicBezTo>
                  <a:pt x="375936" y="129777"/>
                  <a:pt x="381820" y="127537"/>
                  <a:pt x="387035" y="123058"/>
                </a:cubicBezTo>
                <a:cubicBezTo>
                  <a:pt x="390712" y="119982"/>
                  <a:pt x="394289" y="114399"/>
                  <a:pt x="397766" y="106309"/>
                </a:cubicBezTo>
                <a:lnTo>
                  <a:pt x="400675" y="107713"/>
                </a:lnTo>
                <a:close/>
                <a:moveTo>
                  <a:pt x="458734" y="48140"/>
                </a:moveTo>
                <a:cubicBezTo>
                  <a:pt x="472641" y="48140"/>
                  <a:pt x="483806" y="53417"/>
                  <a:pt x="492231" y="63970"/>
                </a:cubicBezTo>
                <a:cubicBezTo>
                  <a:pt x="499385" y="72986"/>
                  <a:pt x="502962" y="83339"/>
                  <a:pt x="502962" y="95029"/>
                </a:cubicBezTo>
                <a:cubicBezTo>
                  <a:pt x="502962" y="103245"/>
                  <a:pt x="500990" y="111561"/>
                  <a:pt x="497045" y="119977"/>
                </a:cubicBezTo>
                <a:cubicBezTo>
                  <a:pt x="493100" y="128391"/>
                  <a:pt x="487668" y="134735"/>
                  <a:pt x="480748" y="139010"/>
                </a:cubicBezTo>
                <a:cubicBezTo>
                  <a:pt x="473827" y="143285"/>
                  <a:pt x="466122" y="145423"/>
                  <a:pt x="457630" y="145423"/>
                </a:cubicBezTo>
                <a:cubicBezTo>
                  <a:pt x="443790" y="145423"/>
                  <a:pt x="432791" y="139912"/>
                  <a:pt x="424634" y="128890"/>
                </a:cubicBezTo>
                <a:cubicBezTo>
                  <a:pt x="417748" y="119607"/>
                  <a:pt x="414304" y="109188"/>
                  <a:pt x="414304" y="97634"/>
                </a:cubicBezTo>
                <a:cubicBezTo>
                  <a:pt x="414304" y="89218"/>
                  <a:pt x="416394" y="80852"/>
                  <a:pt x="420573" y="72536"/>
                </a:cubicBezTo>
                <a:cubicBezTo>
                  <a:pt x="424751" y="64220"/>
                  <a:pt x="430251" y="58075"/>
                  <a:pt x="437071" y="54101"/>
                </a:cubicBezTo>
                <a:cubicBezTo>
                  <a:pt x="443890" y="50127"/>
                  <a:pt x="451111" y="48140"/>
                  <a:pt x="458734" y="48140"/>
                </a:cubicBezTo>
                <a:moveTo>
                  <a:pt x="455625" y="54759"/>
                </a:moveTo>
                <a:cubicBezTo>
                  <a:pt x="452081" y="54759"/>
                  <a:pt x="448521" y="55809"/>
                  <a:pt x="444943" y="57909"/>
                </a:cubicBezTo>
                <a:cubicBezTo>
                  <a:pt x="441366" y="60007"/>
                  <a:pt x="438475" y="63687"/>
                  <a:pt x="436268" y="68950"/>
                </a:cubicBezTo>
                <a:cubicBezTo>
                  <a:pt x="434062" y="74214"/>
                  <a:pt x="432959" y="80975"/>
                  <a:pt x="432959" y="89234"/>
                </a:cubicBezTo>
                <a:cubicBezTo>
                  <a:pt x="432959" y="102559"/>
                  <a:pt x="435616" y="114051"/>
                  <a:pt x="440932" y="123713"/>
                </a:cubicBezTo>
                <a:cubicBezTo>
                  <a:pt x="446247" y="133372"/>
                  <a:pt x="453251" y="138202"/>
                  <a:pt x="461943" y="138202"/>
                </a:cubicBezTo>
                <a:cubicBezTo>
                  <a:pt x="468428" y="138202"/>
                  <a:pt x="473777" y="135537"/>
                  <a:pt x="477990" y="130207"/>
                </a:cubicBezTo>
                <a:cubicBezTo>
                  <a:pt x="482202" y="124877"/>
                  <a:pt x="484308" y="115717"/>
                  <a:pt x="484308" y="102727"/>
                </a:cubicBezTo>
                <a:cubicBezTo>
                  <a:pt x="484308" y="86471"/>
                  <a:pt x="480798" y="73680"/>
                  <a:pt x="473777" y="64353"/>
                </a:cubicBezTo>
                <a:cubicBezTo>
                  <a:pt x="469030" y="57957"/>
                  <a:pt x="462979" y="54759"/>
                  <a:pt x="455625" y="54759"/>
                </a:cubicBezTo>
                <a:close/>
                <a:moveTo>
                  <a:pt x="543279" y="67496"/>
                </a:moveTo>
                <a:cubicBezTo>
                  <a:pt x="554044" y="54592"/>
                  <a:pt x="564307" y="48140"/>
                  <a:pt x="574069" y="48140"/>
                </a:cubicBezTo>
                <a:cubicBezTo>
                  <a:pt x="579083" y="48140"/>
                  <a:pt x="583396" y="49390"/>
                  <a:pt x="587006" y="51891"/>
                </a:cubicBezTo>
                <a:cubicBezTo>
                  <a:pt x="590617" y="54390"/>
                  <a:pt x="593492" y="58508"/>
                  <a:pt x="595632" y="64243"/>
                </a:cubicBezTo>
                <a:cubicBezTo>
                  <a:pt x="597102" y="68244"/>
                  <a:pt x="597838" y="74379"/>
                  <a:pt x="597838" y="82647"/>
                </a:cubicBezTo>
                <a:lnTo>
                  <a:pt x="597838" y="121754"/>
                </a:lnTo>
                <a:cubicBezTo>
                  <a:pt x="597838" y="127604"/>
                  <a:pt x="598306" y="131572"/>
                  <a:pt x="599242" y="133657"/>
                </a:cubicBezTo>
                <a:cubicBezTo>
                  <a:pt x="599977" y="135339"/>
                  <a:pt x="601164" y="136651"/>
                  <a:pt x="602802" y="137594"/>
                </a:cubicBezTo>
                <a:cubicBezTo>
                  <a:pt x="604440" y="138534"/>
                  <a:pt x="607466" y="139004"/>
                  <a:pt x="611879" y="139004"/>
                </a:cubicBezTo>
                <a:lnTo>
                  <a:pt x="611879" y="142615"/>
                </a:lnTo>
                <a:lnTo>
                  <a:pt x="566447" y="142615"/>
                </a:lnTo>
                <a:lnTo>
                  <a:pt x="566447" y="139004"/>
                </a:lnTo>
                <a:lnTo>
                  <a:pt x="568352" y="139004"/>
                </a:lnTo>
                <a:cubicBezTo>
                  <a:pt x="572631" y="139004"/>
                  <a:pt x="575623" y="138349"/>
                  <a:pt x="577328" y="137039"/>
                </a:cubicBezTo>
                <a:cubicBezTo>
                  <a:pt x="579033" y="135727"/>
                  <a:pt x="580220" y="133793"/>
                  <a:pt x="580889" y="131238"/>
                </a:cubicBezTo>
                <a:cubicBezTo>
                  <a:pt x="581156" y="130229"/>
                  <a:pt x="581290" y="127067"/>
                  <a:pt x="581290" y="121754"/>
                </a:cubicBezTo>
                <a:lnTo>
                  <a:pt x="581290" y="84207"/>
                </a:lnTo>
                <a:cubicBezTo>
                  <a:pt x="581290" y="75862"/>
                  <a:pt x="580203" y="69804"/>
                  <a:pt x="578030" y="66033"/>
                </a:cubicBezTo>
                <a:cubicBezTo>
                  <a:pt x="575857" y="62261"/>
                  <a:pt x="572197" y="60376"/>
                  <a:pt x="567048" y="60376"/>
                </a:cubicBezTo>
                <a:cubicBezTo>
                  <a:pt x="559092" y="60376"/>
                  <a:pt x="551169" y="64721"/>
                  <a:pt x="543279" y="73413"/>
                </a:cubicBezTo>
                <a:lnTo>
                  <a:pt x="543279" y="121754"/>
                </a:lnTo>
                <a:cubicBezTo>
                  <a:pt x="543279" y="128008"/>
                  <a:pt x="543647" y="131875"/>
                  <a:pt x="544383" y="133356"/>
                </a:cubicBezTo>
                <a:cubicBezTo>
                  <a:pt x="545319" y="135306"/>
                  <a:pt x="546606" y="136735"/>
                  <a:pt x="548244" y="137644"/>
                </a:cubicBezTo>
                <a:cubicBezTo>
                  <a:pt x="549882" y="138551"/>
                  <a:pt x="553208" y="139004"/>
                  <a:pt x="558223" y="139004"/>
                </a:cubicBezTo>
                <a:lnTo>
                  <a:pt x="558223" y="142615"/>
                </a:lnTo>
                <a:lnTo>
                  <a:pt x="512791" y="142615"/>
                </a:lnTo>
                <a:lnTo>
                  <a:pt x="512791" y="139004"/>
                </a:lnTo>
                <a:lnTo>
                  <a:pt x="514797" y="139004"/>
                </a:lnTo>
                <a:cubicBezTo>
                  <a:pt x="519477" y="139004"/>
                  <a:pt x="522636" y="137811"/>
                  <a:pt x="524274" y="135425"/>
                </a:cubicBezTo>
                <a:cubicBezTo>
                  <a:pt x="525912" y="133037"/>
                  <a:pt x="526731" y="128480"/>
                  <a:pt x="526731" y="121754"/>
                </a:cubicBezTo>
                <a:lnTo>
                  <a:pt x="526731" y="87855"/>
                </a:lnTo>
                <a:cubicBezTo>
                  <a:pt x="526731" y="76823"/>
                  <a:pt x="526481" y="70104"/>
                  <a:pt x="525979" y="67697"/>
                </a:cubicBezTo>
                <a:cubicBezTo>
                  <a:pt x="525478" y="65290"/>
                  <a:pt x="524709" y="63652"/>
                  <a:pt x="523672" y="62783"/>
                </a:cubicBezTo>
                <a:cubicBezTo>
                  <a:pt x="522636" y="61913"/>
                  <a:pt x="521249" y="61479"/>
                  <a:pt x="519510" y="61479"/>
                </a:cubicBezTo>
                <a:cubicBezTo>
                  <a:pt x="517638" y="61479"/>
                  <a:pt x="515398" y="61980"/>
                  <a:pt x="512791" y="62983"/>
                </a:cubicBezTo>
                <a:lnTo>
                  <a:pt x="511286" y="59373"/>
                </a:lnTo>
                <a:lnTo>
                  <a:pt x="538967" y="48140"/>
                </a:lnTo>
                <a:lnTo>
                  <a:pt x="543279" y="48140"/>
                </a:lnTo>
                <a:lnTo>
                  <a:pt x="543279" y="67496"/>
                </a:lnTo>
                <a:close/>
                <a:moveTo>
                  <a:pt x="655104" y="57969"/>
                </a:moveTo>
                <a:lnTo>
                  <a:pt x="655104" y="118344"/>
                </a:lnTo>
                <a:cubicBezTo>
                  <a:pt x="655104" y="126902"/>
                  <a:pt x="656040" y="132318"/>
                  <a:pt x="657912" y="134591"/>
                </a:cubicBezTo>
                <a:cubicBezTo>
                  <a:pt x="660386" y="137533"/>
                  <a:pt x="663696" y="139004"/>
                  <a:pt x="667841" y="139004"/>
                </a:cubicBezTo>
                <a:lnTo>
                  <a:pt x="676165" y="139004"/>
                </a:lnTo>
                <a:lnTo>
                  <a:pt x="676165" y="142615"/>
                </a:lnTo>
                <a:lnTo>
                  <a:pt x="621306" y="142615"/>
                </a:lnTo>
                <a:lnTo>
                  <a:pt x="621306" y="139004"/>
                </a:lnTo>
                <a:lnTo>
                  <a:pt x="625418" y="139004"/>
                </a:lnTo>
                <a:cubicBezTo>
                  <a:pt x="628092" y="139004"/>
                  <a:pt x="630533" y="138335"/>
                  <a:pt x="632739" y="136998"/>
                </a:cubicBezTo>
                <a:cubicBezTo>
                  <a:pt x="634946" y="135661"/>
                  <a:pt x="636467" y="133856"/>
                  <a:pt x="637302" y="131583"/>
                </a:cubicBezTo>
                <a:cubicBezTo>
                  <a:pt x="638138" y="129309"/>
                  <a:pt x="638556" y="124896"/>
                  <a:pt x="638556" y="118344"/>
                </a:cubicBezTo>
                <a:lnTo>
                  <a:pt x="638556" y="57969"/>
                </a:lnTo>
                <a:lnTo>
                  <a:pt x="620704" y="57969"/>
                </a:lnTo>
                <a:lnTo>
                  <a:pt x="620704" y="50748"/>
                </a:lnTo>
                <a:lnTo>
                  <a:pt x="638556" y="50748"/>
                </a:lnTo>
                <a:lnTo>
                  <a:pt x="638556" y="44705"/>
                </a:lnTo>
                <a:cubicBezTo>
                  <a:pt x="638556" y="35509"/>
                  <a:pt x="640027" y="27723"/>
                  <a:pt x="642969" y="21346"/>
                </a:cubicBezTo>
                <a:cubicBezTo>
                  <a:pt x="645911" y="14970"/>
                  <a:pt x="650407" y="9818"/>
                  <a:pt x="656458" y="5892"/>
                </a:cubicBezTo>
                <a:cubicBezTo>
                  <a:pt x="662509" y="1964"/>
                  <a:pt x="669312" y="0"/>
                  <a:pt x="676867" y="0"/>
                </a:cubicBezTo>
                <a:cubicBezTo>
                  <a:pt x="683888" y="0"/>
                  <a:pt x="690340" y="2273"/>
                  <a:pt x="696224" y="6820"/>
                </a:cubicBezTo>
                <a:cubicBezTo>
                  <a:pt x="700102" y="9829"/>
                  <a:pt x="702041" y="13205"/>
                  <a:pt x="702041" y="16949"/>
                </a:cubicBezTo>
                <a:cubicBezTo>
                  <a:pt x="702041" y="18955"/>
                  <a:pt x="701171" y="20844"/>
                  <a:pt x="699433" y="22616"/>
                </a:cubicBezTo>
                <a:cubicBezTo>
                  <a:pt x="697695" y="24388"/>
                  <a:pt x="695823" y="25273"/>
                  <a:pt x="693817" y="25273"/>
                </a:cubicBezTo>
                <a:cubicBezTo>
                  <a:pt x="692279" y="25273"/>
                  <a:pt x="690657" y="24722"/>
                  <a:pt x="688953" y="23619"/>
                </a:cubicBezTo>
                <a:cubicBezTo>
                  <a:pt x="687248" y="22515"/>
                  <a:pt x="685158" y="20142"/>
                  <a:pt x="682684" y="16498"/>
                </a:cubicBezTo>
                <a:cubicBezTo>
                  <a:pt x="680210" y="12854"/>
                  <a:pt x="677937" y="10397"/>
                  <a:pt x="675864" y="9127"/>
                </a:cubicBezTo>
                <a:cubicBezTo>
                  <a:pt x="673792" y="7856"/>
                  <a:pt x="671485" y="7221"/>
                  <a:pt x="668944" y="7221"/>
                </a:cubicBezTo>
                <a:cubicBezTo>
                  <a:pt x="665869" y="7221"/>
                  <a:pt x="663261" y="8044"/>
                  <a:pt x="661122" y="9691"/>
                </a:cubicBezTo>
                <a:cubicBezTo>
                  <a:pt x="658982" y="11335"/>
                  <a:pt x="657444" y="13887"/>
                  <a:pt x="656508" y="17347"/>
                </a:cubicBezTo>
                <a:cubicBezTo>
                  <a:pt x="655572" y="20807"/>
                  <a:pt x="655104" y="29724"/>
                  <a:pt x="655104" y="44097"/>
                </a:cubicBezTo>
                <a:lnTo>
                  <a:pt x="655104" y="50748"/>
                </a:lnTo>
                <a:lnTo>
                  <a:pt x="678773" y="50748"/>
                </a:lnTo>
                <a:lnTo>
                  <a:pt x="678773" y="57969"/>
                </a:lnTo>
                <a:lnTo>
                  <a:pt x="655104" y="57969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Text igs">
            <a:extLst xmlns:a="http://schemas.openxmlformats.org/drawingml/2006/main">
              <a:ext uri="{FF2B5EF4-FFF2-40B4-BE49-F238E27FC236}">
                <a16:creationId xmlns:a16="http://schemas.microsoft.com/office/drawing/2014/main" id="{6429A0B7-7953-4F61-BAD3-08E0F021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5592" y="6495052"/>
            <a:ext cx="226451" cy="186943"/>
          </a:xfrm>
          <a:custGeom xmlns:a="http://schemas.openxmlformats.org/drawingml/2006/main">
            <a:pathLst>
              <a:path w="226451" h="186943">
                <a:moveTo>
                  <a:pt x="23769" y="0"/>
                </a:moveTo>
                <a:cubicBezTo>
                  <a:pt x="26577" y="0"/>
                  <a:pt x="28968" y="991"/>
                  <a:pt x="30940" y="2974"/>
                </a:cubicBezTo>
                <a:cubicBezTo>
                  <a:pt x="32912" y="4955"/>
                  <a:pt x="33899" y="7357"/>
                  <a:pt x="33899" y="10180"/>
                </a:cubicBezTo>
                <a:cubicBezTo>
                  <a:pt x="33899" y="13002"/>
                  <a:pt x="32912" y="15422"/>
                  <a:pt x="30940" y="17438"/>
                </a:cubicBezTo>
                <a:cubicBezTo>
                  <a:pt x="28968" y="19452"/>
                  <a:pt x="26577" y="20459"/>
                  <a:pt x="23769" y="20459"/>
                </a:cubicBezTo>
                <a:cubicBezTo>
                  <a:pt x="20961" y="20459"/>
                  <a:pt x="18554" y="19452"/>
                  <a:pt x="16548" y="17438"/>
                </a:cubicBezTo>
                <a:cubicBezTo>
                  <a:pt x="14542" y="15422"/>
                  <a:pt x="13539" y="13002"/>
                  <a:pt x="13539" y="10180"/>
                </a:cubicBezTo>
                <a:cubicBezTo>
                  <a:pt x="13539" y="7357"/>
                  <a:pt x="14526" y="4955"/>
                  <a:pt x="16498" y="2974"/>
                </a:cubicBezTo>
                <a:cubicBezTo>
                  <a:pt x="18470" y="991"/>
                  <a:pt x="20894" y="0"/>
                  <a:pt x="23769" y="0"/>
                </a:cubicBezTo>
                <a:moveTo>
                  <a:pt x="32093" y="48140"/>
                </a:moveTo>
                <a:lnTo>
                  <a:pt x="32093" y="121754"/>
                </a:lnTo>
                <a:cubicBezTo>
                  <a:pt x="32093" y="127537"/>
                  <a:pt x="32511" y="131388"/>
                  <a:pt x="33347" y="133306"/>
                </a:cubicBezTo>
                <a:cubicBezTo>
                  <a:pt x="34183" y="135222"/>
                  <a:pt x="35420" y="136651"/>
                  <a:pt x="37058" y="137594"/>
                </a:cubicBezTo>
                <a:cubicBezTo>
                  <a:pt x="38696" y="138534"/>
                  <a:pt x="41688" y="139004"/>
                  <a:pt x="46034" y="139004"/>
                </a:cubicBezTo>
                <a:lnTo>
                  <a:pt x="46034" y="142615"/>
                </a:lnTo>
                <a:lnTo>
                  <a:pt x="1404" y="142615"/>
                </a:lnTo>
                <a:lnTo>
                  <a:pt x="1404" y="139004"/>
                </a:lnTo>
                <a:cubicBezTo>
                  <a:pt x="5884" y="139004"/>
                  <a:pt x="8893" y="138567"/>
                  <a:pt x="10430" y="137694"/>
                </a:cubicBezTo>
                <a:cubicBezTo>
                  <a:pt x="11968" y="136819"/>
                  <a:pt x="13188" y="135373"/>
                  <a:pt x="14091" y="133356"/>
                </a:cubicBezTo>
                <a:cubicBezTo>
                  <a:pt x="14994" y="131338"/>
                  <a:pt x="15445" y="127471"/>
                  <a:pt x="15445" y="121754"/>
                </a:cubicBezTo>
                <a:lnTo>
                  <a:pt x="15445" y="86652"/>
                </a:lnTo>
                <a:cubicBezTo>
                  <a:pt x="15445" y="76648"/>
                  <a:pt x="15144" y="70169"/>
                  <a:pt x="14542" y="67214"/>
                </a:cubicBezTo>
                <a:cubicBezTo>
                  <a:pt x="14074" y="65064"/>
                  <a:pt x="13339" y="63571"/>
                  <a:pt x="12336" y="62736"/>
                </a:cubicBezTo>
                <a:cubicBezTo>
                  <a:pt x="11333" y="61898"/>
                  <a:pt x="9962" y="61479"/>
                  <a:pt x="8224" y="61479"/>
                </a:cubicBezTo>
                <a:cubicBezTo>
                  <a:pt x="6352" y="61479"/>
                  <a:pt x="4079" y="61980"/>
                  <a:pt x="1404" y="62983"/>
                </a:cubicBezTo>
                <a:lnTo>
                  <a:pt x="0" y="59373"/>
                </a:lnTo>
                <a:lnTo>
                  <a:pt x="27680" y="48140"/>
                </a:lnTo>
                <a:lnTo>
                  <a:pt x="32093" y="48140"/>
                </a:lnTo>
                <a:close/>
                <a:moveTo>
                  <a:pt x="82031" y="109139"/>
                </a:moveTo>
                <a:cubicBezTo>
                  <a:pt x="76415" y="106402"/>
                  <a:pt x="72102" y="102579"/>
                  <a:pt x="69094" y="97671"/>
                </a:cubicBezTo>
                <a:cubicBezTo>
                  <a:pt x="66085" y="92763"/>
                  <a:pt x="64580" y="87337"/>
                  <a:pt x="64580" y="81393"/>
                </a:cubicBezTo>
                <a:cubicBezTo>
                  <a:pt x="64580" y="72312"/>
                  <a:pt x="68007" y="64500"/>
                  <a:pt x="74860" y="57956"/>
                </a:cubicBezTo>
                <a:cubicBezTo>
                  <a:pt x="81714" y="51412"/>
                  <a:pt x="90489" y="48140"/>
                  <a:pt x="101187" y="48140"/>
                </a:cubicBezTo>
                <a:cubicBezTo>
                  <a:pt x="109946" y="48140"/>
                  <a:pt x="117534" y="50279"/>
                  <a:pt x="123953" y="54559"/>
                </a:cubicBezTo>
                <a:lnTo>
                  <a:pt x="143410" y="54559"/>
                </a:lnTo>
                <a:cubicBezTo>
                  <a:pt x="146285" y="54559"/>
                  <a:pt x="147956" y="54642"/>
                  <a:pt x="148424" y="54809"/>
                </a:cubicBezTo>
                <a:cubicBezTo>
                  <a:pt x="148892" y="54976"/>
                  <a:pt x="149226" y="55261"/>
                  <a:pt x="149427" y="55662"/>
                </a:cubicBezTo>
                <a:cubicBezTo>
                  <a:pt x="149828" y="56264"/>
                  <a:pt x="150029" y="57333"/>
                  <a:pt x="150029" y="58871"/>
                </a:cubicBezTo>
                <a:cubicBezTo>
                  <a:pt x="150029" y="60610"/>
                  <a:pt x="149862" y="61813"/>
                  <a:pt x="149527" y="62482"/>
                </a:cubicBezTo>
                <a:cubicBezTo>
                  <a:pt x="149327" y="62816"/>
                  <a:pt x="148976" y="63083"/>
                  <a:pt x="148474" y="63284"/>
                </a:cubicBezTo>
                <a:cubicBezTo>
                  <a:pt x="147973" y="63485"/>
                  <a:pt x="146285" y="63585"/>
                  <a:pt x="143410" y="63585"/>
                </a:cubicBezTo>
                <a:lnTo>
                  <a:pt x="131475" y="63585"/>
                </a:lnTo>
                <a:cubicBezTo>
                  <a:pt x="135219" y="68399"/>
                  <a:pt x="137091" y="74550"/>
                  <a:pt x="137091" y="82038"/>
                </a:cubicBezTo>
                <a:cubicBezTo>
                  <a:pt x="137091" y="90597"/>
                  <a:pt x="133815" y="97918"/>
                  <a:pt x="127263" y="104002"/>
                </a:cubicBezTo>
                <a:cubicBezTo>
                  <a:pt x="120710" y="110087"/>
                  <a:pt x="111918" y="113129"/>
                  <a:pt x="100886" y="113129"/>
                </a:cubicBezTo>
                <a:cubicBezTo>
                  <a:pt x="96339" y="113129"/>
                  <a:pt x="91693" y="112447"/>
                  <a:pt x="86945" y="111082"/>
                </a:cubicBezTo>
                <a:cubicBezTo>
                  <a:pt x="84004" y="113585"/>
                  <a:pt x="82014" y="115775"/>
                  <a:pt x="80978" y="117651"/>
                </a:cubicBezTo>
                <a:cubicBezTo>
                  <a:pt x="79942" y="119528"/>
                  <a:pt x="79424" y="121124"/>
                  <a:pt x="79424" y="122440"/>
                </a:cubicBezTo>
                <a:cubicBezTo>
                  <a:pt x="79424" y="123560"/>
                  <a:pt x="79975" y="124647"/>
                  <a:pt x="81078" y="125700"/>
                </a:cubicBezTo>
                <a:cubicBezTo>
                  <a:pt x="82182" y="126753"/>
                  <a:pt x="84338" y="127510"/>
                  <a:pt x="87547" y="127972"/>
                </a:cubicBezTo>
                <a:cubicBezTo>
                  <a:pt x="89419" y="128277"/>
                  <a:pt x="94100" y="128545"/>
                  <a:pt x="101588" y="128774"/>
                </a:cubicBezTo>
                <a:cubicBezTo>
                  <a:pt x="115361" y="129157"/>
                  <a:pt x="124287" y="129692"/>
                  <a:pt x="128366" y="130379"/>
                </a:cubicBezTo>
                <a:cubicBezTo>
                  <a:pt x="134584" y="131246"/>
                  <a:pt x="139548" y="133549"/>
                  <a:pt x="143259" y="137287"/>
                </a:cubicBezTo>
                <a:cubicBezTo>
                  <a:pt x="146970" y="141025"/>
                  <a:pt x="148825" y="145630"/>
                  <a:pt x="148825" y="151102"/>
                </a:cubicBezTo>
                <a:cubicBezTo>
                  <a:pt x="148825" y="158645"/>
                  <a:pt x="145282" y="165719"/>
                  <a:pt x="138194" y="172326"/>
                </a:cubicBezTo>
                <a:cubicBezTo>
                  <a:pt x="127764" y="182071"/>
                  <a:pt x="114158" y="186943"/>
                  <a:pt x="97376" y="186943"/>
                </a:cubicBezTo>
                <a:cubicBezTo>
                  <a:pt x="84472" y="186943"/>
                  <a:pt x="73573" y="184034"/>
                  <a:pt x="64681" y="178215"/>
                </a:cubicBezTo>
                <a:cubicBezTo>
                  <a:pt x="59666" y="174872"/>
                  <a:pt x="57159" y="171394"/>
                  <a:pt x="57159" y="167782"/>
                </a:cubicBezTo>
                <a:cubicBezTo>
                  <a:pt x="57159" y="166177"/>
                  <a:pt x="57527" y="164572"/>
                  <a:pt x="58262" y="162968"/>
                </a:cubicBezTo>
                <a:cubicBezTo>
                  <a:pt x="59399" y="160494"/>
                  <a:pt x="61739" y="157049"/>
                  <a:pt x="65282" y="152634"/>
                </a:cubicBezTo>
                <a:cubicBezTo>
                  <a:pt x="65750" y="152033"/>
                  <a:pt x="69160" y="148421"/>
                  <a:pt x="75512" y="141800"/>
                </a:cubicBezTo>
                <a:cubicBezTo>
                  <a:pt x="72035" y="139729"/>
                  <a:pt x="69578" y="137876"/>
                  <a:pt x="68141" y="136240"/>
                </a:cubicBezTo>
                <a:cubicBezTo>
                  <a:pt x="66703" y="134604"/>
                  <a:pt x="65985" y="132750"/>
                  <a:pt x="65985" y="130680"/>
                </a:cubicBezTo>
                <a:cubicBezTo>
                  <a:pt x="65985" y="128342"/>
                  <a:pt x="66937" y="125604"/>
                  <a:pt x="68843" y="122465"/>
                </a:cubicBezTo>
                <a:cubicBezTo>
                  <a:pt x="70748" y="119325"/>
                  <a:pt x="75144" y="114883"/>
                  <a:pt x="82031" y="109139"/>
                </a:cubicBezTo>
                <a:moveTo>
                  <a:pt x="99482" y="53155"/>
                </a:moveTo>
                <a:cubicBezTo>
                  <a:pt x="94534" y="53155"/>
                  <a:pt x="90389" y="55116"/>
                  <a:pt x="87046" y="59040"/>
                </a:cubicBezTo>
                <a:cubicBezTo>
                  <a:pt x="83703" y="62962"/>
                  <a:pt x="82031" y="68980"/>
                  <a:pt x="82031" y="77093"/>
                </a:cubicBezTo>
                <a:cubicBezTo>
                  <a:pt x="82031" y="87600"/>
                  <a:pt x="84304" y="95746"/>
                  <a:pt x="88851" y="101530"/>
                </a:cubicBezTo>
                <a:cubicBezTo>
                  <a:pt x="92328" y="105919"/>
                  <a:pt x="96741" y="108114"/>
                  <a:pt x="102089" y="108114"/>
                </a:cubicBezTo>
                <a:cubicBezTo>
                  <a:pt x="107171" y="108114"/>
                  <a:pt x="111350" y="106219"/>
                  <a:pt x="114626" y="102429"/>
                </a:cubicBezTo>
                <a:cubicBezTo>
                  <a:pt x="117902" y="98639"/>
                  <a:pt x="119540" y="92687"/>
                  <a:pt x="119540" y="84574"/>
                </a:cubicBezTo>
                <a:cubicBezTo>
                  <a:pt x="119540" y="74002"/>
                  <a:pt x="117233" y="65722"/>
                  <a:pt x="112620" y="59736"/>
                </a:cubicBezTo>
                <a:cubicBezTo>
                  <a:pt x="109210" y="55348"/>
                  <a:pt x="104831" y="53155"/>
                  <a:pt x="99482" y="53155"/>
                </a:cubicBezTo>
                <a:moveTo>
                  <a:pt x="81028" y="142615"/>
                </a:moveTo>
                <a:cubicBezTo>
                  <a:pt x="77886" y="146004"/>
                  <a:pt x="75512" y="149160"/>
                  <a:pt x="73908" y="152083"/>
                </a:cubicBezTo>
                <a:cubicBezTo>
                  <a:pt x="72303" y="155006"/>
                  <a:pt x="71501" y="157697"/>
                  <a:pt x="71501" y="160156"/>
                </a:cubicBezTo>
                <a:cubicBezTo>
                  <a:pt x="71501" y="163345"/>
                  <a:pt x="73440" y="166135"/>
                  <a:pt x="77317" y="168527"/>
                </a:cubicBezTo>
                <a:cubicBezTo>
                  <a:pt x="84004" y="172648"/>
                  <a:pt x="93665" y="174708"/>
                  <a:pt x="106302" y="174708"/>
                </a:cubicBezTo>
                <a:cubicBezTo>
                  <a:pt x="118337" y="174708"/>
                  <a:pt x="127212" y="172606"/>
                  <a:pt x="132929" y="168402"/>
                </a:cubicBezTo>
                <a:cubicBezTo>
                  <a:pt x="138646" y="164200"/>
                  <a:pt x="141504" y="159716"/>
                  <a:pt x="141504" y="154950"/>
                </a:cubicBezTo>
                <a:cubicBezTo>
                  <a:pt x="141504" y="151509"/>
                  <a:pt x="139799" y="149060"/>
                  <a:pt x="136389" y="147604"/>
                </a:cubicBezTo>
                <a:cubicBezTo>
                  <a:pt x="132912" y="146148"/>
                  <a:pt x="126026" y="145287"/>
                  <a:pt x="115729" y="145022"/>
                </a:cubicBezTo>
                <a:cubicBezTo>
                  <a:pt x="100685" y="144604"/>
                  <a:pt x="89118" y="143801"/>
                  <a:pt x="81028" y="142615"/>
                </a:cubicBezTo>
                <a:close/>
                <a:moveTo>
                  <a:pt x="219531" y="48140"/>
                </a:moveTo>
                <a:lnTo>
                  <a:pt x="219531" y="79431"/>
                </a:lnTo>
                <a:lnTo>
                  <a:pt x="216221" y="79431"/>
                </a:lnTo>
                <a:cubicBezTo>
                  <a:pt x="213681" y="69642"/>
                  <a:pt x="210421" y="62983"/>
                  <a:pt x="206443" y="59454"/>
                </a:cubicBezTo>
                <a:cubicBezTo>
                  <a:pt x="202465" y="55923"/>
                  <a:pt x="197400" y="54157"/>
                  <a:pt x="191249" y="54157"/>
                </a:cubicBezTo>
                <a:cubicBezTo>
                  <a:pt x="186568" y="54157"/>
                  <a:pt x="182791" y="55390"/>
                  <a:pt x="179916" y="57856"/>
                </a:cubicBezTo>
                <a:cubicBezTo>
                  <a:pt x="177041" y="60321"/>
                  <a:pt x="175603" y="63053"/>
                  <a:pt x="175603" y="66051"/>
                </a:cubicBezTo>
                <a:cubicBezTo>
                  <a:pt x="175603" y="69781"/>
                  <a:pt x="176673" y="72979"/>
                  <a:pt x="178813" y="75645"/>
                </a:cubicBezTo>
                <a:cubicBezTo>
                  <a:pt x="180885" y="78376"/>
                  <a:pt x="185097" y="81274"/>
                  <a:pt x="191449" y="84339"/>
                </a:cubicBezTo>
                <a:lnTo>
                  <a:pt x="206092" y="91435"/>
                </a:lnTo>
                <a:cubicBezTo>
                  <a:pt x="219665" y="98045"/>
                  <a:pt x="226451" y="106759"/>
                  <a:pt x="226451" y="117576"/>
                </a:cubicBezTo>
                <a:cubicBezTo>
                  <a:pt x="226451" y="125923"/>
                  <a:pt x="223292" y="132651"/>
                  <a:pt x="216973" y="137760"/>
                </a:cubicBezTo>
                <a:cubicBezTo>
                  <a:pt x="210655" y="142868"/>
                  <a:pt x="203585" y="145423"/>
                  <a:pt x="195762" y="145423"/>
                </a:cubicBezTo>
                <a:cubicBezTo>
                  <a:pt x="190145" y="145423"/>
                  <a:pt x="183727" y="144470"/>
                  <a:pt x="176506" y="142564"/>
                </a:cubicBezTo>
                <a:cubicBezTo>
                  <a:pt x="174299" y="141929"/>
                  <a:pt x="172494" y="141612"/>
                  <a:pt x="171090" y="141612"/>
                </a:cubicBezTo>
                <a:cubicBezTo>
                  <a:pt x="169552" y="141612"/>
                  <a:pt x="168349" y="142414"/>
                  <a:pt x="167480" y="144019"/>
                </a:cubicBezTo>
                <a:lnTo>
                  <a:pt x="164170" y="144019"/>
                </a:lnTo>
                <a:lnTo>
                  <a:pt x="164170" y="111123"/>
                </a:lnTo>
                <a:lnTo>
                  <a:pt x="167480" y="111123"/>
                </a:lnTo>
                <a:cubicBezTo>
                  <a:pt x="169352" y="120484"/>
                  <a:pt x="172929" y="127537"/>
                  <a:pt x="178211" y="132285"/>
                </a:cubicBezTo>
                <a:cubicBezTo>
                  <a:pt x="183493" y="137032"/>
                  <a:pt x="189410" y="139405"/>
                  <a:pt x="195962" y="139405"/>
                </a:cubicBezTo>
                <a:cubicBezTo>
                  <a:pt x="200576" y="139405"/>
                  <a:pt x="204337" y="138059"/>
                  <a:pt x="207245" y="135365"/>
                </a:cubicBezTo>
                <a:cubicBezTo>
                  <a:pt x="210154" y="132670"/>
                  <a:pt x="211608" y="129426"/>
                  <a:pt x="211608" y="125634"/>
                </a:cubicBezTo>
                <a:cubicBezTo>
                  <a:pt x="211608" y="121044"/>
                  <a:pt x="209986" y="117185"/>
                  <a:pt x="206744" y="114060"/>
                </a:cubicBezTo>
                <a:cubicBezTo>
                  <a:pt x="203501" y="110932"/>
                  <a:pt x="197032" y="106982"/>
                  <a:pt x="187337" y="102210"/>
                </a:cubicBezTo>
                <a:cubicBezTo>
                  <a:pt x="177642" y="97435"/>
                  <a:pt x="171291" y="93106"/>
                  <a:pt x="168282" y="89222"/>
                </a:cubicBezTo>
                <a:cubicBezTo>
                  <a:pt x="165273" y="85405"/>
                  <a:pt x="163769" y="80583"/>
                  <a:pt x="163769" y="74758"/>
                </a:cubicBezTo>
                <a:cubicBezTo>
                  <a:pt x="163769" y="67190"/>
                  <a:pt x="166360" y="60862"/>
                  <a:pt x="171541" y="55775"/>
                </a:cubicBezTo>
                <a:cubicBezTo>
                  <a:pt x="176723" y="50685"/>
                  <a:pt x="183426" y="48140"/>
                  <a:pt x="191650" y="48140"/>
                </a:cubicBezTo>
                <a:cubicBezTo>
                  <a:pt x="195260" y="48140"/>
                  <a:pt x="199640" y="48909"/>
                  <a:pt x="204788" y="50447"/>
                </a:cubicBezTo>
                <a:cubicBezTo>
                  <a:pt x="208198" y="51450"/>
                  <a:pt x="210471" y="51951"/>
                  <a:pt x="211608" y="51951"/>
                </a:cubicBezTo>
                <a:cubicBezTo>
                  <a:pt x="212678" y="51951"/>
                  <a:pt x="213513" y="51717"/>
                  <a:pt x="214115" y="51249"/>
                </a:cubicBezTo>
                <a:cubicBezTo>
                  <a:pt x="214717" y="50781"/>
                  <a:pt x="215419" y="49745"/>
                  <a:pt x="216221" y="48140"/>
                </a:cubicBezTo>
                <a:lnTo>
                  <a:pt x="219531" y="4814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Text Figure6:SystemdesignofRocas">
            <a:extLst xmlns:a="http://schemas.openxmlformats.org/drawingml/2006/main">
              <a:ext uri="{FF2B5EF4-FFF2-40B4-BE49-F238E27FC236}">
                <a16:creationId xmlns:a16="http://schemas.microsoft.com/office/drawing/2014/main" id="{61BE5BD6-37AC-4363-82EA-92F941C0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0868" y="8333307"/>
            <a:ext cx="3737391" cy="239951"/>
          </a:xfrm>
          <a:custGeom xmlns:a="http://schemas.openxmlformats.org/drawingml/2006/main">
            <a:pathLst>
              <a:path w="3737391" h="239951">
                <a:moveTo>
                  <a:pt x="59699" y="147651"/>
                </a:moveTo>
                <a:lnTo>
                  <a:pt x="59699" y="102336"/>
                </a:lnTo>
                <a:lnTo>
                  <a:pt x="80454" y="102336"/>
                </a:lnTo>
                <a:cubicBezTo>
                  <a:pt x="98133" y="102336"/>
                  <a:pt x="103000" y="107203"/>
                  <a:pt x="103767" y="118721"/>
                </a:cubicBezTo>
                <a:cubicBezTo>
                  <a:pt x="105307" y="120257"/>
                  <a:pt x="113247" y="120257"/>
                  <a:pt x="114788" y="118721"/>
                </a:cubicBezTo>
                <a:cubicBezTo>
                  <a:pt x="114272" y="109760"/>
                  <a:pt x="114272" y="102082"/>
                  <a:pt x="114272" y="96190"/>
                </a:cubicBezTo>
                <a:cubicBezTo>
                  <a:pt x="114272" y="90294"/>
                  <a:pt x="114530" y="81596"/>
                  <a:pt x="114788" y="74172"/>
                </a:cubicBezTo>
                <a:cubicBezTo>
                  <a:pt x="113247" y="72639"/>
                  <a:pt x="105307" y="72639"/>
                  <a:pt x="103767" y="74172"/>
                </a:cubicBezTo>
                <a:cubicBezTo>
                  <a:pt x="103000" y="88250"/>
                  <a:pt x="97621" y="90553"/>
                  <a:pt x="80454" y="90553"/>
                </a:cubicBezTo>
                <a:lnTo>
                  <a:pt x="59699" y="90553"/>
                </a:lnTo>
                <a:lnTo>
                  <a:pt x="59699" y="37066"/>
                </a:lnTo>
                <a:cubicBezTo>
                  <a:pt x="59699" y="30920"/>
                  <a:pt x="64054" y="24524"/>
                  <a:pt x="70203" y="24524"/>
                </a:cubicBezTo>
                <a:lnTo>
                  <a:pt x="93262" y="24524"/>
                </a:lnTo>
                <a:cubicBezTo>
                  <a:pt x="112481" y="24524"/>
                  <a:pt x="119143" y="35530"/>
                  <a:pt x="124777" y="53189"/>
                </a:cubicBezTo>
                <a:cubicBezTo>
                  <a:pt x="127853" y="53697"/>
                  <a:pt x="131184" y="53189"/>
                  <a:pt x="133745" y="51907"/>
                </a:cubicBezTo>
                <a:cubicBezTo>
                  <a:pt x="132979" y="40647"/>
                  <a:pt x="130926" y="15556"/>
                  <a:pt x="130672" y="13507"/>
                </a:cubicBezTo>
                <a:cubicBezTo>
                  <a:pt x="130672" y="12995"/>
                  <a:pt x="130414" y="12737"/>
                  <a:pt x="129648" y="12737"/>
                </a:cubicBezTo>
                <a:cubicBezTo>
                  <a:pt x="125289" y="13507"/>
                  <a:pt x="123240" y="13762"/>
                  <a:pt x="117090" y="13762"/>
                </a:cubicBezTo>
                <a:lnTo>
                  <a:pt x="40995" y="13762"/>
                </a:lnTo>
                <a:cubicBezTo>
                  <a:pt x="40995" y="13527"/>
                  <a:pt x="14348" y="13269"/>
                  <a:pt x="1540" y="13011"/>
                </a:cubicBezTo>
                <a:cubicBezTo>
                  <a:pt x="0" y="14551"/>
                  <a:pt x="0" y="20189"/>
                  <a:pt x="1540" y="21725"/>
                </a:cubicBezTo>
                <a:cubicBezTo>
                  <a:pt x="19473" y="22495"/>
                  <a:pt x="23829" y="23778"/>
                  <a:pt x="23829" y="45096"/>
                </a:cubicBezTo>
                <a:lnTo>
                  <a:pt x="23829" y="147651"/>
                </a:lnTo>
                <a:cubicBezTo>
                  <a:pt x="23829" y="168899"/>
                  <a:pt x="16655" y="169924"/>
                  <a:pt x="2565" y="170690"/>
                </a:cubicBezTo>
                <a:cubicBezTo>
                  <a:pt x="0" y="172226"/>
                  <a:pt x="0" y="177864"/>
                  <a:pt x="2565" y="179400"/>
                </a:cubicBezTo>
                <a:cubicBezTo>
                  <a:pt x="12812" y="179146"/>
                  <a:pt x="31773" y="178888"/>
                  <a:pt x="42020" y="178888"/>
                </a:cubicBezTo>
                <a:cubicBezTo>
                  <a:pt x="52270" y="178888"/>
                  <a:pt x="73280" y="179146"/>
                  <a:pt x="83527" y="179400"/>
                </a:cubicBezTo>
                <a:cubicBezTo>
                  <a:pt x="86088" y="177864"/>
                  <a:pt x="86088" y="172226"/>
                  <a:pt x="83527" y="170690"/>
                </a:cubicBezTo>
                <a:cubicBezTo>
                  <a:pt x="69437" y="169924"/>
                  <a:pt x="59699" y="168899"/>
                  <a:pt x="59699" y="147651"/>
                </a:cubicBezTo>
                <a:close/>
                <a:moveTo>
                  <a:pt x="196775" y="147636"/>
                </a:moveTo>
                <a:lnTo>
                  <a:pt x="196775" y="96651"/>
                </a:lnTo>
                <a:cubicBezTo>
                  <a:pt x="196775" y="83844"/>
                  <a:pt x="197799" y="69461"/>
                  <a:pt x="197799" y="69461"/>
                </a:cubicBezTo>
                <a:cubicBezTo>
                  <a:pt x="197799" y="66611"/>
                  <a:pt x="195493" y="65055"/>
                  <a:pt x="191908" y="65055"/>
                </a:cubicBezTo>
                <a:cubicBezTo>
                  <a:pt x="184734" y="67909"/>
                  <a:pt x="163978" y="69981"/>
                  <a:pt x="146299" y="72311"/>
                </a:cubicBezTo>
                <a:cubicBezTo>
                  <a:pt x="145787" y="73851"/>
                  <a:pt x="146299" y="78972"/>
                  <a:pt x="146811" y="80513"/>
                </a:cubicBezTo>
                <a:cubicBezTo>
                  <a:pt x="160905" y="81791"/>
                  <a:pt x="163466" y="83844"/>
                  <a:pt x="163466" y="98446"/>
                </a:cubicBezTo>
                <a:lnTo>
                  <a:pt x="163466" y="147636"/>
                </a:lnTo>
                <a:cubicBezTo>
                  <a:pt x="163466" y="168899"/>
                  <a:pt x="160647" y="169412"/>
                  <a:pt x="145021" y="170690"/>
                </a:cubicBezTo>
                <a:cubicBezTo>
                  <a:pt x="143480" y="172226"/>
                  <a:pt x="143480" y="177864"/>
                  <a:pt x="145021" y="179400"/>
                </a:cubicBezTo>
                <a:cubicBezTo>
                  <a:pt x="155780" y="179146"/>
                  <a:pt x="166543" y="178888"/>
                  <a:pt x="180120" y="178888"/>
                </a:cubicBezTo>
                <a:cubicBezTo>
                  <a:pt x="193698" y="178888"/>
                  <a:pt x="204203" y="179146"/>
                  <a:pt x="215220" y="179400"/>
                </a:cubicBezTo>
                <a:cubicBezTo>
                  <a:pt x="216760" y="177864"/>
                  <a:pt x="216760" y="172226"/>
                  <a:pt x="215220" y="170690"/>
                </a:cubicBezTo>
                <a:cubicBezTo>
                  <a:pt x="199594" y="169666"/>
                  <a:pt x="196775" y="168899"/>
                  <a:pt x="196775" y="147636"/>
                </a:cubicBezTo>
                <a:moveTo>
                  <a:pt x="162187" y="26147"/>
                </a:moveTo>
                <a:cubicBezTo>
                  <a:pt x="162187" y="34599"/>
                  <a:pt x="168333" y="43056"/>
                  <a:pt x="178584" y="43056"/>
                </a:cubicBezTo>
                <a:cubicBezTo>
                  <a:pt x="190113" y="43056"/>
                  <a:pt x="196775" y="33833"/>
                  <a:pt x="196775" y="27171"/>
                </a:cubicBezTo>
                <a:cubicBezTo>
                  <a:pt x="196775" y="19485"/>
                  <a:pt x="190883" y="10259"/>
                  <a:pt x="180120" y="10259"/>
                </a:cubicBezTo>
                <a:cubicBezTo>
                  <a:pt x="168079" y="10259"/>
                  <a:pt x="162187" y="18461"/>
                  <a:pt x="162187" y="26147"/>
                </a:cubicBezTo>
                <a:close/>
                <a:moveTo>
                  <a:pt x="294136" y="105112"/>
                </a:moveTo>
                <a:cubicBezTo>
                  <a:pt x="294136" y="129781"/>
                  <a:pt x="286962" y="132861"/>
                  <a:pt x="280300" y="132861"/>
                </a:cubicBezTo>
                <a:cubicBezTo>
                  <a:pt x="264416" y="132861"/>
                  <a:pt x="262363" y="113849"/>
                  <a:pt x="262363" y="100745"/>
                </a:cubicBezTo>
                <a:cubicBezTo>
                  <a:pt x="262363" y="81729"/>
                  <a:pt x="266976" y="74793"/>
                  <a:pt x="276969" y="74793"/>
                </a:cubicBezTo>
                <a:cubicBezTo>
                  <a:pt x="289011" y="74793"/>
                  <a:pt x="294136" y="84813"/>
                  <a:pt x="294136" y="105112"/>
                </a:cubicBezTo>
                <a:moveTo>
                  <a:pt x="264670" y="185405"/>
                </a:moveTo>
                <a:cubicBezTo>
                  <a:pt x="284401" y="185405"/>
                  <a:pt x="322320" y="186176"/>
                  <a:pt x="322320" y="199746"/>
                </a:cubicBezTo>
                <a:cubicBezTo>
                  <a:pt x="322320" y="208964"/>
                  <a:pt x="318219" y="219461"/>
                  <a:pt x="309766" y="224071"/>
                </a:cubicBezTo>
                <a:cubicBezTo>
                  <a:pt x="301822" y="228680"/>
                  <a:pt x="288756" y="229192"/>
                  <a:pt x="279018" y="229192"/>
                </a:cubicBezTo>
                <a:cubicBezTo>
                  <a:pt x="262109" y="229192"/>
                  <a:pt x="250580" y="216647"/>
                  <a:pt x="250580" y="203589"/>
                </a:cubicBezTo>
                <a:cubicBezTo>
                  <a:pt x="250580" y="194882"/>
                  <a:pt x="250580" y="188991"/>
                  <a:pt x="253399" y="183869"/>
                </a:cubicBezTo>
                <a:cubicBezTo>
                  <a:pt x="255959" y="184893"/>
                  <a:pt x="259290" y="185405"/>
                  <a:pt x="264670" y="185405"/>
                </a:cubicBezTo>
                <a:moveTo>
                  <a:pt x="339486" y="77878"/>
                </a:moveTo>
                <a:cubicBezTo>
                  <a:pt x="346660" y="77878"/>
                  <a:pt x="350758" y="74793"/>
                  <a:pt x="350758" y="65313"/>
                </a:cubicBezTo>
                <a:cubicBezTo>
                  <a:pt x="350758" y="60445"/>
                  <a:pt x="344100" y="53013"/>
                  <a:pt x="334361" y="53013"/>
                </a:cubicBezTo>
                <a:cubicBezTo>
                  <a:pt x="323090" y="53013"/>
                  <a:pt x="308226" y="61470"/>
                  <a:pt x="300798" y="68131"/>
                </a:cubicBezTo>
                <a:cubicBezTo>
                  <a:pt x="296185" y="65571"/>
                  <a:pt x="290805" y="65055"/>
                  <a:pt x="279276" y="65055"/>
                </a:cubicBezTo>
                <a:cubicBezTo>
                  <a:pt x="268259" y="65055"/>
                  <a:pt x="257496" y="67619"/>
                  <a:pt x="249043" y="73257"/>
                </a:cubicBezTo>
                <a:cubicBezTo>
                  <a:pt x="238539" y="79930"/>
                  <a:pt x="231619" y="89954"/>
                  <a:pt x="231619" y="103059"/>
                </a:cubicBezTo>
                <a:cubicBezTo>
                  <a:pt x="231619" y="115648"/>
                  <a:pt x="239051" y="129265"/>
                  <a:pt x="251346" y="135938"/>
                </a:cubicBezTo>
                <a:cubicBezTo>
                  <a:pt x="243406" y="142858"/>
                  <a:pt x="231107" y="156452"/>
                  <a:pt x="231107" y="161581"/>
                </a:cubicBezTo>
                <a:cubicBezTo>
                  <a:pt x="231107" y="166448"/>
                  <a:pt x="231877" y="169521"/>
                  <a:pt x="234437" y="173364"/>
                </a:cubicBezTo>
                <a:cubicBezTo>
                  <a:pt x="236744" y="176953"/>
                  <a:pt x="239817" y="179002"/>
                  <a:pt x="244942" y="180538"/>
                </a:cubicBezTo>
                <a:cubicBezTo>
                  <a:pt x="233925" y="187200"/>
                  <a:pt x="222650" y="201794"/>
                  <a:pt x="222650" y="206149"/>
                </a:cubicBezTo>
                <a:cubicBezTo>
                  <a:pt x="222650" y="215622"/>
                  <a:pt x="225727" y="226631"/>
                  <a:pt x="232643" y="231499"/>
                </a:cubicBezTo>
                <a:cubicBezTo>
                  <a:pt x="242636" y="238415"/>
                  <a:pt x="259548" y="239951"/>
                  <a:pt x="271844" y="239951"/>
                </a:cubicBezTo>
                <a:cubicBezTo>
                  <a:pt x="307460" y="239951"/>
                  <a:pt x="348197" y="221256"/>
                  <a:pt x="348197" y="193088"/>
                </a:cubicBezTo>
                <a:cubicBezTo>
                  <a:pt x="348197" y="187712"/>
                  <a:pt x="345636" y="176695"/>
                  <a:pt x="335385" y="169779"/>
                </a:cubicBezTo>
                <a:cubicBezTo>
                  <a:pt x="325393" y="163117"/>
                  <a:pt x="286962" y="161323"/>
                  <a:pt x="268001" y="161323"/>
                </a:cubicBezTo>
                <a:cubicBezTo>
                  <a:pt x="263391" y="161323"/>
                  <a:pt x="256472" y="160811"/>
                  <a:pt x="256472" y="150552"/>
                </a:cubicBezTo>
                <a:cubicBezTo>
                  <a:pt x="256472" y="146447"/>
                  <a:pt x="259036" y="142858"/>
                  <a:pt x="260315" y="139781"/>
                </a:cubicBezTo>
                <a:cubicBezTo>
                  <a:pt x="265694" y="142342"/>
                  <a:pt x="271078" y="142600"/>
                  <a:pt x="279018" y="142600"/>
                </a:cubicBezTo>
                <a:cubicBezTo>
                  <a:pt x="292087" y="142600"/>
                  <a:pt x="304129" y="139269"/>
                  <a:pt x="312839" y="131579"/>
                </a:cubicBezTo>
                <a:cubicBezTo>
                  <a:pt x="320271" y="124898"/>
                  <a:pt x="325393" y="115906"/>
                  <a:pt x="325393" y="104341"/>
                </a:cubicBezTo>
                <a:cubicBezTo>
                  <a:pt x="325393" y="89954"/>
                  <a:pt x="318219" y="80446"/>
                  <a:pt x="309508" y="73257"/>
                </a:cubicBezTo>
                <a:cubicBezTo>
                  <a:pt x="311557" y="70692"/>
                  <a:pt x="320013" y="66083"/>
                  <a:pt x="322574" y="66083"/>
                </a:cubicBezTo>
                <a:cubicBezTo>
                  <a:pt x="324880" y="66083"/>
                  <a:pt x="326675" y="67619"/>
                  <a:pt x="327445" y="69156"/>
                </a:cubicBezTo>
                <a:cubicBezTo>
                  <a:pt x="328469" y="72487"/>
                  <a:pt x="333079" y="77878"/>
                  <a:pt x="339486" y="77878"/>
                </a:cubicBezTo>
                <a:close/>
                <a:moveTo>
                  <a:pt x="483992" y="144801"/>
                </a:moveTo>
                <a:lnTo>
                  <a:pt x="483992" y="100565"/>
                </a:lnTo>
                <a:cubicBezTo>
                  <a:pt x="483992" y="79090"/>
                  <a:pt x="484504" y="82155"/>
                  <a:pt x="484504" y="76021"/>
                </a:cubicBezTo>
                <a:cubicBezTo>
                  <a:pt x="484504" y="71666"/>
                  <a:pt x="483479" y="68847"/>
                  <a:pt x="481943" y="67306"/>
                </a:cubicBezTo>
                <a:cubicBezTo>
                  <a:pt x="477330" y="67564"/>
                  <a:pt x="472204" y="67823"/>
                  <a:pt x="467337" y="67823"/>
                </a:cubicBezTo>
                <a:cubicBezTo>
                  <a:pt x="460163" y="67823"/>
                  <a:pt x="443508" y="67564"/>
                  <a:pt x="433516" y="67306"/>
                </a:cubicBezTo>
                <a:cubicBezTo>
                  <a:pt x="431979" y="68847"/>
                  <a:pt x="431979" y="74484"/>
                  <a:pt x="433516" y="76021"/>
                </a:cubicBezTo>
                <a:cubicBezTo>
                  <a:pt x="446585" y="77299"/>
                  <a:pt x="450682" y="79090"/>
                  <a:pt x="450682" y="100565"/>
                </a:cubicBezTo>
                <a:lnTo>
                  <a:pt x="450682" y="147870"/>
                </a:lnTo>
                <a:cubicBezTo>
                  <a:pt x="450682" y="150427"/>
                  <a:pt x="450682" y="152984"/>
                  <a:pt x="450940" y="155541"/>
                </a:cubicBezTo>
                <a:cubicBezTo>
                  <a:pt x="440436" y="161933"/>
                  <a:pt x="431979" y="162445"/>
                  <a:pt x="427366" y="162445"/>
                </a:cubicBezTo>
                <a:cubicBezTo>
                  <a:pt x="417119" y="162445"/>
                  <a:pt x="409433" y="161166"/>
                  <a:pt x="409433" y="143269"/>
                </a:cubicBezTo>
                <a:lnTo>
                  <a:pt x="409433" y="100565"/>
                </a:lnTo>
                <a:cubicBezTo>
                  <a:pt x="409433" y="79090"/>
                  <a:pt x="409945" y="82155"/>
                  <a:pt x="409945" y="76021"/>
                </a:cubicBezTo>
                <a:cubicBezTo>
                  <a:pt x="409945" y="71666"/>
                  <a:pt x="408921" y="68847"/>
                  <a:pt x="407384" y="67306"/>
                </a:cubicBezTo>
                <a:cubicBezTo>
                  <a:pt x="402771" y="67564"/>
                  <a:pt x="397392" y="67823"/>
                  <a:pt x="392778" y="67823"/>
                </a:cubicBezTo>
                <a:cubicBezTo>
                  <a:pt x="379713" y="67823"/>
                  <a:pt x="369974" y="67564"/>
                  <a:pt x="358957" y="67306"/>
                </a:cubicBezTo>
                <a:cubicBezTo>
                  <a:pt x="357421" y="68847"/>
                  <a:pt x="357421" y="74484"/>
                  <a:pt x="358957" y="76021"/>
                </a:cubicBezTo>
                <a:cubicBezTo>
                  <a:pt x="370744" y="76533"/>
                  <a:pt x="376124" y="79090"/>
                  <a:pt x="376124" y="100565"/>
                </a:cubicBezTo>
                <a:lnTo>
                  <a:pt x="376124" y="140454"/>
                </a:lnTo>
                <a:cubicBezTo>
                  <a:pt x="376124" y="167570"/>
                  <a:pt x="386887" y="181402"/>
                  <a:pt x="408921" y="181402"/>
                </a:cubicBezTo>
                <a:cubicBezTo>
                  <a:pt x="418143" y="181402"/>
                  <a:pt x="436847" y="173974"/>
                  <a:pt x="451707" y="165776"/>
                </a:cubicBezTo>
                <a:cubicBezTo>
                  <a:pt x="452219" y="172180"/>
                  <a:pt x="452735" y="177047"/>
                  <a:pt x="452735" y="177047"/>
                </a:cubicBezTo>
                <a:cubicBezTo>
                  <a:pt x="452989" y="180124"/>
                  <a:pt x="455038" y="181402"/>
                  <a:pt x="458627" y="181402"/>
                </a:cubicBezTo>
                <a:cubicBezTo>
                  <a:pt x="468107" y="178791"/>
                  <a:pt x="483479" y="175202"/>
                  <a:pt x="501158" y="172895"/>
                </a:cubicBezTo>
                <a:cubicBezTo>
                  <a:pt x="501671" y="171359"/>
                  <a:pt x="501158" y="166237"/>
                  <a:pt x="500646" y="164697"/>
                </a:cubicBezTo>
                <a:cubicBezTo>
                  <a:pt x="486810" y="163469"/>
                  <a:pt x="483992" y="159376"/>
                  <a:pt x="483992" y="144801"/>
                </a:cubicBezTo>
                <a:close/>
                <a:moveTo>
                  <a:pt x="564956" y="110171"/>
                </a:moveTo>
                <a:cubicBezTo>
                  <a:pt x="564956" y="100936"/>
                  <a:pt x="567775" y="97089"/>
                  <a:pt x="571106" y="93242"/>
                </a:cubicBezTo>
                <a:cubicBezTo>
                  <a:pt x="573155" y="90678"/>
                  <a:pt x="575461" y="88883"/>
                  <a:pt x="579304" y="88883"/>
                </a:cubicBezTo>
                <a:cubicBezTo>
                  <a:pt x="581611" y="88883"/>
                  <a:pt x="584426" y="91194"/>
                  <a:pt x="586478" y="93758"/>
                </a:cubicBezTo>
                <a:cubicBezTo>
                  <a:pt x="588273" y="95807"/>
                  <a:pt x="592628" y="97859"/>
                  <a:pt x="598520" y="97859"/>
                </a:cubicBezTo>
                <a:cubicBezTo>
                  <a:pt x="605952" y="97859"/>
                  <a:pt x="613126" y="90165"/>
                  <a:pt x="613126" y="79406"/>
                </a:cubicBezTo>
                <a:cubicBezTo>
                  <a:pt x="613126" y="72745"/>
                  <a:pt x="605436" y="65055"/>
                  <a:pt x="596213" y="65055"/>
                </a:cubicBezTo>
                <a:cubicBezTo>
                  <a:pt x="587245" y="65055"/>
                  <a:pt x="577510" y="72745"/>
                  <a:pt x="565723" y="89653"/>
                </a:cubicBezTo>
                <a:lnTo>
                  <a:pt x="564698" y="89653"/>
                </a:lnTo>
                <a:cubicBezTo>
                  <a:pt x="564186" y="81967"/>
                  <a:pt x="562904" y="69414"/>
                  <a:pt x="562904" y="69414"/>
                </a:cubicBezTo>
                <a:cubicBezTo>
                  <a:pt x="562650" y="67107"/>
                  <a:pt x="560601" y="65055"/>
                  <a:pt x="557012" y="65055"/>
                </a:cubicBezTo>
                <a:cubicBezTo>
                  <a:pt x="544971" y="68182"/>
                  <a:pt x="531393" y="71771"/>
                  <a:pt x="514481" y="73562"/>
                </a:cubicBezTo>
                <a:cubicBezTo>
                  <a:pt x="513968" y="75102"/>
                  <a:pt x="514481" y="79969"/>
                  <a:pt x="514993" y="81506"/>
                </a:cubicBezTo>
                <a:cubicBezTo>
                  <a:pt x="529087" y="82788"/>
                  <a:pt x="531647" y="85095"/>
                  <a:pt x="531647" y="99701"/>
                </a:cubicBezTo>
                <a:lnTo>
                  <a:pt x="531647" y="147628"/>
                </a:lnTo>
                <a:cubicBezTo>
                  <a:pt x="531647" y="168896"/>
                  <a:pt x="528829" y="169412"/>
                  <a:pt x="513198" y="170690"/>
                </a:cubicBezTo>
                <a:cubicBezTo>
                  <a:pt x="511662" y="172226"/>
                  <a:pt x="511662" y="177864"/>
                  <a:pt x="513198" y="179400"/>
                </a:cubicBezTo>
                <a:cubicBezTo>
                  <a:pt x="523961" y="179146"/>
                  <a:pt x="534720" y="178888"/>
                  <a:pt x="548302" y="178888"/>
                </a:cubicBezTo>
                <a:cubicBezTo>
                  <a:pt x="561880" y="178888"/>
                  <a:pt x="572385" y="179146"/>
                  <a:pt x="583402" y="179400"/>
                </a:cubicBezTo>
                <a:cubicBezTo>
                  <a:pt x="584942" y="177864"/>
                  <a:pt x="584942" y="172226"/>
                  <a:pt x="583402" y="170690"/>
                </a:cubicBezTo>
                <a:cubicBezTo>
                  <a:pt x="567775" y="169666"/>
                  <a:pt x="564956" y="168896"/>
                  <a:pt x="564956" y="147628"/>
                </a:cubicBezTo>
                <a:lnTo>
                  <a:pt x="564956" y="110171"/>
                </a:lnTo>
                <a:close/>
                <a:moveTo>
                  <a:pt x="659498" y="108353"/>
                </a:moveTo>
                <a:cubicBezTo>
                  <a:pt x="659756" y="99388"/>
                  <a:pt x="661038" y="89649"/>
                  <a:pt x="664623" y="84528"/>
                </a:cubicBezTo>
                <a:cubicBezTo>
                  <a:pt x="668724" y="78378"/>
                  <a:pt x="675640" y="75817"/>
                  <a:pt x="678459" y="75817"/>
                </a:cubicBezTo>
                <a:cubicBezTo>
                  <a:pt x="685379" y="75817"/>
                  <a:pt x="694855" y="82479"/>
                  <a:pt x="694855" y="102973"/>
                </a:cubicBezTo>
                <a:cubicBezTo>
                  <a:pt x="694855" y="104510"/>
                  <a:pt x="694855" y="107840"/>
                  <a:pt x="694343" y="108353"/>
                </a:cubicBezTo>
                <a:lnTo>
                  <a:pt x="659498" y="108353"/>
                </a:lnTo>
                <a:moveTo>
                  <a:pt x="724579" y="145779"/>
                </a:moveTo>
                <a:cubicBezTo>
                  <a:pt x="714075" y="156549"/>
                  <a:pt x="700239" y="159368"/>
                  <a:pt x="690500" y="159368"/>
                </a:cubicBezTo>
                <a:cubicBezTo>
                  <a:pt x="670515" y="159368"/>
                  <a:pt x="658219" y="147831"/>
                  <a:pt x="658219" y="122704"/>
                </a:cubicBezTo>
                <a:cubicBezTo>
                  <a:pt x="658219" y="120910"/>
                  <a:pt x="658473" y="119882"/>
                  <a:pt x="658473" y="118599"/>
                </a:cubicBezTo>
                <a:lnTo>
                  <a:pt x="719966" y="118599"/>
                </a:lnTo>
                <a:cubicBezTo>
                  <a:pt x="726116" y="118599"/>
                  <a:pt x="727394" y="114244"/>
                  <a:pt x="727394" y="110659"/>
                </a:cubicBezTo>
                <a:cubicBezTo>
                  <a:pt x="727394" y="88883"/>
                  <a:pt x="718942" y="65055"/>
                  <a:pt x="681278" y="65055"/>
                </a:cubicBezTo>
                <a:cubicBezTo>
                  <a:pt x="654376" y="65055"/>
                  <a:pt x="623628" y="88883"/>
                  <a:pt x="623628" y="128088"/>
                </a:cubicBezTo>
                <a:cubicBezTo>
                  <a:pt x="623628" y="142960"/>
                  <a:pt x="629011" y="158602"/>
                  <a:pt x="640028" y="168595"/>
                </a:cubicBezTo>
                <a:cubicBezTo>
                  <a:pt x="649763" y="177305"/>
                  <a:pt x="662316" y="181402"/>
                  <a:pt x="680507" y="181402"/>
                </a:cubicBezTo>
                <a:cubicBezTo>
                  <a:pt x="698186" y="181402"/>
                  <a:pt x="715611" y="172438"/>
                  <a:pt x="728423" y="153730"/>
                </a:cubicBezTo>
                <a:cubicBezTo>
                  <a:pt x="728423" y="150396"/>
                  <a:pt x="727140" y="145779"/>
                  <a:pt x="724579" y="145779"/>
                </a:cubicBezTo>
                <a:close/>
                <a:moveTo>
                  <a:pt x="847304" y="104795"/>
                </a:moveTo>
                <a:cubicBezTo>
                  <a:pt x="857297" y="98645"/>
                  <a:pt x="861652" y="98133"/>
                  <a:pt x="866266" y="98133"/>
                </a:cubicBezTo>
                <a:cubicBezTo>
                  <a:pt x="881126" y="98133"/>
                  <a:pt x="891373" y="115812"/>
                  <a:pt x="891373" y="131184"/>
                </a:cubicBezTo>
                <a:cubicBezTo>
                  <a:pt x="891373" y="158856"/>
                  <a:pt x="883174" y="171413"/>
                  <a:pt x="873952" y="171413"/>
                </a:cubicBezTo>
                <a:cubicBezTo>
                  <a:pt x="861140" y="171413"/>
                  <a:pt x="847050" y="161421"/>
                  <a:pt x="847050" y="116836"/>
                </a:cubicBezTo>
                <a:cubicBezTo>
                  <a:pt x="847050" y="114017"/>
                  <a:pt x="847050" y="107614"/>
                  <a:pt x="847304" y="104795"/>
                </a:cubicBezTo>
                <a:moveTo>
                  <a:pt x="918790" y="33024"/>
                </a:moveTo>
                <a:cubicBezTo>
                  <a:pt x="919556" y="29951"/>
                  <a:pt x="919302" y="25084"/>
                  <a:pt x="917254" y="22519"/>
                </a:cubicBezTo>
                <a:cubicBezTo>
                  <a:pt x="881126" y="23547"/>
                  <a:pt x="861910" y="30463"/>
                  <a:pt x="842437" y="47383"/>
                </a:cubicBezTo>
                <a:cubicBezTo>
                  <a:pt x="822964" y="64300"/>
                  <a:pt x="814765" y="91217"/>
                  <a:pt x="814765" y="115812"/>
                </a:cubicBezTo>
                <a:cubicBezTo>
                  <a:pt x="814765" y="170643"/>
                  <a:pt x="844998" y="181402"/>
                  <a:pt x="870879" y="181402"/>
                </a:cubicBezTo>
                <a:cubicBezTo>
                  <a:pt x="910846" y="181402"/>
                  <a:pt x="925706" y="149121"/>
                  <a:pt x="925706" y="126575"/>
                </a:cubicBezTo>
                <a:cubicBezTo>
                  <a:pt x="925706" y="114017"/>
                  <a:pt x="916996" y="86092"/>
                  <a:pt x="874976" y="85322"/>
                </a:cubicBezTo>
                <a:cubicBezTo>
                  <a:pt x="868826" y="86092"/>
                  <a:pt x="858067" y="89169"/>
                  <a:pt x="848841" y="94036"/>
                </a:cubicBezTo>
                <a:cubicBezTo>
                  <a:pt x="850635" y="75583"/>
                  <a:pt x="859346" y="58150"/>
                  <a:pt x="871391" y="48408"/>
                </a:cubicBezTo>
                <a:cubicBezTo>
                  <a:pt x="886505" y="36101"/>
                  <a:pt x="904184" y="33794"/>
                  <a:pt x="918790" y="33024"/>
                </a:cubicBezTo>
                <a:close/>
                <a:moveTo>
                  <a:pt x="950561" y="86002"/>
                </a:moveTo>
                <a:cubicBezTo>
                  <a:pt x="950561" y="95737"/>
                  <a:pt x="958759" y="103423"/>
                  <a:pt x="969006" y="103423"/>
                </a:cubicBezTo>
                <a:cubicBezTo>
                  <a:pt x="979257" y="103423"/>
                  <a:pt x="987967" y="95224"/>
                  <a:pt x="987967" y="85486"/>
                </a:cubicBezTo>
                <a:cubicBezTo>
                  <a:pt x="987967" y="75497"/>
                  <a:pt x="979769" y="67807"/>
                  <a:pt x="969518" y="67807"/>
                </a:cubicBezTo>
                <a:cubicBezTo>
                  <a:pt x="959271" y="67807"/>
                  <a:pt x="950561" y="76009"/>
                  <a:pt x="950561" y="86002"/>
                </a:cubicBezTo>
                <a:moveTo>
                  <a:pt x="950561" y="161479"/>
                </a:moveTo>
                <a:cubicBezTo>
                  <a:pt x="950561" y="171214"/>
                  <a:pt x="958759" y="178900"/>
                  <a:pt x="969006" y="178900"/>
                </a:cubicBezTo>
                <a:cubicBezTo>
                  <a:pt x="979257" y="178900"/>
                  <a:pt x="987967" y="170702"/>
                  <a:pt x="987967" y="160967"/>
                </a:cubicBezTo>
                <a:cubicBezTo>
                  <a:pt x="987967" y="150974"/>
                  <a:pt x="979769" y="143288"/>
                  <a:pt x="969518" y="143288"/>
                </a:cubicBezTo>
                <a:cubicBezTo>
                  <a:pt x="959271" y="143288"/>
                  <a:pt x="950561" y="151486"/>
                  <a:pt x="950561" y="161479"/>
                </a:cubicBezTo>
                <a:close/>
                <a:moveTo>
                  <a:pt x="1172698" y="17178"/>
                </a:moveTo>
                <a:cubicBezTo>
                  <a:pt x="1158608" y="15130"/>
                  <a:pt x="1153225" y="10259"/>
                  <a:pt x="1129400" y="10259"/>
                </a:cubicBezTo>
                <a:cubicBezTo>
                  <a:pt x="1117867" y="10259"/>
                  <a:pt x="1102753" y="13848"/>
                  <a:pt x="1091990" y="22558"/>
                </a:cubicBezTo>
                <a:cubicBezTo>
                  <a:pt x="1082509" y="30244"/>
                  <a:pt x="1075335" y="42031"/>
                  <a:pt x="1075335" y="54585"/>
                </a:cubicBezTo>
                <a:cubicBezTo>
                  <a:pt x="1075335" y="64320"/>
                  <a:pt x="1077900" y="76619"/>
                  <a:pt x="1083791" y="84305"/>
                </a:cubicBezTo>
                <a:cubicBezTo>
                  <a:pt x="1095579" y="100189"/>
                  <a:pt x="1116843" y="108900"/>
                  <a:pt x="1127860" y="116586"/>
                </a:cubicBezTo>
                <a:cubicBezTo>
                  <a:pt x="1139647" y="124784"/>
                  <a:pt x="1151176" y="135031"/>
                  <a:pt x="1151176" y="149379"/>
                </a:cubicBezTo>
                <a:cubicBezTo>
                  <a:pt x="1151176" y="161933"/>
                  <a:pt x="1140159" y="170643"/>
                  <a:pt x="1124529" y="170643"/>
                </a:cubicBezTo>
                <a:cubicBezTo>
                  <a:pt x="1107362" y="170643"/>
                  <a:pt x="1089687" y="156553"/>
                  <a:pt x="1084562" y="133237"/>
                </a:cubicBezTo>
                <a:cubicBezTo>
                  <a:pt x="1080206" y="131700"/>
                  <a:pt x="1075851" y="132983"/>
                  <a:pt x="1071750" y="134007"/>
                </a:cubicBezTo>
                <a:cubicBezTo>
                  <a:pt x="1071750" y="153222"/>
                  <a:pt x="1073799" y="166800"/>
                  <a:pt x="1076617" y="176281"/>
                </a:cubicBezTo>
                <a:cubicBezTo>
                  <a:pt x="1091223" y="176281"/>
                  <a:pt x="1091990" y="181402"/>
                  <a:pt x="1127347" y="181402"/>
                </a:cubicBezTo>
                <a:cubicBezTo>
                  <a:pt x="1142978" y="181402"/>
                  <a:pt x="1155531" y="176793"/>
                  <a:pt x="1166036" y="167312"/>
                </a:cubicBezTo>
                <a:cubicBezTo>
                  <a:pt x="1175263" y="159372"/>
                  <a:pt x="1183461" y="147585"/>
                  <a:pt x="1183461" y="131700"/>
                </a:cubicBezTo>
                <a:cubicBezTo>
                  <a:pt x="1183461" y="118377"/>
                  <a:pt x="1177823" y="109412"/>
                  <a:pt x="1170137" y="100956"/>
                </a:cubicBezTo>
                <a:cubicBezTo>
                  <a:pt x="1160144" y="89939"/>
                  <a:pt x="1145797" y="81998"/>
                  <a:pt x="1135804" y="76873"/>
                </a:cubicBezTo>
                <a:cubicBezTo>
                  <a:pt x="1125557" y="71752"/>
                  <a:pt x="1107362" y="58428"/>
                  <a:pt x="1107362" y="43826"/>
                </a:cubicBezTo>
                <a:cubicBezTo>
                  <a:pt x="1107362" y="29478"/>
                  <a:pt x="1116076" y="20764"/>
                  <a:pt x="1129142" y="20764"/>
                </a:cubicBezTo>
                <a:cubicBezTo>
                  <a:pt x="1150922" y="20764"/>
                  <a:pt x="1158096" y="40495"/>
                  <a:pt x="1162705" y="57404"/>
                </a:cubicBezTo>
                <a:cubicBezTo>
                  <a:pt x="1166294" y="58428"/>
                  <a:pt x="1172698" y="58428"/>
                  <a:pt x="1175517" y="56121"/>
                </a:cubicBezTo>
                <a:cubicBezTo>
                  <a:pt x="1175517" y="42543"/>
                  <a:pt x="1174492" y="32039"/>
                  <a:pt x="1172698" y="17178"/>
                </a:cubicBezTo>
                <a:close/>
                <a:moveTo>
                  <a:pt x="1255968" y="222053"/>
                </a:moveTo>
                <a:cubicBezTo>
                  <a:pt x="1260069" y="214879"/>
                  <a:pt x="1263912" y="205657"/>
                  <a:pt x="1266985" y="197971"/>
                </a:cubicBezTo>
                <a:cubicBezTo>
                  <a:pt x="1287483" y="148523"/>
                  <a:pt x="1300036" y="120855"/>
                  <a:pt x="1313618" y="92159"/>
                </a:cubicBezTo>
                <a:cubicBezTo>
                  <a:pt x="1317203" y="84731"/>
                  <a:pt x="1324889" y="76787"/>
                  <a:pt x="1334370" y="76021"/>
                </a:cubicBezTo>
                <a:cubicBezTo>
                  <a:pt x="1335910" y="74484"/>
                  <a:pt x="1335910" y="68847"/>
                  <a:pt x="1334370" y="67306"/>
                </a:cubicBezTo>
                <a:cubicBezTo>
                  <a:pt x="1327966" y="67564"/>
                  <a:pt x="1323353" y="67823"/>
                  <a:pt x="1316179" y="67823"/>
                </a:cubicBezTo>
                <a:cubicBezTo>
                  <a:pt x="1307210" y="67823"/>
                  <a:pt x="1298500" y="67564"/>
                  <a:pt x="1289019" y="67306"/>
                </a:cubicBezTo>
                <a:cubicBezTo>
                  <a:pt x="1287483" y="68847"/>
                  <a:pt x="1287483" y="74484"/>
                  <a:pt x="1289019" y="76021"/>
                </a:cubicBezTo>
                <a:cubicBezTo>
                  <a:pt x="1297221" y="76787"/>
                  <a:pt x="1305420" y="78069"/>
                  <a:pt x="1301319" y="87292"/>
                </a:cubicBezTo>
                <a:lnTo>
                  <a:pt x="1274929" y="146474"/>
                </a:lnTo>
                <a:cubicBezTo>
                  <a:pt x="1274929" y="146732"/>
                  <a:pt x="1274929" y="146732"/>
                  <a:pt x="1274671" y="146987"/>
                </a:cubicBezTo>
                <a:cubicBezTo>
                  <a:pt x="1274671" y="146732"/>
                  <a:pt x="1274671" y="146474"/>
                  <a:pt x="1274417" y="145962"/>
                </a:cubicBezTo>
                <a:lnTo>
                  <a:pt x="1250589" y="92417"/>
                </a:lnTo>
                <a:cubicBezTo>
                  <a:pt x="1245975" y="81912"/>
                  <a:pt x="1243415" y="77299"/>
                  <a:pt x="1259045" y="76021"/>
                </a:cubicBezTo>
                <a:cubicBezTo>
                  <a:pt x="1260581" y="74484"/>
                  <a:pt x="1260581" y="68847"/>
                  <a:pt x="1259045" y="67306"/>
                </a:cubicBezTo>
                <a:cubicBezTo>
                  <a:pt x="1249564" y="67564"/>
                  <a:pt x="1234192" y="67823"/>
                  <a:pt x="1224965" y="67823"/>
                </a:cubicBezTo>
                <a:cubicBezTo>
                  <a:pt x="1216255" y="67823"/>
                  <a:pt x="1201653" y="67564"/>
                  <a:pt x="1196528" y="67306"/>
                </a:cubicBezTo>
                <a:cubicBezTo>
                  <a:pt x="1194991" y="68847"/>
                  <a:pt x="1194991" y="74484"/>
                  <a:pt x="1196528" y="76021"/>
                </a:cubicBezTo>
                <a:cubicBezTo>
                  <a:pt x="1207799" y="77045"/>
                  <a:pt x="1209851" y="78840"/>
                  <a:pt x="1216767" y="94978"/>
                </a:cubicBezTo>
                <a:lnTo>
                  <a:pt x="1249818" y="170815"/>
                </a:lnTo>
                <a:cubicBezTo>
                  <a:pt x="1254174" y="176961"/>
                  <a:pt x="1259045" y="181574"/>
                  <a:pt x="1256992" y="186187"/>
                </a:cubicBezTo>
                <a:lnTo>
                  <a:pt x="1250847" y="200277"/>
                </a:lnTo>
                <a:cubicBezTo>
                  <a:pt x="1247516" y="208218"/>
                  <a:pt x="1244439" y="212831"/>
                  <a:pt x="1237265" y="212831"/>
                </a:cubicBezTo>
                <a:cubicBezTo>
                  <a:pt x="1232652" y="212831"/>
                  <a:pt x="1231885" y="211807"/>
                  <a:pt x="1228296" y="211807"/>
                </a:cubicBezTo>
                <a:cubicBezTo>
                  <a:pt x="1218562" y="211807"/>
                  <a:pt x="1212924" y="218468"/>
                  <a:pt x="1212924" y="223590"/>
                </a:cubicBezTo>
                <a:cubicBezTo>
                  <a:pt x="1212924" y="226921"/>
                  <a:pt x="1213694" y="231022"/>
                  <a:pt x="1216001" y="233841"/>
                </a:cubicBezTo>
                <a:cubicBezTo>
                  <a:pt x="1218304" y="236659"/>
                  <a:pt x="1222663" y="238450"/>
                  <a:pt x="1225994" y="238450"/>
                </a:cubicBezTo>
                <a:cubicBezTo>
                  <a:pt x="1229321" y="238450"/>
                  <a:pt x="1237011" y="237426"/>
                  <a:pt x="1240596" y="235889"/>
                </a:cubicBezTo>
                <a:cubicBezTo>
                  <a:pt x="1245975" y="233329"/>
                  <a:pt x="1253149" y="227179"/>
                  <a:pt x="1255968" y="222053"/>
                </a:cubicBezTo>
                <a:close/>
                <a:moveTo>
                  <a:pt x="1349230" y="141427"/>
                </a:moveTo>
                <a:cubicBezTo>
                  <a:pt x="1350255" y="153985"/>
                  <a:pt x="1351537" y="166030"/>
                  <a:pt x="1353586" y="175769"/>
                </a:cubicBezTo>
                <a:cubicBezTo>
                  <a:pt x="1358457" y="177305"/>
                  <a:pt x="1374853" y="181402"/>
                  <a:pt x="1389201" y="181402"/>
                </a:cubicBezTo>
                <a:cubicBezTo>
                  <a:pt x="1408929" y="181402"/>
                  <a:pt x="1433528" y="170643"/>
                  <a:pt x="1433528" y="148347"/>
                </a:cubicBezTo>
                <a:cubicBezTo>
                  <a:pt x="1433528" y="139633"/>
                  <a:pt x="1431475" y="132713"/>
                  <a:pt x="1425584" y="126305"/>
                </a:cubicBezTo>
                <a:cubicBezTo>
                  <a:pt x="1418152" y="118103"/>
                  <a:pt x="1407647" y="111699"/>
                  <a:pt x="1395863" y="106574"/>
                </a:cubicBezTo>
                <a:cubicBezTo>
                  <a:pt x="1385613" y="102215"/>
                  <a:pt x="1382027" y="94012"/>
                  <a:pt x="1382027" y="86580"/>
                </a:cubicBezTo>
                <a:cubicBezTo>
                  <a:pt x="1382027" y="80689"/>
                  <a:pt x="1386895" y="75817"/>
                  <a:pt x="1394327" y="75817"/>
                </a:cubicBezTo>
                <a:cubicBezTo>
                  <a:pt x="1403291" y="75817"/>
                  <a:pt x="1412006" y="84020"/>
                  <a:pt x="1418410" y="99654"/>
                </a:cubicBezTo>
                <a:cubicBezTo>
                  <a:pt x="1423023" y="100420"/>
                  <a:pt x="1425842" y="100166"/>
                  <a:pt x="1428402" y="98372"/>
                </a:cubicBezTo>
                <a:cubicBezTo>
                  <a:pt x="1428402" y="89145"/>
                  <a:pt x="1427378" y="79406"/>
                  <a:pt x="1425071" y="71204"/>
                </a:cubicBezTo>
                <a:cubicBezTo>
                  <a:pt x="1416873" y="67619"/>
                  <a:pt x="1410465" y="65055"/>
                  <a:pt x="1396375" y="65055"/>
                </a:cubicBezTo>
                <a:cubicBezTo>
                  <a:pt x="1382794" y="65055"/>
                  <a:pt x="1369986" y="70180"/>
                  <a:pt x="1361788" y="78382"/>
                </a:cubicBezTo>
                <a:cubicBezTo>
                  <a:pt x="1355892" y="84274"/>
                  <a:pt x="1353073" y="91452"/>
                  <a:pt x="1353073" y="98372"/>
                </a:cubicBezTo>
                <a:cubicBezTo>
                  <a:pt x="1353073" y="106058"/>
                  <a:pt x="1355892" y="112211"/>
                  <a:pt x="1361018" y="117591"/>
                </a:cubicBezTo>
                <a:cubicBezTo>
                  <a:pt x="1368962" y="126305"/>
                  <a:pt x="1382794" y="135278"/>
                  <a:pt x="1390738" y="138863"/>
                </a:cubicBezTo>
                <a:cubicBezTo>
                  <a:pt x="1400989" y="143476"/>
                  <a:pt x="1403804" y="152702"/>
                  <a:pt x="1403804" y="158852"/>
                </a:cubicBezTo>
                <a:cubicBezTo>
                  <a:pt x="1403804" y="167054"/>
                  <a:pt x="1395605" y="171413"/>
                  <a:pt x="1388689" y="171413"/>
                </a:cubicBezTo>
                <a:cubicBezTo>
                  <a:pt x="1377160" y="171413"/>
                  <a:pt x="1364861" y="159880"/>
                  <a:pt x="1359481" y="140915"/>
                </a:cubicBezTo>
                <a:cubicBezTo>
                  <a:pt x="1355380" y="140145"/>
                  <a:pt x="1353332" y="140403"/>
                  <a:pt x="1349230" y="141427"/>
                </a:cubicBezTo>
                <a:close/>
                <a:moveTo>
                  <a:pt x="1462477" y="67807"/>
                </a:moveTo>
                <a:cubicBezTo>
                  <a:pt x="1458892" y="67807"/>
                  <a:pt x="1455049" y="68835"/>
                  <a:pt x="1451718" y="71654"/>
                </a:cubicBezTo>
                <a:lnTo>
                  <a:pt x="1451718" y="79082"/>
                </a:lnTo>
                <a:cubicBezTo>
                  <a:pt x="1451718" y="80364"/>
                  <a:pt x="1451972" y="80618"/>
                  <a:pt x="1452996" y="80618"/>
                </a:cubicBezTo>
                <a:lnTo>
                  <a:pt x="1469651" y="80618"/>
                </a:lnTo>
                <a:cubicBezTo>
                  <a:pt x="1469139" y="106445"/>
                  <a:pt x="1468885" y="139175"/>
                  <a:pt x="1468885" y="151963"/>
                </a:cubicBezTo>
                <a:cubicBezTo>
                  <a:pt x="1468885" y="160912"/>
                  <a:pt x="1471191" y="169619"/>
                  <a:pt x="1476571" y="174228"/>
                </a:cubicBezTo>
                <a:cubicBezTo>
                  <a:pt x="1482462" y="179099"/>
                  <a:pt x="1491685" y="181402"/>
                  <a:pt x="1497835" y="181402"/>
                </a:cubicBezTo>
                <a:cubicBezTo>
                  <a:pt x="1511929" y="181402"/>
                  <a:pt x="1527555" y="174228"/>
                  <a:pt x="1532680" y="167054"/>
                </a:cubicBezTo>
                <a:cubicBezTo>
                  <a:pt x="1532680" y="163981"/>
                  <a:pt x="1531144" y="162445"/>
                  <a:pt x="1528071" y="159888"/>
                </a:cubicBezTo>
                <a:cubicBezTo>
                  <a:pt x="1524740" y="162445"/>
                  <a:pt x="1518332" y="163469"/>
                  <a:pt x="1513465" y="163469"/>
                </a:cubicBezTo>
                <a:cubicBezTo>
                  <a:pt x="1507827" y="163469"/>
                  <a:pt x="1502190" y="159122"/>
                  <a:pt x="1502190" y="146338"/>
                </a:cubicBezTo>
                <a:cubicBezTo>
                  <a:pt x="1502190" y="133550"/>
                  <a:pt x="1501936" y="106191"/>
                  <a:pt x="1501936" y="80618"/>
                </a:cubicBezTo>
                <a:lnTo>
                  <a:pt x="1527813" y="80618"/>
                </a:lnTo>
                <a:cubicBezTo>
                  <a:pt x="1530374" y="80618"/>
                  <a:pt x="1533963" y="79594"/>
                  <a:pt x="1533963" y="77287"/>
                </a:cubicBezTo>
                <a:lnTo>
                  <a:pt x="1533963" y="69347"/>
                </a:lnTo>
                <a:cubicBezTo>
                  <a:pt x="1533963" y="68323"/>
                  <a:pt x="1533192" y="67807"/>
                  <a:pt x="1531914" y="67807"/>
                </a:cubicBezTo>
                <a:lnTo>
                  <a:pt x="1501936" y="67807"/>
                </a:lnTo>
                <a:lnTo>
                  <a:pt x="1502190" y="59096"/>
                </a:lnTo>
                <a:cubicBezTo>
                  <a:pt x="1502702" y="41930"/>
                  <a:pt x="1503472" y="30146"/>
                  <a:pt x="1503472" y="30146"/>
                </a:cubicBezTo>
                <a:cubicBezTo>
                  <a:pt x="1503472" y="28606"/>
                  <a:pt x="1502702" y="27840"/>
                  <a:pt x="1501424" y="27840"/>
                </a:cubicBezTo>
                <a:cubicBezTo>
                  <a:pt x="1499629" y="27840"/>
                  <a:pt x="1490149" y="30659"/>
                  <a:pt x="1486051" y="32453"/>
                </a:cubicBezTo>
                <a:cubicBezTo>
                  <a:pt x="1481692" y="34244"/>
                  <a:pt x="1474264" y="35780"/>
                  <a:pt x="1472470" y="38087"/>
                </a:cubicBezTo>
                <a:cubicBezTo>
                  <a:pt x="1470675" y="40393"/>
                  <a:pt x="1469651" y="47313"/>
                  <a:pt x="1469651" y="67807"/>
                </a:cubicBezTo>
                <a:lnTo>
                  <a:pt x="1462477" y="67807"/>
                </a:lnTo>
                <a:close/>
                <a:moveTo>
                  <a:pt x="1583410" y="108353"/>
                </a:moveTo>
                <a:cubicBezTo>
                  <a:pt x="1583668" y="99388"/>
                  <a:pt x="1584950" y="89649"/>
                  <a:pt x="1588535" y="84528"/>
                </a:cubicBezTo>
                <a:cubicBezTo>
                  <a:pt x="1592636" y="78378"/>
                  <a:pt x="1599552" y="75817"/>
                  <a:pt x="1602371" y="75817"/>
                </a:cubicBezTo>
                <a:cubicBezTo>
                  <a:pt x="1609291" y="75817"/>
                  <a:pt x="1618768" y="82479"/>
                  <a:pt x="1618768" y="102973"/>
                </a:cubicBezTo>
                <a:cubicBezTo>
                  <a:pt x="1618768" y="104510"/>
                  <a:pt x="1618768" y="107840"/>
                  <a:pt x="1618255" y="108353"/>
                </a:cubicBezTo>
                <a:lnTo>
                  <a:pt x="1583410" y="108353"/>
                </a:lnTo>
                <a:moveTo>
                  <a:pt x="1648492" y="145779"/>
                </a:moveTo>
                <a:cubicBezTo>
                  <a:pt x="1637987" y="156549"/>
                  <a:pt x="1624151" y="159368"/>
                  <a:pt x="1614412" y="159368"/>
                </a:cubicBezTo>
                <a:cubicBezTo>
                  <a:pt x="1594427" y="159368"/>
                  <a:pt x="1582131" y="147831"/>
                  <a:pt x="1582131" y="122704"/>
                </a:cubicBezTo>
                <a:cubicBezTo>
                  <a:pt x="1582131" y="120910"/>
                  <a:pt x="1582386" y="119882"/>
                  <a:pt x="1582386" y="118599"/>
                </a:cubicBezTo>
                <a:lnTo>
                  <a:pt x="1643879" y="118599"/>
                </a:lnTo>
                <a:cubicBezTo>
                  <a:pt x="1650028" y="118599"/>
                  <a:pt x="1651307" y="114244"/>
                  <a:pt x="1651307" y="110659"/>
                </a:cubicBezTo>
                <a:cubicBezTo>
                  <a:pt x="1651307" y="88883"/>
                  <a:pt x="1642854" y="65055"/>
                  <a:pt x="1605190" y="65055"/>
                </a:cubicBezTo>
                <a:cubicBezTo>
                  <a:pt x="1578288" y="65055"/>
                  <a:pt x="1547540" y="88883"/>
                  <a:pt x="1547540" y="128088"/>
                </a:cubicBezTo>
                <a:cubicBezTo>
                  <a:pt x="1547540" y="142960"/>
                  <a:pt x="1552923" y="158602"/>
                  <a:pt x="1563940" y="168595"/>
                </a:cubicBezTo>
                <a:cubicBezTo>
                  <a:pt x="1573675" y="177305"/>
                  <a:pt x="1586229" y="181402"/>
                  <a:pt x="1604420" y="181402"/>
                </a:cubicBezTo>
                <a:cubicBezTo>
                  <a:pt x="1622099" y="181402"/>
                  <a:pt x="1639523" y="172438"/>
                  <a:pt x="1652335" y="153730"/>
                </a:cubicBezTo>
                <a:cubicBezTo>
                  <a:pt x="1652335" y="150396"/>
                  <a:pt x="1651053" y="145779"/>
                  <a:pt x="1648492" y="145779"/>
                </a:cubicBezTo>
                <a:close/>
                <a:moveTo>
                  <a:pt x="1721769" y="147612"/>
                </a:moveTo>
                <a:lnTo>
                  <a:pt x="1721769" y="96581"/>
                </a:lnTo>
                <a:cubicBezTo>
                  <a:pt x="1721769" y="95299"/>
                  <a:pt x="1721769" y="94016"/>
                  <a:pt x="1721769" y="92734"/>
                </a:cubicBezTo>
                <a:cubicBezTo>
                  <a:pt x="1731762" y="86580"/>
                  <a:pt x="1740726" y="84016"/>
                  <a:pt x="1745085" y="84016"/>
                </a:cubicBezTo>
                <a:cubicBezTo>
                  <a:pt x="1755332" y="84016"/>
                  <a:pt x="1763018" y="88633"/>
                  <a:pt x="1763018" y="103251"/>
                </a:cubicBezTo>
                <a:lnTo>
                  <a:pt x="1763018" y="146072"/>
                </a:lnTo>
                <a:cubicBezTo>
                  <a:pt x="1763018" y="167613"/>
                  <a:pt x="1758917" y="169920"/>
                  <a:pt x="1748412" y="170690"/>
                </a:cubicBezTo>
                <a:cubicBezTo>
                  <a:pt x="1746876" y="172226"/>
                  <a:pt x="1746876" y="177864"/>
                  <a:pt x="1748412" y="179400"/>
                </a:cubicBezTo>
                <a:cubicBezTo>
                  <a:pt x="1759175" y="179146"/>
                  <a:pt x="1767373" y="178888"/>
                  <a:pt x="1779673" y="178888"/>
                </a:cubicBezTo>
                <a:cubicBezTo>
                  <a:pt x="1791972" y="178888"/>
                  <a:pt x="1799912" y="179146"/>
                  <a:pt x="1810930" y="179400"/>
                </a:cubicBezTo>
                <a:cubicBezTo>
                  <a:pt x="1812470" y="177864"/>
                  <a:pt x="1812470" y="172226"/>
                  <a:pt x="1810930" y="170690"/>
                </a:cubicBezTo>
                <a:cubicBezTo>
                  <a:pt x="1800683" y="169920"/>
                  <a:pt x="1796327" y="167613"/>
                  <a:pt x="1796327" y="146072"/>
                </a:cubicBezTo>
                <a:lnTo>
                  <a:pt x="1796327" y="106069"/>
                </a:lnTo>
                <a:cubicBezTo>
                  <a:pt x="1796327" y="99658"/>
                  <a:pt x="1796069" y="94532"/>
                  <a:pt x="1795303" y="91968"/>
                </a:cubicBezTo>
                <a:cubicBezTo>
                  <a:pt x="1805038" y="87093"/>
                  <a:pt x="1816055" y="84016"/>
                  <a:pt x="1820156" y="84016"/>
                </a:cubicBezTo>
                <a:cubicBezTo>
                  <a:pt x="1830403" y="84016"/>
                  <a:pt x="1837577" y="88633"/>
                  <a:pt x="1837577" y="103251"/>
                </a:cubicBezTo>
                <a:lnTo>
                  <a:pt x="1837577" y="146072"/>
                </a:lnTo>
                <a:cubicBezTo>
                  <a:pt x="1837577" y="167613"/>
                  <a:pt x="1833476" y="169920"/>
                  <a:pt x="1822975" y="170690"/>
                </a:cubicBezTo>
                <a:cubicBezTo>
                  <a:pt x="1821434" y="172226"/>
                  <a:pt x="1821434" y="177864"/>
                  <a:pt x="1822975" y="179400"/>
                </a:cubicBezTo>
                <a:cubicBezTo>
                  <a:pt x="1833734" y="179146"/>
                  <a:pt x="1841932" y="178888"/>
                  <a:pt x="1854231" y="178888"/>
                </a:cubicBezTo>
                <a:cubicBezTo>
                  <a:pt x="1868321" y="178888"/>
                  <a:pt x="1879596" y="179146"/>
                  <a:pt x="1890614" y="179400"/>
                </a:cubicBezTo>
                <a:cubicBezTo>
                  <a:pt x="1892150" y="177864"/>
                  <a:pt x="1892150" y="172226"/>
                  <a:pt x="1890614" y="170690"/>
                </a:cubicBezTo>
                <a:cubicBezTo>
                  <a:pt x="1874983" y="169920"/>
                  <a:pt x="1870886" y="167613"/>
                  <a:pt x="1870886" y="146072"/>
                </a:cubicBezTo>
                <a:lnTo>
                  <a:pt x="1870886" y="106069"/>
                </a:lnTo>
                <a:cubicBezTo>
                  <a:pt x="1870886" y="77866"/>
                  <a:pt x="1860635" y="65055"/>
                  <a:pt x="1838601" y="65055"/>
                </a:cubicBezTo>
                <a:cubicBezTo>
                  <a:pt x="1829121" y="65055"/>
                  <a:pt x="1807599" y="75305"/>
                  <a:pt x="1792738" y="83762"/>
                </a:cubicBezTo>
                <a:cubicBezTo>
                  <a:pt x="1788895" y="72487"/>
                  <a:pt x="1778649" y="65055"/>
                  <a:pt x="1763530" y="65055"/>
                </a:cubicBezTo>
                <a:cubicBezTo>
                  <a:pt x="1754308" y="65055"/>
                  <a:pt x="1735859" y="74793"/>
                  <a:pt x="1721257" y="82991"/>
                </a:cubicBezTo>
                <a:cubicBezTo>
                  <a:pt x="1720486" y="75305"/>
                  <a:pt x="1719716" y="69414"/>
                  <a:pt x="1719716" y="69414"/>
                </a:cubicBezTo>
                <a:cubicBezTo>
                  <a:pt x="1719462" y="66337"/>
                  <a:pt x="1717414" y="65055"/>
                  <a:pt x="1713825" y="65055"/>
                </a:cubicBezTo>
                <a:cubicBezTo>
                  <a:pt x="1704344" y="67670"/>
                  <a:pt x="1688972" y="71259"/>
                  <a:pt x="1671293" y="73562"/>
                </a:cubicBezTo>
                <a:cubicBezTo>
                  <a:pt x="1670781" y="75102"/>
                  <a:pt x="1671293" y="80224"/>
                  <a:pt x="1671805" y="81764"/>
                </a:cubicBezTo>
                <a:cubicBezTo>
                  <a:pt x="1685899" y="83046"/>
                  <a:pt x="1688460" y="85095"/>
                  <a:pt x="1688460" y="99701"/>
                </a:cubicBezTo>
                <a:lnTo>
                  <a:pt x="1688460" y="147628"/>
                </a:lnTo>
                <a:cubicBezTo>
                  <a:pt x="1688460" y="168896"/>
                  <a:pt x="1685641" y="169412"/>
                  <a:pt x="1670011" y="170690"/>
                </a:cubicBezTo>
                <a:cubicBezTo>
                  <a:pt x="1668474" y="172226"/>
                  <a:pt x="1668474" y="177864"/>
                  <a:pt x="1670011" y="179400"/>
                </a:cubicBezTo>
                <a:cubicBezTo>
                  <a:pt x="1680773" y="179146"/>
                  <a:pt x="1691532" y="178888"/>
                  <a:pt x="1705114" y="178888"/>
                </a:cubicBezTo>
                <a:cubicBezTo>
                  <a:pt x="1716901" y="178888"/>
                  <a:pt x="1724075" y="179146"/>
                  <a:pt x="1735092" y="179400"/>
                </a:cubicBezTo>
                <a:cubicBezTo>
                  <a:pt x="1736629" y="177864"/>
                  <a:pt x="1736629" y="172226"/>
                  <a:pt x="1735092" y="170690"/>
                </a:cubicBezTo>
                <a:cubicBezTo>
                  <a:pt x="1724330" y="169666"/>
                  <a:pt x="1721769" y="168896"/>
                  <a:pt x="1721769" y="147612"/>
                </a:cubicBezTo>
                <a:close/>
                <a:moveTo>
                  <a:pt x="2049466" y="154497"/>
                </a:moveTo>
                <a:cubicBezTo>
                  <a:pt x="2044087" y="158856"/>
                  <a:pt x="2030509" y="164493"/>
                  <a:pt x="2027432" y="164493"/>
                </a:cubicBezTo>
                <a:cubicBezTo>
                  <a:pt x="2014620" y="164493"/>
                  <a:pt x="2004628" y="150142"/>
                  <a:pt x="2004628" y="120155"/>
                </a:cubicBezTo>
                <a:cubicBezTo>
                  <a:pt x="2004628" y="106574"/>
                  <a:pt x="2006168" y="94783"/>
                  <a:pt x="2011035" y="86838"/>
                </a:cubicBezTo>
                <a:cubicBezTo>
                  <a:pt x="2015391" y="79919"/>
                  <a:pt x="2022307" y="75817"/>
                  <a:pt x="2029993" y="75817"/>
                </a:cubicBezTo>
                <a:cubicBezTo>
                  <a:pt x="2036655" y="75817"/>
                  <a:pt x="2043062" y="76588"/>
                  <a:pt x="2049212" y="85044"/>
                </a:cubicBezTo>
                <a:lnTo>
                  <a:pt x="2049212" y="148093"/>
                </a:lnTo>
                <a:cubicBezTo>
                  <a:pt x="2049212" y="150142"/>
                  <a:pt x="2049212" y="152448"/>
                  <a:pt x="2049466" y="154497"/>
                </a:cubicBezTo>
                <a:moveTo>
                  <a:pt x="2050236" y="166542"/>
                </a:moveTo>
                <a:cubicBezTo>
                  <a:pt x="2050748" y="172692"/>
                  <a:pt x="2051261" y="177047"/>
                  <a:pt x="2051261" y="177047"/>
                </a:cubicBezTo>
                <a:cubicBezTo>
                  <a:pt x="2051519" y="180124"/>
                  <a:pt x="2053567" y="181402"/>
                  <a:pt x="2057152" y="181402"/>
                </a:cubicBezTo>
                <a:cubicBezTo>
                  <a:pt x="2066633" y="178791"/>
                  <a:pt x="2082005" y="175202"/>
                  <a:pt x="2099684" y="172895"/>
                </a:cubicBezTo>
                <a:cubicBezTo>
                  <a:pt x="2100196" y="171359"/>
                  <a:pt x="2099684" y="166237"/>
                  <a:pt x="2099172" y="164697"/>
                </a:cubicBezTo>
                <a:cubicBezTo>
                  <a:pt x="2085336" y="163418"/>
                  <a:pt x="2082517" y="159317"/>
                  <a:pt x="2082517" y="144719"/>
                </a:cubicBezTo>
                <a:lnTo>
                  <a:pt x="2082517" y="29529"/>
                </a:lnTo>
                <a:cubicBezTo>
                  <a:pt x="2082517" y="12905"/>
                  <a:pt x="2083287" y="3378"/>
                  <a:pt x="2083287" y="3378"/>
                </a:cubicBezTo>
                <a:cubicBezTo>
                  <a:pt x="2083287" y="1040"/>
                  <a:pt x="2081493" y="0"/>
                  <a:pt x="2079186" y="0"/>
                </a:cubicBezTo>
                <a:cubicBezTo>
                  <a:pt x="2069710" y="3120"/>
                  <a:pt x="2049212" y="5978"/>
                  <a:pt x="2031021" y="6756"/>
                </a:cubicBezTo>
                <a:cubicBezTo>
                  <a:pt x="2030251" y="9832"/>
                  <a:pt x="2030509" y="13163"/>
                  <a:pt x="2031787" y="15470"/>
                </a:cubicBezTo>
                <a:cubicBezTo>
                  <a:pt x="2047930" y="16748"/>
                  <a:pt x="2049212" y="17003"/>
                  <a:pt x="2049212" y="34638"/>
                </a:cubicBezTo>
                <a:lnTo>
                  <a:pt x="2049212" y="67873"/>
                </a:lnTo>
                <a:cubicBezTo>
                  <a:pt x="2044341" y="66337"/>
                  <a:pt x="2038195" y="65055"/>
                  <a:pt x="2030763" y="65055"/>
                </a:cubicBezTo>
                <a:cubicBezTo>
                  <a:pt x="1997712" y="65055"/>
                  <a:pt x="1968758" y="94005"/>
                  <a:pt x="1968758" y="128068"/>
                </a:cubicBezTo>
                <a:cubicBezTo>
                  <a:pt x="1968758" y="143437"/>
                  <a:pt x="1974141" y="160858"/>
                  <a:pt x="1986695" y="170592"/>
                </a:cubicBezTo>
                <a:cubicBezTo>
                  <a:pt x="1995917" y="177817"/>
                  <a:pt x="2002325" y="181402"/>
                  <a:pt x="2016673" y="181402"/>
                </a:cubicBezTo>
                <a:cubicBezTo>
                  <a:pt x="2023589" y="181402"/>
                  <a:pt x="2042550" y="170131"/>
                  <a:pt x="2047930" y="166542"/>
                </a:cubicBezTo>
                <a:lnTo>
                  <a:pt x="2050236" y="166542"/>
                </a:lnTo>
                <a:close/>
                <a:moveTo>
                  <a:pt x="2148364" y="108353"/>
                </a:moveTo>
                <a:cubicBezTo>
                  <a:pt x="2148622" y="99388"/>
                  <a:pt x="2149905" y="89649"/>
                  <a:pt x="2153490" y="84528"/>
                </a:cubicBezTo>
                <a:cubicBezTo>
                  <a:pt x="2157591" y="78378"/>
                  <a:pt x="2164507" y="75817"/>
                  <a:pt x="2167325" y="75817"/>
                </a:cubicBezTo>
                <a:cubicBezTo>
                  <a:pt x="2174245" y="75817"/>
                  <a:pt x="2183722" y="82479"/>
                  <a:pt x="2183722" y="102973"/>
                </a:cubicBezTo>
                <a:cubicBezTo>
                  <a:pt x="2183722" y="104510"/>
                  <a:pt x="2183722" y="107840"/>
                  <a:pt x="2183210" y="108353"/>
                </a:cubicBezTo>
                <a:lnTo>
                  <a:pt x="2148364" y="108353"/>
                </a:lnTo>
                <a:moveTo>
                  <a:pt x="2213446" y="145779"/>
                </a:moveTo>
                <a:cubicBezTo>
                  <a:pt x="2202941" y="156549"/>
                  <a:pt x="2189105" y="159368"/>
                  <a:pt x="2179367" y="159368"/>
                </a:cubicBezTo>
                <a:cubicBezTo>
                  <a:pt x="2159381" y="159368"/>
                  <a:pt x="2147086" y="147831"/>
                  <a:pt x="2147086" y="122704"/>
                </a:cubicBezTo>
                <a:cubicBezTo>
                  <a:pt x="2147086" y="120910"/>
                  <a:pt x="2147340" y="119882"/>
                  <a:pt x="2147340" y="118599"/>
                </a:cubicBezTo>
                <a:lnTo>
                  <a:pt x="2208833" y="118599"/>
                </a:lnTo>
                <a:cubicBezTo>
                  <a:pt x="2214983" y="118599"/>
                  <a:pt x="2216261" y="114244"/>
                  <a:pt x="2216261" y="110659"/>
                </a:cubicBezTo>
                <a:cubicBezTo>
                  <a:pt x="2216261" y="88883"/>
                  <a:pt x="2207809" y="65055"/>
                  <a:pt x="2170144" y="65055"/>
                </a:cubicBezTo>
                <a:cubicBezTo>
                  <a:pt x="2143243" y="65055"/>
                  <a:pt x="2112494" y="88883"/>
                  <a:pt x="2112494" y="128088"/>
                </a:cubicBezTo>
                <a:cubicBezTo>
                  <a:pt x="2112494" y="142960"/>
                  <a:pt x="2117878" y="158602"/>
                  <a:pt x="2128895" y="168595"/>
                </a:cubicBezTo>
                <a:cubicBezTo>
                  <a:pt x="2138629" y="177305"/>
                  <a:pt x="2151183" y="181402"/>
                  <a:pt x="2169374" y="181402"/>
                </a:cubicBezTo>
                <a:cubicBezTo>
                  <a:pt x="2187053" y="181402"/>
                  <a:pt x="2204478" y="172438"/>
                  <a:pt x="2217289" y="153730"/>
                </a:cubicBezTo>
                <a:cubicBezTo>
                  <a:pt x="2217289" y="150396"/>
                  <a:pt x="2216007" y="145779"/>
                  <a:pt x="2213446" y="145779"/>
                </a:cubicBezTo>
                <a:close/>
                <a:moveTo>
                  <a:pt x="2240602" y="141427"/>
                </a:moveTo>
                <a:cubicBezTo>
                  <a:pt x="2241627" y="153985"/>
                  <a:pt x="2242909" y="166030"/>
                  <a:pt x="2244958" y="175769"/>
                </a:cubicBezTo>
                <a:cubicBezTo>
                  <a:pt x="2249829" y="177305"/>
                  <a:pt x="2266225" y="181402"/>
                  <a:pt x="2280573" y="181402"/>
                </a:cubicBezTo>
                <a:cubicBezTo>
                  <a:pt x="2300301" y="181402"/>
                  <a:pt x="2324900" y="170643"/>
                  <a:pt x="2324900" y="148347"/>
                </a:cubicBezTo>
                <a:cubicBezTo>
                  <a:pt x="2324900" y="139633"/>
                  <a:pt x="2322847" y="132713"/>
                  <a:pt x="2316956" y="126305"/>
                </a:cubicBezTo>
                <a:cubicBezTo>
                  <a:pt x="2309523" y="118103"/>
                  <a:pt x="2299019" y="111699"/>
                  <a:pt x="2287235" y="106574"/>
                </a:cubicBezTo>
                <a:cubicBezTo>
                  <a:pt x="2276984" y="102215"/>
                  <a:pt x="2273399" y="94012"/>
                  <a:pt x="2273399" y="86580"/>
                </a:cubicBezTo>
                <a:cubicBezTo>
                  <a:pt x="2273399" y="80689"/>
                  <a:pt x="2278267" y="75817"/>
                  <a:pt x="2285699" y="75817"/>
                </a:cubicBezTo>
                <a:cubicBezTo>
                  <a:pt x="2294663" y="75817"/>
                  <a:pt x="2303378" y="84020"/>
                  <a:pt x="2309782" y="99654"/>
                </a:cubicBezTo>
                <a:cubicBezTo>
                  <a:pt x="2314395" y="100420"/>
                  <a:pt x="2317214" y="100166"/>
                  <a:pt x="2319774" y="98372"/>
                </a:cubicBezTo>
                <a:cubicBezTo>
                  <a:pt x="2319774" y="89145"/>
                  <a:pt x="2318750" y="79406"/>
                  <a:pt x="2316443" y="71204"/>
                </a:cubicBezTo>
                <a:cubicBezTo>
                  <a:pt x="2308245" y="67619"/>
                  <a:pt x="2301837" y="65055"/>
                  <a:pt x="2287747" y="65055"/>
                </a:cubicBezTo>
                <a:cubicBezTo>
                  <a:pt x="2274166" y="65055"/>
                  <a:pt x="2261358" y="70180"/>
                  <a:pt x="2253160" y="78382"/>
                </a:cubicBezTo>
                <a:cubicBezTo>
                  <a:pt x="2247264" y="84274"/>
                  <a:pt x="2244445" y="91452"/>
                  <a:pt x="2244445" y="98372"/>
                </a:cubicBezTo>
                <a:cubicBezTo>
                  <a:pt x="2244445" y="106058"/>
                  <a:pt x="2247264" y="112211"/>
                  <a:pt x="2252390" y="117591"/>
                </a:cubicBezTo>
                <a:cubicBezTo>
                  <a:pt x="2260334" y="126305"/>
                  <a:pt x="2274166" y="135278"/>
                  <a:pt x="2282110" y="138863"/>
                </a:cubicBezTo>
                <a:cubicBezTo>
                  <a:pt x="2292361" y="143476"/>
                  <a:pt x="2295176" y="152702"/>
                  <a:pt x="2295176" y="158852"/>
                </a:cubicBezTo>
                <a:cubicBezTo>
                  <a:pt x="2295176" y="167054"/>
                  <a:pt x="2286977" y="171413"/>
                  <a:pt x="2280061" y="171413"/>
                </a:cubicBezTo>
                <a:cubicBezTo>
                  <a:pt x="2268532" y="171413"/>
                  <a:pt x="2256233" y="159880"/>
                  <a:pt x="2250853" y="140915"/>
                </a:cubicBezTo>
                <a:cubicBezTo>
                  <a:pt x="2246752" y="140145"/>
                  <a:pt x="2244703" y="140403"/>
                  <a:pt x="2240602" y="141427"/>
                </a:cubicBezTo>
                <a:close/>
                <a:moveTo>
                  <a:pt x="2397151" y="147636"/>
                </a:moveTo>
                <a:lnTo>
                  <a:pt x="2397151" y="96651"/>
                </a:lnTo>
                <a:cubicBezTo>
                  <a:pt x="2397151" y="83844"/>
                  <a:pt x="2398176" y="69461"/>
                  <a:pt x="2398176" y="69461"/>
                </a:cubicBezTo>
                <a:cubicBezTo>
                  <a:pt x="2398176" y="66611"/>
                  <a:pt x="2395869" y="65055"/>
                  <a:pt x="2392284" y="65055"/>
                </a:cubicBezTo>
                <a:cubicBezTo>
                  <a:pt x="2385110" y="67909"/>
                  <a:pt x="2364354" y="69981"/>
                  <a:pt x="2346675" y="72311"/>
                </a:cubicBezTo>
                <a:cubicBezTo>
                  <a:pt x="2346163" y="73851"/>
                  <a:pt x="2346675" y="78972"/>
                  <a:pt x="2347188" y="80513"/>
                </a:cubicBezTo>
                <a:cubicBezTo>
                  <a:pt x="2361281" y="81791"/>
                  <a:pt x="2363842" y="83844"/>
                  <a:pt x="2363842" y="98446"/>
                </a:cubicBezTo>
                <a:lnTo>
                  <a:pt x="2363842" y="147636"/>
                </a:lnTo>
                <a:cubicBezTo>
                  <a:pt x="2363842" y="168899"/>
                  <a:pt x="2361023" y="169412"/>
                  <a:pt x="2345397" y="170690"/>
                </a:cubicBezTo>
                <a:cubicBezTo>
                  <a:pt x="2343857" y="172226"/>
                  <a:pt x="2343857" y="177864"/>
                  <a:pt x="2345397" y="179400"/>
                </a:cubicBezTo>
                <a:cubicBezTo>
                  <a:pt x="2356156" y="179146"/>
                  <a:pt x="2366919" y="178888"/>
                  <a:pt x="2380497" y="178888"/>
                </a:cubicBezTo>
                <a:cubicBezTo>
                  <a:pt x="2394075" y="178888"/>
                  <a:pt x="2404579" y="179146"/>
                  <a:pt x="2415597" y="179400"/>
                </a:cubicBezTo>
                <a:cubicBezTo>
                  <a:pt x="2417137" y="177864"/>
                  <a:pt x="2417137" y="172226"/>
                  <a:pt x="2415597" y="170690"/>
                </a:cubicBezTo>
                <a:cubicBezTo>
                  <a:pt x="2399970" y="169666"/>
                  <a:pt x="2397151" y="168899"/>
                  <a:pt x="2397151" y="147636"/>
                </a:cubicBezTo>
                <a:moveTo>
                  <a:pt x="2362564" y="26147"/>
                </a:moveTo>
                <a:cubicBezTo>
                  <a:pt x="2362564" y="34599"/>
                  <a:pt x="2368710" y="43056"/>
                  <a:pt x="2378960" y="43056"/>
                </a:cubicBezTo>
                <a:cubicBezTo>
                  <a:pt x="2390490" y="43056"/>
                  <a:pt x="2397151" y="33833"/>
                  <a:pt x="2397151" y="27171"/>
                </a:cubicBezTo>
                <a:cubicBezTo>
                  <a:pt x="2397151" y="19485"/>
                  <a:pt x="2391260" y="10259"/>
                  <a:pt x="2380497" y="10259"/>
                </a:cubicBezTo>
                <a:cubicBezTo>
                  <a:pt x="2368455" y="10259"/>
                  <a:pt x="2362564" y="18461"/>
                  <a:pt x="2362564" y="26147"/>
                </a:cubicBezTo>
                <a:close/>
                <a:moveTo>
                  <a:pt x="2494512" y="105112"/>
                </a:moveTo>
                <a:cubicBezTo>
                  <a:pt x="2494512" y="129781"/>
                  <a:pt x="2487338" y="132861"/>
                  <a:pt x="2480676" y="132861"/>
                </a:cubicBezTo>
                <a:cubicBezTo>
                  <a:pt x="2464792" y="132861"/>
                  <a:pt x="2462739" y="113849"/>
                  <a:pt x="2462739" y="100745"/>
                </a:cubicBezTo>
                <a:cubicBezTo>
                  <a:pt x="2462739" y="81729"/>
                  <a:pt x="2467353" y="74793"/>
                  <a:pt x="2477345" y="74793"/>
                </a:cubicBezTo>
                <a:cubicBezTo>
                  <a:pt x="2489387" y="74793"/>
                  <a:pt x="2494512" y="84813"/>
                  <a:pt x="2494512" y="105112"/>
                </a:cubicBezTo>
                <a:moveTo>
                  <a:pt x="2465046" y="185405"/>
                </a:moveTo>
                <a:cubicBezTo>
                  <a:pt x="2484777" y="185405"/>
                  <a:pt x="2522696" y="186176"/>
                  <a:pt x="2522696" y="199746"/>
                </a:cubicBezTo>
                <a:cubicBezTo>
                  <a:pt x="2522696" y="208964"/>
                  <a:pt x="2518595" y="219461"/>
                  <a:pt x="2510142" y="224071"/>
                </a:cubicBezTo>
                <a:cubicBezTo>
                  <a:pt x="2502198" y="228680"/>
                  <a:pt x="2489133" y="229192"/>
                  <a:pt x="2479394" y="229192"/>
                </a:cubicBezTo>
                <a:cubicBezTo>
                  <a:pt x="2462485" y="229192"/>
                  <a:pt x="2450956" y="216647"/>
                  <a:pt x="2450956" y="203589"/>
                </a:cubicBezTo>
                <a:cubicBezTo>
                  <a:pt x="2450956" y="194882"/>
                  <a:pt x="2450956" y="188991"/>
                  <a:pt x="2453775" y="183869"/>
                </a:cubicBezTo>
                <a:cubicBezTo>
                  <a:pt x="2456336" y="184893"/>
                  <a:pt x="2459666" y="185405"/>
                  <a:pt x="2465046" y="185405"/>
                </a:cubicBezTo>
                <a:moveTo>
                  <a:pt x="2539863" y="77878"/>
                </a:moveTo>
                <a:cubicBezTo>
                  <a:pt x="2547037" y="77878"/>
                  <a:pt x="2551134" y="74793"/>
                  <a:pt x="2551134" y="65313"/>
                </a:cubicBezTo>
                <a:cubicBezTo>
                  <a:pt x="2551134" y="60445"/>
                  <a:pt x="2544476" y="53013"/>
                  <a:pt x="2534737" y="53013"/>
                </a:cubicBezTo>
                <a:cubicBezTo>
                  <a:pt x="2523466" y="53013"/>
                  <a:pt x="2508602" y="61470"/>
                  <a:pt x="2501174" y="68131"/>
                </a:cubicBezTo>
                <a:cubicBezTo>
                  <a:pt x="2496561" y="65571"/>
                  <a:pt x="2491181" y="65055"/>
                  <a:pt x="2479652" y="65055"/>
                </a:cubicBezTo>
                <a:cubicBezTo>
                  <a:pt x="2468635" y="65055"/>
                  <a:pt x="2457872" y="67619"/>
                  <a:pt x="2449420" y="73257"/>
                </a:cubicBezTo>
                <a:cubicBezTo>
                  <a:pt x="2438915" y="79930"/>
                  <a:pt x="2431995" y="89954"/>
                  <a:pt x="2431995" y="103059"/>
                </a:cubicBezTo>
                <a:cubicBezTo>
                  <a:pt x="2431995" y="115648"/>
                  <a:pt x="2439427" y="129265"/>
                  <a:pt x="2451722" y="135938"/>
                </a:cubicBezTo>
                <a:cubicBezTo>
                  <a:pt x="2443782" y="142858"/>
                  <a:pt x="2431483" y="156452"/>
                  <a:pt x="2431483" y="161581"/>
                </a:cubicBezTo>
                <a:cubicBezTo>
                  <a:pt x="2431483" y="166448"/>
                  <a:pt x="2432253" y="169521"/>
                  <a:pt x="2434814" y="173364"/>
                </a:cubicBezTo>
                <a:cubicBezTo>
                  <a:pt x="2437120" y="176953"/>
                  <a:pt x="2440193" y="179002"/>
                  <a:pt x="2445318" y="180538"/>
                </a:cubicBezTo>
                <a:cubicBezTo>
                  <a:pt x="2434301" y="187200"/>
                  <a:pt x="2423026" y="201794"/>
                  <a:pt x="2423026" y="206149"/>
                </a:cubicBezTo>
                <a:cubicBezTo>
                  <a:pt x="2423026" y="215622"/>
                  <a:pt x="2426103" y="226631"/>
                  <a:pt x="2433019" y="231499"/>
                </a:cubicBezTo>
                <a:cubicBezTo>
                  <a:pt x="2443012" y="238415"/>
                  <a:pt x="2459924" y="239951"/>
                  <a:pt x="2472220" y="239951"/>
                </a:cubicBezTo>
                <a:cubicBezTo>
                  <a:pt x="2507836" y="239951"/>
                  <a:pt x="2548573" y="221256"/>
                  <a:pt x="2548573" y="193088"/>
                </a:cubicBezTo>
                <a:cubicBezTo>
                  <a:pt x="2548573" y="187712"/>
                  <a:pt x="2546012" y="176695"/>
                  <a:pt x="2535762" y="169779"/>
                </a:cubicBezTo>
                <a:cubicBezTo>
                  <a:pt x="2525769" y="163117"/>
                  <a:pt x="2487338" y="161323"/>
                  <a:pt x="2468377" y="161323"/>
                </a:cubicBezTo>
                <a:cubicBezTo>
                  <a:pt x="2463768" y="161323"/>
                  <a:pt x="2456848" y="160811"/>
                  <a:pt x="2456848" y="150552"/>
                </a:cubicBezTo>
                <a:cubicBezTo>
                  <a:pt x="2456848" y="146447"/>
                  <a:pt x="2459412" y="142858"/>
                  <a:pt x="2460691" y="139781"/>
                </a:cubicBezTo>
                <a:cubicBezTo>
                  <a:pt x="2466070" y="142342"/>
                  <a:pt x="2471454" y="142600"/>
                  <a:pt x="2479394" y="142600"/>
                </a:cubicBezTo>
                <a:cubicBezTo>
                  <a:pt x="2492463" y="142600"/>
                  <a:pt x="2504505" y="139269"/>
                  <a:pt x="2513215" y="131579"/>
                </a:cubicBezTo>
                <a:cubicBezTo>
                  <a:pt x="2520647" y="124898"/>
                  <a:pt x="2525769" y="115906"/>
                  <a:pt x="2525769" y="104341"/>
                </a:cubicBezTo>
                <a:cubicBezTo>
                  <a:pt x="2525769" y="89954"/>
                  <a:pt x="2518595" y="80446"/>
                  <a:pt x="2509884" y="73257"/>
                </a:cubicBezTo>
                <a:cubicBezTo>
                  <a:pt x="2511933" y="70692"/>
                  <a:pt x="2520389" y="66083"/>
                  <a:pt x="2522950" y="66083"/>
                </a:cubicBezTo>
                <a:cubicBezTo>
                  <a:pt x="2525257" y="66083"/>
                  <a:pt x="2527051" y="67619"/>
                  <a:pt x="2527821" y="69156"/>
                </a:cubicBezTo>
                <a:cubicBezTo>
                  <a:pt x="2528846" y="72487"/>
                  <a:pt x="2533455" y="77878"/>
                  <a:pt x="2539863" y="77878"/>
                </a:cubicBezTo>
                <a:close/>
                <a:moveTo>
                  <a:pt x="2612116" y="147612"/>
                </a:moveTo>
                <a:lnTo>
                  <a:pt x="2612116" y="96581"/>
                </a:lnTo>
                <a:lnTo>
                  <a:pt x="2612116" y="96069"/>
                </a:lnTo>
                <a:cubicBezTo>
                  <a:pt x="2622363" y="89145"/>
                  <a:pt x="2632613" y="84016"/>
                  <a:pt x="2637223" y="84016"/>
                </a:cubicBezTo>
                <a:cubicBezTo>
                  <a:pt x="2647474" y="84016"/>
                  <a:pt x="2655160" y="88633"/>
                  <a:pt x="2655160" y="103251"/>
                </a:cubicBezTo>
                <a:lnTo>
                  <a:pt x="2655160" y="146072"/>
                </a:lnTo>
                <a:cubicBezTo>
                  <a:pt x="2655160" y="167613"/>
                  <a:pt x="2651059" y="169920"/>
                  <a:pt x="2640554" y="170690"/>
                </a:cubicBezTo>
                <a:cubicBezTo>
                  <a:pt x="2639017" y="172226"/>
                  <a:pt x="2639017" y="177864"/>
                  <a:pt x="2640554" y="179400"/>
                </a:cubicBezTo>
                <a:cubicBezTo>
                  <a:pt x="2651317" y="179146"/>
                  <a:pt x="2659515" y="178888"/>
                  <a:pt x="2671814" y="178888"/>
                </a:cubicBezTo>
                <a:cubicBezTo>
                  <a:pt x="2685904" y="178888"/>
                  <a:pt x="2697179" y="179146"/>
                  <a:pt x="2708196" y="179400"/>
                </a:cubicBezTo>
                <a:cubicBezTo>
                  <a:pt x="2709733" y="177864"/>
                  <a:pt x="2709733" y="172226"/>
                  <a:pt x="2708196" y="170690"/>
                </a:cubicBezTo>
                <a:cubicBezTo>
                  <a:pt x="2692566" y="169920"/>
                  <a:pt x="2688469" y="167613"/>
                  <a:pt x="2688469" y="146072"/>
                </a:cubicBezTo>
                <a:lnTo>
                  <a:pt x="2688469" y="106069"/>
                </a:lnTo>
                <a:cubicBezTo>
                  <a:pt x="2688469" y="77866"/>
                  <a:pt x="2676424" y="65055"/>
                  <a:pt x="2654390" y="65055"/>
                </a:cubicBezTo>
                <a:cubicBezTo>
                  <a:pt x="2644143" y="65055"/>
                  <a:pt x="2625952" y="76330"/>
                  <a:pt x="2611858" y="86068"/>
                </a:cubicBezTo>
                <a:cubicBezTo>
                  <a:pt x="2611091" y="77100"/>
                  <a:pt x="2610063" y="69414"/>
                  <a:pt x="2610063" y="69414"/>
                </a:cubicBezTo>
                <a:cubicBezTo>
                  <a:pt x="2609809" y="66337"/>
                  <a:pt x="2607761" y="65055"/>
                  <a:pt x="2604172" y="65055"/>
                </a:cubicBezTo>
                <a:cubicBezTo>
                  <a:pt x="2594691" y="67670"/>
                  <a:pt x="2579319" y="71259"/>
                  <a:pt x="2561640" y="73562"/>
                </a:cubicBezTo>
                <a:cubicBezTo>
                  <a:pt x="2561128" y="75102"/>
                  <a:pt x="2561640" y="80224"/>
                  <a:pt x="2562152" y="81764"/>
                </a:cubicBezTo>
                <a:cubicBezTo>
                  <a:pt x="2576246" y="83046"/>
                  <a:pt x="2578807" y="85095"/>
                  <a:pt x="2578807" y="99701"/>
                </a:cubicBezTo>
                <a:lnTo>
                  <a:pt x="2578807" y="147628"/>
                </a:lnTo>
                <a:cubicBezTo>
                  <a:pt x="2578807" y="168896"/>
                  <a:pt x="2575988" y="169412"/>
                  <a:pt x="2560358" y="170690"/>
                </a:cubicBezTo>
                <a:cubicBezTo>
                  <a:pt x="2558821" y="172226"/>
                  <a:pt x="2558821" y="177864"/>
                  <a:pt x="2560358" y="179400"/>
                </a:cubicBezTo>
                <a:cubicBezTo>
                  <a:pt x="2571120" y="179146"/>
                  <a:pt x="2581879" y="178888"/>
                  <a:pt x="2595461" y="178888"/>
                </a:cubicBezTo>
                <a:cubicBezTo>
                  <a:pt x="2607248" y="178888"/>
                  <a:pt x="2614422" y="179146"/>
                  <a:pt x="2625439" y="179400"/>
                </a:cubicBezTo>
                <a:cubicBezTo>
                  <a:pt x="2626976" y="177864"/>
                  <a:pt x="2626976" y="172226"/>
                  <a:pt x="2625439" y="170690"/>
                </a:cubicBezTo>
                <a:cubicBezTo>
                  <a:pt x="2614677" y="169666"/>
                  <a:pt x="2612116" y="168896"/>
                  <a:pt x="2612116" y="147612"/>
                </a:cubicBezTo>
                <a:close/>
                <a:moveTo>
                  <a:pt x="2842197" y="75817"/>
                </a:moveTo>
                <a:cubicBezTo>
                  <a:pt x="2859618" y="75817"/>
                  <a:pt x="2871405" y="96577"/>
                  <a:pt x="2871405" y="131689"/>
                </a:cubicBezTo>
                <a:cubicBezTo>
                  <a:pt x="2871405" y="162441"/>
                  <a:pt x="2859364" y="170643"/>
                  <a:pt x="2850141" y="170643"/>
                </a:cubicBezTo>
                <a:cubicBezTo>
                  <a:pt x="2829132" y="170643"/>
                  <a:pt x="2820929" y="139121"/>
                  <a:pt x="2820929" y="120155"/>
                </a:cubicBezTo>
                <a:cubicBezTo>
                  <a:pt x="2820929" y="96577"/>
                  <a:pt x="2825030" y="75817"/>
                  <a:pt x="2842197" y="75817"/>
                </a:cubicBezTo>
                <a:moveTo>
                  <a:pt x="2785059" y="125793"/>
                </a:moveTo>
                <a:cubicBezTo>
                  <a:pt x="2785059" y="159368"/>
                  <a:pt x="2811707" y="181402"/>
                  <a:pt x="2846040" y="181402"/>
                </a:cubicBezTo>
                <a:cubicBezTo>
                  <a:pt x="2864231" y="181402"/>
                  <a:pt x="2879349" y="176281"/>
                  <a:pt x="2889854" y="166800"/>
                </a:cubicBezTo>
                <a:cubicBezTo>
                  <a:pt x="2902920" y="155267"/>
                  <a:pt x="2907275" y="137838"/>
                  <a:pt x="2907275" y="123486"/>
                </a:cubicBezTo>
                <a:cubicBezTo>
                  <a:pt x="2907275" y="89915"/>
                  <a:pt x="2884471" y="65055"/>
                  <a:pt x="2846294" y="65055"/>
                </a:cubicBezTo>
                <a:cubicBezTo>
                  <a:pt x="2825030" y="65055"/>
                  <a:pt x="2809146" y="72487"/>
                  <a:pt x="2799153" y="84020"/>
                </a:cubicBezTo>
                <a:cubicBezTo>
                  <a:pt x="2789415" y="95295"/>
                  <a:pt x="2785059" y="110671"/>
                  <a:pt x="2785059" y="125793"/>
                </a:cubicBezTo>
                <a:close/>
                <a:moveTo>
                  <a:pt x="2975686" y="146126"/>
                </a:moveTo>
                <a:lnTo>
                  <a:pt x="2975686" y="80618"/>
                </a:lnTo>
                <a:lnTo>
                  <a:pt x="2997720" y="80618"/>
                </a:lnTo>
                <a:cubicBezTo>
                  <a:pt x="3002333" y="80618"/>
                  <a:pt x="3006688" y="79340"/>
                  <a:pt x="3006688" y="76263"/>
                </a:cubicBezTo>
                <a:lnTo>
                  <a:pt x="3006688" y="70372"/>
                </a:lnTo>
                <a:cubicBezTo>
                  <a:pt x="3006688" y="68835"/>
                  <a:pt x="3006430" y="67807"/>
                  <a:pt x="3001563" y="67807"/>
                </a:cubicBezTo>
                <a:lnTo>
                  <a:pt x="2975686" y="67807"/>
                </a:lnTo>
                <a:lnTo>
                  <a:pt x="2975686" y="54702"/>
                </a:lnTo>
                <a:cubicBezTo>
                  <a:pt x="2975686" y="16416"/>
                  <a:pt x="2986191" y="10763"/>
                  <a:pt x="2991828" y="10763"/>
                </a:cubicBezTo>
                <a:cubicBezTo>
                  <a:pt x="2996183" y="10763"/>
                  <a:pt x="2997208" y="14618"/>
                  <a:pt x="2999002" y="20783"/>
                </a:cubicBezTo>
                <a:cubicBezTo>
                  <a:pt x="3001305" y="29009"/>
                  <a:pt x="3007967" y="35432"/>
                  <a:pt x="3017193" y="35432"/>
                </a:cubicBezTo>
                <a:cubicBezTo>
                  <a:pt x="3025645" y="35432"/>
                  <a:pt x="3031795" y="30037"/>
                  <a:pt x="3031795" y="18985"/>
                </a:cubicBezTo>
                <a:cubicBezTo>
                  <a:pt x="3031795" y="12049"/>
                  <a:pt x="3023855" y="0"/>
                  <a:pt x="2996695" y="0"/>
                </a:cubicBezTo>
                <a:cubicBezTo>
                  <a:pt x="2984654" y="0"/>
                  <a:pt x="2970306" y="4359"/>
                  <a:pt x="2960567" y="14876"/>
                </a:cubicBezTo>
                <a:cubicBezTo>
                  <a:pt x="2951087" y="25154"/>
                  <a:pt x="2942376" y="38001"/>
                  <a:pt x="2942376" y="62670"/>
                </a:cubicBezTo>
                <a:lnTo>
                  <a:pt x="2942376" y="67807"/>
                </a:lnTo>
                <a:lnTo>
                  <a:pt x="2941864" y="67807"/>
                </a:lnTo>
                <a:cubicBezTo>
                  <a:pt x="2933154" y="67807"/>
                  <a:pt x="2922649" y="69089"/>
                  <a:pt x="2922649" y="71138"/>
                </a:cubicBezTo>
                <a:lnTo>
                  <a:pt x="2922649" y="78058"/>
                </a:lnTo>
                <a:cubicBezTo>
                  <a:pt x="2922649" y="79852"/>
                  <a:pt x="2923673" y="80618"/>
                  <a:pt x="2929565" y="80618"/>
                </a:cubicBezTo>
                <a:lnTo>
                  <a:pt x="2942376" y="80618"/>
                </a:lnTo>
                <a:lnTo>
                  <a:pt x="2942376" y="146639"/>
                </a:lnTo>
                <a:cubicBezTo>
                  <a:pt x="2942376" y="167621"/>
                  <a:pt x="2938279" y="169924"/>
                  <a:pt x="2922649" y="170690"/>
                </a:cubicBezTo>
                <a:cubicBezTo>
                  <a:pt x="2921112" y="172226"/>
                  <a:pt x="2921112" y="177864"/>
                  <a:pt x="2922649" y="179400"/>
                </a:cubicBezTo>
                <a:cubicBezTo>
                  <a:pt x="2933408" y="179146"/>
                  <a:pt x="2944937" y="178888"/>
                  <a:pt x="2959031" y="178888"/>
                </a:cubicBezTo>
                <a:cubicBezTo>
                  <a:pt x="2973121" y="178888"/>
                  <a:pt x="2984396" y="179146"/>
                  <a:pt x="2995413" y="179400"/>
                </a:cubicBezTo>
                <a:cubicBezTo>
                  <a:pt x="2996950" y="177864"/>
                  <a:pt x="2996950" y="172226"/>
                  <a:pt x="2995413" y="170690"/>
                </a:cubicBezTo>
                <a:cubicBezTo>
                  <a:pt x="2979783" y="169924"/>
                  <a:pt x="2975686" y="167621"/>
                  <a:pt x="2975686" y="146126"/>
                </a:cubicBezTo>
                <a:close/>
                <a:moveTo>
                  <a:pt x="3150656" y="20474"/>
                </a:moveTo>
                <a:cubicBezTo>
                  <a:pt x="3166286" y="20474"/>
                  <a:pt x="3184735" y="26112"/>
                  <a:pt x="3184735" y="56360"/>
                </a:cubicBezTo>
                <a:cubicBezTo>
                  <a:pt x="3184735" y="88406"/>
                  <a:pt x="3166544" y="95580"/>
                  <a:pt x="3141691" y="95580"/>
                </a:cubicBezTo>
                <a:lnTo>
                  <a:pt x="3129392" y="95580"/>
                </a:lnTo>
                <a:lnTo>
                  <a:pt x="3129392" y="36879"/>
                </a:lnTo>
                <a:cubicBezTo>
                  <a:pt x="3129392" y="29447"/>
                  <a:pt x="3132465" y="20474"/>
                  <a:pt x="3150656" y="20474"/>
                </a:cubicBezTo>
                <a:moveTo>
                  <a:pt x="3129392" y="147593"/>
                </a:moveTo>
                <a:lnTo>
                  <a:pt x="3129392" y="104295"/>
                </a:lnTo>
                <a:cubicBezTo>
                  <a:pt x="3150914" y="104295"/>
                  <a:pt x="3155781" y="108138"/>
                  <a:pt x="3159370" y="114029"/>
                </a:cubicBezTo>
                <a:lnTo>
                  <a:pt x="3186784" y="158610"/>
                </a:lnTo>
                <a:cubicBezTo>
                  <a:pt x="3194212" y="170643"/>
                  <a:pt x="3205233" y="181402"/>
                  <a:pt x="3220605" y="181402"/>
                </a:cubicBezTo>
                <a:cubicBezTo>
                  <a:pt x="3224448" y="181402"/>
                  <a:pt x="3228803" y="180890"/>
                  <a:pt x="3231364" y="179612"/>
                </a:cubicBezTo>
                <a:cubicBezTo>
                  <a:pt x="3232388" y="177817"/>
                  <a:pt x="3232134" y="175510"/>
                  <a:pt x="3231110" y="173462"/>
                </a:cubicBezTo>
                <a:cubicBezTo>
                  <a:pt x="3219581" y="173462"/>
                  <a:pt x="3213173" y="164751"/>
                  <a:pt x="3206511" y="153734"/>
                </a:cubicBezTo>
                <a:lnTo>
                  <a:pt x="3174230" y="99939"/>
                </a:lnTo>
                <a:cubicBezTo>
                  <a:pt x="3185247" y="96350"/>
                  <a:pt x="3208306" y="83023"/>
                  <a:pt x="3208306" y="56106"/>
                </a:cubicBezTo>
                <a:cubicBezTo>
                  <a:pt x="3208306" y="43286"/>
                  <a:pt x="3203950" y="32777"/>
                  <a:pt x="3194728" y="24063"/>
                </a:cubicBezTo>
                <a:cubicBezTo>
                  <a:pt x="3182428" y="12530"/>
                  <a:pt x="3166544" y="11760"/>
                  <a:pt x="3150402" y="11760"/>
                </a:cubicBezTo>
                <a:cubicBezTo>
                  <a:pt x="3138360" y="11760"/>
                  <a:pt x="3127597" y="13554"/>
                  <a:pt x="3118375" y="13554"/>
                </a:cubicBezTo>
                <a:cubicBezTo>
                  <a:pt x="3109406" y="13554"/>
                  <a:pt x="3097365" y="13300"/>
                  <a:pt x="3085324" y="13042"/>
                </a:cubicBezTo>
                <a:cubicBezTo>
                  <a:pt x="3083783" y="14579"/>
                  <a:pt x="3083783" y="19962"/>
                  <a:pt x="3085324" y="21499"/>
                </a:cubicBezTo>
                <a:cubicBezTo>
                  <a:pt x="3103257" y="22269"/>
                  <a:pt x="3107612" y="23551"/>
                  <a:pt x="3107612" y="44827"/>
                </a:cubicBezTo>
                <a:lnTo>
                  <a:pt x="3107612" y="147589"/>
                </a:lnTo>
                <a:cubicBezTo>
                  <a:pt x="3107612" y="168896"/>
                  <a:pt x="3103257" y="170178"/>
                  <a:pt x="3085324" y="170948"/>
                </a:cubicBezTo>
                <a:cubicBezTo>
                  <a:pt x="3083783" y="172485"/>
                  <a:pt x="3083783" y="177864"/>
                  <a:pt x="3085324" y="179400"/>
                </a:cubicBezTo>
                <a:cubicBezTo>
                  <a:pt x="3096853" y="179146"/>
                  <a:pt x="3108894" y="178888"/>
                  <a:pt x="3118629" y="178888"/>
                </a:cubicBezTo>
                <a:cubicBezTo>
                  <a:pt x="3128367" y="178888"/>
                  <a:pt x="3140409" y="179146"/>
                  <a:pt x="3151680" y="179400"/>
                </a:cubicBezTo>
                <a:cubicBezTo>
                  <a:pt x="3153220" y="177864"/>
                  <a:pt x="3153220" y="172485"/>
                  <a:pt x="3151680" y="170948"/>
                </a:cubicBezTo>
                <a:cubicBezTo>
                  <a:pt x="3133747" y="170178"/>
                  <a:pt x="3129392" y="168896"/>
                  <a:pt x="3129392" y="147620"/>
                </a:cubicBezTo>
                <a:lnTo>
                  <a:pt x="3129392" y="147593"/>
                </a:lnTo>
                <a:close/>
                <a:moveTo>
                  <a:pt x="3301566" y="67005"/>
                </a:moveTo>
                <a:cubicBezTo>
                  <a:pt x="3324370" y="67005"/>
                  <a:pt x="3344098" y="87988"/>
                  <a:pt x="3344098" y="122282"/>
                </a:cubicBezTo>
                <a:cubicBezTo>
                  <a:pt x="3344098" y="153758"/>
                  <a:pt x="3328471" y="172950"/>
                  <a:pt x="3305667" y="172950"/>
                </a:cubicBezTo>
                <a:cubicBezTo>
                  <a:pt x="3280814" y="172950"/>
                  <a:pt x="3263135" y="150431"/>
                  <a:pt x="3263135" y="118955"/>
                </a:cubicBezTo>
                <a:cubicBezTo>
                  <a:pt x="3263135" y="84407"/>
                  <a:pt x="3282351" y="67005"/>
                  <a:pt x="3301566" y="67005"/>
                </a:cubicBezTo>
                <a:moveTo>
                  <a:pt x="3366390" y="118697"/>
                </a:moveTo>
                <a:cubicBezTo>
                  <a:pt x="3366390" y="82358"/>
                  <a:pt x="3337182" y="58549"/>
                  <a:pt x="3303873" y="58549"/>
                </a:cubicBezTo>
                <a:cubicBezTo>
                  <a:pt x="3268261" y="58549"/>
                  <a:pt x="3240843" y="84407"/>
                  <a:pt x="3240843" y="122024"/>
                </a:cubicBezTo>
                <a:cubicBezTo>
                  <a:pt x="3240843" y="156827"/>
                  <a:pt x="3267237" y="181402"/>
                  <a:pt x="3301824" y="181402"/>
                </a:cubicBezTo>
                <a:cubicBezTo>
                  <a:pt x="3343844" y="181402"/>
                  <a:pt x="3366390" y="151963"/>
                  <a:pt x="3366390" y="118697"/>
                </a:cubicBezTo>
                <a:close/>
                <a:moveTo>
                  <a:pt x="3446328" y="181402"/>
                </a:moveTo>
                <a:cubicBezTo>
                  <a:pt x="3466313" y="181402"/>
                  <a:pt x="3478613" y="173974"/>
                  <a:pt x="3490654" y="157851"/>
                </a:cubicBezTo>
                <a:cubicBezTo>
                  <a:pt x="3490142" y="156057"/>
                  <a:pt x="3487581" y="153242"/>
                  <a:pt x="3485532" y="152730"/>
                </a:cubicBezTo>
                <a:cubicBezTo>
                  <a:pt x="3473745" y="166550"/>
                  <a:pt x="3464777" y="171667"/>
                  <a:pt x="3447610" y="171667"/>
                </a:cubicBezTo>
                <a:cubicBezTo>
                  <a:pt x="3422245" y="171667"/>
                  <a:pt x="3407385" y="144285"/>
                  <a:pt x="3407385" y="118951"/>
                </a:cubicBezTo>
                <a:cubicBezTo>
                  <a:pt x="3407385" y="75962"/>
                  <a:pt x="3427370" y="67005"/>
                  <a:pt x="3446586" y="67005"/>
                </a:cubicBezTo>
                <a:cubicBezTo>
                  <a:pt x="3467083" y="67005"/>
                  <a:pt x="3479125" y="78265"/>
                  <a:pt x="3482202" y="96178"/>
                </a:cubicBezTo>
                <a:cubicBezTo>
                  <a:pt x="3484762" y="96945"/>
                  <a:pt x="3487323" y="96945"/>
                  <a:pt x="3489888" y="95412"/>
                </a:cubicBezTo>
                <a:cubicBezTo>
                  <a:pt x="3489888" y="84919"/>
                  <a:pt x="3489376" y="74172"/>
                  <a:pt x="3486811" y="62650"/>
                </a:cubicBezTo>
                <a:cubicBezTo>
                  <a:pt x="3477076" y="62650"/>
                  <a:pt x="3465547" y="58549"/>
                  <a:pt x="3445049" y="58549"/>
                </a:cubicBezTo>
                <a:cubicBezTo>
                  <a:pt x="3411228" y="58549"/>
                  <a:pt x="3385093" y="84149"/>
                  <a:pt x="3385093" y="121512"/>
                </a:cubicBezTo>
                <a:cubicBezTo>
                  <a:pt x="3385093" y="137889"/>
                  <a:pt x="3390218" y="155290"/>
                  <a:pt x="3402772" y="166804"/>
                </a:cubicBezTo>
                <a:cubicBezTo>
                  <a:pt x="3413022" y="176281"/>
                  <a:pt x="3427370" y="181402"/>
                  <a:pt x="3446328" y="181402"/>
                </a:cubicBezTo>
                <a:close/>
                <a:moveTo>
                  <a:pt x="3526011" y="151940"/>
                </a:moveTo>
                <a:cubicBezTo>
                  <a:pt x="3520889" y="163242"/>
                  <a:pt x="3517812" y="169662"/>
                  <a:pt x="3504235" y="170948"/>
                </a:cubicBezTo>
                <a:cubicBezTo>
                  <a:pt x="3502698" y="172485"/>
                  <a:pt x="3502698" y="177864"/>
                  <a:pt x="3504235" y="179400"/>
                </a:cubicBezTo>
                <a:cubicBezTo>
                  <a:pt x="3508848" y="179146"/>
                  <a:pt x="3514481" y="178888"/>
                  <a:pt x="3521143" y="178888"/>
                </a:cubicBezTo>
                <a:cubicBezTo>
                  <a:pt x="3528063" y="178888"/>
                  <a:pt x="3537798" y="179146"/>
                  <a:pt x="3545742" y="179400"/>
                </a:cubicBezTo>
                <a:cubicBezTo>
                  <a:pt x="3547278" y="177864"/>
                  <a:pt x="3547278" y="172485"/>
                  <a:pt x="3545742" y="170948"/>
                </a:cubicBezTo>
                <a:cubicBezTo>
                  <a:pt x="3531906" y="169920"/>
                  <a:pt x="3530112" y="166581"/>
                  <a:pt x="3536003" y="153738"/>
                </a:cubicBezTo>
                <a:lnTo>
                  <a:pt x="3540875" y="142694"/>
                </a:lnTo>
                <a:cubicBezTo>
                  <a:pt x="3541899" y="140896"/>
                  <a:pt x="3542411" y="139867"/>
                  <a:pt x="3546508" y="139867"/>
                </a:cubicBezTo>
                <a:lnTo>
                  <a:pt x="3594423" y="139867"/>
                </a:lnTo>
                <a:lnTo>
                  <a:pt x="3599803" y="153738"/>
                </a:lnTo>
                <a:cubicBezTo>
                  <a:pt x="3605441" y="167609"/>
                  <a:pt x="3605695" y="169662"/>
                  <a:pt x="3591859" y="170948"/>
                </a:cubicBezTo>
                <a:cubicBezTo>
                  <a:pt x="3590322" y="172485"/>
                  <a:pt x="3590322" y="177864"/>
                  <a:pt x="3591859" y="179400"/>
                </a:cubicBezTo>
                <a:cubicBezTo>
                  <a:pt x="3600827" y="179146"/>
                  <a:pt x="3610820" y="178888"/>
                  <a:pt x="3619018" y="178888"/>
                </a:cubicBezTo>
                <a:cubicBezTo>
                  <a:pt x="3626704" y="178888"/>
                  <a:pt x="3634136" y="179146"/>
                  <a:pt x="3641565" y="179400"/>
                </a:cubicBezTo>
                <a:cubicBezTo>
                  <a:pt x="3643101" y="177864"/>
                  <a:pt x="3643101" y="172485"/>
                  <a:pt x="3641565" y="170948"/>
                </a:cubicBezTo>
                <a:cubicBezTo>
                  <a:pt x="3627987" y="169150"/>
                  <a:pt x="3627217" y="167093"/>
                  <a:pt x="3621067" y="152198"/>
                </a:cubicBezTo>
                <a:lnTo>
                  <a:pt x="3581612" y="55574"/>
                </a:lnTo>
                <a:cubicBezTo>
                  <a:pt x="3577769" y="57623"/>
                  <a:pt x="3572902" y="59675"/>
                  <a:pt x="3567776" y="60441"/>
                </a:cubicBezTo>
                <a:lnTo>
                  <a:pt x="3526011" y="151940"/>
                </a:lnTo>
                <a:moveTo>
                  <a:pt x="3591347" y="131157"/>
                </a:moveTo>
                <a:lnTo>
                  <a:pt x="3552658" y="131157"/>
                </a:lnTo>
                <a:cubicBezTo>
                  <a:pt x="3547533" y="131157"/>
                  <a:pt x="3548049" y="127572"/>
                  <a:pt x="3550097" y="122704"/>
                </a:cubicBezTo>
                <a:lnTo>
                  <a:pt x="3569058" y="79403"/>
                </a:lnTo>
                <a:lnTo>
                  <a:pt x="3570849" y="79145"/>
                </a:lnTo>
                <a:lnTo>
                  <a:pt x="3591347" y="131157"/>
                </a:lnTo>
                <a:close/>
                <a:moveTo>
                  <a:pt x="3730983" y="64187"/>
                </a:moveTo>
                <a:cubicBezTo>
                  <a:pt x="3724580" y="64187"/>
                  <a:pt x="3717918" y="58549"/>
                  <a:pt x="3697162" y="58549"/>
                </a:cubicBezTo>
                <a:cubicBezTo>
                  <a:pt x="3679229" y="58549"/>
                  <a:pt x="3659244" y="68796"/>
                  <a:pt x="3659244" y="89778"/>
                </a:cubicBezTo>
                <a:cubicBezTo>
                  <a:pt x="3659244" y="108458"/>
                  <a:pt x="3679229" y="118435"/>
                  <a:pt x="3689734" y="123299"/>
                </a:cubicBezTo>
                <a:cubicBezTo>
                  <a:pt x="3706389" y="130973"/>
                  <a:pt x="3717406" y="136861"/>
                  <a:pt x="3717406" y="151443"/>
                </a:cubicBezTo>
                <a:cubicBezTo>
                  <a:pt x="3717406" y="166284"/>
                  <a:pt x="3710486" y="173450"/>
                  <a:pt x="3695372" y="173450"/>
                </a:cubicBezTo>
                <a:cubicBezTo>
                  <a:pt x="3681024" y="173521"/>
                  <a:pt x="3669494" y="165326"/>
                  <a:pt x="3664881" y="142538"/>
                </a:cubicBezTo>
                <a:cubicBezTo>
                  <a:pt x="3661550" y="141771"/>
                  <a:pt x="3659244" y="142025"/>
                  <a:pt x="3656683" y="143050"/>
                </a:cubicBezTo>
                <a:cubicBezTo>
                  <a:pt x="3657195" y="160975"/>
                  <a:pt x="3657707" y="170960"/>
                  <a:pt x="3659502" y="179150"/>
                </a:cubicBezTo>
                <a:cubicBezTo>
                  <a:pt x="3662320" y="178130"/>
                  <a:pt x="3664881" y="177618"/>
                  <a:pt x="3667954" y="177618"/>
                </a:cubicBezTo>
                <a:cubicBezTo>
                  <a:pt x="3672825" y="177547"/>
                  <a:pt x="3680253" y="181903"/>
                  <a:pt x="3699981" y="181903"/>
                </a:cubicBezTo>
                <a:cubicBezTo>
                  <a:pt x="3722785" y="181903"/>
                  <a:pt x="3737391" y="167820"/>
                  <a:pt x="3737391" y="145814"/>
                </a:cubicBezTo>
                <a:cubicBezTo>
                  <a:pt x="3737391" y="125856"/>
                  <a:pt x="3714075" y="114342"/>
                  <a:pt x="3701775" y="108458"/>
                </a:cubicBezTo>
                <a:cubicBezTo>
                  <a:pt x="3688964" y="102316"/>
                  <a:pt x="3676922" y="95920"/>
                  <a:pt x="3676922" y="85173"/>
                </a:cubicBezTo>
                <a:cubicBezTo>
                  <a:pt x="3676922" y="74172"/>
                  <a:pt x="3684096" y="67005"/>
                  <a:pt x="3697420" y="67005"/>
                </a:cubicBezTo>
                <a:cubicBezTo>
                  <a:pt x="3709974" y="67005"/>
                  <a:pt x="3721249" y="75450"/>
                  <a:pt x="3725092" y="91827"/>
                </a:cubicBezTo>
                <a:cubicBezTo>
                  <a:pt x="3727398" y="92593"/>
                  <a:pt x="3729705" y="92593"/>
                  <a:pt x="3732008" y="91315"/>
                </a:cubicBezTo>
                <a:cubicBezTo>
                  <a:pt x="3732520" y="83895"/>
                  <a:pt x="3732520" y="73914"/>
                  <a:pt x="3730983" y="641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606224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2026-09-05T14:21:31.5360000Z</dcterms:created>
  <dcterms:modified xsi:type="dcterms:W3CDTF">2026-09-05T14:21:31.5370000Z</dcterms:modified>
</coreProperties>
</file>