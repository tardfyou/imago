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ee883e6844dec" /><Relationship Type="http://schemas.openxmlformats.org/officeDocument/2006/relationships/extended-properties" Target="/docProps/app.xml" Id="R059db2d9d6cb4b81" /><Relationship Type="http://schemas.openxmlformats.org/officeDocument/2006/relationships/officeDocument" Target="/ppt/presentation.xml" Id="R2bc3059ed62449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03a9696bac452a"/>
  </p:sldMasterIdLst>
  <p:notesMasterIdLst>
    <p:notesMasterId xmlns:r="http://schemas.openxmlformats.org/officeDocument/2006/relationships" r:id="R6a51c0e64f3d4265"/>
  </p:notesMasterIdLst>
  <p:sldIdLst>
    <p:sldId xmlns:r="http://schemas.openxmlformats.org/officeDocument/2006/relationships" id="256" r:id="R93b48238ba5c47e7"/>
  </p:sldIdLst>
  <p:sldSz cx="6829425" cy="8943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5f8475391442b" /><Relationship Type="http://schemas.openxmlformats.org/officeDocument/2006/relationships/slideMaster" Target="/ppt/slideMasters/slideMaster1.xml" Id="R9c03a9696bac452a" /><Relationship Type="http://schemas.openxmlformats.org/officeDocument/2006/relationships/notesMaster" Target="/ppt/notesMasters/notesMaster1.xml" Id="R6a51c0e64f3d4265" /><Relationship Type="http://schemas.openxmlformats.org/officeDocument/2006/relationships/presProps" Target="/ppt/presProps.xml" Id="R0dc6db45dc9241dd" /><Relationship Type="http://schemas.openxmlformats.org/officeDocument/2006/relationships/tableStyles" Target="/ppt/tableStyles.xml" Id="Rc321ecabcfbc440b" /><Relationship Type="http://schemas.openxmlformats.org/officeDocument/2006/relationships/slide" Target="/ppt/slides/slide1.xml" Id="R93b48238ba5c47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3e0f88517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0e83d7de846de" /><Relationship Type="http://schemas.openxmlformats.org/officeDocument/2006/relationships/notesMaster" Target="/ppt/notesMasters/notesMaster1.xml" Id="Rc54279581111408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素材ID：SE-033</ns1:t>
            </ns1:r>
          </ns1:p>
          <ns1:p>
            <ns1:r>
              <ns1:t>论文：Interactive Cross-Language Pointer Analysis for Resolving Native Code in Java Programs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借鉴点：两个纵向分析栈共享统一模型，以请求/回复双向连接Java与C的调用分析、JNI处理器和指针分析核心。</ns1:t>
            </ns1:r>
          </ns1:p>
          <ns1:p>
            <ns1:r>
              <ns1:t>论文URL：https://silverbullettt.bitbucket.io/papers/icse2025b.pdf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d374debfd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8c74ff89441ce" /><Relationship Type="http://schemas.openxmlformats.org/officeDocument/2006/relationships/slideLayout" Target="/ppt/slideLayouts/slideLayout1.xml" Id="R316a53939fb844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6a53939fb844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9987f4444dc1" /><Relationship Type="http://schemas.openxmlformats.org/officeDocument/2006/relationships/image" Target="/ppt/media/image.png" Id="R4137d06ad47b41b0" /><Relationship Type="http://schemas.openxmlformats.org/officeDocument/2006/relationships/image" Target="/ppt/media/image2.png" Id="R5b0d5a0f17c74a88" /><Relationship Type="http://schemas.openxmlformats.org/officeDocument/2006/relationships/image" Target="/ppt/media/image3.png" Id="Rdeb80aeb020541b1" /><Relationship Type="http://schemas.openxmlformats.org/officeDocument/2006/relationships/notesSlide" Target="/ppt/notesSlides/notesSlide1.xml" Id="Re49decfa55414f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D8FE3-E36F-4A7E-B007-D8B455C4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078"/>
            <a:ext cx="6829425" cy="8899897"/>
          </a:xfrm>
          <a:custGeom xmlns:a="http://schemas.openxmlformats.org/drawingml/2006/main">
            <a:pathLst>
              <a:path w="6829425" h="8899897">
                <a:moveTo>
                  <a:pt x="6829425" y="0"/>
                </a:moveTo>
                <a:lnTo>
                  <a:pt x="6829425" y="8899897"/>
                </a:lnTo>
                <a:lnTo>
                  <a:pt x="0" y="8899897"/>
                </a:lnTo>
                <a:lnTo>
                  <a:pt x="0" y="0"/>
                </a:lnTo>
                <a:lnTo>
                  <a:pt x="682942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7d06ad47b41b0"/>
          <a:stretch xmlns:a="http://schemas.openxmlformats.org/drawingml/2006/main"/>
        </p:blipFill>
        <p:spPr>
          <a:xfrm xmlns:a="http://schemas.openxmlformats.org/drawingml/2006/main">
            <a:off x="21845" y="725306"/>
            <a:ext cx="6804823" cy="7554567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C51FE-ACE9-40A0-ACA9-C45874C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" y="759910"/>
            <a:ext cx="6721580" cy="7440578"/>
          </a:xfrm>
          <a:custGeom xmlns:a="http://schemas.openxmlformats.org/drawingml/2006/main">
            <a:pathLst>
              <a:path w="6721580" h="7440578">
                <a:moveTo>
                  <a:pt x="0" y="335977"/>
                </a:moveTo>
                <a:cubicBezTo>
                  <a:pt x="0" y="150404"/>
                  <a:pt x="150404" y="0"/>
                  <a:pt x="335977" y="0"/>
                </a:cubicBezTo>
                <a:lnTo>
                  <a:pt x="6385716" y="0"/>
                </a:lnTo>
                <a:cubicBezTo>
                  <a:pt x="6571176" y="0"/>
                  <a:pt x="6721580" y="150404"/>
                  <a:pt x="6721580" y="335977"/>
                </a:cubicBezTo>
                <a:lnTo>
                  <a:pt x="6721580" y="7104600"/>
                </a:lnTo>
                <a:cubicBezTo>
                  <a:pt x="6721580" y="7290174"/>
                  <a:pt x="6571176" y="7440578"/>
                  <a:pt x="6385716" y="7440578"/>
                </a:cubicBezTo>
                <a:lnTo>
                  <a:pt x="335977" y="7440578"/>
                </a:lnTo>
                <a:cubicBezTo>
                  <a:pt x="150404" y="7440578"/>
                  <a:pt x="0" y="7290174"/>
                  <a:pt x="0" y="7104600"/>
                </a:cubicBezTo>
                <a:lnTo>
                  <a:pt x="0" y="3359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187D3-8B2B-4812-AA0A-C09AAB61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" y="759910"/>
            <a:ext cx="6721580" cy="7440578"/>
          </a:xfrm>
          <a:custGeom xmlns:a="http://schemas.openxmlformats.org/drawingml/2006/main">
            <a:pathLst>
              <a:path w="6721580" h="7440578" fill="none">
                <a:moveTo>
                  <a:pt x="0" y="335977"/>
                </a:moveTo>
                <a:cubicBezTo>
                  <a:pt x="0" y="150404"/>
                  <a:pt x="150404" y="0"/>
                  <a:pt x="335977" y="0"/>
                </a:cubicBezTo>
                <a:lnTo>
                  <a:pt x="6385716" y="0"/>
                </a:lnTo>
                <a:cubicBezTo>
                  <a:pt x="6571176" y="0"/>
                  <a:pt x="6721580" y="150404"/>
                  <a:pt x="6721580" y="335977"/>
                </a:cubicBezTo>
                <a:lnTo>
                  <a:pt x="6721580" y="7104600"/>
                </a:lnTo>
                <a:cubicBezTo>
                  <a:pt x="6721580" y="7290174"/>
                  <a:pt x="6571176" y="7440578"/>
                  <a:pt x="6385716" y="7440578"/>
                </a:cubicBezTo>
                <a:lnTo>
                  <a:pt x="335977" y="7440578"/>
                </a:lnTo>
                <a:cubicBezTo>
                  <a:pt x="150404" y="7440578"/>
                  <a:pt x="0" y="7290174"/>
                  <a:pt x="0" y="7104600"/>
                </a:cubicBezTo>
                <a:lnTo>
                  <a:pt x="0" y="335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617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415DA-3ECF-430F-9056-D4B878A9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80" y="1644013"/>
            <a:ext cx="2853827" cy="6413308"/>
          </a:xfrm>
          <a:custGeom xmlns:a="http://schemas.openxmlformats.org/drawingml/2006/main">
            <a:pathLst>
              <a:path w="2853827" h="6413308" fill="none">
                <a:moveTo>
                  <a:pt x="0" y="6413308"/>
                </a:moveTo>
                <a:lnTo>
                  <a:pt x="2853827" y="6413308"/>
                </a:lnTo>
                <a:lnTo>
                  <a:pt x="2853827" y="0"/>
                </a:lnTo>
                <a:lnTo>
                  <a:pt x="0" y="0"/>
                </a:lnTo>
                <a:lnTo>
                  <a:pt x="0" y="6413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1ED9D-0D66-41EE-BDD1-A4DF88C0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80" y="1197551"/>
            <a:ext cx="2853827" cy="446462"/>
          </a:xfrm>
          <a:custGeom xmlns:a="http://schemas.openxmlformats.org/drawingml/2006/main">
            <a:pathLst>
              <a:path w="2853827" h="446462" fill="none">
                <a:moveTo>
                  <a:pt x="0" y="446462"/>
                </a:moveTo>
                <a:lnTo>
                  <a:pt x="2853827" y="446462"/>
                </a:lnTo>
                <a:lnTo>
                  <a:pt x="2853827" y="0"/>
                </a:lnTo>
                <a:lnTo>
                  <a:pt x="0" y="0"/>
                </a:lnTo>
                <a:lnTo>
                  <a:pt x="0" y="4464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7" name="Text JavaPointerAnalysis">
            <a:extLst xmlns:a="http://schemas.openxmlformats.org/drawingml/2006/main">
              <a:ext uri="{FF2B5EF4-FFF2-40B4-BE49-F238E27FC236}">
                <a16:creationId xmlns:a16="http://schemas.microsoft.com/office/drawing/2014/main" id="{27F72F93-C41F-438D-8410-4B325646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99" y="1327419"/>
            <a:ext cx="2255967" cy="232974"/>
          </a:xfrm>
          <a:custGeom xmlns:a="http://schemas.openxmlformats.org/drawingml/2006/main">
            <a:pathLst>
              <a:path w="2255967" h="232974">
                <a:moveTo>
                  <a:pt x="63213" y="141534"/>
                </a:moveTo>
                <a:cubicBezTo>
                  <a:pt x="63213" y="148336"/>
                  <a:pt x="62595" y="154565"/>
                  <a:pt x="61358" y="160219"/>
                </a:cubicBezTo>
                <a:cubicBezTo>
                  <a:pt x="60121" y="165874"/>
                  <a:pt x="58001" y="170689"/>
                  <a:pt x="54997" y="174664"/>
                </a:cubicBezTo>
                <a:cubicBezTo>
                  <a:pt x="51993" y="178640"/>
                  <a:pt x="48039" y="181710"/>
                  <a:pt x="43136" y="183874"/>
                </a:cubicBezTo>
                <a:cubicBezTo>
                  <a:pt x="38233" y="186039"/>
                  <a:pt x="32159" y="187121"/>
                  <a:pt x="24914" y="187121"/>
                </a:cubicBezTo>
                <a:cubicBezTo>
                  <a:pt x="22440" y="187121"/>
                  <a:pt x="19989" y="186922"/>
                  <a:pt x="17559" y="186525"/>
                </a:cubicBezTo>
                <a:cubicBezTo>
                  <a:pt x="15130" y="186127"/>
                  <a:pt x="12899" y="185597"/>
                  <a:pt x="10867" y="184935"/>
                </a:cubicBezTo>
                <a:cubicBezTo>
                  <a:pt x="8835" y="184272"/>
                  <a:pt x="7068" y="183565"/>
                  <a:pt x="5566" y="182814"/>
                </a:cubicBezTo>
                <a:cubicBezTo>
                  <a:pt x="4064" y="182063"/>
                  <a:pt x="3070" y="181423"/>
                  <a:pt x="2584" y="180893"/>
                </a:cubicBezTo>
                <a:cubicBezTo>
                  <a:pt x="2098" y="180363"/>
                  <a:pt x="1701" y="179833"/>
                  <a:pt x="1391" y="179302"/>
                </a:cubicBezTo>
                <a:cubicBezTo>
                  <a:pt x="1082" y="178772"/>
                  <a:pt x="817" y="178132"/>
                  <a:pt x="596" y="177381"/>
                </a:cubicBezTo>
                <a:cubicBezTo>
                  <a:pt x="375" y="176630"/>
                  <a:pt x="221" y="175702"/>
                  <a:pt x="133" y="174598"/>
                </a:cubicBezTo>
                <a:cubicBezTo>
                  <a:pt x="44" y="173494"/>
                  <a:pt x="0" y="172146"/>
                  <a:pt x="0" y="170556"/>
                </a:cubicBezTo>
                <a:cubicBezTo>
                  <a:pt x="0" y="168612"/>
                  <a:pt x="66" y="167000"/>
                  <a:pt x="199" y="165719"/>
                </a:cubicBezTo>
                <a:cubicBezTo>
                  <a:pt x="331" y="164438"/>
                  <a:pt x="574" y="163422"/>
                  <a:pt x="928" y="162671"/>
                </a:cubicBezTo>
                <a:cubicBezTo>
                  <a:pt x="1281" y="161920"/>
                  <a:pt x="1701" y="161390"/>
                  <a:pt x="2187" y="161081"/>
                </a:cubicBezTo>
                <a:cubicBezTo>
                  <a:pt x="2673" y="160771"/>
                  <a:pt x="3269" y="160617"/>
                  <a:pt x="3976" y="160617"/>
                </a:cubicBezTo>
                <a:cubicBezTo>
                  <a:pt x="4682" y="160617"/>
                  <a:pt x="5588" y="160948"/>
                  <a:pt x="6692" y="161611"/>
                </a:cubicBezTo>
                <a:cubicBezTo>
                  <a:pt x="7797" y="162273"/>
                  <a:pt x="9122" y="163002"/>
                  <a:pt x="10668" y="163797"/>
                </a:cubicBezTo>
                <a:cubicBezTo>
                  <a:pt x="12214" y="164592"/>
                  <a:pt x="14003" y="165321"/>
                  <a:pt x="16035" y="165984"/>
                </a:cubicBezTo>
                <a:cubicBezTo>
                  <a:pt x="18067" y="166647"/>
                  <a:pt x="20453" y="166978"/>
                  <a:pt x="23191" y="166978"/>
                </a:cubicBezTo>
                <a:cubicBezTo>
                  <a:pt x="26195" y="166978"/>
                  <a:pt x="28757" y="166602"/>
                  <a:pt x="30878" y="165851"/>
                </a:cubicBezTo>
                <a:cubicBezTo>
                  <a:pt x="32998" y="165100"/>
                  <a:pt x="34765" y="163709"/>
                  <a:pt x="36179" y="161677"/>
                </a:cubicBezTo>
                <a:cubicBezTo>
                  <a:pt x="37592" y="159645"/>
                  <a:pt x="38652" y="156840"/>
                  <a:pt x="39359" y="153262"/>
                </a:cubicBezTo>
                <a:cubicBezTo>
                  <a:pt x="40066" y="149684"/>
                  <a:pt x="40419" y="145023"/>
                  <a:pt x="40419" y="139281"/>
                </a:cubicBezTo>
                <a:lnTo>
                  <a:pt x="40419" y="16565"/>
                </a:lnTo>
                <a:cubicBezTo>
                  <a:pt x="40419" y="15947"/>
                  <a:pt x="40596" y="15373"/>
                  <a:pt x="40949" y="14842"/>
                </a:cubicBezTo>
                <a:cubicBezTo>
                  <a:pt x="41303" y="14312"/>
                  <a:pt x="41921" y="13871"/>
                  <a:pt x="42805" y="13517"/>
                </a:cubicBezTo>
                <a:cubicBezTo>
                  <a:pt x="43688" y="13164"/>
                  <a:pt x="44859" y="12899"/>
                  <a:pt x="46316" y="12722"/>
                </a:cubicBezTo>
                <a:cubicBezTo>
                  <a:pt x="47774" y="12545"/>
                  <a:pt x="49607" y="12457"/>
                  <a:pt x="51816" y="12457"/>
                </a:cubicBezTo>
                <a:cubicBezTo>
                  <a:pt x="53937" y="12457"/>
                  <a:pt x="55748" y="12545"/>
                  <a:pt x="57250" y="12722"/>
                </a:cubicBezTo>
                <a:cubicBezTo>
                  <a:pt x="58751" y="12899"/>
                  <a:pt x="59922" y="13164"/>
                  <a:pt x="60761" y="13517"/>
                </a:cubicBezTo>
                <a:cubicBezTo>
                  <a:pt x="61601" y="13871"/>
                  <a:pt x="62219" y="14312"/>
                  <a:pt x="62617" y="14842"/>
                </a:cubicBezTo>
                <a:cubicBezTo>
                  <a:pt x="63014" y="15373"/>
                  <a:pt x="63213" y="15947"/>
                  <a:pt x="63213" y="16565"/>
                </a:cubicBezTo>
                <a:lnTo>
                  <a:pt x="63213" y="141534"/>
                </a:lnTo>
                <a:close/>
                <a:moveTo>
                  <a:pt x="195777" y="181555"/>
                </a:moveTo>
                <a:cubicBezTo>
                  <a:pt x="195777" y="182616"/>
                  <a:pt x="195423" y="183411"/>
                  <a:pt x="194717" y="183941"/>
                </a:cubicBezTo>
                <a:cubicBezTo>
                  <a:pt x="194010" y="184471"/>
                  <a:pt x="193038" y="184868"/>
                  <a:pt x="191801" y="185133"/>
                </a:cubicBezTo>
                <a:cubicBezTo>
                  <a:pt x="190564" y="185398"/>
                  <a:pt x="188753" y="185531"/>
                  <a:pt x="186368" y="185531"/>
                </a:cubicBezTo>
                <a:cubicBezTo>
                  <a:pt x="184071" y="185531"/>
                  <a:pt x="182237" y="185398"/>
                  <a:pt x="180868" y="185133"/>
                </a:cubicBezTo>
                <a:cubicBezTo>
                  <a:pt x="179499" y="184868"/>
                  <a:pt x="178505" y="184471"/>
                  <a:pt x="177886" y="183941"/>
                </a:cubicBezTo>
                <a:cubicBezTo>
                  <a:pt x="177268" y="183411"/>
                  <a:pt x="176959" y="182616"/>
                  <a:pt x="176959" y="181555"/>
                </a:cubicBezTo>
                <a:lnTo>
                  <a:pt x="176959" y="169628"/>
                </a:lnTo>
                <a:cubicBezTo>
                  <a:pt x="171746" y="175194"/>
                  <a:pt x="165937" y="179545"/>
                  <a:pt x="159532" y="182682"/>
                </a:cubicBezTo>
                <a:cubicBezTo>
                  <a:pt x="153127" y="185818"/>
                  <a:pt x="146346" y="187386"/>
                  <a:pt x="139190" y="187386"/>
                </a:cubicBezTo>
                <a:cubicBezTo>
                  <a:pt x="132917" y="187386"/>
                  <a:pt x="127241" y="186566"/>
                  <a:pt x="122161" y="184926"/>
                </a:cubicBezTo>
                <a:cubicBezTo>
                  <a:pt x="117081" y="183286"/>
                  <a:pt x="112752" y="180915"/>
                  <a:pt x="109174" y="177812"/>
                </a:cubicBezTo>
                <a:cubicBezTo>
                  <a:pt x="105595" y="174708"/>
                  <a:pt x="102812" y="170897"/>
                  <a:pt x="100825" y="166377"/>
                </a:cubicBezTo>
                <a:cubicBezTo>
                  <a:pt x="98837" y="161855"/>
                  <a:pt x="97843" y="156712"/>
                  <a:pt x="97843" y="150947"/>
                </a:cubicBezTo>
                <a:cubicBezTo>
                  <a:pt x="97843" y="144210"/>
                  <a:pt x="99212" y="138360"/>
                  <a:pt x="101951" y="133396"/>
                </a:cubicBezTo>
                <a:cubicBezTo>
                  <a:pt x="104690" y="128429"/>
                  <a:pt x="108621" y="124306"/>
                  <a:pt x="113746" y="121026"/>
                </a:cubicBezTo>
                <a:cubicBezTo>
                  <a:pt x="118870" y="117746"/>
                  <a:pt x="125142" y="115286"/>
                  <a:pt x="132564" y="113646"/>
                </a:cubicBezTo>
                <a:cubicBezTo>
                  <a:pt x="139985" y="112006"/>
                  <a:pt x="148334" y="111186"/>
                  <a:pt x="157610" y="111186"/>
                </a:cubicBezTo>
                <a:lnTo>
                  <a:pt x="174043" y="111186"/>
                </a:lnTo>
                <a:lnTo>
                  <a:pt x="174043" y="101943"/>
                </a:lnTo>
                <a:cubicBezTo>
                  <a:pt x="174043" y="97365"/>
                  <a:pt x="173557" y="93316"/>
                  <a:pt x="172585" y="89796"/>
                </a:cubicBezTo>
                <a:cubicBezTo>
                  <a:pt x="171614" y="86273"/>
                  <a:pt x="170045" y="83345"/>
                  <a:pt x="167881" y="81012"/>
                </a:cubicBezTo>
                <a:cubicBezTo>
                  <a:pt x="165716" y="78679"/>
                  <a:pt x="162911" y="76919"/>
                  <a:pt x="159466" y="75732"/>
                </a:cubicBezTo>
                <a:cubicBezTo>
                  <a:pt x="156020" y="74542"/>
                  <a:pt x="151779" y="73947"/>
                  <a:pt x="146744" y="73947"/>
                </a:cubicBezTo>
                <a:cubicBezTo>
                  <a:pt x="141354" y="73947"/>
                  <a:pt x="136517" y="74581"/>
                  <a:pt x="132232" y="75848"/>
                </a:cubicBezTo>
                <a:cubicBezTo>
                  <a:pt x="127947" y="77115"/>
                  <a:pt x="124193" y="78514"/>
                  <a:pt x="120968" y="80043"/>
                </a:cubicBezTo>
                <a:cubicBezTo>
                  <a:pt x="117743" y="81573"/>
                  <a:pt x="115049" y="82971"/>
                  <a:pt x="112884" y="84239"/>
                </a:cubicBezTo>
                <a:cubicBezTo>
                  <a:pt x="110720" y="85506"/>
                  <a:pt x="109107" y="86139"/>
                  <a:pt x="108047" y="86139"/>
                </a:cubicBezTo>
                <a:cubicBezTo>
                  <a:pt x="107340" y="86139"/>
                  <a:pt x="106722" y="85963"/>
                  <a:pt x="106192" y="85609"/>
                </a:cubicBezTo>
                <a:cubicBezTo>
                  <a:pt x="105662" y="85256"/>
                  <a:pt x="105198" y="84726"/>
                  <a:pt x="104800" y="84019"/>
                </a:cubicBezTo>
                <a:cubicBezTo>
                  <a:pt x="104403" y="83312"/>
                  <a:pt x="104116" y="82407"/>
                  <a:pt x="103939" y="81302"/>
                </a:cubicBezTo>
                <a:cubicBezTo>
                  <a:pt x="103762" y="80198"/>
                  <a:pt x="103674" y="78983"/>
                  <a:pt x="103674" y="77658"/>
                </a:cubicBezTo>
                <a:cubicBezTo>
                  <a:pt x="103674" y="75449"/>
                  <a:pt x="103828" y="73704"/>
                  <a:pt x="104138" y="72423"/>
                </a:cubicBezTo>
                <a:cubicBezTo>
                  <a:pt x="104447" y="71142"/>
                  <a:pt x="105198" y="69928"/>
                  <a:pt x="106391" y="68779"/>
                </a:cubicBezTo>
                <a:cubicBezTo>
                  <a:pt x="107583" y="67630"/>
                  <a:pt x="109637" y="66293"/>
                  <a:pt x="112553" y="64766"/>
                </a:cubicBezTo>
                <a:cubicBezTo>
                  <a:pt x="115468" y="63237"/>
                  <a:pt x="118826" y="61840"/>
                  <a:pt x="122625" y="60575"/>
                </a:cubicBezTo>
                <a:cubicBezTo>
                  <a:pt x="126423" y="59311"/>
                  <a:pt x="130576" y="58264"/>
                  <a:pt x="135082" y="57436"/>
                </a:cubicBezTo>
                <a:cubicBezTo>
                  <a:pt x="139587" y="56605"/>
                  <a:pt x="144137" y="56189"/>
                  <a:pt x="148731" y="56189"/>
                </a:cubicBezTo>
                <a:cubicBezTo>
                  <a:pt x="157301" y="56189"/>
                  <a:pt x="164590" y="57161"/>
                  <a:pt x="170598" y="59105"/>
                </a:cubicBezTo>
                <a:cubicBezTo>
                  <a:pt x="176605" y="61049"/>
                  <a:pt x="181464" y="63898"/>
                  <a:pt x="185175" y="67653"/>
                </a:cubicBezTo>
                <a:cubicBezTo>
                  <a:pt x="188886" y="71407"/>
                  <a:pt x="191580" y="76068"/>
                  <a:pt x="193259" y="81634"/>
                </a:cubicBezTo>
                <a:cubicBezTo>
                  <a:pt x="194937" y="87200"/>
                  <a:pt x="195777" y="93693"/>
                  <a:pt x="195777" y="101114"/>
                </a:cubicBezTo>
                <a:lnTo>
                  <a:pt x="195777" y="181555"/>
                </a:lnTo>
                <a:moveTo>
                  <a:pt x="174043" y="126956"/>
                </a:moveTo>
                <a:lnTo>
                  <a:pt x="155357" y="126956"/>
                </a:lnTo>
                <a:cubicBezTo>
                  <a:pt x="149350" y="126956"/>
                  <a:pt x="144137" y="127468"/>
                  <a:pt x="139720" y="128493"/>
                </a:cubicBezTo>
                <a:cubicBezTo>
                  <a:pt x="135302" y="129514"/>
                  <a:pt x="131636" y="131024"/>
                  <a:pt x="128721" y="133023"/>
                </a:cubicBezTo>
                <a:cubicBezTo>
                  <a:pt x="125805" y="135022"/>
                  <a:pt x="123663" y="137423"/>
                  <a:pt x="122293" y="140225"/>
                </a:cubicBezTo>
                <a:cubicBezTo>
                  <a:pt x="120924" y="143025"/>
                  <a:pt x="120239" y="146246"/>
                  <a:pt x="120239" y="149891"/>
                </a:cubicBezTo>
                <a:cubicBezTo>
                  <a:pt x="120239" y="156114"/>
                  <a:pt x="122205" y="161070"/>
                  <a:pt x="126136" y="164758"/>
                </a:cubicBezTo>
                <a:cubicBezTo>
                  <a:pt x="130068" y="168447"/>
                  <a:pt x="135568" y="170291"/>
                  <a:pt x="142635" y="170291"/>
                </a:cubicBezTo>
                <a:cubicBezTo>
                  <a:pt x="148378" y="170291"/>
                  <a:pt x="153701" y="168825"/>
                  <a:pt x="158604" y="165893"/>
                </a:cubicBezTo>
                <a:cubicBezTo>
                  <a:pt x="163508" y="162958"/>
                  <a:pt x="168654" y="158469"/>
                  <a:pt x="174043" y="152425"/>
                </a:cubicBezTo>
                <a:lnTo>
                  <a:pt x="174043" y="126956"/>
                </a:lnTo>
                <a:close/>
                <a:moveTo>
                  <a:pt x="330203" y="61888"/>
                </a:moveTo>
                <a:cubicBezTo>
                  <a:pt x="330203" y="62241"/>
                  <a:pt x="330181" y="62617"/>
                  <a:pt x="330137" y="63014"/>
                </a:cubicBezTo>
                <a:cubicBezTo>
                  <a:pt x="330092" y="63412"/>
                  <a:pt x="330026" y="63832"/>
                  <a:pt x="329938" y="64273"/>
                </a:cubicBezTo>
                <a:cubicBezTo>
                  <a:pt x="329849" y="64715"/>
                  <a:pt x="329739" y="65201"/>
                  <a:pt x="329606" y="65731"/>
                </a:cubicBezTo>
                <a:cubicBezTo>
                  <a:pt x="329474" y="66261"/>
                  <a:pt x="329319" y="66835"/>
                  <a:pt x="329143" y="67454"/>
                </a:cubicBezTo>
                <a:lnTo>
                  <a:pt x="288458" y="180760"/>
                </a:lnTo>
                <a:cubicBezTo>
                  <a:pt x="288105" y="181732"/>
                  <a:pt x="287641" y="182527"/>
                  <a:pt x="287067" y="183146"/>
                </a:cubicBezTo>
                <a:cubicBezTo>
                  <a:pt x="286493" y="183764"/>
                  <a:pt x="285631" y="184250"/>
                  <a:pt x="284483" y="184603"/>
                </a:cubicBezTo>
                <a:cubicBezTo>
                  <a:pt x="283334" y="184957"/>
                  <a:pt x="281876" y="185200"/>
                  <a:pt x="280109" y="185332"/>
                </a:cubicBezTo>
                <a:cubicBezTo>
                  <a:pt x="278342" y="185465"/>
                  <a:pt x="276134" y="185531"/>
                  <a:pt x="273483" y="185531"/>
                </a:cubicBezTo>
                <a:cubicBezTo>
                  <a:pt x="270833" y="185531"/>
                  <a:pt x="268624" y="185443"/>
                  <a:pt x="266857" y="185266"/>
                </a:cubicBezTo>
                <a:cubicBezTo>
                  <a:pt x="265090" y="185089"/>
                  <a:pt x="263655" y="184824"/>
                  <a:pt x="262550" y="184471"/>
                </a:cubicBezTo>
                <a:cubicBezTo>
                  <a:pt x="261446" y="184117"/>
                  <a:pt x="260585" y="183632"/>
                  <a:pt x="259966" y="183013"/>
                </a:cubicBezTo>
                <a:cubicBezTo>
                  <a:pt x="259348" y="182395"/>
                  <a:pt x="258862" y="181644"/>
                  <a:pt x="258508" y="180760"/>
                </a:cubicBezTo>
                <a:lnTo>
                  <a:pt x="217957" y="67454"/>
                </a:lnTo>
                <a:cubicBezTo>
                  <a:pt x="217603" y="66394"/>
                  <a:pt x="217316" y="65466"/>
                  <a:pt x="217095" y="64671"/>
                </a:cubicBezTo>
                <a:cubicBezTo>
                  <a:pt x="216874" y="63876"/>
                  <a:pt x="216742" y="63279"/>
                  <a:pt x="216698" y="62882"/>
                </a:cubicBezTo>
                <a:cubicBezTo>
                  <a:pt x="216653" y="62484"/>
                  <a:pt x="216631" y="62153"/>
                  <a:pt x="216631" y="61888"/>
                </a:cubicBezTo>
                <a:cubicBezTo>
                  <a:pt x="216631" y="61181"/>
                  <a:pt x="216808" y="60563"/>
                  <a:pt x="217161" y="60033"/>
                </a:cubicBezTo>
                <a:cubicBezTo>
                  <a:pt x="217515" y="59502"/>
                  <a:pt x="218111" y="59083"/>
                  <a:pt x="218950" y="58774"/>
                </a:cubicBezTo>
                <a:cubicBezTo>
                  <a:pt x="219790" y="58464"/>
                  <a:pt x="220894" y="58266"/>
                  <a:pt x="222264" y="58177"/>
                </a:cubicBezTo>
                <a:cubicBezTo>
                  <a:pt x="223633" y="58089"/>
                  <a:pt x="225334" y="58045"/>
                  <a:pt x="227366" y="58045"/>
                </a:cubicBezTo>
                <a:cubicBezTo>
                  <a:pt x="229928" y="58045"/>
                  <a:pt x="231982" y="58111"/>
                  <a:pt x="233528" y="58243"/>
                </a:cubicBezTo>
                <a:cubicBezTo>
                  <a:pt x="235074" y="58376"/>
                  <a:pt x="236267" y="58619"/>
                  <a:pt x="237106" y="58972"/>
                </a:cubicBezTo>
                <a:cubicBezTo>
                  <a:pt x="237945" y="59326"/>
                  <a:pt x="238564" y="59767"/>
                  <a:pt x="238961" y="60298"/>
                </a:cubicBezTo>
                <a:cubicBezTo>
                  <a:pt x="239359" y="60828"/>
                  <a:pt x="239734" y="61490"/>
                  <a:pt x="240088" y="62285"/>
                </a:cubicBezTo>
                <a:lnTo>
                  <a:pt x="273748" y="160617"/>
                </a:lnTo>
                <a:lnTo>
                  <a:pt x="274278" y="162207"/>
                </a:lnTo>
                <a:lnTo>
                  <a:pt x="274676" y="160617"/>
                </a:lnTo>
                <a:lnTo>
                  <a:pt x="307939" y="62285"/>
                </a:lnTo>
                <a:cubicBezTo>
                  <a:pt x="308116" y="61490"/>
                  <a:pt x="308425" y="60828"/>
                  <a:pt x="308867" y="60298"/>
                </a:cubicBezTo>
                <a:cubicBezTo>
                  <a:pt x="309308" y="59767"/>
                  <a:pt x="309949" y="59326"/>
                  <a:pt x="310788" y="58972"/>
                </a:cubicBezTo>
                <a:cubicBezTo>
                  <a:pt x="311628" y="58619"/>
                  <a:pt x="312776" y="58376"/>
                  <a:pt x="314234" y="58243"/>
                </a:cubicBezTo>
                <a:cubicBezTo>
                  <a:pt x="315692" y="58111"/>
                  <a:pt x="317613" y="58045"/>
                  <a:pt x="319999" y="58045"/>
                </a:cubicBezTo>
                <a:cubicBezTo>
                  <a:pt x="322031" y="58045"/>
                  <a:pt x="323709" y="58089"/>
                  <a:pt x="325034" y="58177"/>
                </a:cubicBezTo>
                <a:cubicBezTo>
                  <a:pt x="326360" y="58266"/>
                  <a:pt x="327398" y="58486"/>
                  <a:pt x="328149" y="58840"/>
                </a:cubicBezTo>
                <a:cubicBezTo>
                  <a:pt x="328900" y="59193"/>
                  <a:pt x="329430" y="59613"/>
                  <a:pt x="329739" y="60099"/>
                </a:cubicBezTo>
                <a:cubicBezTo>
                  <a:pt x="330048" y="60585"/>
                  <a:pt x="330203" y="61181"/>
                  <a:pt x="330203" y="61888"/>
                </a:cubicBezTo>
                <a:close/>
                <a:moveTo>
                  <a:pt x="440313" y="181555"/>
                </a:moveTo>
                <a:cubicBezTo>
                  <a:pt x="440313" y="182616"/>
                  <a:pt x="439959" y="183411"/>
                  <a:pt x="439253" y="183941"/>
                </a:cubicBezTo>
                <a:cubicBezTo>
                  <a:pt x="438546" y="184471"/>
                  <a:pt x="437574" y="184868"/>
                  <a:pt x="436337" y="185133"/>
                </a:cubicBezTo>
                <a:cubicBezTo>
                  <a:pt x="435100" y="185398"/>
                  <a:pt x="433289" y="185531"/>
                  <a:pt x="430904" y="185531"/>
                </a:cubicBezTo>
                <a:cubicBezTo>
                  <a:pt x="428607" y="185531"/>
                  <a:pt x="426773" y="185398"/>
                  <a:pt x="425404" y="185133"/>
                </a:cubicBezTo>
                <a:cubicBezTo>
                  <a:pt x="424035" y="184868"/>
                  <a:pt x="423041" y="184471"/>
                  <a:pt x="422422" y="183941"/>
                </a:cubicBezTo>
                <a:cubicBezTo>
                  <a:pt x="421804" y="183411"/>
                  <a:pt x="421495" y="182616"/>
                  <a:pt x="421495" y="181555"/>
                </a:cubicBezTo>
                <a:lnTo>
                  <a:pt x="421495" y="169628"/>
                </a:lnTo>
                <a:cubicBezTo>
                  <a:pt x="416282" y="175194"/>
                  <a:pt x="410473" y="179545"/>
                  <a:pt x="404068" y="182682"/>
                </a:cubicBezTo>
                <a:cubicBezTo>
                  <a:pt x="397663" y="185818"/>
                  <a:pt x="390882" y="187386"/>
                  <a:pt x="383726" y="187386"/>
                </a:cubicBezTo>
                <a:cubicBezTo>
                  <a:pt x="377453" y="187386"/>
                  <a:pt x="371777" y="186566"/>
                  <a:pt x="366697" y="184926"/>
                </a:cubicBezTo>
                <a:cubicBezTo>
                  <a:pt x="361617" y="183286"/>
                  <a:pt x="357288" y="180915"/>
                  <a:pt x="353710" y="177812"/>
                </a:cubicBezTo>
                <a:cubicBezTo>
                  <a:pt x="350132" y="174708"/>
                  <a:pt x="347349" y="170897"/>
                  <a:pt x="345361" y="166377"/>
                </a:cubicBezTo>
                <a:cubicBezTo>
                  <a:pt x="343373" y="161855"/>
                  <a:pt x="342379" y="156712"/>
                  <a:pt x="342379" y="150947"/>
                </a:cubicBezTo>
                <a:cubicBezTo>
                  <a:pt x="342379" y="144210"/>
                  <a:pt x="343748" y="138360"/>
                  <a:pt x="346487" y="133396"/>
                </a:cubicBezTo>
                <a:cubicBezTo>
                  <a:pt x="349226" y="128429"/>
                  <a:pt x="353157" y="124306"/>
                  <a:pt x="358282" y="121026"/>
                </a:cubicBezTo>
                <a:cubicBezTo>
                  <a:pt x="363406" y="117746"/>
                  <a:pt x="369679" y="115286"/>
                  <a:pt x="377100" y="113646"/>
                </a:cubicBezTo>
                <a:cubicBezTo>
                  <a:pt x="384521" y="112006"/>
                  <a:pt x="392870" y="111186"/>
                  <a:pt x="402146" y="111186"/>
                </a:cubicBezTo>
                <a:lnTo>
                  <a:pt x="418579" y="111186"/>
                </a:lnTo>
                <a:lnTo>
                  <a:pt x="418579" y="101943"/>
                </a:lnTo>
                <a:cubicBezTo>
                  <a:pt x="418579" y="97365"/>
                  <a:pt x="418093" y="93316"/>
                  <a:pt x="417121" y="89796"/>
                </a:cubicBezTo>
                <a:cubicBezTo>
                  <a:pt x="416150" y="86273"/>
                  <a:pt x="414581" y="83345"/>
                  <a:pt x="412417" y="81012"/>
                </a:cubicBezTo>
                <a:cubicBezTo>
                  <a:pt x="410252" y="78679"/>
                  <a:pt x="407447" y="76919"/>
                  <a:pt x="404002" y="75732"/>
                </a:cubicBezTo>
                <a:cubicBezTo>
                  <a:pt x="400556" y="74542"/>
                  <a:pt x="396315" y="73947"/>
                  <a:pt x="391280" y="73947"/>
                </a:cubicBezTo>
                <a:cubicBezTo>
                  <a:pt x="385890" y="73947"/>
                  <a:pt x="381053" y="74581"/>
                  <a:pt x="376768" y="75848"/>
                </a:cubicBezTo>
                <a:cubicBezTo>
                  <a:pt x="372484" y="77115"/>
                  <a:pt x="368729" y="78514"/>
                  <a:pt x="365504" y="80043"/>
                </a:cubicBezTo>
                <a:cubicBezTo>
                  <a:pt x="362279" y="81573"/>
                  <a:pt x="359585" y="82971"/>
                  <a:pt x="357420" y="84239"/>
                </a:cubicBezTo>
                <a:cubicBezTo>
                  <a:pt x="355256" y="85506"/>
                  <a:pt x="353643" y="86139"/>
                  <a:pt x="352583" y="86139"/>
                </a:cubicBezTo>
                <a:cubicBezTo>
                  <a:pt x="351876" y="86139"/>
                  <a:pt x="351258" y="85963"/>
                  <a:pt x="350728" y="85609"/>
                </a:cubicBezTo>
                <a:cubicBezTo>
                  <a:pt x="350198" y="85256"/>
                  <a:pt x="349734" y="84726"/>
                  <a:pt x="349336" y="84019"/>
                </a:cubicBezTo>
                <a:cubicBezTo>
                  <a:pt x="348939" y="83312"/>
                  <a:pt x="348652" y="82407"/>
                  <a:pt x="348475" y="81302"/>
                </a:cubicBezTo>
                <a:cubicBezTo>
                  <a:pt x="348298" y="80198"/>
                  <a:pt x="348210" y="78983"/>
                  <a:pt x="348210" y="77658"/>
                </a:cubicBezTo>
                <a:cubicBezTo>
                  <a:pt x="348210" y="75449"/>
                  <a:pt x="348365" y="73704"/>
                  <a:pt x="348674" y="72423"/>
                </a:cubicBezTo>
                <a:cubicBezTo>
                  <a:pt x="348983" y="71142"/>
                  <a:pt x="349734" y="69928"/>
                  <a:pt x="350927" y="68779"/>
                </a:cubicBezTo>
                <a:cubicBezTo>
                  <a:pt x="352119" y="67630"/>
                  <a:pt x="354173" y="66293"/>
                  <a:pt x="357089" y="64766"/>
                </a:cubicBezTo>
                <a:cubicBezTo>
                  <a:pt x="360004" y="63237"/>
                  <a:pt x="363362" y="61840"/>
                  <a:pt x="367161" y="60575"/>
                </a:cubicBezTo>
                <a:cubicBezTo>
                  <a:pt x="370960" y="59311"/>
                  <a:pt x="375112" y="58264"/>
                  <a:pt x="379618" y="57436"/>
                </a:cubicBezTo>
                <a:cubicBezTo>
                  <a:pt x="384123" y="56605"/>
                  <a:pt x="388673" y="56189"/>
                  <a:pt x="393267" y="56189"/>
                </a:cubicBezTo>
                <a:cubicBezTo>
                  <a:pt x="401837" y="56189"/>
                  <a:pt x="409126" y="57161"/>
                  <a:pt x="415134" y="59105"/>
                </a:cubicBezTo>
                <a:cubicBezTo>
                  <a:pt x="421141" y="61049"/>
                  <a:pt x="426000" y="63898"/>
                  <a:pt x="429711" y="67653"/>
                </a:cubicBezTo>
                <a:cubicBezTo>
                  <a:pt x="433422" y="71407"/>
                  <a:pt x="436116" y="76068"/>
                  <a:pt x="437795" y="81634"/>
                </a:cubicBezTo>
                <a:cubicBezTo>
                  <a:pt x="439474" y="87200"/>
                  <a:pt x="440313" y="93693"/>
                  <a:pt x="440313" y="101114"/>
                </a:cubicBezTo>
                <a:lnTo>
                  <a:pt x="440313" y="181555"/>
                </a:lnTo>
                <a:moveTo>
                  <a:pt x="418579" y="126956"/>
                </a:moveTo>
                <a:lnTo>
                  <a:pt x="399894" y="126956"/>
                </a:lnTo>
                <a:cubicBezTo>
                  <a:pt x="393886" y="126956"/>
                  <a:pt x="388673" y="127468"/>
                  <a:pt x="384256" y="128493"/>
                </a:cubicBezTo>
                <a:cubicBezTo>
                  <a:pt x="379839" y="129514"/>
                  <a:pt x="376172" y="131024"/>
                  <a:pt x="373257" y="133023"/>
                </a:cubicBezTo>
                <a:cubicBezTo>
                  <a:pt x="370341" y="135022"/>
                  <a:pt x="368199" y="137423"/>
                  <a:pt x="366829" y="140225"/>
                </a:cubicBezTo>
                <a:cubicBezTo>
                  <a:pt x="365460" y="143025"/>
                  <a:pt x="364775" y="146246"/>
                  <a:pt x="364775" y="149891"/>
                </a:cubicBezTo>
                <a:cubicBezTo>
                  <a:pt x="364775" y="156114"/>
                  <a:pt x="366741" y="161070"/>
                  <a:pt x="370672" y="164758"/>
                </a:cubicBezTo>
                <a:cubicBezTo>
                  <a:pt x="374604" y="168447"/>
                  <a:pt x="380104" y="170291"/>
                  <a:pt x="387171" y="170291"/>
                </a:cubicBezTo>
                <a:cubicBezTo>
                  <a:pt x="392914" y="170291"/>
                  <a:pt x="398237" y="168825"/>
                  <a:pt x="403140" y="165893"/>
                </a:cubicBezTo>
                <a:cubicBezTo>
                  <a:pt x="408044" y="162958"/>
                  <a:pt x="413190" y="158469"/>
                  <a:pt x="418579" y="152425"/>
                </a:cubicBezTo>
                <a:lnTo>
                  <a:pt x="418579" y="126956"/>
                </a:lnTo>
                <a:close/>
                <a:moveTo>
                  <a:pt x="648320" y="63478"/>
                </a:moveTo>
                <a:cubicBezTo>
                  <a:pt x="648320" y="72048"/>
                  <a:pt x="646906" y="79778"/>
                  <a:pt x="644079" y="86669"/>
                </a:cubicBezTo>
                <a:cubicBezTo>
                  <a:pt x="641252" y="93561"/>
                  <a:pt x="637210" y="99436"/>
                  <a:pt x="631953" y="104295"/>
                </a:cubicBezTo>
                <a:cubicBezTo>
                  <a:pt x="626696" y="109154"/>
                  <a:pt x="620247" y="112909"/>
                  <a:pt x="612605" y="115559"/>
                </a:cubicBezTo>
                <a:cubicBezTo>
                  <a:pt x="604963" y="118210"/>
                  <a:pt x="595841" y="119535"/>
                  <a:pt x="585239" y="119535"/>
                </a:cubicBezTo>
                <a:lnTo>
                  <a:pt x="565758" y="119535"/>
                </a:lnTo>
                <a:lnTo>
                  <a:pt x="565758" y="181290"/>
                </a:lnTo>
                <a:cubicBezTo>
                  <a:pt x="565758" y="181997"/>
                  <a:pt x="565560" y="182616"/>
                  <a:pt x="565162" y="183146"/>
                </a:cubicBezTo>
                <a:cubicBezTo>
                  <a:pt x="564764" y="183676"/>
                  <a:pt x="564146" y="184095"/>
                  <a:pt x="563307" y="184405"/>
                </a:cubicBezTo>
                <a:cubicBezTo>
                  <a:pt x="562467" y="184714"/>
                  <a:pt x="561319" y="184979"/>
                  <a:pt x="559861" y="185200"/>
                </a:cubicBezTo>
                <a:cubicBezTo>
                  <a:pt x="558403" y="185421"/>
                  <a:pt x="556570" y="185531"/>
                  <a:pt x="554361" y="185531"/>
                </a:cubicBezTo>
                <a:cubicBezTo>
                  <a:pt x="552153" y="185531"/>
                  <a:pt x="550320" y="185421"/>
                  <a:pt x="548862" y="185200"/>
                </a:cubicBezTo>
                <a:cubicBezTo>
                  <a:pt x="547404" y="184979"/>
                  <a:pt x="546233" y="184714"/>
                  <a:pt x="545350" y="184405"/>
                </a:cubicBezTo>
                <a:cubicBezTo>
                  <a:pt x="544467" y="184095"/>
                  <a:pt x="543848" y="183676"/>
                  <a:pt x="543495" y="183146"/>
                </a:cubicBezTo>
                <a:cubicBezTo>
                  <a:pt x="543141" y="182616"/>
                  <a:pt x="542965" y="181997"/>
                  <a:pt x="542965" y="181290"/>
                </a:cubicBezTo>
                <a:lnTo>
                  <a:pt x="542965" y="23059"/>
                </a:lnTo>
                <a:cubicBezTo>
                  <a:pt x="542965" y="19525"/>
                  <a:pt x="543892" y="17007"/>
                  <a:pt x="545748" y="15505"/>
                </a:cubicBezTo>
                <a:cubicBezTo>
                  <a:pt x="547603" y="14003"/>
                  <a:pt x="549679" y="13252"/>
                  <a:pt x="551976" y="13252"/>
                </a:cubicBezTo>
                <a:lnTo>
                  <a:pt x="588685" y="13252"/>
                </a:lnTo>
                <a:cubicBezTo>
                  <a:pt x="592395" y="13252"/>
                  <a:pt x="595951" y="13407"/>
                  <a:pt x="599353" y="13716"/>
                </a:cubicBezTo>
                <a:cubicBezTo>
                  <a:pt x="602754" y="14025"/>
                  <a:pt x="606774" y="14688"/>
                  <a:pt x="611412" y="15704"/>
                </a:cubicBezTo>
                <a:cubicBezTo>
                  <a:pt x="616051" y="16720"/>
                  <a:pt x="620777" y="18619"/>
                  <a:pt x="625592" y="21402"/>
                </a:cubicBezTo>
                <a:cubicBezTo>
                  <a:pt x="630407" y="24185"/>
                  <a:pt x="634493" y="27609"/>
                  <a:pt x="637850" y="31673"/>
                </a:cubicBezTo>
                <a:cubicBezTo>
                  <a:pt x="641208" y="35737"/>
                  <a:pt x="643792" y="40441"/>
                  <a:pt x="645603" y="45786"/>
                </a:cubicBezTo>
                <a:cubicBezTo>
                  <a:pt x="647414" y="51131"/>
                  <a:pt x="648320" y="57029"/>
                  <a:pt x="648320" y="63478"/>
                </a:cubicBezTo>
                <a:moveTo>
                  <a:pt x="624333" y="65333"/>
                </a:moveTo>
                <a:cubicBezTo>
                  <a:pt x="624333" y="58354"/>
                  <a:pt x="623030" y="52523"/>
                  <a:pt x="620424" y="47840"/>
                </a:cubicBezTo>
                <a:cubicBezTo>
                  <a:pt x="617818" y="43158"/>
                  <a:pt x="614593" y="39668"/>
                  <a:pt x="610750" y="37371"/>
                </a:cubicBezTo>
                <a:cubicBezTo>
                  <a:pt x="606907" y="35074"/>
                  <a:pt x="602931" y="33616"/>
                  <a:pt x="598823" y="32998"/>
                </a:cubicBezTo>
                <a:cubicBezTo>
                  <a:pt x="594714" y="32380"/>
                  <a:pt x="590717" y="32070"/>
                  <a:pt x="586829" y="32070"/>
                </a:cubicBezTo>
                <a:lnTo>
                  <a:pt x="565758" y="32070"/>
                </a:lnTo>
                <a:lnTo>
                  <a:pt x="565758" y="100849"/>
                </a:lnTo>
                <a:lnTo>
                  <a:pt x="586299" y="100849"/>
                </a:lnTo>
                <a:cubicBezTo>
                  <a:pt x="593190" y="100849"/>
                  <a:pt x="598911" y="99966"/>
                  <a:pt x="603461" y="98199"/>
                </a:cubicBezTo>
                <a:cubicBezTo>
                  <a:pt x="608011" y="96432"/>
                  <a:pt x="611832" y="93980"/>
                  <a:pt x="614924" y="90844"/>
                </a:cubicBezTo>
                <a:cubicBezTo>
                  <a:pt x="618016" y="87708"/>
                  <a:pt x="620358" y="83953"/>
                  <a:pt x="621948" y="79580"/>
                </a:cubicBezTo>
                <a:cubicBezTo>
                  <a:pt x="623538" y="75206"/>
                  <a:pt x="624333" y="70458"/>
                  <a:pt x="624333" y="65333"/>
                </a:cubicBezTo>
                <a:close/>
                <a:moveTo>
                  <a:pt x="785713" y="120529"/>
                </a:moveTo>
                <a:cubicBezTo>
                  <a:pt x="785713" y="130255"/>
                  <a:pt x="784432" y="139209"/>
                  <a:pt x="781870" y="147389"/>
                </a:cubicBezTo>
                <a:cubicBezTo>
                  <a:pt x="779308" y="155570"/>
                  <a:pt x="775487" y="162624"/>
                  <a:pt x="770407" y="168552"/>
                </a:cubicBezTo>
                <a:cubicBezTo>
                  <a:pt x="765327" y="174476"/>
                  <a:pt x="758966" y="179097"/>
                  <a:pt x="751324" y="182413"/>
                </a:cubicBezTo>
                <a:cubicBezTo>
                  <a:pt x="743681" y="185728"/>
                  <a:pt x="734825" y="187386"/>
                  <a:pt x="724753" y="187386"/>
                </a:cubicBezTo>
                <a:cubicBezTo>
                  <a:pt x="714946" y="187386"/>
                  <a:pt x="706399" y="185927"/>
                  <a:pt x="699110" y="183009"/>
                </a:cubicBezTo>
                <a:cubicBezTo>
                  <a:pt x="691821" y="180091"/>
                  <a:pt x="685747" y="175846"/>
                  <a:pt x="680888" y="170274"/>
                </a:cubicBezTo>
                <a:cubicBezTo>
                  <a:pt x="676029" y="164703"/>
                  <a:pt x="672407" y="157937"/>
                  <a:pt x="670021" y="149978"/>
                </a:cubicBezTo>
                <a:cubicBezTo>
                  <a:pt x="667636" y="142018"/>
                  <a:pt x="666443" y="132997"/>
                  <a:pt x="666443" y="122914"/>
                </a:cubicBezTo>
                <a:cubicBezTo>
                  <a:pt x="666443" y="113188"/>
                  <a:pt x="667702" y="104234"/>
                  <a:pt x="670220" y="96054"/>
                </a:cubicBezTo>
                <a:cubicBezTo>
                  <a:pt x="672738" y="87873"/>
                  <a:pt x="676537" y="80821"/>
                  <a:pt x="681617" y="74896"/>
                </a:cubicBezTo>
                <a:cubicBezTo>
                  <a:pt x="686697" y="68968"/>
                  <a:pt x="693036" y="64368"/>
                  <a:pt x="700634" y="61097"/>
                </a:cubicBezTo>
                <a:cubicBezTo>
                  <a:pt x="708232" y="57825"/>
                  <a:pt x="717111" y="56189"/>
                  <a:pt x="727271" y="56189"/>
                </a:cubicBezTo>
                <a:cubicBezTo>
                  <a:pt x="737077" y="56189"/>
                  <a:pt x="745625" y="57649"/>
                  <a:pt x="752914" y="60567"/>
                </a:cubicBezTo>
                <a:cubicBezTo>
                  <a:pt x="760203" y="63485"/>
                  <a:pt x="766276" y="67730"/>
                  <a:pt x="771136" y="73301"/>
                </a:cubicBezTo>
                <a:cubicBezTo>
                  <a:pt x="775995" y="78873"/>
                  <a:pt x="779639" y="85638"/>
                  <a:pt x="782069" y="93598"/>
                </a:cubicBezTo>
                <a:cubicBezTo>
                  <a:pt x="784498" y="101558"/>
                  <a:pt x="785713" y="110535"/>
                  <a:pt x="785713" y="120529"/>
                </a:cubicBezTo>
                <a:moveTo>
                  <a:pt x="762654" y="121987"/>
                </a:moveTo>
                <a:cubicBezTo>
                  <a:pt x="762654" y="115529"/>
                  <a:pt x="762058" y="109425"/>
                  <a:pt x="760865" y="103674"/>
                </a:cubicBezTo>
                <a:cubicBezTo>
                  <a:pt x="759672" y="97923"/>
                  <a:pt x="757707" y="92880"/>
                  <a:pt x="754968" y="88545"/>
                </a:cubicBezTo>
                <a:cubicBezTo>
                  <a:pt x="752229" y="84211"/>
                  <a:pt x="748519" y="80783"/>
                  <a:pt x="743836" y="78263"/>
                </a:cubicBezTo>
                <a:cubicBezTo>
                  <a:pt x="739154" y="75739"/>
                  <a:pt x="733323" y="74477"/>
                  <a:pt x="726343" y="74477"/>
                </a:cubicBezTo>
                <a:cubicBezTo>
                  <a:pt x="719894" y="74477"/>
                  <a:pt x="714350" y="75627"/>
                  <a:pt x="709712" y="77927"/>
                </a:cubicBezTo>
                <a:cubicBezTo>
                  <a:pt x="705073" y="80227"/>
                  <a:pt x="701252" y="83479"/>
                  <a:pt x="698248" y="87684"/>
                </a:cubicBezTo>
                <a:cubicBezTo>
                  <a:pt x="695245" y="91886"/>
                  <a:pt x="693014" y="96863"/>
                  <a:pt x="691556" y="102614"/>
                </a:cubicBezTo>
                <a:cubicBezTo>
                  <a:pt x="690098" y="108362"/>
                  <a:pt x="689369" y="114643"/>
                  <a:pt x="689369" y="121457"/>
                </a:cubicBezTo>
                <a:cubicBezTo>
                  <a:pt x="689369" y="128003"/>
                  <a:pt x="689966" y="134151"/>
                  <a:pt x="691159" y="139902"/>
                </a:cubicBezTo>
                <a:cubicBezTo>
                  <a:pt x="692351" y="145653"/>
                  <a:pt x="694339" y="150674"/>
                  <a:pt x="697122" y="154964"/>
                </a:cubicBezTo>
                <a:cubicBezTo>
                  <a:pt x="699905" y="159254"/>
                  <a:pt x="703638" y="162661"/>
                  <a:pt x="708320" y="165185"/>
                </a:cubicBezTo>
                <a:cubicBezTo>
                  <a:pt x="713003" y="167705"/>
                  <a:pt x="718834" y="168966"/>
                  <a:pt x="725813" y="168966"/>
                </a:cubicBezTo>
                <a:cubicBezTo>
                  <a:pt x="732174" y="168966"/>
                  <a:pt x="737696" y="167816"/>
                  <a:pt x="742378" y="165516"/>
                </a:cubicBezTo>
                <a:cubicBezTo>
                  <a:pt x="747061" y="163216"/>
                  <a:pt x="750904" y="159987"/>
                  <a:pt x="753908" y="155829"/>
                </a:cubicBezTo>
                <a:cubicBezTo>
                  <a:pt x="756912" y="151669"/>
                  <a:pt x="759120" y="146714"/>
                  <a:pt x="760534" y="140966"/>
                </a:cubicBezTo>
                <a:cubicBezTo>
                  <a:pt x="761947" y="135215"/>
                  <a:pt x="762654" y="128889"/>
                  <a:pt x="762654" y="121987"/>
                </a:cubicBezTo>
                <a:close/>
                <a:moveTo>
                  <a:pt x="839689" y="181423"/>
                </a:moveTo>
                <a:cubicBezTo>
                  <a:pt x="839689" y="182130"/>
                  <a:pt x="839512" y="182726"/>
                  <a:pt x="839159" y="183212"/>
                </a:cubicBezTo>
                <a:cubicBezTo>
                  <a:pt x="838805" y="183698"/>
                  <a:pt x="838231" y="184117"/>
                  <a:pt x="837436" y="184471"/>
                </a:cubicBezTo>
                <a:cubicBezTo>
                  <a:pt x="836641" y="184824"/>
                  <a:pt x="835537" y="185089"/>
                  <a:pt x="834123" y="185266"/>
                </a:cubicBezTo>
                <a:cubicBezTo>
                  <a:pt x="832709" y="185443"/>
                  <a:pt x="830898" y="185531"/>
                  <a:pt x="828690" y="185531"/>
                </a:cubicBezTo>
                <a:cubicBezTo>
                  <a:pt x="826569" y="185531"/>
                  <a:pt x="824802" y="185443"/>
                  <a:pt x="823389" y="185266"/>
                </a:cubicBezTo>
                <a:cubicBezTo>
                  <a:pt x="821975" y="185089"/>
                  <a:pt x="820849" y="184824"/>
                  <a:pt x="820009" y="184471"/>
                </a:cubicBezTo>
                <a:cubicBezTo>
                  <a:pt x="819170" y="184117"/>
                  <a:pt x="818596" y="183698"/>
                  <a:pt x="818287" y="183212"/>
                </a:cubicBezTo>
                <a:cubicBezTo>
                  <a:pt x="817977" y="182726"/>
                  <a:pt x="817823" y="182130"/>
                  <a:pt x="817823" y="181423"/>
                </a:cubicBezTo>
                <a:lnTo>
                  <a:pt x="817823" y="62153"/>
                </a:lnTo>
                <a:cubicBezTo>
                  <a:pt x="817823" y="61534"/>
                  <a:pt x="817977" y="60960"/>
                  <a:pt x="818287" y="60430"/>
                </a:cubicBezTo>
                <a:cubicBezTo>
                  <a:pt x="818596" y="59900"/>
                  <a:pt x="819170" y="59458"/>
                  <a:pt x="820009" y="59105"/>
                </a:cubicBezTo>
                <a:cubicBezTo>
                  <a:pt x="820849" y="58751"/>
                  <a:pt x="821975" y="58486"/>
                  <a:pt x="823389" y="58310"/>
                </a:cubicBezTo>
                <a:cubicBezTo>
                  <a:pt x="824802" y="58133"/>
                  <a:pt x="826569" y="58045"/>
                  <a:pt x="828690" y="58045"/>
                </a:cubicBezTo>
                <a:cubicBezTo>
                  <a:pt x="830898" y="58045"/>
                  <a:pt x="832709" y="58133"/>
                  <a:pt x="834123" y="58310"/>
                </a:cubicBezTo>
                <a:cubicBezTo>
                  <a:pt x="835537" y="58486"/>
                  <a:pt x="836641" y="58751"/>
                  <a:pt x="837436" y="59105"/>
                </a:cubicBezTo>
                <a:cubicBezTo>
                  <a:pt x="838231" y="59458"/>
                  <a:pt x="838805" y="59900"/>
                  <a:pt x="839159" y="60430"/>
                </a:cubicBezTo>
                <a:cubicBezTo>
                  <a:pt x="839512" y="60960"/>
                  <a:pt x="839689" y="61534"/>
                  <a:pt x="839689" y="62153"/>
                </a:cubicBezTo>
                <a:lnTo>
                  <a:pt x="839689" y="181423"/>
                </a:lnTo>
                <a:moveTo>
                  <a:pt x="842207" y="21734"/>
                </a:moveTo>
                <a:cubicBezTo>
                  <a:pt x="842207" y="26858"/>
                  <a:pt x="841235" y="30348"/>
                  <a:pt x="839291" y="32203"/>
                </a:cubicBezTo>
                <a:cubicBezTo>
                  <a:pt x="837348" y="34058"/>
                  <a:pt x="833770" y="34986"/>
                  <a:pt x="828557" y="34986"/>
                </a:cubicBezTo>
                <a:cubicBezTo>
                  <a:pt x="823433" y="34986"/>
                  <a:pt x="819921" y="34080"/>
                  <a:pt x="818022" y="32269"/>
                </a:cubicBezTo>
                <a:cubicBezTo>
                  <a:pt x="816122" y="30458"/>
                  <a:pt x="815172" y="27035"/>
                  <a:pt x="815172" y="21999"/>
                </a:cubicBezTo>
                <a:cubicBezTo>
                  <a:pt x="815172" y="16874"/>
                  <a:pt x="816144" y="13385"/>
                  <a:pt x="818088" y="11529"/>
                </a:cubicBezTo>
                <a:cubicBezTo>
                  <a:pt x="820031" y="9674"/>
                  <a:pt x="823610" y="8746"/>
                  <a:pt x="828822" y="8746"/>
                </a:cubicBezTo>
                <a:cubicBezTo>
                  <a:pt x="833946" y="8746"/>
                  <a:pt x="837458" y="9652"/>
                  <a:pt x="839358" y="11463"/>
                </a:cubicBezTo>
                <a:cubicBezTo>
                  <a:pt x="841257" y="13274"/>
                  <a:pt x="842207" y="16698"/>
                  <a:pt x="842207" y="21734"/>
                </a:cubicBezTo>
                <a:close/>
                <a:moveTo>
                  <a:pt x="982951" y="181423"/>
                </a:moveTo>
                <a:cubicBezTo>
                  <a:pt x="982951" y="182130"/>
                  <a:pt x="982774" y="182726"/>
                  <a:pt x="982421" y="183212"/>
                </a:cubicBezTo>
                <a:cubicBezTo>
                  <a:pt x="982067" y="183698"/>
                  <a:pt x="981493" y="184117"/>
                  <a:pt x="980698" y="184471"/>
                </a:cubicBezTo>
                <a:cubicBezTo>
                  <a:pt x="979903" y="184824"/>
                  <a:pt x="978798" y="185089"/>
                  <a:pt x="977385" y="185266"/>
                </a:cubicBezTo>
                <a:cubicBezTo>
                  <a:pt x="975971" y="185443"/>
                  <a:pt x="974204" y="185531"/>
                  <a:pt x="972084" y="185531"/>
                </a:cubicBezTo>
                <a:cubicBezTo>
                  <a:pt x="969875" y="185531"/>
                  <a:pt x="968064" y="185443"/>
                  <a:pt x="966650" y="185266"/>
                </a:cubicBezTo>
                <a:cubicBezTo>
                  <a:pt x="965237" y="185089"/>
                  <a:pt x="964133" y="184824"/>
                  <a:pt x="963337" y="184471"/>
                </a:cubicBezTo>
                <a:cubicBezTo>
                  <a:pt x="962542" y="184117"/>
                  <a:pt x="961968" y="183698"/>
                  <a:pt x="961615" y="183212"/>
                </a:cubicBezTo>
                <a:cubicBezTo>
                  <a:pt x="961261" y="182726"/>
                  <a:pt x="961085" y="182130"/>
                  <a:pt x="961085" y="181423"/>
                </a:cubicBezTo>
                <a:lnTo>
                  <a:pt x="961085" y="111584"/>
                </a:lnTo>
                <a:cubicBezTo>
                  <a:pt x="961085" y="104781"/>
                  <a:pt x="960554" y="99303"/>
                  <a:pt x="959494" y="95151"/>
                </a:cubicBezTo>
                <a:cubicBezTo>
                  <a:pt x="958434" y="90999"/>
                  <a:pt x="956888" y="87420"/>
                  <a:pt x="954856" y="84417"/>
                </a:cubicBezTo>
                <a:cubicBezTo>
                  <a:pt x="952824" y="81413"/>
                  <a:pt x="950196" y="79116"/>
                  <a:pt x="946971" y="77525"/>
                </a:cubicBezTo>
                <a:cubicBezTo>
                  <a:pt x="943746" y="75935"/>
                  <a:pt x="940013" y="75140"/>
                  <a:pt x="935773" y="75140"/>
                </a:cubicBezTo>
                <a:cubicBezTo>
                  <a:pt x="930295" y="75140"/>
                  <a:pt x="924818" y="77084"/>
                  <a:pt x="919340" y="80971"/>
                </a:cubicBezTo>
                <a:cubicBezTo>
                  <a:pt x="913862" y="84858"/>
                  <a:pt x="908120" y="90557"/>
                  <a:pt x="902112" y="98066"/>
                </a:cubicBezTo>
                <a:lnTo>
                  <a:pt x="902112" y="181423"/>
                </a:lnTo>
                <a:cubicBezTo>
                  <a:pt x="902112" y="182130"/>
                  <a:pt x="901935" y="182726"/>
                  <a:pt x="901582" y="183212"/>
                </a:cubicBezTo>
                <a:cubicBezTo>
                  <a:pt x="901229" y="183698"/>
                  <a:pt x="900654" y="184117"/>
                  <a:pt x="899859" y="184471"/>
                </a:cubicBezTo>
                <a:cubicBezTo>
                  <a:pt x="899064" y="184824"/>
                  <a:pt x="897960" y="185089"/>
                  <a:pt x="896546" y="185266"/>
                </a:cubicBezTo>
                <a:cubicBezTo>
                  <a:pt x="895133" y="185443"/>
                  <a:pt x="893322" y="185531"/>
                  <a:pt x="891113" y="185531"/>
                </a:cubicBezTo>
                <a:cubicBezTo>
                  <a:pt x="888992" y="185531"/>
                  <a:pt x="887226" y="185443"/>
                  <a:pt x="885812" y="185266"/>
                </a:cubicBezTo>
                <a:cubicBezTo>
                  <a:pt x="884398" y="185089"/>
                  <a:pt x="883272" y="184824"/>
                  <a:pt x="882433" y="184471"/>
                </a:cubicBezTo>
                <a:cubicBezTo>
                  <a:pt x="881593" y="184117"/>
                  <a:pt x="881019" y="183698"/>
                  <a:pt x="880710" y="183212"/>
                </a:cubicBezTo>
                <a:cubicBezTo>
                  <a:pt x="880401" y="182726"/>
                  <a:pt x="880246" y="182130"/>
                  <a:pt x="880246" y="181423"/>
                </a:cubicBezTo>
                <a:lnTo>
                  <a:pt x="880246" y="62153"/>
                </a:lnTo>
                <a:cubicBezTo>
                  <a:pt x="880246" y="61446"/>
                  <a:pt x="880379" y="60850"/>
                  <a:pt x="880644" y="60364"/>
                </a:cubicBezTo>
                <a:cubicBezTo>
                  <a:pt x="880909" y="59878"/>
                  <a:pt x="881439" y="59436"/>
                  <a:pt x="882234" y="59039"/>
                </a:cubicBezTo>
                <a:cubicBezTo>
                  <a:pt x="883029" y="58641"/>
                  <a:pt x="884045" y="58376"/>
                  <a:pt x="885282" y="58243"/>
                </a:cubicBezTo>
                <a:cubicBezTo>
                  <a:pt x="886519" y="58111"/>
                  <a:pt x="888153" y="58045"/>
                  <a:pt x="890185" y="58045"/>
                </a:cubicBezTo>
                <a:cubicBezTo>
                  <a:pt x="892129" y="58045"/>
                  <a:pt x="893741" y="58111"/>
                  <a:pt x="895022" y="58243"/>
                </a:cubicBezTo>
                <a:cubicBezTo>
                  <a:pt x="896303" y="58376"/>
                  <a:pt x="897297" y="58641"/>
                  <a:pt x="898004" y="59039"/>
                </a:cubicBezTo>
                <a:cubicBezTo>
                  <a:pt x="898711" y="59436"/>
                  <a:pt x="899219" y="59878"/>
                  <a:pt x="899528" y="60364"/>
                </a:cubicBezTo>
                <a:cubicBezTo>
                  <a:pt x="899837" y="60850"/>
                  <a:pt x="899992" y="61446"/>
                  <a:pt x="899992" y="62153"/>
                </a:cubicBezTo>
                <a:lnTo>
                  <a:pt x="899992" y="77923"/>
                </a:lnTo>
                <a:cubicBezTo>
                  <a:pt x="906706" y="70413"/>
                  <a:pt x="913399" y="64914"/>
                  <a:pt x="920069" y="61424"/>
                </a:cubicBezTo>
                <a:cubicBezTo>
                  <a:pt x="926739" y="57934"/>
                  <a:pt x="933476" y="56189"/>
                  <a:pt x="940279" y="56189"/>
                </a:cubicBezTo>
                <a:cubicBezTo>
                  <a:pt x="948230" y="56189"/>
                  <a:pt x="954922" y="57537"/>
                  <a:pt x="960356" y="60231"/>
                </a:cubicBezTo>
                <a:cubicBezTo>
                  <a:pt x="965789" y="62926"/>
                  <a:pt x="970184" y="66526"/>
                  <a:pt x="973542" y="71032"/>
                </a:cubicBezTo>
                <a:cubicBezTo>
                  <a:pt x="976899" y="75538"/>
                  <a:pt x="979306" y="80816"/>
                  <a:pt x="980764" y="86868"/>
                </a:cubicBezTo>
                <a:cubicBezTo>
                  <a:pt x="982222" y="92920"/>
                  <a:pt x="982951" y="100187"/>
                  <a:pt x="982951" y="108668"/>
                </a:cubicBezTo>
                <a:lnTo>
                  <a:pt x="982951" y="181423"/>
                </a:lnTo>
                <a:close/>
                <a:moveTo>
                  <a:pt x="1081497" y="172809"/>
                </a:moveTo>
                <a:cubicBezTo>
                  <a:pt x="1081497" y="175371"/>
                  <a:pt x="1081321" y="177403"/>
                  <a:pt x="1080967" y="178905"/>
                </a:cubicBezTo>
                <a:cubicBezTo>
                  <a:pt x="1080614" y="180407"/>
                  <a:pt x="1080084" y="181511"/>
                  <a:pt x="1079377" y="182218"/>
                </a:cubicBezTo>
                <a:cubicBezTo>
                  <a:pt x="1078670" y="182925"/>
                  <a:pt x="1077610" y="183587"/>
                  <a:pt x="1076197" y="184206"/>
                </a:cubicBezTo>
                <a:cubicBezTo>
                  <a:pt x="1074783" y="184824"/>
                  <a:pt x="1073171" y="185332"/>
                  <a:pt x="1071360" y="185730"/>
                </a:cubicBezTo>
                <a:cubicBezTo>
                  <a:pt x="1069548" y="186127"/>
                  <a:pt x="1067627" y="186459"/>
                  <a:pt x="1065595" y="186724"/>
                </a:cubicBezTo>
                <a:cubicBezTo>
                  <a:pt x="1063563" y="186989"/>
                  <a:pt x="1061531" y="187121"/>
                  <a:pt x="1059499" y="187121"/>
                </a:cubicBezTo>
                <a:cubicBezTo>
                  <a:pt x="1053314" y="187121"/>
                  <a:pt x="1048014" y="186303"/>
                  <a:pt x="1043596" y="184665"/>
                </a:cubicBezTo>
                <a:cubicBezTo>
                  <a:pt x="1039179" y="183025"/>
                  <a:pt x="1035556" y="180545"/>
                  <a:pt x="1032729" y="177224"/>
                </a:cubicBezTo>
                <a:cubicBezTo>
                  <a:pt x="1029902" y="173902"/>
                  <a:pt x="1027848" y="169696"/>
                  <a:pt x="1026567" y="164605"/>
                </a:cubicBezTo>
                <a:cubicBezTo>
                  <a:pt x="1025286" y="159514"/>
                  <a:pt x="1024645" y="153514"/>
                  <a:pt x="1024645" y="146607"/>
                </a:cubicBezTo>
                <a:lnTo>
                  <a:pt x="1024645" y="76730"/>
                </a:lnTo>
                <a:lnTo>
                  <a:pt x="1007948" y="76730"/>
                </a:lnTo>
                <a:cubicBezTo>
                  <a:pt x="1006622" y="76730"/>
                  <a:pt x="1005562" y="76024"/>
                  <a:pt x="1004767" y="74610"/>
                </a:cubicBezTo>
                <a:cubicBezTo>
                  <a:pt x="1003972" y="73196"/>
                  <a:pt x="1003574" y="70899"/>
                  <a:pt x="1003574" y="67719"/>
                </a:cubicBezTo>
                <a:cubicBezTo>
                  <a:pt x="1003574" y="66040"/>
                  <a:pt x="1003685" y="64627"/>
                  <a:pt x="1003906" y="63478"/>
                </a:cubicBezTo>
                <a:cubicBezTo>
                  <a:pt x="1004127" y="62330"/>
                  <a:pt x="1004414" y="61380"/>
                  <a:pt x="1004767" y="60629"/>
                </a:cubicBezTo>
                <a:cubicBezTo>
                  <a:pt x="1005121" y="59878"/>
                  <a:pt x="1005584" y="59348"/>
                  <a:pt x="1006159" y="59039"/>
                </a:cubicBezTo>
                <a:cubicBezTo>
                  <a:pt x="1006733" y="58729"/>
                  <a:pt x="1007373" y="58575"/>
                  <a:pt x="1008080" y="58575"/>
                </a:cubicBezTo>
                <a:lnTo>
                  <a:pt x="1024645" y="58575"/>
                </a:lnTo>
                <a:lnTo>
                  <a:pt x="1024645" y="30215"/>
                </a:lnTo>
                <a:cubicBezTo>
                  <a:pt x="1024645" y="29597"/>
                  <a:pt x="1024800" y="29022"/>
                  <a:pt x="1025109" y="28492"/>
                </a:cubicBezTo>
                <a:cubicBezTo>
                  <a:pt x="1025419" y="27962"/>
                  <a:pt x="1025993" y="27498"/>
                  <a:pt x="1026832" y="27101"/>
                </a:cubicBezTo>
                <a:cubicBezTo>
                  <a:pt x="1027671" y="26703"/>
                  <a:pt x="1028798" y="26416"/>
                  <a:pt x="1030211" y="26239"/>
                </a:cubicBezTo>
                <a:cubicBezTo>
                  <a:pt x="1031625" y="26063"/>
                  <a:pt x="1033392" y="25974"/>
                  <a:pt x="1035512" y="25974"/>
                </a:cubicBezTo>
                <a:cubicBezTo>
                  <a:pt x="1037721" y="25974"/>
                  <a:pt x="1039532" y="26063"/>
                  <a:pt x="1040946" y="26239"/>
                </a:cubicBezTo>
                <a:cubicBezTo>
                  <a:pt x="1042359" y="26416"/>
                  <a:pt x="1043464" y="26703"/>
                  <a:pt x="1044259" y="27101"/>
                </a:cubicBezTo>
                <a:cubicBezTo>
                  <a:pt x="1045054" y="27498"/>
                  <a:pt x="1045628" y="27962"/>
                  <a:pt x="1045982" y="28492"/>
                </a:cubicBezTo>
                <a:cubicBezTo>
                  <a:pt x="1046335" y="29022"/>
                  <a:pt x="1046512" y="29597"/>
                  <a:pt x="1046512" y="30215"/>
                </a:cubicBezTo>
                <a:lnTo>
                  <a:pt x="1046512" y="58575"/>
                </a:lnTo>
                <a:lnTo>
                  <a:pt x="1077124" y="58575"/>
                </a:lnTo>
                <a:cubicBezTo>
                  <a:pt x="1077831" y="58575"/>
                  <a:pt x="1078449" y="58729"/>
                  <a:pt x="1078980" y="59039"/>
                </a:cubicBezTo>
                <a:cubicBezTo>
                  <a:pt x="1079510" y="59348"/>
                  <a:pt x="1079973" y="59878"/>
                  <a:pt x="1080371" y="60629"/>
                </a:cubicBezTo>
                <a:cubicBezTo>
                  <a:pt x="1080769" y="61380"/>
                  <a:pt x="1081056" y="62330"/>
                  <a:pt x="1081232" y="63478"/>
                </a:cubicBezTo>
                <a:cubicBezTo>
                  <a:pt x="1081409" y="64627"/>
                  <a:pt x="1081497" y="66040"/>
                  <a:pt x="1081497" y="67719"/>
                </a:cubicBezTo>
                <a:cubicBezTo>
                  <a:pt x="1081497" y="70899"/>
                  <a:pt x="1081100" y="73196"/>
                  <a:pt x="1080305" y="74610"/>
                </a:cubicBezTo>
                <a:cubicBezTo>
                  <a:pt x="1079510" y="76024"/>
                  <a:pt x="1078449" y="76730"/>
                  <a:pt x="1077124" y="76730"/>
                </a:cubicBezTo>
                <a:lnTo>
                  <a:pt x="1046512" y="76730"/>
                </a:lnTo>
                <a:lnTo>
                  <a:pt x="1046512" y="143451"/>
                </a:lnTo>
                <a:cubicBezTo>
                  <a:pt x="1046512" y="151690"/>
                  <a:pt x="1047726" y="157914"/>
                  <a:pt x="1050156" y="162124"/>
                </a:cubicBezTo>
                <a:cubicBezTo>
                  <a:pt x="1052586" y="166332"/>
                  <a:pt x="1056937" y="168436"/>
                  <a:pt x="1063209" y="168436"/>
                </a:cubicBezTo>
                <a:cubicBezTo>
                  <a:pt x="1065241" y="168436"/>
                  <a:pt x="1067053" y="168237"/>
                  <a:pt x="1068643" y="167839"/>
                </a:cubicBezTo>
                <a:cubicBezTo>
                  <a:pt x="1070233" y="167442"/>
                  <a:pt x="1071647" y="167022"/>
                  <a:pt x="1072884" y="166580"/>
                </a:cubicBezTo>
                <a:cubicBezTo>
                  <a:pt x="1074120" y="166139"/>
                  <a:pt x="1075181" y="165719"/>
                  <a:pt x="1076064" y="165321"/>
                </a:cubicBezTo>
                <a:cubicBezTo>
                  <a:pt x="1076948" y="164924"/>
                  <a:pt x="1077743" y="164725"/>
                  <a:pt x="1078449" y="164725"/>
                </a:cubicBezTo>
                <a:cubicBezTo>
                  <a:pt x="1078891" y="164725"/>
                  <a:pt x="1079311" y="164835"/>
                  <a:pt x="1079708" y="165056"/>
                </a:cubicBezTo>
                <a:cubicBezTo>
                  <a:pt x="1080106" y="165277"/>
                  <a:pt x="1080415" y="165697"/>
                  <a:pt x="1080636" y="166315"/>
                </a:cubicBezTo>
                <a:cubicBezTo>
                  <a:pt x="1080857" y="166934"/>
                  <a:pt x="1081056" y="167773"/>
                  <a:pt x="1081232" y="168833"/>
                </a:cubicBezTo>
                <a:cubicBezTo>
                  <a:pt x="1081409" y="169893"/>
                  <a:pt x="1081497" y="171219"/>
                  <a:pt x="1081497" y="172809"/>
                </a:cubicBezTo>
                <a:close/>
                <a:moveTo>
                  <a:pt x="1209461" y="116619"/>
                </a:moveTo>
                <a:cubicBezTo>
                  <a:pt x="1209461" y="120065"/>
                  <a:pt x="1208600" y="122517"/>
                  <a:pt x="1206877" y="123974"/>
                </a:cubicBezTo>
                <a:cubicBezTo>
                  <a:pt x="1205154" y="125432"/>
                  <a:pt x="1203188" y="126161"/>
                  <a:pt x="1200980" y="126161"/>
                </a:cubicBezTo>
                <a:lnTo>
                  <a:pt x="1122792" y="126161"/>
                </a:lnTo>
                <a:cubicBezTo>
                  <a:pt x="1122792" y="132807"/>
                  <a:pt x="1123454" y="138788"/>
                  <a:pt x="1124779" y="144105"/>
                </a:cubicBezTo>
                <a:cubicBezTo>
                  <a:pt x="1126105" y="149423"/>
                  <a:pt x="1128313" y="153987"/>
                  <a:pt x="1131405" y="157797"/>
                </a:cubicBezTo>
                <a:cubicBezTo>
                  <a:pt x="1134498" y="161607"/>
                  <a:pt x="1138517" y="164532"/>
                  <a:pt x="1143465" y="166572"/>
                </a:cubicBezTo>
                <a:cubicBezTo>
                  <a:pt x="1148412" y="168610"/>
                  <a:pt x="1154464" y="169628"/>
                  <a:pt x="1161621" y="169628"/>
                </a:cubicBezTo>
                <a:cubicBezTo>
                  <a:pt x="1167275" y="169628"/>
                  <a:pt x="1172311" y="169165"/>
                  <a:pt x="1176728" y="168237"/>
                </a:cubicBezTo>
                <a:cubicBezTo>
                  <a:pt x="1181145" y="167309"/>
                  <a:pt x="1184966" y="166271"/>
                  <a:pt x="1188191" y="165123"/>
                </a:cubicBezTo>
                <a:cubicBezTo>
                  <a:pt x="1191416" y="163974"/>
                  <a:pt x="1194066" y="162936"/>
                  <a:pt x="1196143" y="162008"/>
                </a:cubicBezTo>
                <a:cubicBezTo>
                  <a:pt x="1198219" y="161081"/>
                  <a:pt x="1199787" y="160617"/>
                  <a:pt x="1200847" y="160617"/>
                </a:cubicBezTo>
                <a:cubicBezTo>
                  <a:pt x="1201465" y="160617"/>
                  <a:pt x="1202018" y="160771"/>
                  <a:pt x="1202504" y="161081"/>
                </a:cubicBezTo>
                <a:cubicBezTo>
                  <a:pt x="1202990" y="161390"/>
                  <a:pt x="1203365" y="161854"/>
                  <a:pt x="1203630" y="162472"/>
                </a:cubicBezTo>
                <a:cubicBezTo>
                  <a:pt x="1203895" y="163091"/>
                  <a:pt x="1204094" y="163952"/>
                  <a:pt x="1204226" y="165056"/>
                </a:cubicBezTo>
                <a:cubicBezTo>
                  <a:pt x="1204359" y="166161"/>
                  <a:pt x="1204425" y="167508"/>
                  <a:pt x="1204425" y="169098"/>
                </a:cubicBezTo>
                <a:cubicBezTo>
                  <a:pt x="1204425" y="170247"/>
                  <a:pt x="1204381" y="171241"/>
                  <a:pt x="1204293" y="172080"/>
                </a:cubicBezTo>
                <a:cubicBezTo>
                  <a:pt x="1204204" y="172919"/>
                  <a:pt x="1204094" y="173670"/>
                  <a:pt x="1203961" y="174333"/>
                </a:cubicBezTo>
                <a:cubicBezTo>
                  <a:pt x="1203829" y="174995"/>
                  <a:pt x="1203608" y="175592"/>
                  <a:pt x="1203299" y="176122"/>
                </a:cubicBezTo>
                <a:cubicBezTo>
                  <a:pt x="1202990" y="176652"/>
                  <a:pt x="1202592" y="177160"/>
                  <a:pt x="1202106" y="177646"/>
                </a:cubicBezTo>
                <a:cubicBezTo>
                  <a:pt x="1201620" y="178132"/>
                  <a:pt x="1200184" y="178927"/>
                  <a:pt x="1197799" y="180031"/>
                </a:cubicBezTo>
                <a:cubicBezTo>
                  <a:pt x="1195414" y="181136"/>
                  <a:pt x="1192321" y="182218"/>
                  <a:pt x="1188522" y="183278"/>
                </a:cubicBezTo>
                <a:cubicBezTo>
                  <a:pt x="1184724" y="184338"/>
                  <a:pt x="1180328" y="185288"/>
                  <a:pt x="1175337" y="186127"/>
                </a:cubicBezTo>
                <a:cubicBezTo>
                  <a:pt x="1170345" y="186967"/>
                  <a:pt x="1165022" y="187386"/>
                  <a:pt x="1159368" y="187386"/>
                </a:cubicBezTo>
                <a:cubicBezTo>
                  <a:pt x="1149561" y="187386"/>
                  <a:pt x="1140969" y="186016"/>
                  <a:pt x="1133592" y="183274"/>
                </a:cubicBezTo>
                <a:cubicBezTo>
                  <a:pt x="1126215" y="180532"/>
                  <a:pt x="1120009" y="176464"/>
                  <a:pt x="1114973" y="171070"/>
                </a:cubicBezTo>
                <a:cubicBezTo>
                  <a:pt x="1109937" y="165675"/>
                  <a:pt x="1106138" y="158909"/>
                  <a:pt x="1103576" y="150773"/>
                </a:cubicBezTo>
                <a:cubicBezTo>
                  <a:pt x="1101014" y="142637"/>
                  <a:pt x="1099733" y="133174"/>
                  <a:pt x="1099733" y="122384"/>
                </a:cubicBezTo>
                <a:cubicBezTo>
                  <a:pt x="1099733" y="112125"/>
                  <a:pt x="1101058" y="102905"/>
                  <a:pt x="1103708" y="94724"/>
                </a:cubicBezTo>
                <a:cubicBezTo>
                  <a:pt x="1106359" y="86544"/>
                  <a:pt x="1110180" y="79602"/>
                  <a:pt x="1115171" y="73898"/>
                </a:cubicBezTo>
                <a:cubicBezTo>
                  <a:pt x="1120163" y="68194"/>
                  <a:pt x="1126193" y="63816"/>
                  <a:pt x="1133261" y="60766"/>
                </a:cubicBezTo>
                <a:cubicBezTo>
                  <a:pt x="1140329" y="57715"/>
                  <a:pt x="1148236" y="56189"/>
                  <a:pt x="1156982" y="56189"/>
                </a:cubicBezTo>
                <a:cubicBezTo>
                  <a:pt x="1166347" y="56189"/>
                  <a:pt x="1174321" y="57691"/>
                  <a:pt x="1180902" y="60695"/>
                </a:cubicBezTo>
                <a:cubicBezTo>
                  <a:pt x="1187484" y="63699"/>
                  <a:pt x="1192896" y="67741"/>
                  <a:pt x="1197136" y="72821"/>
                </a:cubicBezTo>
                <a:cubicBezTo>
                  <a:pt x="1201377" y="77901"/>
                  <a:pt x="1204491" y="83864"/>
                  <a:pt x="1206479" y="90711"/>
                </a:cubicBezTo>
                <a:cubicBezTo>
                  <a:pt x="1208467" y="97558"/>
                  <a:pt x="1209461" y="104869"/>
                  <a:pt x="1209461" y="112644"/>
                </a:cubicBezTo>
                <a:lnTo>
                  <a:pt x="1209461" y="116619"/>
                </a:lnTo>
                <a:moveTo>
                  <a:pt x="1187462" y="110126"/>
                </a:moveTo>
                <a:cubicBezTo>
                  <a:pt x="1187727" y="98641"/>
                  <a:pt x="1185187" y="89629"/>
                  <a:pt x="1179842" y="83091"/>
                </a:cubicBezTo>
                <a:cubicBezTo>
                  <a:pt x="1174497" y="76554"/>
                  <a:pt x="1166568" y="73285"/>
                  <a:pt x="1156055" y="73285"/>
                </a:cubicBezTo>
                <a:cubicBezTo>
                  <a:pt x="1150665" y="73285"/>
                  <a:pt x="1145939" y="74301"/>
                  <a:pt x="1141875" y="76333"/>
                </a:cubicBezTo>
                <a:cubicBezTo>
                  <a:pt x="1137811" y="78365"/>
                  <a:pt x="1134409" y="81059"/>
                  <a:pt x="1131671" y="84417"/>
                </a:cubicBezTo>
                <a:cubicBezTo>
                  <a:pt x="1128932" y="87774"/>
                  <a:pt x="1126811" y="91683"/>
                  <a:pt x="1125309" y="96145"/>
                </a:cubicBezTo>
                <a:cubicBezTo>
                  <a:pt x="1123808" y="100606"/>
                  <a:pt x="1122968" y="105267"/>
                  <a:pt x="1122792" y="110126"/>
                </a:cubicBezTo>
                <a:lnTo>
                  <a:pt x="1187462" y="110126"/>
                </a:lnTo>
                <a:close/>
                <a:moveTo>
                  <a:pt x="1312550" y="69972"/>
                </a:moveTo>
                <a:cubicBezTo>
                  <a:pt x="1312550" y="71915"/>
                  <a:pt x="1312506" y="73550"/>
                  <a:pt x="1312418" y="74875"/>
                </a:cubicBezTo>
                <a:cubicBezTo>
                  <a:pt x="1312329" y="76200"/>
                  <a:pt x="1312153" y="77238"/>
                  <a:pt x="1311888" y="77989"/>
                </a:cubicBezTo>
                <a:cubicBezTo>
                  <a:pt x="1311623" y="78740"/>
                  <a:pt x="1311291" y="79315"/>
                  <a:pt x="1310894" y="79712"/>
                </a:cubicBezTo>
                <a:cubicBezTo>
                  <a:pt x="1310496" y="80110"/>
                  <a:pt x="1309944" y="80308"/>
                  <a:pt x="1309237" y="80308"/>
                </a:cubicBezTo>
                <a:cubicBezTo>
                  <a:pt x="1308530" y="80308"/>
                  <a:pt x="1307669" y="80110"/>
                  <a:pt x="1306653" y="79712"/>
                </a:cubicBezTo>
                <a:cubicBezTo>
                  <a:pt x="1305637" y="79315"/>
                  <a:pt x="1304488" y="78917"/>
                  <a:pt x="1303207" y="78519"/>
                </a:cubicBezTo>
                <a:cubicBezTo>
                  <a:pt x="1301926" y="78122"/>
                  <a:pt x="1300491" y="77746"/>
                  <a:pt x="1298900" y="77393"/>
                </a:cubicBezTo>
                <a:cubicBezTo>
                  <a:pt x="1297310" y="77040"/>
                  <a:pt x="1295587" y="76863"/>
                  <a:pt x="1293732" y="76863"/>
                </a:cubicBezTo>
                <a:cubicBezTo>
                  <a:pt x="1291523" y="76863"/>
                  <a:pt x="1289359" y="77305"/>
                  <a:pt x="1287239" y="78188"/>
                </a:cubicBezTo>
                <a:cubicBezTo>
                  <a:pt x="1285118" y="79072"/>
                  <a:pt x="1282887" y="80529"/>
                  <a:pt x="1280546" y="82561"/>
                </a:cubicBezTo>
                <a:cubicBezTo>
                  <a:pt x="1278205" y="84593"/>
                  <a:pt x="1275753" y="87288"/>
                  <a:pt x="1273191" y="90645"/>
                </a:cubicBezTo>
                <a:cubicBezTo>
                  <a:pt x="1270629" y="94002"/>
                  <a:pt x="1267802" y="98111"/>
                  <a:pt x="1264710" y="102970"/>
                </a:cubicBezTo>
                <a:lnTo>
                  <a:pt x="1264710" y="181423"/>
                </a:lnTo>
                <a:cubicBezTo>
                  <a:pt x="1264710" y="182130"/>
                  <a:pt x="1264533" y="182726"/>
                  <a:pt x="1264180" y="183212"/>
                </a:cubicBezTo>
                <a:cubicBezTo>
                  <a:pt x="1263826" y="183698"/>
                  <a:pt x="1263252" y="184117"/>
                  <a:pt x="1262457" y="184471"/>
                </a:cubicBezTo>
                <a:cubicBezTo>
                  <a:pt x="1261662" y="184824"/>
                  <a:pt x="1260557" y="185089"/>
                  <a:pt x="1259144" y="185266"/>
                </a:cubicBezTo>
                <a:cubicBezTo>
                  <a:pt x="1257730" y="185443"/>
                  <a:pt x="1255919" y="185531"/>
                  <a:pt x="1253710" y="185531"/>
                </a:cubicBezTo>
                <a:cubicBezTo>
                  <a:pt x="1251590" y="185531"/>
                  <a:pt x="1249823" y="185443"/>
                  <a:pt x="1248410" y="185266"/>
                </a:cubicBezTo>
                <a:cubicBezTo>
                  <a:pt x="1246996" y="185089"/>
                  <a:pt x="1245870" y="184824"/>
                  <a:pt x="1245030" y="184471"/>
                </a:cubicBezTo>
                <a:cubicBezTo>
                  <a:pt x="1244191" y="184117"/>
                  <a:pt x="1243617" y="183698"/>
                  <a:pt x="1243307" y="183212"/>
                </a:cubicBezTo>
                <a:cubicBezTo>
                  <a:pt x="1242998" y="182726"/>
                  <a:pt x="1242844" y="182130"/>
                  <a:pt x="1242844" y="181423"/>
                </a:cubicBezTo>
                <a:lnTo>
                  <a:pt x="1242844" y="62153"/>
                </a:lnTo>
                <a:cubicBezTo>
                  <a:pt x="1242844" y="61446"/>
                  <a:pt x="1242976" y="60850"/>
                  <a:pt x="1243241" y="60364"/>
                </a:cubicBezTo>
                <a:cubicBezTo>
                  <a:pt x="1243506" y="59878"/>
                  <a:pt x="1244036" y="59436"/>
                  <a:pt x="1244831" y="59039"/>
                </a:cubicBezTo>
                <a:cubicBezTo>
                  <a:pt x="1245627" y="58641"/>
                  <a:pt x="1246643" y="58376"/>
                  <a:pt x="1247879" y="58243"/>
                </a:cubicBezTo>
                <a:cubicBezTo>
                  <a:pt x="1249116" y="58111"/>
                  <a:pt x="1250751" y="58045"/>
                  <a:pt x="1252783" y="58045"/>
                </a:cubicBezTo>
                <a:cubicBezTo>
                  <a:pt x="1254726" y="58045"/>
                  <a:pt x="1256339" y="58111"/>
                  <a:pt x="1257620" y="58243"/>
                </a:cubicBezTo>
                <a:cubicBezTo>
                  <a:pt x="1258901" y="58376"/>
                  <a:pt x="1259895" y="58641"/>
                  <a:pt x="1260602" y="59039"/>
                </a:cubicBezTo>
                <a:cubicBezTo>
                  <a:pt x="1261308" y="59436"/>
                  <a:pt x="1261816" y="59878"/>
                  <a:pt x="1262126" y="60364"/>
                </a:cubicBezTo>
                <a:cubicBezTo>
                  <a:pt x="1262435" y="60850"/>
                  <a:pt x="1262589" y="61446"/>
                  <a:pt x="1262589" y="62153"/>
                </a:cubicBezTo>
                <a:lnTo>
                  <a:pt x="1262589" y="79513"/>
                </a:lnTo>
                <a:cubicBezTo>
                  <a:pt x="1265858" y="74742"/>
                  <a:pt x="1268928" y="70855"/>
                  <a:pt x="1271800" y="67851"/>
                </a:cubicBezTo>
                <a:cubicBezTo>
                  <a:pt x="1274671" y="64847"/>
                  <a:pt x="1277388" y="62484"/>
                  <a:pt x="1279950" y="60761"/>
                </a:cubicBezTo>
                <a:cubicBezTo>
                  <a:pt x="1282512" y="59039"/>
                  <a:pt x="1285052" y="57846"/>
                  <a:pt x="1287570" y="57183"/>
                </a:cubicBezTo>
                <a:cubicBezTo>
                  <a:pt x="1290088" y="56521"/>
                  <a:pt x="1292628" y="56189"/>
                  <a:pt x="1295190" y="56189"/>
                </a:cubicBezTo>
                <a:cubicBezTo>
                  <a:pt x="1296338" y="56189"/>
                  <a:pt x="1297642" y="56256"/>
                  <a:pt x="1299099" y="56388"/>
                </a:cubicBezTo>
                <a:cubicBezTo>
                  <a:pt x="1300557" y="56521"/>
                  <a:pt x="1302081" y="56764"/>
                  <a:pt x="1303671" y="57117"/>
                </a:cubicBezTo>
                <a:cubicBezTo>
                  <a:pt x="1305262" y="57470"/>
                  <a:pt x="1306697" y="57868"/>
                  <a:pt x="1307978" y="58310"/>
                </a:cubicBezTo>
                <a:cubicBezTo>
                  <a:pt x="1309259" y="58751"/>
                  <a:pt x="1310165" y="59193"/>
                  <a:pt x="1310695" y="59635"/>
                </a:cubicBezTo>
                <a:cubicBezTo>
                  <a:pt x="1311225" y="60077"/>
                  <a:pt x="1311578" y="60496"/>
                  <a:pt x="1311755" y="60894"/>
                </a:cubicBezTo>
                <a:cubicBezTo>
                  <a:pt x="1311932" y="61291"/>
                  <a:pt x="1312086" y="61799"/>
                  <a:pt x="1312219" y="62418"/>
                </a:cubicBezTo>
                <a:cubicBezTo>
                  <a:pt x="1312351" y="63036"/>
                  <a:pt x="1312440" y="63942"/>
                  <a:pt x="1312484" y="65135"/>
                </a:cubicBezTo>
                <a:cubicBezTo>
                  <a:pt x="1312528" y="66327"/>
                  <a:pt x="1312550" y="67940"/>
                  <a:pt x="1312550" y="69972"/>
                </a:cubicBezTo>
                <a:close/>
                <a:moveTo>
                  <a:pt x="1530377" y="176652"/>
                </a:moveTo>
                <a:cubicBezTo>
                  <a:pt x="1531084" y="178596"/>
                  <a:pt x="1531459" y="180164"/>
                  <a:pt x="1531503" y="181357"/>
                </a:cubicBezTo>
                <a:cubicBezTo>
                  <a:pt x="1531547" y="182549"/>
                  <a:pt x="1531216" y="183455"/>
                  <a:pt x="1530509" y="184073"/>
                </a:cubicBezTo>
                <a:cubicBezTo>
                  <a:pt x="1529802" y="184692"/>
                  <a:pt x="1528632" y="185089"/>
                  <a:pt x="1526997" y="185266"/>
                </a:cubicBezTo>
                <a:cubicBezTo>
                  <a:pt x="1525363" y="185443"/>
                  <a:pt x="1523176" y="185531"/>
                  <a:pt x="1520438" y="185531"/>
                </a:cubicBezTo>
                <a:cubicBezTo>
                  <a:pt x="1517699" y="185531"/>
                  <a:pt x="1515512" y="185465"/>
                  <a:pt x="1513878" y="185332"/>
                </a:cubicBezTo>
                <a:cubicBezTo>
                  <a:pt x="1512243" y="185200"/>
                  <a:pt x="1511006" y="184979"/>
                  <a:pt x="1510167" y="184670"/>
                </a:cubicBezTo>
                <a:cubicBezTo>
                  <a:pt x="1509328" y="184360"/>
                  <a:pt x="1508709" y="183941"/>
                  <a:pt x="1508312" y="183411"/>
                </a:cubicBezTo>
                <a:cubicBezTo>
                  <a:pt x="1507914" y="182881"/>
                  <a:pt x="1507539" y="182218"/>
                  <a:pt x="1507185" y="181423"/>
                </a:cubicBezTo>
                <a:lnTo>
                  <a:pt x="1492475" y="139678"/>
                </a:lnTo>
                <a:lnTo>
                  <a:pt x="1421179" y="139678"/>
                </a:lnTo>
                <a:lnTo>
                  <a:pt x="1407131" y="180893"/>
                </a:lnTo>
                <a:cubicBezTo>
                  <a:pt x="1406866" y="181688"/>
                  <a:pt x="1406513" y="182373"/>
                  <a:pt x="1406071" y="182947"/>
                </a:cubicBezTo>
                <a:cubicBezTo>
                  <a:pt x="1405629" y="183521"/>
                  <a:pt x="1404989" y="184007"/>
                  <a:pt x="1404149" y="184405"/>
                </a:cubicBezTo>
                <a:cubicBezTo>
                  <a:pt x="1403310" y="184802"/>
                  <a:pt x="1402117" y="185089"/>
                  <a:pt x="1400571" y="185266"/>
                </a:cubicBezTo>
                <a:cubicBezTo>
                  <a:pt x="1399025" y="185443"/>
                  <a:pt x="1397015" y="185531"/>
                  <a:pt x="1394542" y="185531"/>
                </a:cubicBezTo>
                <a:cubicBezTo>
                  <a:pt x="1391979" y="185531"/>
                  <a:pt x="1389881" y="185421"/>
                  <a:pt x="1388247" y="185200"/>
                </a:cubicBezTo>
                <a:cubicBezTo>
                  <a:pt x="1386612" y="184979"/>
                  <a:pt x="1385464" y="184559"/>
                  <a:pt x="1384801" y="183941"/>
                </a:cubicBezTo>
                <a:cubicBezTo>
                  <a:pt x="1384139" y="183322"/>
                  <a:pt x="1383829" y="182417"/>
                  <a:pt x="1383874" y="181224"/>
                </a:cubicBezTo>
                <a:cubicBezTo>
                  <a:pt x="1383918" y="180031"/>
                  <a:pt x="1384293" y="178463"/>
                  <a:pt x="1385000" y="176519"/>
                </a:cubicBezTo>
                <a:lnTo>
                  <a:pt x="1442515" y="17228"/>
                </a:lnTo>
                <a:cubicBezTo>
                  <a:pt x="1442868" y="16256"/>
                  <a:pt x="1443332" y="15461"/>
                  <a:pt x="1443906" y="14842"/>
                </a:cubicBezTo>
                <a:cubicBezTo>
                  <a:pt x="1444480" y="14224"/>
                  <a:pt x="1445320" y="13738"/>
                  <a:pt x="1446424" y="13385"/>
                </a:cubicBezTo>
                <a:cubicBezTo>
                  <a:pt x="1447528" y="13031"/>
                  <a:pt x="1448942" y="12788"/>
                  <a:pt x="1450665" y="12656"/>
                </a:cubicBezTo>
                <a:cubicBezTo>
                  <a:pt x="1452387" y="12523"/>
                  <a:pt x="1454574" y="12457"/>
                  <a:pt x="1457225" y="12457"/>
                </a:cubicBezTo>
                <a:cubicBezTo>
                  <a:pt x="1460052" y="12457"/>
                  <a:pt x="1462393" y="12523"/>
                  <a:pt x="1464248" y="12656"/>
                </a:cubicBezTo>
                <a:cubicBezTo>
                  <a:pt x="1466104" y="12788"/>
                  <a:pt x="1467605" y="13031"/>
                  <a:pt x="1468754" y="13385"/>
                </a:cubicBezTo>
                <a:cubicBezTo>
                  <a:pt x="1469902" y="13738"/>
                  <a:pt x="1470786" y="14246"/>
                  <a:pt x="1471404" y="14909"/>
                </a:cubicBezTo>
                <a:cubicBezTo>
                  <a:pt x="1472023" y="15571"/>
                  <a:pt x="1472509" y="16389"/>
                  <a:pt x="1472862" y="17360"/>
                </a:cubicBezTo>
                <a:lnTo>
                  <a:pt x="1530377" y="176652"/>
                </a:lnTo>
                <a:moveTo>
                  <a:pt x="1456562" y="36046"/>
                </a:moveTo>
                <a:lnTo>
                  <a:pt x="1456429" y="36046"/>
                </a:lnTo>
                <a:lnTo>
                  <a:pt x="1426877" y="121523"/>
                </a:lnTo>
                <a:lnTo>
                  <a:pt x="1486512" y="121523"/>
                </a:lnTo>
                <a:lnTo>
                  <a:pt x="1456562" y="36046"/>
                </a:lnTo>
                <a:close/>
                <a:moveTo>
                  <a:pt x="1659293" y="181423"/>
                </a:moveTo>
                <a:cubicBezTo>
                  <a:pt x="1659293" y="182130"/>
                  <a:pt x="1659117" y="182726"/>
                  <a:pt x="1658763" y="183212"/>
                </a:cubicBezTo>
                <a:cubicBezTo>
                  <a:pt x="1658410" y="183698"/>
                  <a:pt x="1657836" y="184117"/>
                  <a:pt x="1657041" y="184471"/>
                </a:cubicBezTo>
                <a:cubicBezTo>
                  <a:pt x="1656245" y="184824"/>
                  <a:pt x="1655141" y="185089"/>
                  <a:pt x="1653728" y="185266"/>
                </a:cubicBezTo>
                <a:cubicBezTo>
                  <a:pt x="1652314" y="185443"/>
                  <a:pt x="1650547" y="185531"/>
                  <a:pt x="1648427" y="185531"/>
                </a:cubicBezTo>
                <a:cubicBezTo>
                  <a:pt x="1646218" y="185531"/>
                  <a:pt x="1644407" y="185443"/>
                  <a:pt x="1642993" y="185266"/>
                </a:cubicBezTo>
                <a:cubicBezTo>
                  <a:pt x="1641580" y="185089"/>
                  <a:pt x="1640475" y="184824"/>
                  <a:pt x="1639680" y="184471"/>
                </a:cubicBezTo>
                <a:cubicBezTo>
                  <a:pt x="1638885" y="184117"/>
                  <a:pt x="1638311" y="183698"/>
                  <a:pt x="1637957" y="183212"/>
                </a:cubicBezTo>
                <a:cubicBezTo>
                  <a:pt x="1637604" y="182726"/>
                  <a:pt x="1637427" y="182130"/>
                  <a:pt x="1637427" y="181423"/>
                </a:cubicBezTo>
                <a:lnTo>
                  <a:pt x="1637427" y="111584"/>
                </a:lnTo>
                <a:cubicBezTo>
                  <a:pt x="1637427" y="104781"/>
                  <a:pt x="1636897" y="99303"/>
                  <a:pt x="1635837" y="95151"/>
                </a:cubicBezTo>
                <a:cubicBezTo>
                  <a:pt x="1634777" y="90999"/>
                  <a:pt x="1633231" y="87420"/>
                  <a:pt x="1631199" y="84417"/>
                </a:cubicBezTo>
                <a:cubicBezTo>
                  <a:pt x="1629167" y="81413"/>
                  <a:pt x="1626538" y="79116"/>
                  <a:pt x="1623314" y="77525"/>
                </a:cubicBezTo>
                <a:cubicBezTo>
                  <a:pt x="1620089" y="75935"/>
                  <a:pt x="1616356" y="75140"/>
                  <a:pt x="1612116" y="75140"/>
                </a:cubicBezTo>
                <a:cubicBezTo>
                  <a:pt x="1606638" y="75140"/>
                  <a:pt x="1601160" y="77084"/>
                  <a:pt x="1595683" y="80971"/>
                </a:cubicBezTo>
                <a:cubicBezTo>
                  <a:pt x="1590205" y="84858"/>
                  <a:pt x="1584463" y="90557"/>
                  <a:pt x="1578455" y="98066"/>
                </a:cubicBezTo>
                <a:lnTo>
                  <a:pt x="1578455" y="181423"/>
                </a:lnTo>
                <a:cubicBezTo>
                  <a:pt x="1578455" y="182130"/>
                  <a:pt x="1578278" y="182726"/>
                  <a:pt x="1577925" y="183212"/>
                </a:cubicBezTo>
                <a:cubicBezTo>
                  <a:pt x="1577571" y="183698"/>
                  <a:pt x="1576997" y="184117"/>
                  <a:pt x="1576202" y="184471"/>
                </a:cubicBezTo>
                <a:cubicBezTo>
                  <a:pt x="1575407" y="184824"/>
                  <a:pt x="1574303" y="185089"/>
                  <a:pt x="1572889" y="185266"/>
                </a:cubicBezTo>
                <a:cubicBezTo>
                  <a:pt x="1571475" y="185443"/>
                  <a:pt x="1569664" y="185531"/>
                  <a:pt x="1567456" y="185531"/>
                </a:cubicBezTo>
                <a:cubicBezTo>
                  <a:pt x="1565335" y="185531"/>
                  <a:pt x="1563568" y="185443"/>
                  <a:pt x="1562155" y="185266"/>
                </a:cubicBezTo>
                <a:cubicBezTo>
                  <a:pt x="1560741" y="185089"/>
                  <a:pt x="1559615" y="184824"/>
                  <a:pt x="1558775" y="184471"/>
                </a:cubicBezTo>
                <a:cubicBezTo>
                  <a:pt x="1557936" y="184117"/>
                  <a:pt x="1557362" y="183698"/>
                  <a:pt x="1557053" y="183212"/>
                </a:cubicBezTo>
                <a:cubicBezTo>
                  <a:pt x="1556743" y="182726"/>
                  <a:pt x="1556589" y="182130"/>
                  <a:pt x="1556589" y="181423"/>
                </a:cubicBezTo>
                <a:lnTo>
                  <a:pt x="1556589" y="62153"/>
                </a:lnTo>
                <a:cubicBezTo>
                  <a:pt x="1556589" y="61446"/>
                  <a:pt x="1556721" y="60850"/>
                  <a:pt x="1556986" y="60364"/>
                </a:cubicBezTo>
                <a:cubicBezTo>
                  <a:pt x="1557251" y="59878"/>
                  <a:pt x="1557781" y="59436"/>
                  <a:pt x="1558577" y="59039"/>
                </a:cubicBezTo>
                <a:cubicBezTo>
                  <a:pt x="1559372" y="58641"/>
                  <a:pt x="1560388" y="58376"/>
                  <a:pt x="1561625" y="58243"/>
                </a:cubicBezTo>
                <a:cubicBezTo>
                  <a:pt x="1562862" y="58111"/>
                  <a:pt x="1564496" y="58045"/>
                  <a:pt x="1566528" y="58045"/>
                </a:cubicBezTo>
                <a:cubicBezTo>
                  <a:pt x="1568472" y="58045"/>
                  <a:pt x="1570084" y="58111"/>
                  <a:pt x="1571365" y="58243"/>
                </a:cubicBezTo>
                <a:cubicBezTo>
                  <a:pt x="1572646" y="58376"/>
                  <a:pt x="1573640" y="58641"/>
                  <a:pt x="1574347" y="59039"/>
                </a:cubicBezTo>
                <a:cubicBezTo>
                  <a:pt x="1575054" y="59436"/>
                  <a:pt x="1575562" y="59878"/>
                  <a:pt x="1575871" y="60364"/>
                </a:cubicBezTo>
                <a:cubicBezTo>
                  <a:pt x="1576180" y="60850"/>
                  <a:pt x="1576335" y="61446"/>
                  <a:pt x="1576335" y="62153"/>
                </a:cubicBezTo>
                <a:lnTo>
                  <a:pt x="1576335" y="77923"/>
                </a:lnTo>
                <a:cubicBezTo>
                  <a:pt x="1583049" y="70413"/>
                  <a:pt x="1589741" y="64914"/>
                  <a:pt x="1596412" y="61424"/>
                </a:cubicBezTo>
                <a:cubicBezTo>
                  <a:pt x="1603082" y="57934"/>
                  <a:pt x="1609819" y="56189"/>
                  <a:pt x="1616621" y="56189"/>
                </a:cubicBezTo>
                <a:cubicBezTo>
                  <a:pt x="1624573" y="56189"/>
                  <a:pt x="1631265" y="57537"/>
                  <a:pt x="1636698" y="60231"/>
                </a:cubicBezTo>
                <a:cubicBezTo>
                  <a:pt x="1642132" y="62926"/>
                  <a:pt x="1646527" y="66526"/>
                  <a:pt x="1649884" y="71032"/>
                </a:cubicBezTo>
                <a:cubicBezTo>
                  <a:pt x="1653242" y="75538"/>
                  <a:pt x="1655649" y="80816"/>
                  <a:pt x="1657107" y="86868"/>
                </a:cubicBezTo>
                <a:cubicBezTo>
                  <a:pt x="1658565" y="92920"/>
                  <a:pt x="1659293" y="100187"/>
                  <a:pt x="1659293" y="108668"/>
                </a:cubicBezTo>
                <a:lnTo>
                  <a:pt x="1659293" y="181423"/>
                </a:lnTo>
                <a:close/>
                <a:moveTo>
                  <a:pt x="1788927" y="181555"/>
                </a:moveTo>
                <a:cubicBezTo>
                  <a:pt x="1788927" y="182616"/>
                  <a:pt x="1788573" y="183411"/>
                  <a:pt x="1787866" y="183941"/>
                </a:cubicBezTo>
                <a:cubicBezTo>
                  <a:pt x="1787160" y="184471"/>
                  <a:pt x="1786188" y="184868"/>
                  <a:pt x="1784951" y="185133"/>
                </a:cubicBezTo>
                <a:cubicBezTo>
                  <a:pt x="1783714" y="185398"/>
                  <a:pt x="1781903" y="185531"/>
                  <a:pt x="1779518" y="185531"/>
                </a:cubicBezTo>
                <a:cubicBezTo>
                  <a:pt x="1777220" y="185531"/>
                  <a:pt x="1775387" y="185398"/>
                  <a:pt x="1774018" y="185133"/>
                </a:cubicBezTo>
                <a:cubicBezTo>
                  <a:pt x="1772648" y="184868"/>
                  <a:pt x="1771655" y="184471"/>
                  <a:pt x="1771036" y="183941"/>
                </a:cubicBezTo>
                <a:cubicBezTo>
                  <a:pt x="1770418" y="183411"/>
                  <a:pt x="1770108" y="182616"/>
                  <a:pt x="1770108" y="181555"/>
                </a:cubicBezTo>
                <a:lnTo>
                  <a:pt x="1770108" y="169628"/>
                </a:lnTo>
                <a:cubicBezTo>
                  <a:pt x="1764896" y="175194"/>
                  <a:pt x="1759087" y="179545"/>
                  <a:pt x="1752682" y="182682"/>
                </a:cubicBezTo>
                <a:cubicBezTo>
                  <a:pt x="1746277" y="185818"/>
                  <a:pt x="1739496" y="187386"/>
                  <a:pt x="1732340" y="187386"/>
                </a:cubicBezTo>
                <a:cubicBezTo>
                  <a:pt x="1726067" y="187386"/>
                  <a:pt x="1720391" y="186566"/>
                  <a:pt x="1715311" y="184926"/>
                </a:cubicBezTo>
                <a:cubicBezTo>
                  <a:pt x="1710231" y="183286"/>
                  <a:pt x="1705901" y="180915"/>
                  <a:pt x="1702323" y="177812"/>
                </a:cubicBezTo>
                <a:cubicBezTo>
                  <a:pt x="1698745" y="174708"/>
                  <a:pt x="1695962" y="170897"/>
                  <a:pt x="1693974" y="166377"/>
                </a:cubicBezTo>
                <a:cubicBezTo>
                  <a:pt x="1691987" y="161855"/>
                  <a:pt x="1690993" y="156712"/>
                  <a:pt x="1690993" y="150947"/>
                </a:cubicBezTo>
                <a:cubicBezTo>
                  <a:pt x="1690993" y="144210"/>
                  <a:pt x="1692362" y="138360"/>
                  <a:pt x="1695101" y="133396"/>
                </a:cubicBezTo>
                <a:cubicBezTo>
                  <a:pt x="1697840" y="128429"/>
                  <a:pt x="1701771" y="124306"/>
                  <a:pt x="1706895" y="121026"/>
                </a:cubicBezTo>
                <a:cubicBezTo>
                  <a:pt x="1712020" y="117746"/>
                  <a:pt x="1718292" y="115286"/>
                  <a:pt x="1725714" y="113646"/>
                </a:cubicBezTo>
                <a:cubicBezTo>
                  <a:pt x="1733135" y="112006"/>
                  <a:pt x="1741484" y="111186"/>
                  <a:pt x="1750760" y="111186"/>
                </a:cubicBezTo>
                <a:lnTo>
                  <a:pt x="1767193" y="111186"/>
                </a:lnTo>
                <a:lnTo>
                  <a:pt x="1767193" y="101943"/>
                </a:lnTo>
                <a:cubicBezTo>
                  <a:pt x="1767193" y="97365"/>
                  <a:pt x="1766707" y="93316"/>
                  <a:pt x="1765735" y="89796"/>
                </a:cubicBezTo>
                <a:cubicBezTo>
                  <a:pt x="1764763" y="86273"/>
                  <a:pt x="1763195" y="83345"/>
                  <a:pt x="1761031" y="81012"/>
                </a:cubicBezTo>
                <a:cubicBezTo>
                  <a:pt x="1758866" y="78679"/>
                  <a:pt x="1756061" y="76919"/>
                  <a:pt x="1752616" y="75732"/>
                </a:cubicBezTo>
                <a:cubicBezTo>
                  <a:pt x="1749170" y="74542"/>
                  <a:pt x="1744929" y="73947"/>
                  <a:pt x="1739893" y="73947"/>
                </a:cubicBezTo>
                <a:cubicBezTo>
                  <a:pt x="1734504" y="73947"/>
                  <a:pt x="1729667" y="74581"/>
                  <a:pt x="1725382" y="75848"/>
                </a:cubicBezTo>
                <a:cubicBezTo>
                  <a:pt x="1721097" y="77115"/>
                  <a:pt x="1717343" y="78514"/>
                  <a:pt x="1714118" y="80043"/>
                </a:cubicBezTo>
                <a:cubicBezTo>
                  <a:pt x="1710893" y="81573"/>
                  <a:pt x="1708199" y="82971"/>
                  <a:pt x="1706034" y="84239"/>
                </a:cubicBezTo>
                <a:cubicBezTo>
                  <a:pt x="1703869" y="85506"/>
                  <a:pt x="1702257" y="86139"/>
                  <a:pt x="1701197" y="86139"/>
                </a:cubicBezTo>
                <a:cubicBezTo>
                  <a:pt x="1700490" y="86139"/>
                  <a:pt x="1699872" y="85963"/>
                  <a:pt x="1699342" y="85609"/>
                </a:cubicBezTo>
                <a:cubicBezTo>
                  <a:pt x="1698812" y="85256"/>
                  <a:pt x="1698348" y="84726"/>
                  <a:pt x="1697950" y="84019"/>
                </a:cubicBezTo>
                <a:cubicBezTo>
                  <a:pt x="1697553" y="83312"/>
                  <a:pt x="1697265" y="82407"/>
                  <a:pt x="1697089" y="81302"/>
                </a:cubicBezTo>
                <a:cubicBezTo>
                  <a:pt x="1696912" y="80198"/>
                  <a:pt x="1696824" y="78983"/>
                  <a:pt x="1696824" y="77658"/>
                </a:cubicBezTo>
                <a:cubicBezTo>
                  <a:pt x="1696824" y="75449"/>
                  <a:pt x="1696978" y="73704"/>
                  <a:pt x="1697288" y="72423"/>
                </a:cubicBezTo>
                <a:cubicBezTo>
                  <a:pt x="1697597" y="71142"/>
                  <a:pt x="1698348" y="69928"/>
                  <a:pt x="1699540" y="68779"/>
                </a:cubicBezTo>
                <a:cubicBezTo>
                  <a:pt x="1700733" y="67630"/>
                  <a:pt x="1702787" y="66293"/>
                  <a:pt x="1705703" y="64766"/>
                </a:cubicBezTo>
                <a:cubicBezTo>
                  <a:pt x="1708618" y="63237"/>
                  <a:pt x="1711975" y="61840"/>
                  <a:pt x="1715774" y="60575"/>
                </a:cubicBezTo>
                <a:cubicBezTo>
                  <a:pt x="1719573" y="59311"/>
                  <a:pt x="1723726" y="58264"/>
                  <a:pt x="1728231" y="57436"/>
                </a:cubicBezTo>
                <a:cubicBezTo>
                  <a:pt x="1732737" y="56605"/>
                  <a:pt x="1737287" y="56189"/>
                  <a:pt x="1741881" y="56189"/>
                </a:cubicBezTo>
                <a:cubicBezTo>
                  <a:pt x="1750451" y="56189"/>
                  <a:pt x="1757740" y="57161"/>
                  <a:pt x="1763747" y="59105"/>
                </a:cubicBezTo>
                <a:cubicBezTo>
                  <a:pt x="1769755" y="61049"/>
                  <a:pt x="1774614" y="63898"/>
                  <a:pt x="1778325" y="67653"/>
                </a:cubicBezTo>
                <a:cubicBezTo>
                  <a:pt x="1782035" y="71407"/>
                  <a:pt x="1784730" y="76068"/>
                  <a:pt x="1786409" y="81634"/>
                </a:cubicBezTo>
                <a:cubicBezTo>
                  <a:pt x="1788087" y="87200"/>
                  <a:pt x="1788927" y="93693"/>
                  <a:pt x="1788927" y="101114"/>
                </a:cubicBezTo>
                <a:lnTo>
                  <a:pt x="1788927" y="181555"/>
                </a:lnTo>
                <a:moveTo>
                  <a:pt x="1767193" y="126956"/>
                </a:moveTo>
                <a:lnTo>
                  <a:pt x="1748507" y="126956"/>
                </a:lnTo>
                <a:cubicBezTo>
                  <a:pt x="1742500" y="126956"/>
                  <a:pt x="1737287" y="127468"/>
                  <a:pt x="1732870" y="128493"/>
                </a:cubicBezTo>
                <a:cubicBezTo>
                  <a:pt x="1728452" y="129514"/>
                  <a:pt x="1724786" y="131024"/>
                  <a:pt x="1721870" y="133023"/>
                </a:cubicBezTo>
                <a:cubicBezTo>
                  <a:pt x="1718955" y="135022"/>
                  <a:pt x="1716812" y="137423"/>
                  <a:pt x="1715443" y="140225"/>
                </a:cubicBezTo>
                <a:cubicBezTo>
                  <a:pt x="1714074" y="143025"/>
                  <a:pt x="1713389" y="146246"/>
                  <a:pt x="1713389" y="149891"/>
                </a:cubicBezTo>
                <a:cubicBezTo>
                  <a:pt x="1713389" y="156114"/>
                  <a:pt x="1715355" y="161070"/>
                  <a:pt x="1719286" y="164758"/>
                </a:cubicBezTo>
                <a:cubicBezTo>
                  <a:pt x="1723218" y="168447"/>
                  <a:pt x="1728717" y="170291"/>
                  <a:pt x="1735785" y="170291"/>
                </a:cubicBezTo>
                <a:cubicBezTo>
                  <a:pt x="1741528" y="170291"/>
                  <a:pt x="1746851" y="168825"/>
                  <a:pt x="1751754" y="165893"/>
                </a:cubicBezTo>
                <a:cubicBezTo>
                  <a:pt x="1756657" y="162958"/>
                  <a:pt x="1761804" y="158469"/>
                  <a:pt x="1767193" y="152425"/>
                </a:cubicBezTo>
                <a:lnTo>
                  <a:pt x="1767193" y="126956"/>
                </a:lnTo>
                <a:close/>
                <a:moveTo>
                  <a:pt x="1850946" y="181419"/>
                </a:moveTo>
                <a:cubicBezTo>
                  <a:pt x="1850946" y="182125"/>
                  <a:pt x="1850769" y="182723"/>
                  <a:pt x="1850416" y="183212"/>
                </a:cubicBezTo>
                <a:cubicBezTo>
                  <a:pt x="1850062" y="183698"/>
                  <a:pt x="1849488" y="184117"/>
                  <a:pt x="1848693" y="184471"/>
                </a:cubicBezTo>
                <a:cubicBezTo>
                  <a:pt x="1847898" y="184824"/>
                  <a:pt x="1846794" y="185089"/>
                  <a:pt x="1845380" y="185266"/>
                </a:cubicBezTo>
                <a:cubicBezTo>
                  <a:pt x="1843966" y="185443"/>
                  <a:pt x="1842155" y="185531"/>
                  <a:pt x="1839947" y="185531"/>
                </a:cubicBezTo>
                <a:cubicBezTo>
                  <a:pt x="1837826" y="185531"/>
                  <a:pt x="1836059" y="185443"/>
                  <a:pt x="1834646" y="185266"/>
                </a:cubicBezTo>
                <a:cubicBezTo>
                  <a:pt x="1833232" y="185089"/>
                  <a:pt x="1832106" y="184824"/>
                  <a:pt x="1831266" y="184471"/>
                </a:cubicBezTo>
                <a:cubicBezTo>
                  <a:pt x="1830427" y="184117"/>
                  <a:pt x="1829853" y="183698"/>
                  <a:pt x="1829544" y="183212"/>
                </a:cubicBezTo>
                <a:cubicBezTo>
                  <a:pt x="1829234" y="182723"/>
                  <a:pt x="1829080" y="182125"/>
                  <a:pt x="1829080" y="181419"/>
                </a:cubicBezTo>
                <a:lnTo>
                  <a:pt x="1829080" y="4245"/>
                </a:lnTo>
                <a:cubicBezTo>
                  <a:pt x="1829080" y="3538"/>
                  <a:pt x="1829234" y="2920"/>
                  <a:pt x="1829544" y="2390"/>
                </a:cubicBezTo>
                <a:cubicBezTo>
                  <a:pt x="1829853" y="1857"/>
                  <a:pt x="1830427" y="1414"/>
                  <a:pt x="1831266" y="1060"/>
                </a:cubicBezTo>
                <a:cubicBezTo>
                  <a:pt x="1832106" y="707"/>
                  <a:pt x="1833232" y="442"/>
                  <a:pt x="1834646" y="265"/>
                </a:cubicBezTo>
                <a:cubicBezTo>
                  <a:pt x="1836059" y="88"/>
                  <a:pt x="1837826" y="0"/>
                  <a:pt x="1839947" y="0"/>
                </a:cubicBezTo>
                <a:cubicBezTo>
                  <a:pt x="1842155" y="0"/>
                  <a:pt x="1843966" y="88"/>
                  <a:pt x="1845380" y="265"/>
                </a:cubicBezTo>
                <a:cubicBezTo>
                  <a:pt x="1846794" y="442"/>
                  <a:pt x="1847898" y="707"/>
                  <a:pt x="1848693" y="1060"/>
                </a:cubicBezTo>
                <a:cubicBezTo>
                  <a:pt x="1849488" y="1414"/>
                  <a:pt x="1850062" y="1857"/>
                  <a:pt x="1850416" y="2390"/>
                </a:cubicBezTo>
                <a:cubicBezTo>
                  <a:pt x="1850769" y="2920"/>
                  <a:pt x="1850946" y="3538"/>
                  <a:pt x="1850946" y="4245"/>
                </a:cubicBezTo>
                <a:lnTo>
                  <a:pt x="1850946" y="181419"/>
                </a:lnTo>
                <a:close/>
                <a:moveTo>
                  <a:pt x="1945837" y="184736"/>
                </a:moveTo>
                <a:lnTo>
                  <a:pt x="1929934" y="228601"/>
                </a:lnTo>
                <a:cubicBezTo>
                  <a:pt x="1929404" y="230014"/>
                  <a:pt x="1928057" y="231097"/>
                  <a:pt x="1925892" y="231847"/>
                </a:cubicBezTo>
                <a:cubicBezTo>
                  <a:pt x="1923728" y="232598"/>
                  <a:pt x="1920437" y="232974"/>
                  <a:pt x="1916019" y="232974"/>
                </a:cubicBezTo>
                <a:cubicBezTo>
                  <a:pt x="1913722" y="232974"/>
                  <a:pt x="1911867" y="232863"/>
                  <a:pt x="1910453" y="232643"/>
                </a:cubicBezTo>
                <a:cubicBezTo>
                  <a:pt x="1909040" y="232422"/>
                  <a:pt x="1907957" y="232046"/>
                  <a:pt x="1907207" y="231516"/>
                </a:cubicBezTo>
                <a:cubicBezTo>
                  <a:pt x="1906456" y="230986"/>
                  <a:pt x="1906036" y="230279"/>
                  <a:pt x="1905948" y="229396"/>
                </a:cubicBezTo>
                <a:cubicBezTo>
                  <a:pt x="1905859" y="228512"/>
                  <a:pt x="1906080" y="227452"/>
                  <a:pt x="1906610" y="226215"/>
                </a:cubicBezTo>
                <a:lnTo>
                  <a:pt x="1923043" y="184736"/>
                </a:lnTo>
                <a:cubicBezTo>
                  <a:pt x="1922248" y="184382"/>
                  <a:pt x="1921497" y="183808"/>
                  <a:pt x="1920790" y="183013"/>
                </a:cubicBezTo>
                <a:cubicBezTo>
                  <a:pt x="1920083" y="182218"/>
                  <a:pt x="1919597" y="181379"/>
                  <a:pt x="1919332" y="180495"/>
                </a:cubicBezTo>
                <a:lnTo>
                  <a:pt x="1876793" y="66526"/>
                </a:lnTo>
                <a:cubicBezTo>
                  <a:pt x="1876086" y="64671"/>
                  <a:pt x="1875733" y="63213"/>
                  <a:pt x="1875733" y="62153"/>
                </a:cubicBezTo>
                <a:cubicBezTo>
                  <a:pt x="1875733" y="61093"/>
                  <a:pt x="1876086" y="60253"/>
                  <a:pt x="1876793" y="59635"/>
                </a:cubicBezTo>
                <a:cubicBezTo>
                  <a:pt x="1877499" y="59017"/>
                  <a:pt x="1878648" y="58597"/>
                  <a:pt x="1880238" y="58376"/>
                </a:cubicBezTo>
                <a:cubicBezTo>
                  <a:pt x="1881829" y="58155"/>
                  <a:pt x="1883949" y="58045"/>
                  <a:pt x="1886599" y="58045"/>
                </a:cubicBezTo>
                <a:cubicBezTo>
                  <a:pt x="1889250" y="58045"/>
                  <a:pt x="1891326" y="58111"/>
                  <a:pt x="1892828" y="58243"/>
                </a:cubicBezTo>
                <a:cubicBezTo>
                  <a:pt x="1894330" y="58376"/>
                  <a:pt x="1895522" y="58619"/>
                  <a:pt x="1896406" y="58972"/>
                </a:cubicBezTo>
                <a:cubicBezTo>
                  <a:pt x="1897289" y="59326"/>
                  <a:pt x="1897930" y="59834"/>
                  <a:pt x="1898328" y="60496"/>
                </a:cubicBezTo>
                <a:cubicBezTo>
                  <a:pt x="1898725" y="61159"/>
                  <a:pt x="1899145" y="62065"/>
                  <a:pt x="1899587" y="63213"/>
                </a:cubicBezTo>
                <a:lnTo>
                  <a:pt x="1933645" y="158894"/>
                </a:lnTo>
                <a:lnTo>
                  <a:pt x="1934042" y="158894"/>
                </a:lnTo>
                <a:lnTo>
                  <a:pt x="1966908" y="62683"/>
                </a:lnTo>
                <a:cubicBezTo>
                  <a:pt x="1967438" y="61004"/>
                  <a:pt x="1968078" y="59922"/>
                  <a:pt x="1968829" y="59436"/>
                </a:cubicBezTo>
                <a:cubicBezTo>
                  <a:pt x="1969580" y="58950"/>
                  <a:pt x="1970707" y="58597"/>
                  <a:pt x="1972209" y="58376"/>
                </a:cubicBezTo>
                <a:cubicBezTo>
                  <a:pt x="1973711" y="58155"/>
                  <a:pt x="1975875" y="58045"/>
                  <a:pt x="1978702" y="58045"/>
                </a:cubicBezTo>
                <a:cubicBezTo>
                  <a:pt x="1981176" y="58045"/>
                  <a:pt x="1983208" y="58155"/>
                  <a:pt x="1984798" y="58376"/>
                </a:cubicBezTo>
                <a:cubicBezTo>
                  <a:pt x="1986388" y="58597"/>
                  <a:pt x="1987559" y="59017"/>
                  <a:pt x="1988310" y="59635"/>
                </a:cubicBezTo>
                <a:cubicBezTo>
                  <a:pt x="1989061" y="60253"/>
                  <a:pt x="1989437" y="61093"/>
                  <a:pt x="1989437" y="62153"/>
                </a:cubicBezTo>
                <a:cubicBezTo>
                  <a:pt x="1989437" y="63213"/>
                  <a:pt x="1989171" y="64538"/>
                  <a:pt x="1988641" y="66129"/>
                </a:cubicBezTo>
                <a:lnTo>
                  <a:pt x="1945837" y="184736"/>
                </a:lnTo>
                <a:close/>
                <a:moveTo>
                  <a:pt x="2087425" y="149050"/>
                </a:moveTo>
                <a:cubicBezTo>
                  <a:pt x="2087425" y="155152"/>
                  <a:pt x="2086298" y="160591"/>
                  <a:pt x="2084045" y="165367"/>
                </a:cubicBezTo>
                <a:cubicBezTo>
                  <a:pt x="2081792" y="170140"/>
                  <a:pt x="2078590" y="174164"/>
                  <a:pt x="2074437" y="177439"/>
                </a:cubicBezTo>
                <a:cubicBezTo>
                  <a:pt x="2070285" y="180710"/>
                  <a:pt x="2065338" y="183186"/>
                  <a:pt x="2059595" y="184864"/>
                </a:cubicBezTo>
                <a:cubicBezTo>
                  <a:pt x="2053852" y="186546"/>
                  <a:pt x="2047535" y="187386"/>
                  <a:pt x="2040644" y="187386"/>
                </a:cubicBezTo>
                <a:cubicBezTo>
                  <a:pt x="2036404" y="187386"/>
                  <a:pt x="2032362" y="187055"/>
                  <a:pt x="2028518" y="186392"/>
                </a:cubicBezTo>
                <a:cubicBezTo>
                  <a:pt x="2024675" y="185730"/>
                  <a:pt x="2021230" y="184890"/>
                  <a:pt x="2018182" y="183874"/>
                </a:cubicBezTo>
                <a:cubicBezTo>
                  <a:pt x="2015134" y="182858"/>
                  <a:pt x="2012550" y="181798"/>
                  <a:pt x="2010429" y="180694"/>
                </a:cubicBezTo>
                <a:cubicBezTo>
                  <a:pt x="2008309" y="179590"/>
                  <a:pt x="2006763" y="178596"/>
                  <a:pt x="2005791" y="177712"/>
                </a:cubicBezTo>
                <a:cubicBezTo>
                  <a:pt x="2004819" y="176829"/>
                  <a:pt x="2004112" y="175592"/>
                  <a:pt x="2003671" y="174002"/>
                </a:cubicBezTo>
                <a:cubicBezTo>
                  <a:pt x="2003229" y="172411"/>
                  <a:pt x="2003008" y="170247"/>
                  <a:pt x="2003008" y="167508"/>
                </a:cubicBezTo>
                <a:cubicBezTo>
                  <a:pt x="2003008" y="165829"/>
                  <a:pt x="2003096" y="164416"/>
                  <a:pt x="2003273" y="163267"/>
                </a:cubicBezTo>
                <a:cubicBezTo>
                  <a:pt x="2003450" y="162119"/>
                  <a:pt x="2003671" y="161191"/>
                  <a:pt x="2003936" y="160484"/>
                </a:cubicBezTo>
                <a:cubicBezTo>
                  <a:pt x="2004201" y="159778"/>
                  <a:pt x="2004576" y="159270"/>
                  <a:pt x="2005062" y="158960"/>
                </a:cubicBezTo>
                <a:cubicBezTo>
                  <a:pt x="2005548" y="158651"/>
                  <a:pt x="2006100" y="158496"/>
                  <a:pt x="2006719" y="158496"/>
                </a:cubicBezTo>
                <a:cubicBezTo>
                  <a:pt x="2007690" y="158496"/>
                  <a:pt x="2009126" y="159093"/>
                  <a:pt x="2011026" y="160286"/>
                </a:cubicBezTo>
                <a:cubicBezTo>
                  <a:pt x="2012925" y="161478"/>
                  <a:pt x="2015266" y="162781"/>
                  <a:pt x="2018049" y="164195"/>
                </a:cubicBezTo>
                <a:cubicBezTo>
                  <a:pt x="2020832" y="165608"/>
                  <a:pt x="2024123" y="166912"/>
                  <a:pt x="2027922" y="168104"/>
                </a:cubicBezTo>
                <a:cubicBezTo>
                  <a:pt x="2031721" y="169297"/>
                  <a:pt x="2036094" y="169893"/>
                  <a:pt x="2041042" y="169893"/>
                </a:cubicBezTo>
                <a:cubicBezTo>
                  <a:pt x="2044752" y="169893"/>
                  <a:pt x="2048110" y="169496"/>
                  <a:pt x="2051113" y="168701"/>
                </a:cubicBezTo>
                <a:cubicBezTo>
                  <a:pt x="2054117" y="167903"/>
                  <a:pt x="2056724" y="166729"/>
                  <a:pt x="2058932" y="165181"/>
                </a:cubicBezTo>
                <a:cubicBezTo>
                  <a:pt x="2061141" y="163632"/>
                  <a:pt x="2062842" y="161662"/>
                  <a:pt x="2064034" y="159271"/>
                </a:cubicBezTo>
                <a:cubicBezTo>
                  <a:pt x="2065227" y="156880"/>
                  <a:pt x="2065823" y="154047"/>
                  <a:pt x="2065823" y="150773"/>
                </a:cubicBezTo>
                <a:cubicBezTo>
                  <a:pt x="2065823" y="147413"/>
                  <a:pt x="2064962" y="144583"/>
                  <a:pt x="2063239" y="142283"/>
                </a:cubicBezTo>
                <a:cubicBezTo>
                  <a:pt x="2061516" y="139983"/>
                  <a:pt x="2059241" y="137950"/>
                  <a:pt x="2056414" y="136183"/>
                </a:cubicBezTo>
                <a:cubicBezTo>
                  <a:pt x="2053587" y="134413"/>
                  <a:pt x="2050407" y="132844"/>
                  <a:pt x="2046873" y="131474"/>
                </a:cubicBezTo>
                <a:cubicBezTo>
                  <a:pt x="2043339" y="130102"/>
                  <a:pt x="2039694" y="128665"/>
                  <a:pt x="2035940" y="127163"/>
                </a:cubicBezTo>
                <a:cubicBezTo>
                  <a:pt x="2032185" y="125659"/>
                  <a:pt x="2028518" y="123955"/>
                  <a:pt x="2024940" y="122053"/>
                </a:cubicBezTo>
                <a:cubicBezTo>
                  <a:pt x="2021362" y="120151"/>
                  <a:pt x="2018160" y="117829"/>
                  <a:pt x="2015332" y="115087"/>
                </a:cubicBezTo>
                <a:cubicBezTo>
                  <a:pt x="2012505" y="112346"/>
                  <a:pt x="2010230" y="109074"/>
                  <a:pt x="2008508" y="105272"/>
                </a:cubicBezTo>
                <a:cubicBezTo>
                  <a:pt x="2006785" y="101471"/>
                  <a:pt x="2005923" y="96916"/>
                  <a:pt x="2005923" y="91610"/>
                </a:cubicBezTo>
                <a:cubicBezTo>
                  <a:pt x="2005923" y="86922"/>
                  <a:pt x="2006829" y="82434"/>
                  <a:pt x="2008640" y="78147"/>
                </a:cubicBezTo>
                <a:cubicBezTo>
                  <a:pt x="2010451" y="73856"/>
                  <a:pt x="2013168" y="70097"/>
                  <a:pt x="2016790" y="66870"/>
                </a:cubicBezTo>
                <a:cubicBezTo>
                  <a:pt x="2020412" y="63640"/>
                  <a:pt x="2024940" y="61053"/>
                  <a:pt x="2030374" y="59109"/>
                </a:cubicBezTo>
                <a:cubicBezTo>
                  <a:pt x="2035807" y="57163"/>
                  <a:pt x="2042146" y="56189"/>
                  <a:pt x="2049391" y="56189"/>
                </a:cubicBezTo>
                <a:cubicBezTo>
                  <a:pt x="2052571" y="56189"/>
                  <a:pt x="2055752" y="56459"/>
                  <a:pt x="2058932" y="56997"/>
                </a:cubicBezTo>
                <a:cubicBezTo>
                  <a:pt x="2062113" y="57535"/>
                  <a:pt x="2064984" y="58208"/>
                  <a:pt x="2067546" y="59014"/>
                </a:cubicBezTo>
                <a:cubicBezTo>
                  <a:pt x="2070108" y="59820"/>
                  <a:pt x="2072295" y="60694"/>
                  <a:pt x="2074106" y="61635"/>
                </a:cubicBezTo>
                <a:cubicBezTo>
                  <a:pt x="2075917" y="62577"/>
                  <a:pt x="2077287" y="63406"/>
                  <a:pt x="2078214" y="64124"/>
                </a:cubicBezTo>
                <a:cubicBezTo>
                  <a:pt x="2079142" y="64842"/>
                  <a:pt x="2079760" y="65466"/>
                  <a:pt x="2080070" y="65996"/>
                </a:cubicBezTo>
                <a:cubicBezTo>
                  <a:pt x="2080379" y="66526"/>
                  <a:pt x="2080600" y="67122"/>
                  <a:pt x="2080732" y="67785"/>
                </a:cubicBezTo>
                <a:cubicBezTo>
                  <a:pt x="2080865" y="68448"/>
                  <a:pt x="2080997" y="69265"/>
                  <a:pt x="2081130" y="70237"/>
                </a:cubicBezTo>
                <a:cubicBezTo>
                  <a:pt x="2081262" y="71209"/>
                  <a:pt x="2081329" y="72401"/>
                  <a:pt x="2081329" y="73815"/>
                </a:cubicBezTo>
                <a:cubicBezTo>
                  <a:pt x="2081329" y="75317"/>
                  <a:pt x="2081262" y="76620"/>
                  <a:pt x="2081130" y="77724"/>
                </a:cubicBezTo>
                <a:cubicBezTo>
                  <a:pt x="2080997" y="78829"/>
                  <a:pt x="2080776" y="79734"/>
                  <a:pt x="2080467" y="80441"/>
                </a:cubicBezTo>
                <a:cubicBezTo>
                  <a:pt x="2080158" y="81148"/>
                  <a:pt x="2079782" y="81656"/>
                  <a:pt x="2079341" y="81965"/>
                </a:cubicBezTo>
                <a:cubicBezTo>
                  <a:pt x="2078899" y="82274"/>
                  <a:pt x="2078413" y="82429"/>
                  <a:pt x="2077883" y="82429"/>
                </a:cubicBezTo>
                <a:cubicBezTo>
                  <a:pt x="2077088" y="82429"/>
                  <a:pt x="2075939" y="81936"/>
                  <a:pt x="2074437" y="80950"/>
                </a:cubicBezTo>
                <a:cubicBezTo>
                  <a:pt x="2072935" y="79965"/>
                  <a:pt x="2070992" y="78911"/>
                  <a:pt x="2068606" y="77790"/>
                </a:cubicBezTo>
                <a:cubicBezTo>
                  <a:pt x="2066221" y="76670"/>
                  <a:pt x="2063416" y="75616"/>
                  <a:pt x="2060191" y="74631"/>
                </a:cubicBezTo>
                <a:cubicBezTo>
                  <a:pt x="2056967" y="73645"/>
                  <a:pt x="2053278" y="73152"/>
                  <a:pt x="2049126" y="73152"/>
                </a:cubicBezTo>
                <a:cubicBezTo>
                  <a:pt x="2045415" y="73152"/>
                  <a:pt x="2042146" y="73573"/>
                  <a:pt x="2039319" y="74415"/>
                </a:cubicBezTo>
                <a:cubicBezTo>
                  <a:pt x="2036492" y="75255"/>
                  <a:pt x="2034173" y="76449"/>
                  <a:pt x="2032362" y="77998"/>
                </a:cubicBezTo>
                <a:cubicBezTo>
                  <a:pt x="2030550" y="79546"/>
                  <a:pt x="2029181" y="81384"/>
                  <a:pt x="2028253" y="83510"/>
                </a:cubicBezTo>
                <a:cubicBezTo>
                  <a:pt x="2027326" y="85633"/>
                  <a:pt x="2026862" y="87934"/>
                  <a:pt x="2026862" y="90413"/>
                </a:cubicBezTo>
                <a:cubicBezTo>
                  <a:pt x="2026862" y="93862"/>
                  <a:pt x="2027745" y="96758"/>
                  <a:pt x="2029512" y="99102"/>
                </a:cubicBezTo>
                <a:cubicBezTo>
                  <a:pt x="2031279" y="101446"/>
                  <a:pt x="2033576" y="103503"/>
                  <a:pt x="2036404" y="105272"/>
                </a:cubicBezTo>
                <a:cubicBezTo>
                  <a:pt x="2039231" y="107039"/>
                  <a:pt x="2042455" y="108631"/>
                  <a:pt x="2046078" y="110047"/>
                </a:cubicBezTo>
                <a:cubicBezTo>
                  <a:pt x="2049700" y="111461"/>
                  <a:pt x="2053388" y="112920"/>
                  <a:pt x="2057143" y="114425"/>
                </a:cubicBezTo>
                <a:cubicBezTo>
                  <a:pt x="2060898" y="115926"/>
                  <a:pt x="2064609" y="117606"/>
                  <a:pt x="2068275" y="119465"/>
                </a:cubicBezTo>
                <a:cubicBezTo>
                  <a:pt x="2071942" y="121323"/>
                  <a:pt x="2075188" y="123578"/>
                  <a:pt x="2078015" y="126231"/>
                </a:cubicBezTo>
                <a:cubicBezTo>
                  <a:pt x="2080843" y="128885"/>
                  <a:pt x="2083118" y="132069"/>
                  <a:pt x="2084840" y="135785"/>
                </a:cubicBezTo>
                <a:cubicBezTo>
                  <a:pt x="2086563" y="139499"/>
                  <a:pt x="2087425" y="143920"/>
                  <a:pt x="2087425" y="149050"/>
                </a:cubicBezTo>
                <a:close/>
                <a:moveTo>
                  <a:pt x="2140535" y="181423"/>
                </a:moveTo>
                <a:cubicBezTo>
                  <a:pt x="2140535" y="182130"/>
                  <a:pt x="2140358" y="182726"/>
                  <a:pt x="2140005" y="183212"/>
                </a:cubicBezTo>
                <a:cubicBezTo>
                  <a:pt x="2139652" y="183698"/>
                  <a:pt x="2139077" y="184117"/>
                  <a:pt x="2138282" y="184471"/>
                </a:cubicBezTo>
                <a:cubicBezTo>
                  <a:pt x="2137487" y="184824"/>
                  <a:pt x="2136383" y="185089"/>
                  <a:pt x="2134969" y="185266"/>
                </a:cubicBezTo>
                <a:cubicBezTo>
                  <a:pt x="2133556" y="185443"/>
                  <a:pt x="2131745" y="185531"/>
                  <a:pt x="2129536" y="185531"/>
                </a:cubicBezTo>
                <a:cubicBezTo>
                  <a:pt x="2127415" y="185531"/>
                  <a:pt x="2125649" y="185443"/>
                  <a:pt x="2124235" y="185266"/>
                </a:cubicBezTo>
                <a:cubicBezTo>
                  <a:pt x="2122821" y="185089"/>
                  <a:pt x="2121695" y="184824"/>
                  <a:pt x="2120856" y="184471"/>
                </a:cubicBezTo>
                <a:cubicBezTo>
                  <a:pt x="2120016" y="184117"/>
                  <a:pt x="2119442" y="183698"/>
                  <a:pt x="2119133" y="183212"/>
                </a:cubicBezTo>
                <a:cubicBezTo>
                  <a:pt x="2118824" y="182726"/>
                  <a:pt x="2118669" y="182130"/>
                  <a:pt x="2118669" y="181423"/>
                </a:cubicBezTo>
                <a:lnTo>
                  <a:pt x="2118669" y="62153"/>
                </a:lnTo>
                <a:cubicBezTo>
                  <a:pt x="2118669" y="61534"/>
                  <a:pt x="2118824" y="60960"/>
                  <a:pt x="2119133" y="60430"/>
                </a:cubicBezTo>
                <a:cubicBezTo>
                  <a:pt x="2119442" y="59900"/>
                  <a:pt x="2120016" y="59458"/>
                  <a:pt x="2120856" y="59105"/>
                </a:cubicBezTo>
                <a:cubicBezTo>
                  <a:pt x="2121695" y="58751"/>
                  <a:pt x="2122821" y="58486"/>
                  <a:pt x="2124235" y="58310"/>
                </a:cubicBezTo>
                <a:cubicBezTo>
                  <a:pt x="2125649" y="58133"/>
                  <a:pt x="2127415" y="58045"/>
                  <a:pt x="2129536" y="58045"/>
                </a:cubicBezTo>
                <a:cubicBezTo>
                  <a:pt x="2131745" y="58045"/>
                  <a:pt x="2133556" y="58133"/>
                  <a:pt x="2134969" y="58310"/>
                </a:cubicBezTo>
                <a:cubicBezTo>
                  <a:pt x="2136383" y="58486"/>
                  <a:pt x="2137487" y="58751"/>
                  <a:pt x="2138282" y="59105"/>
                </a:cubicBezTo>
                <a:cubicBezTo>
                  <a:pt x="2139077" y="59458"/>
                  <a:pt x="2139652" y="59900"/>
                  <a:pt x="2140005" y="60430"/>
                </a:cubicBezTo>
                <a:cubicBezTo>
                  <a:pt x="2140358" y="60960"/>
                  <a:pt x="2140535" y="61534"/>
                  <a:pt x="2140535" y="62153"/>
                </a:cubicBezTo>
                <a:lnTo>
                  <a:pt x="2140535" y="181423"/>
                </a:lnTo>
                <a:moveTo>
                  <a:pt x="2143053" y="21734"/>
                </a:moveTo>
                <a:cubicBezTo>
                  <a:pt x="2143053" y="26858"/>
                  <a:pt x="2142081" y="30348"/>
                  <a:pt x="2140138" y="32203"/>
                </a:cubicBezTo>
                <a:cubicBezTo>
                  <a:pt x="2138194" y="34058"/>
                  <a:pt x="2134616" y="34986"/>
                  <a:pt x="2129403" y="34986"/>
                </a:cubicBezTo>
                <a:cubicBezTo>
                  <a:pt x="2124279" y="34986"/>
                  <a:pt x="2120767" y="34080"/>
                  <a:pt x="2118868" y="32269"/>
                </a:cubicBezTo>
                <a:cubicBezTo>
                  <a:pt x="2116968" y="30458"/>
                  <a:pt x="2116019" y="27035"/>
                  <a:pt x="2116019" y="21999"/>
                </a:cubicBezTo>
                <a:cubicBezTo>
                  <a:pt x="2116019" y="16874"/>
                  <a:pt x="2116990" y="13385"/>
                  <a:pt x="2118934" y="11529"/>
                </a:cubicBezTo>
                <a:cubicBezTo>
                  <a:pt x="2120878" y="9674"/>
                  <a:pt x="2124456" y="8746"/>
                  <a:pt x="2129668" y="8746"/>
                </a:cubicBezTo>
                <a:cubicBezTo>
                  <a:pt x="2134793" y="8746"/>
                  <a:pt x="2138304" y="9652"/>
                  <a:pt x="2140204" y="11463"/>
                </a:cubicBezTo>
                <a:cubicBezTo>
                  <a:pt x="2142103" y="13274"/>
                  <a:pt x="2143053" y="16698"/>
                  <a:pt x="2143053" y="21734"/>
                </a:cubicBezTo>
                <a:close/>
                <a:moveTo>
                  <a:pt x="2255967" y="149050"/>
                </a:moveTo>
                <a:cubicBezTo>
                  <a:pt x="2255967" y="155152"/>
                  <a:pt x="2254841" y="160591"/>
                  <a:pt x="2252588" y="165367"/>
                </a:cubicBezTo>
                <a:cubicBezTo>
                  <a:pt x="2250335" y="170140"/>
                  <a:pt x="2247132" y="174164"/>
                  <a:pt x="2242980" y="177439"/>
                </a:cubicBezTo>
                <a:cubicBezTo>
                  <a:pt x="2238828" y="180710"/>
                  <a:pt x="2233880" y="183186"/>
                  <a:pt x="2228138" y="184864"/>
                </a:cubicBezTo>
                <a:cubicBezTo>
                  <a:pt x="2222395" y="186546"/>
                  <a:pt x="2216078" y="187386"/>
                  <a:pt x="2209187" y="187386"/>
                </a:cubicBezTo>
                <a:cubicBezTo>
                  <a:pt x="2204946" y="187386"/>
                  <a:pt x="2200904" y="187055"/>
                  <a:pt x="2197061" y="186392"/>
                </a:cubicBezTo>
                <a:cubicBezTo>
                  <a:pt x="2193218" y="185730"/>
                  <a:pt x="2189772" y="184890"/>
                  <a:pt x="2186724" y="183874"/>
                </a:cubicBezTo>
                <a:cubicBezTo>
                  <a:pt x="2183676" y="182858"/>
                  <a:pt x="2181092" y="181798"/>
                  <a:pt x="2178972" y="180694"/>
                </a:cubicBezTo>
                <a:cubicBezTo>
                  <a:pt x="2176852" y="179590"/>
                  <a:pt x="2175305" y="178596"/>
                  <a:pt x="2174334" y="177712"/>
                </a:cubicBezTo>
                <a:cubicBezTo>
                  <a:pt x="2173362" y="176829"/>
                  <a:pt x="2172655" y="175592"/>
                  <a:pt x="2172213" y="174002"/>
                </a:cubicBezTo>
                <a:cubicBezTo>
                  <a:pt x="2171771" y="172411"/>
                  <a:pt x="2171551" y="170247"/>
                  <a:pt x="2171551" y="167508"/>
                </a:cubicBezTo>
                <a:cubicBezTo>
                  <a:pt x="2171551" y="165829"/>
                  <a:pt x="2171639" y="164416"/>
                  <a:pt x="2171816" y="163267"/>
                </a:cubicBezTo>
                <a:cubicBezTo>
                  <a:pt x="2171992" y="162119"/>
                  <a:pt x="2172213" y="161191"/>
                  <a:pt x="2172478" y="160484"/>
                </a:cubicBezTo>
                <a:cubicBezTo>
                  <a:pt x="2172743" y="159778"/>
                  <a:pt x="2173119" y="159270"/>
                  <a:pt x="2173605" y="158960"/>
                </a:cubicBezTo>
                <a:cubicBezTo>
                  <a:pt x="2174091" y="158651"/>
                  <a:pt x="2174643" y="158496"/>
                  <a:pt x="2175261" y="158496"/>
                </a:cubicBezTo>
                <a:cubicBezTo>
                  <a:pt x="2176233" y="158496"/>
                  <a:pt x="2177669" y="159093"/>
                  <a:pt x="2179568" y="160286"/>
                </a:cubicBezTo>
                <a:cubicBezTo>
                  <a:pt x="2181468" y="161478"/>
                  <a:pt x="2183809" y="162781"/>
                  <a:pt x="2186592" y="164195"/>
                </a:cubicBezTo>
                <a:cubicBezTo>
                  <a:pt x="2189375" y="165608"/>
                  <a:pt x="2192666" y="166912"/>
                  <a:pt x="2196465" y="168104"/>
                </a:cubicBezTo>
                <a:cubicBezTo>
                  <a:pt x="2200264" y="169297"/>
                  <a:pt x="2204637" y="169893"/>
                  <a:pt x="2209584" y="169893"/>
                </a:cubicBezTo>
                <a:cubicBezTo>
                  <a:pt x="2213295" y="169893"/>
                  <a:pt x="2216652" y="169496"/>
                  <a:pt x="2219656" y="168701"/>
                </a:cubicBezTo>
                <a:cubicBezTo>
                  <a:pt x="2222660" y="167903"/>
                  <a:pt x="2225266" y="166729"/>
                  <a:pt x="2227475" y="165181"/>
                </a:cubicBezTo>
                <a:cubicBezTo>
                  <a:pt x="2229684" y="163632"/>
                  <a:pt x="2231384" y="161662"/>
                  <a:pt x="2232577" y="159271"/>
                </a:cubicBezTo>
                <a:cubicBezTo>
                  <a:pt x="2233770" y="156880"/>
                  <a:pt x="2234366" y="154047"/>
                  <a:pt x="2234366" y="150773"/>
                </a:cubicBezTo>
                <a:cubicBezTo>
                  <a:pt x="2234366" y="147413"/>
                  <a:pt x="2233505" y="144583"/>
                  <a:pt x="2231782" y="142283"/>
                </a:cubicBezTo>
                <a:cubicBezTo>
                  <a:pt x="2230059" y="139983"/>
                  <a:pt x="2227784" y="137950"/>
                  <a:pt x="2224957" y="136183"/>
                </a:cubicBezTo>
                <a:cubicBezTo>
                  <a:pt x="2222130" y="134413"/>
                  <a:pt x="2218949" y="132844"/>
                  <a:pt x="2215415" y="131474"/>
                </a:cubicBezTo>
                <a:cubicBezTo>
                  <a:pt x="2211882" y="130102"/>
                  <a:pt x="2208237" y="128665"/>
                  <a:pt x="2204482" y="127163"/>
                </a:cubicBezTo>
                <a:cubicBezTo>
                  <a:pt x="2200728" y="125659"/>
                  <a:pt x="2197061" y="123955"/>
                  <a:pt x="2193483" y="122053"/>
                </a:cubicBezTo>
                <a:cubicBezTo>
                  <a:pt x="2189905" y="120151"/>
                  <a:pt x="2186702" y="117829"/>
                  <a:pt x="2183875" y="115087"/>
                </a:cubicBezTo>
                <a:cubicBezTo>
                  <a:pt x="2181048" y="112346"/>
                  <a:pt x="2178773" y="109074"/>
                  <a:pt x="2177050" y="105272"/>
                </a:cubicBezTo>
                <a:cubicBezTo>
                  <a:pt x="2175328" y="101471"/>
                  <a:pt x="2174466" y="96916"/>
                  <a:pt x="2174466" y="91610"/>
                </a:cubicBezTo>
                <a:cubicBezTo>
                  <a:pt x="2174466" y="86922"/>
                  <a:pt x="2175372" y="82434"/>
                  <a:pt x="2177183" y="78147"/>
                </a:cubicBezTo>
                <a:cubicBezTo>
                  <a:pt x="2178994" y="73856"/>
                  <a:pt x="2181711" y="70097"/>
                  <a:pt x="2185333" y="66870"/>
                </a:cubicBezTo>
                <a:cubicBezTo>
                  <a:pt x="2188955" y="63640"/>
                  <a:pt x="2193483" y="61053"/>
                  <a:pt x="2198916" y="59109"/>
                </a:cubicBezTo>
                <a:cubicBezTo>
                  <a:pt x="2204350" y="57163"/>
                  <a:pt x="2210689" y="56189"/>
                  <a:pt x="2217933" y="56189"/>
                </a:cubicBezTo>
                <a:cubicBezTo>
                  <a:pt x="2221114" y="56189"/>
                  <a:pt x="2224294" y="56459"/>
                  <a:pt x="2227475" y="56997"/>
                </a:cubicBezTo>
                <a:cubicBezTo>
                  <a:pt x="2230655" y="57535"/>
                  <a:pt x="2233527" y="58208"/>
                  <a:pt x="2236089" y="59014"/>
                </a:cubicBezTo>
                <a:cubicBezTo>
                  <a:pt x="2238651" y="59820"/>
                  <a:pt x="2240838" y="60694"/>
                  <a:pt x="2242649" y="61635"/>
                </a:cubicBezTo>
                <a:cubicBezTo>
                  <a:pt x="2244460" y="62577"/>
                  <a:pt x="2245829" y="63406"/>
                  <a:pt x="2246757" y="64124"/>
                </a:cubicBezTo>
                <a:cubicBezTo>
                  <a:pt x="2247685" y="64842"/>
                  <a:pt x="2248303" y="65466"/>
                  <a:pt x="2248612" y="65996"/>
                </a:cubicBezTo>
                <a:cubicBezTo>
                  <a:pt x="2248921" y="66526"/>
                  <a:pt x="2249142" y="67122"/>
                  <a:pt x="2249275" y="67785"/>
                </a:cubicBezTo>
                <a:cubicBezTo>
                  <a:pt x="2249407" y="68448"/>
                  <a:pt x="2249540" y="69265"/>
                  <a:pt x="2249672" y="70237"/>
                </a:cubicBezTo>
                <a:cubicBezTo>
                  <a:pt x="2249805" y="71209"/>
                  <a:pt x="2249871" y="72401"/>
                  <a:pt x="2249871" y="73815"/>
                </a:cubicBezTo>
                <a:cubicBezTo>
                  <a:pt x="2249871" y="75317"/>
                  <a:pt x="2249805" y="76620"/>
                  <a:pt x="2249672" y="77724"/>
                </a:cubicBezTo>
                <a:cubicBezTo>
                  <a:pt x="2249540" y="78829"/>
                  <a:pt x="2249319" y="79734"/>
                  <a:pt x="2249010" y="80441"/>
                </a:cubicBezTo>
                <a:cubicBezTo>
                  <a:pt x="2248701" y="81148"/>
                  <a:pt x="2248325" y="81656"/>
                  <a:pt x="2247883" y="81965"/>
                </a:cubicBezTo>
                <a:cubicBezTo>
                  <a:pt x="2247442" y="82274"/>
                  <a:pt x="2246956" y="82429"/>
                  <a:pt x="2246426" y="82429"/>
                </a:cubicBezTo>
                <a:cubicBezTo>
                  <a:pt x="2245630" y="82429"/>
                  <a:pt x="2244482" y="81936"/>
                  <a:pt x="2242980" y="80950"/>
                </a:cubicBezTo>
                <a:cubicBezTo>
                  <a:pt x="2241478" y="79965"/>
                  <a:pt x="2239534" y="78911"/>
                  <a:pt x="2237149" y="77790"/>
                </a:cubicBezTo>
                <a:cubicBezTo>
                  <a:pt x="2234764" y="76670"/>
                  <a:pt x="2231959" y="75616"/>
                  <a:pt x="2228734" y="74631"/>
                </a:cubicBezTo>
                <a:cubicBezTo>
                  <a:pt x="2225509" y="73645"/>
                  <a:pt x="2221821" y="73152"/>
                  <a:pt x="2217668" y="73152"/>
                </a:cubicBezTo>
                <a:cubicBezTo>
                  <a:pt x="2213958" y="73152"/>
                  <a:pt x="2210689" y="73573"/>
                  <a:pt x="2207862" y="74415"/>
                </a:cubicBezTo>
                <a:cubicBezTo>
                  <a:pt x="2205035" y="75255"/>
                  <a:pt x="2202715" y="76449"/>
                  <a:pt x="2200904" y="77998"/>
                </a:cubicBezTo>
                <a:cubicBezTo>
                  <a:pt x="2199093" y="79546"/>
                  <a:pt x="2197724" y="81384"/>
                  <a:pt x="2196796" y="83510"/>
                </a:cubicBezTo>
                <a:cubicBezTo>
                  <a:pt x="2195868" y="85633"/>
                  <a:pt x="2195405" y="87934"/>
                  <a:pt x="2195405" y="90413"/>
                </a:cubicBezTo>
                <a:cubicBezTo>
                  <a:pt x="2195405" y="93862"/>
                  <a:pt x="2196288" y="96758"/>
                  <a:pt x="2198055" y="99102"/>
                </a:cubicBezTo>
                <a:cubicBezTo>
                  <a:pt x="2199822" y="101446"/>
                  <a:pt x="2202119" y="103503"/>
                  <a:pt x="2204946" y="105272"/>
                </a:cubicBezTo>
                <a:cubicBezTo>
                  <a:pt x="2207773" y="107039"/>
                  <a:pt x="2210998" y="108631"/>
                  <a:pt x="2214620" y="110047"/>
                </a:cubicBezTo>
                <a:cubicBezTo>
                  <a:pt x="2218243" y="111461"/>
                  <a:pt x="2221931" y="112920"/>
                  <a:pt x="2225686" y="114425"/>
                </a:cubicBezTo>
                <a:cubicBezTo>
                  <a:pt x="2229441" y="115926"/>
                  <a:pt x="2233151" y="117606"/>
                  <a:pt x="2236818" y="119465"/>
                </a:cubicBezTo>
                <a:cubicBezTo>
                  <a:pt x="2240484" y="121323"/>
                  <a:pt x="2243731" y="123578"/>
                  <a:pt x="2246558" y="126231"/>
                </a:cubicBezTo>
                <a:cubicBezTo>
                  <a:pt x="2249385" y="128885"/>
                  <a:pt x="2251660" y="132069"/>
                  <a:pt x="2253383" y="135785"/>
                </a:cubicBezTo>
                <a:cubicBezTo>
                  <a:pt x="2255106" y="139499"/>
                  <a:pt x="2255967" y="143920"/>
                  <a:pt x="2255967" y="1490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DC2AC-E7E8-401A-9F77-44D35353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9" y="1768859"/>
            <a:ext cx="2484716" cy="388110"/>
          </a:xfrm>
          <a:custGeom xmlns:a="http://schemas.openxmlformats.org/drawingml/2006/main">
            <a:pathLst>
              <a:path w="2484716" h="388110">
                <a:moveTo>
                  <a:pt x="0" y="64685"/>
                </a:moveTo>
                <a:cubicBezTo>
                  <a:pt x="0" y="28950"/>
                  <a:pt x="28950" y="0"/>
                  <a:pt x="64685" y="0"/>
                </a:cubicBezTo>
                <a:lnTo>
                  <a:pt x="2420031" y="0"/>
                </a:lnTo>
                <a:cubicBezTo>
                  <a:pt x="2455766" y="0"/>
                  <a:pt x="2484716" y="28950"/>
                  <a:pt x="2484716" y="64685"/>
                </a:cubicBezTo>
                <a:lnTo>
                  <a:pt x="2484716" y="323425"/>
                </a:lnTo>
                <a:cubicBezTo>
                  <a:pt x="2484716" y="359160"/>
                  <a:pt x="2455766" y="388110"/>
                  <a:pt x="2420031" y="388110"/>
                </a:cubicBezTo>
                <a:lnTo>
                  <a:pt x="64685" y="388110"/>
                </a:lnTo>
                <a:cubicBezTo>
                  <a:pt x="28950" y="388110"/>
                  <a:pt x="0" y="359160"/>
                  <a:pt x="0" y="323425"/>
                </a:cubicBezTo>
                <a:lnTo>
                  <a:pt x="0" y="64685"/>
                </a:lnTo>
                <a:close/>
              </a:path>
            </a:pathLst>
          </a:custGeom>
          <a:solidFill xmlns:a="http://schemas.openxmlformats.org/drawingml/2006/main">
            <a:srgbClr val="C4C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127F8-B715-420D-9951-B6B2574F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9" y="1768859"/>
            <a:ext cx="2484716" cy="388110"/>
          </a:xfrm>
          <a:custGeom xmlns:a="http://schemas.openxmlformats.org/drawingml/2006/main">
            <a:pathLst>
              <a:path w="2484716" h="388110" fill="none">
                <a:moveTo>
                  <a:pt x="0" y="64685"/>
                </a:moveTo>
                <a:cubicBezTo>
                  <a:pt x="0" y="28950"/>
                  <a:pt x="28950" y="0"/>
                  <a:pt x="64685" y="0"/>
                </a:cubicBezTo>
                <a:lnTo>
                  <a:pt x="2420031" y="0"/>
                </a:lnTo>
                <a:cubicBezTo>
                  <a:pt x="2455766" y="0"/>
                  <a:pt x="2484716" y="28950"/>
                  <a:pt x="2484716" y="64685"/>
                </a:cubicBezTo>
                <a:lnTo>
                  <a:pt x="2484716" y="323425"/>
                </a:lnTo>
                <a:cubicBezTo>
                  <a:pt x="2484716" y="359160"/>
                  <a:pt x="2455766" y="388110"/>
                  <a:pt x="2420031" y="388110"/>
                </a:cubicBezTo>
                <a:lnTo>
                  <a:pt x="64685" y="388110"/>
                </a:lnTo>
                <a:cubicBezTo>
                  <a:pt x="28950" y="388110"/>
                  <a:pt x="0" y="359160"/>
                  <a:pt x="0" y="323425"/>
                </a:cubicBezTo>
                <a:lnTo>
                  <a:pt x="0" y="646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10" name="Text PointerAnalysisCore">
            <a:extLst xmlns:a="http://schemas.openxmlformats.org/drawingml/2006/main">
              <a:ext uri="{FF2B5EF4-FFF2-40B4-BE49-F238E27FC236}">
                <a16:creationId xmlns:a16="http://schemas.microsoft.com/office/drawing/2014/main" id="{072F01A8-191D-49E6-8355-B66561D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32" y="1878017"/>
            <a:ext cx="2094147" cy="213171"/>
          </a:xfrm>
          <a:custGeom xmlns:a="http://schemas.openxmlformats.org/drawingml/2006/main">
            <a:pathLst>
              <a:path w="2094147" h="213171">
                <a:moveTo>
                  <a:pt x="96400" y="58082"/>
                </a:moveTo>
                <a:cubicBezTo>
                  <a:pt x="96400" y="65924"/>
                  <a:pt x="95106" y="72997"/>
                  <a:pt x="92520" y="79303"/>
                </a:cubicBezTo>
                <a:cubicBezTo>
                  <a:pt x="89933" y="85608"/>
                  <a:pt x="86234" y="90984"/>
                  <a:pt x="81425" y="95430"/>
                </a:cubicBezTo>
                <a:cubicBezTo>
                  <a:pt x="76615" y="99876"/>
                  <a:pt x="70713" y="103312"/>
                  <a:pt x="63721" y="105737"/>
                </a:cubicBezTo>
                <a:cubicBezTo>
                  <a:pt x="56728" y="108162"/>
                  <a:pt x="48382" y="109374"/>
                  <a:pt x="38681" y="109374"/>
                </a:cubicBezTo>
                <a:lnTo>
                  <a:pt x="20856" y="109374"/>
                </a:lnTo>
                <a:lnTo>
                  <a:pt x="20856" y="165881"/>
                </a:lnTo>
                <a:cubicBezTo>
                  <a:pt x="20856" y="166527"/>
                  <a:pt x="20674" y="167093"/>
                  <a:pt x="20311" y="167578"/>
                </a:cubicBezTo>
                <a:cubicBezTo>
                  <a:pt x="19947" y="168063"/>
                  <a:pt x="19381" y="168447"/>
                  <a:pt x="18613" y="168730"/>
                </a:cubicBezTo>
                <a:cubicBezTo>
                  <a:pt x="17845" y="169013"/>
                  <a:pt x="16794" y="169256"/>
                  <a:pt x="15460" y="169458"/>
                </a:cubicBezTo>
                <a:cubicBezTo>
                  <a:pt x="14127" y="169660"/>
                  <a:pt x="12449" y="169761"/>
                  <a:pt x="10428" y="169761"/>
                </a:cubicBezTo>
                <a:cubicBezTo>
                  <a:pt x="8407" y="169761"/>
                  <a:pt x="6730" y="169660"/>
                  <a:pt x="5396" y="169458"/>
                </a:cubicBezTo>
                <a:cubicBezTo>
                  <a:pt x="4062" y="169256"/>
                  <a:pt x="2991" y="169013"/>
                  <a:pt x="2183" y="168730"/>
                </a:cubicBezTo>
                <a:cubicBezTo>
                  <a:pt x="1374" y="168447"/>
                  <a:pt x="808" y="168063"/>
                  <a:pt x="485" y="167578"/>
                </a:cubicBezTo>
                <a:cubicBezTo>
                  <a:pt x="162" y="167093"/>
                  <a:pt x="0" y="166527"/>
                  <a:pt x="0" y="165881"/>
                </a:cubicBezTo>
                <a:lnTo>
                  <a:pt x="0" y="21099"/>
                </a:lnTo>
                <a:cubicBezTo>
                  <a:pt x="0" y="17865"/>
                  <a:pt x="849" y="15561"/>
                  <a:pt x="2546" y="14187"/>
                </a:cubicBezTo>
                <a:cubicBezTo>
                  <a:pt x="4244" y="12813"/>
                  <a:pt x="6144" y="12126"/>
                  <a:pt x="8246" y="12126"/>
                </a:cubicBezTo>
                <a:lnTo>
                  <a:pt x="41834" y="12126"/>
                </a:lnTo>
                <a:cubicBezTo>
                  <a:pt x="45229" y="12126"/>
                  <a:pt x="48483" y="12267"/>
                  <a:pt x="51595" y="12550"/>
                </a:cubicBezTo>
                <a:cubicBezTo>
                  <a:pt x="54707" y="12833"/>
                  <a:pt x="58386" y="13439"/>
                  <a:pt x="62630" y="14369"/>
                </a:cubicBezTo>
                <a:cubicBezTo>
                  <a:pt x="66874" y="15299"/>
                  <a:pt x="71199" y="17037"/>
                  <a:pt x="75604" y="19583"/>
                </a:cubicBezTo>
                <a:cubicBezTo>
                  <a:pt x="80010" y="22130"/>
                  <a:pt x="83749" y="25262"/>
                  <a:pt x="86821" y="28981"/>
                </a:cubicBezTo>
                <a:cubicBezTo>
                  <a:pt x="89892" y="32699"/>
                  <a:pt x="92257" y="37004"/>
                  <a:pt x="93914" y="41895"/>
                </a:cubicBezTo>
                <a:cubicBezTo>
                  <a:pt x="95571" y="46785"/>
                  <a:pt x="96400" y="52181"/>
                  <a:pt x="96400" y="58082"/>
                </a:cubicBezTo>
                <a:moveTo>
                  <a:pt x="74452" y="59780"/>
                </a:moveTo>
                <a:cubicBezTo>
                  <a:pt x="74452" y="53394"/>
                  <a:pt x="73260" y="48058"/>
                  <a:pt x="70875" y="43774"/>
                </a:cubicBezTo>
                <a:cubicBezTo>
                  <a:pt x="68490" y="39490"/>
                  <a:pt x="65540" y="36296"/>
                  <a:pt x="62023" y="34195"/>
                </a:cubicBezTo>
                <a:cubicBezTo>
                  <a:pt x="58507" y="32093"/>
                  <a:pt x="54869" y="30759"/>
                  <a:pt x="51110" y="30193"/>
                </a:cubicBezTo>
                <a:cubicBezTo>
                  <a:pt x="47351" y="29627"/>
                  <a:pt x="43693" y="29344"/>
                  <a:pt x="40136" y="29344"/>
                </a:cubicBezTo>
                <a:lnTo>
                  <a:pt x="20856" y="29344"/>
                </a:lnTo>
                <a:lnTo>
                  <a:pt x="20856" y="92277"/>
                </a:lnTo>
                <a:lnTo>
                  <a:pt x="39651" y="92277"/>
                </a:lnTo>
                <a:cubicBezTo>
                  <a:pt x="45957" y="92277"/>
                  <a:pt x="51191" y="91469"/>
                  <a:pt x="55354" y="89852"/>
                </a:cubicBezTo>
                <a:cubicBezTo>
                  <a:pt x="59517" y="88235"/>
                  <a:pt x="63014" y="85992"/>
                  <a:pt x="65843" y="83122"/>
                </a:cubicBezTo>
                <a:cubicBezTo>
                  <a:pt x="68672" y="80252"/>
                  <a:pt x="70815" y="76817"/>
                  <a:pt x="72270" y="72815"/>
                </a:cubicBezTo>
                <a:cubicBezTo>
                  <a:pt x="73725" y="68814"/>
                  <a:pt x="74452" y="64469"/>
                  <a:pt x="74452" y="59780"/>
                </a:cubicBezTo>
                <a:close/>
                <a:moveTo>
                  <a:pt x="222612" y="110284"/>
                </a:moveTo>
                <a:cubicBezTo>
                  <a:pt x="222612" y="119184"/>
                  <a:pt x="221440" y="127376"/>
                  <a:pt x="219095" y="134861"/>
                </a:cubicBezTo>
                <a:cubicBezTo>
                  <a:pt x="216751" y="142346"/>
                  <a:pt x="213255" y="148801"/>
                  <a:pt x="208606" y="154225"/>
                </a:cubicBezTo>
                <a:cubicBezTo>
                  <a:pt x="203958" y="159646"/>
                  <a:pt x="198138" y="163874"/>
                  <a:pt x="191145" y="166908"/>
                </a:cubicBezTo>
                <a:cubicBezTo>
                  <a:pt x="184153" y="169941"/>
                  <a:pt x="176049" y="171458"/>
                  <a:pt x="166833" y="171458"/>
                </a:cubicBezTo>
                <a:cubicBezTo>
                  <a:pt x="157860" y="171458"/>
                  <a:pt x="150039" y="170123"/>
                  <a:pt x="143370" y="167453"/>
                </a:cubicBezTo>
                <a:cubicBezTo>
                  <a:pt x="136701" y="164783"/>
                  <a:pt x="131143" y="160899"/>
                  <a:pt x="126697" y="155801"/>
                </a:cubicBezTo>
                <a:cubicBezTo>
                  <a:pt x="122251" y="150703"/>
                  <a:pt x="118936" y="144513"/>
                  <a:pt x="116754" y="137230"/>
                </a:cubicBezTo>
                <a:cubicBezTo>
                  <a:pt x="114571" y="129947"/>
                  <a:pt x="113480" y="121692"/>
                  <a:pt x="113480" y="112467"/>
                </a:cubicBezTo>
                <a:cubicBezTo>
                  <a:pt x="113480" y="103567"/>
                  <a:pt x="114632" y="95374"/>
                  <a:pt x="116936" y="87889"/>
                </a:cubicBezTo>
                <a:cubicBezTo>
                  <a:pt x="119239" y="80404"/>
                  <a:pt x="122716" y="73951"/>
                  <a:pt x="127364" y="68530"/>
                </a:cubicBezTo>
                <a:cubicBezTo>
                  <a:pt x="132012" y="63106"/>
                  <a:pt x="137812" y="58897"/>
                  <a:pt x="144764" y="55904"/>
                </a:cubicBezTo>
                <a:cubicBezTo>
                  <a:pt x="151716" y="52910"/>
                  <a:pt x="159841" y="51413"/>
                  <a:pt x="169137" y="51413"/>
                </a:cubicBezTo>
                <a:cubicBezTo>
                  <a:pt x="178110" y="51413"/>
                  <a:pt x="185931" y="52748"/>
                  <a:pt x="192600" y="55419"/>
                </a:cubicBezTo>
                <a:cubicBezTo>
                  <a:pt x="199270" y="58089"/>
                  <a:pt x="204827" y="61973"/>
                  <a:pt x="209273" y="67071"/>
                </a:cubicBezTo>
                <a:cubicBezTo>
                  <a:pt x="213719" y="72169"/>
                  <a:pt x="217054" y="78359"/>
                  <a:pt x="219277" y="85642"/>
                </a:cubicBezTo>
                <a:cubicBezTo>
                  <a:pt x="221500" y="92925"/>
                  <a:pt x="222612" y="101139"/>
                  <a:pt x="222612" y="110284"/>
                </a:cubicBezTo>
                <a:moveTo>
                  <a:pt x="201513" y="111618"/>
                </a:moveTo>
                <a:cubicBezTo>
                  <a:pt x="201513" y="105709"/>
                  <a:pt x="200967" y="100124"/>
                  <a:pt x="199876" y="94861"/>
                </a:cubicBezTo>
                <a:cubicBezTo>
                  <a:pt x="198785" y="89599"/>
                  <a:pt x="196986" y="84985"/>
                  <a:pt x="194480" y="81019"/>
                </a:cubicBezTo>
                <a:cubicBezTo>
                  <a:pt x="191974" y="77053"/>
                  <a:pt x="188579" y="73917"/>
                  <a:pt x="184294" y="71610"/>
                </a:cubicBezTo>
                <a:cubicBezTo>
                  <a:pt x="180010" y="69301"/>
                  <a:pt x="174674" y="68147"/>
                  <a:pt x="168288" y="68147"/>
                </a:cubicBezTo>
                <a:cubicBezTo>
                  <a:pt x="162387" y="68147"/>
                  <a:pt x="157314" y="69199"/>
                  <a:pt x="153070" y="71303"/>
                </a:cubicBezTo>
                <a:cubicBezTo>
                  <a:pt x="148826" y="73408"/>
                  <a:pt x="145330" y="76384"/>
                  <a:pt x="142582" y="80231"/>
                </a:cubicBezTo>
                <a:cubicBezTo>
                  <a:pt x="139833" y="84076"/>
                  <a:pt x="137792" y="88629"/>
                  <a:pt x="136458" y="93891"/>
                </a:cubicBezTo>
                <a:cubicBezTo>
                  <a:pt x="135124" y="99151"/>
                  <a:pt x="134457" y="104898"/>
                  <a:pt x="134457" y="111133"/>
                </a:cubicBezTo>
                <a:cubicBezTo>
                  <a:pt x="134457" y="117122"/>
                  <a:pt x="135003" y="122748"/>
                  <a:pt x="136094" y="128010"/>
                </a:cubicBezTo>
                <a:cubicBezTo>
                  <a:pt x="137186" y="133272"/>
                  <a:pt x="139004" y="137866"/>
                  <a:pt x="141551" y="141792"/>
                </a:cubicBezTo>
                <a:cubicBezTo>
                  <a:pt x="144097" y="145718"/>
                  <a:pt x="147513" y="148835"/>
                  <a:pt x="151797" y="151144"/>
                </a:cubicBezTo>
                <a:cubicBezTo>
                  <a:pt x="156082" y="153450"/>
                  <a:pt x="161417" y="154604"/>
                  <a:pt x="167803" y="154604"/>
                </a:cubicBezTo>
                <a:cubicBezTo>
                  <a:pt x="173624" y="154604"/>
                  <a:pt x="178676" y="153551"/>
                  <a:pt x="182960" y="151447"/>
                </a:cubicBezTo>
                <a:cubicBezTo>
                  <a:pt x="187245" y="149343"/>
                  <a:pt x="190761" y="146388"/>
                  <a:pt x="193510" y="142584"/>
                </a:cubicBezTo>
                <a:cubicBezTo>
                  <a:pt x="196258" y="138777"/>
                  <a:pt x="198279" y="134244"/>
                  <a:pt x="199573" y="128984"/>
                </a:cubicBezTo>
                <a:cubicBezTo>
                  <a:pt x="200866" y="123722"/>
                  <a:pt x="201513" y="117933"/>
                  <a:pt x="201513" y="111618"/>
                </a:cubicBezTo>
                <a:close/>
                <a:moveTo>
                  <a:pt x="272496" y="166002"/>
                </a:moveTo>
                <a:cubicBezTo>
                  <a:pt x="272496" y="166649"/>
                  <a:pt x="272334" y="167194"/>
                  <a:pt x="272011" y="167639"/>
                </a:cubicBezTo>
                <a:cubicBezTo>
                  <a:pt x="271688" y="168083"/>
                  <a:pt x="271162" y="168467"/>
                  <a:pt x="270435" y="168791"/>
                </a:cubicBezTo>
                <a:cubicBezTo>
                  <a:pt x="269707" y="169114"/>
                  <a:pt x="268697" y="169357"/>
                  <a:pt x="267403" y="169518"/>
                </a:cubicBezTo>
                <a:cubicBezTo>
                  <a:pt x="266110" y="169680"/>
                  <a:pt x="264453" y="169761"/>
                  <a:pt x="262432" y="169761"/>
                </a:cubicBezTo>
                <a:cubicBezTo>
                  <a:pt x="260492" y="169761"/>
                  <a:pt x="258875" y="169680"/>
                  <a:pt x="257581" y="169518"/>
                </a:cubicBezTo>
                <a:cubicBezTo>
                  <a:pt x="256288" y="169357"/>
                  <a:pt x="255257" y="169114"/>
                  <a:pt x="254489" y="168791"/>
                </a:cubicBezTo>
                <a:cubicBezTo>
                  <a:pt x="253721" y="168467"/>
                  <a:pt x="253196" y="168083"/>
                  <a:pt x="252913" y="167639"/>
                </a:cubicBezTo>
                <a:cubicBezTo>
                  <a:pt x="252630" y="167194"/>
                  <a:pt x="252488" y="166649"/>
                  <a:pt x="252488" y="166002"/>
                </a:cubicBezTo>
                <a:lnTo>
                  <a:pt x="252488" y="56870"/>
                </a:lnTo>
                <a:cubicBezTo>
                  <a:pt x="252488" y="56304"/>
                  <a:pt x="252630" y="55779"/>
                  <a:pt x="252913" y="55294"/>
                </a:cubicBezTo>
                <a:cubicBezTo>
                  <a:pt x="253196" y="54809"/>
                  <a:pt x="253721" y="54404"/>
                  <a:pt x="254489" y="54081"/>
                </a:cubicBezTo>
                <a:cubicBezTo>
                  <a:pt x="255257" y="53758"/>
                  <a:pt x="256288" y="53515"/>
                  <a:pt x="257581" y="53353"/>
                </a:cubicBezTo>
                <a:cubicBezTo>
                  <a:pt x="258875" y="53192"/>
                  <a:pt x="260492" y="53111"/>
                  <a:pt x="262432" y="53111"/>
                </a:cubicBezTo>
                <a:cubicBezTo>
                  <a:pt x="264453" y="53111"/>
                  <a:pt x="266110" y="53192"/>
                  <a:pt x="267403" y="53353"/>
                </a:cubicBezTo>
                <a:cubicBezTo>
                  <a:pt x="268697" y="53515"/>
                  <a:pt x="269707" y="53758"/>
                  <a:pt x="270435" y="54081"/>
                </a:cubicBezTo>
                <a:cubicBezTo>
                  <a:pt x="271162" y="54404"/>
                  <a:pt x="271688" y="54809"/>
                  <a:pt x="272011" y="55294"/>
                </a:cubicBezTo>
                <a:cubicBezTo>
                  <a:pt x="272334" y="55779"/>
                  <a:pt x="272496" y="56304"/>
                  <a:pt x="272496" y="56870"/>
                </a:cubicBezTo>
                <a:lnTo>
                  <a:pt x="272496" y="166002"/>
                </a:lnTo>
                <a:moveTo>
                  <a:pt x="274800" y="19886"/>
                </a:moveTo>
                <a:cubicBezTo>
                  <a:pt x="274800" y="24575"/>
                  <a:pt x="273911" y="27768"/>
                  <a:pt x="272132" y="29466"/>
                </a:cubicBezTo>
                <a:cubicBezTo>
                  <a:pt x="270354" y="31163"/>
                  <a:pt x="267080" y="32012"/>
                  <a:pt x="262310" y="32012"/>
                </a:cubicBezTo>
                <a:cubicBezTo>
                  <a:pt x="257622" y="32012"/>
                  <a:pt x="254408" y="31183"/>
                  <a:pt x="252670" y="29526"/>
                </a:cubicBezTo>
                <a:cubicBezTo>
                  <a:pt x="250932" y="27869"/>
                  <a:pt x="250063" y="24737"/>
                  <a:pt x="250063" y="20129"/>
                </a:cubicBezTo>
                <a:cubicBezTo>
                  <a:pt x="250063" y="15440"/>
                  <a:pt x="250953" y="12247"/>
                  <a:pt x="252731" y="10549"/>
                </a:cubicBezTo>
                <a:cubicBezTo>
                  <a:pt x="254509" y="8852"/>
                  <a:pt x="257783" y="8003"/>
                  <a:pt x="262553" y="8003"/>
                </a:cubicBezTo>
                <a:cubicBezTo>
                  <a:pt x="267242" y="8003"/>
                  <a:pt x="270455" y="8832"/>
                  <a:pt x="272193" y="10489"/>
                </a:cubicBezTo>
                <a:cubicBezTo>
                  <a:pt x="273931" y="12146"/>
                  <a:pt x="274800" y="15278"/>
                  <a:pt x="274800" y="19886"/>
                </a:cubicBezTo>
                <a:close/>
                <a:moveTo>
                  <a:pt x="403581" y="166002"/>
                </a:moveTo>
                <a:cubicBezTo>
                  <a:pt x="403581" y="166649"/>
                  <a:pt x="403419" y="167194"/>
                  <a:pt x="403096" y="167639"/>
                </a:cubicBezTo>
                <a:cubicBezTo>
                  <a:pt x="402772" y="168083"/>
                  <a:pt x="402247" y="168467"/>
                  <a:pt x="401519" y="168791"/>
                </a:cubicBezTo>
                <a:cubicBezTo>
                  <a:pt x="400792" y="169114"/>
                  <a:pt x="399781" y="169357"/>
                  <a:pt x="398488" y="169518"/>
                </a:cubicBezTo>
                <a:cubicBezTo>
                  <a:pt x="397194" y="169680"/>
                  <a:pt x="395578" y="169761"/>
                  <a:pt x="393637" y="169761"/>
                </a:cubicBezTo>
                <a:cubicBezTo>
                  <a:pt x="391616" y="169761"/>
                  <a:pt x="389959" y="169680"/>
                  <a:pt x="388666" y="169518"/>
                </a:cubicBezTo>
                <a:cubicBezTo>
                  <a:pt x="387372" y="169357"/>
                  <a:pt x="386362" y="169114"/>
                  <a:pt x="385634" y="168791"/>
                </a:cubicBezTo>
                <a:cubicBezTo>
                  <a:pt x="384907" y="168467"/>
                  <a:pt x="384381" y="168083"/>
                  <a:pt x="384058" y="167639"/>
                </a:cubicBezTo>
                <a:cubicBezTo>
                  <a:pt x="383735" y="167194"/>
                  <a:pt x="383573" y="166649"/>
                  <a:pt x="383573" y="166002"/>
                </a:cubicBezTo>
                <a:lnTo>
                  <a:pt x="383573" y="102099"/>
                </a:lnTo>
                <a:cubicBezTo>
                  <a:pt x="383573" y="95874"/>
                  <a:pt x="383088" y="90862"/>
                  <a:pt x="382118" y="87063"/>
                </a:cubicBezTo>
                <a:cubicBezTo>
                  <a:pt x="381148" y="83264"/>
                  <a:pt x="379733" y="79990"/>
                  <a:pt x="377874" y="77241"/>
                </a:cubicBezTo>
                <a:cubicBezTo>
                  <a:pt x="376015" y="74493"/>
                  <a:pt x="373610" y="72391"/>
                  <a:pt x="370659" y="70936"/>
                </a:cubicBezTo>
                <a:cubicBezTo>
                  <a:pt x="367708" y="69481"/>
                  <a:pt x="364293" y="68753"/>
                  <a:pt x="360413" y="68753"/>
                </a:cubicBezTo>
                <a:cubicBezTo>
                  <a:pt x="355401" y="68753"/>
                  <a:pt x="350389" y="70532"/>
                  <a:pt x="345377" y="74088"/>
                </a:cubicBezTo>
                <a:cubicBezTo>
                  <a:pt x="340365" y="77645"/>
                  <a:pt x="335110" y="82859"/>
                  <a:pt x="329613" y="89731"/>
                </a:cubicBezTo>
                <a:lnTo>
                  <a:pt x="329613" y="166002"/>
                </a:lnTo>
                <a:cubicBezTo>
                  <a:pt x="329613" y="166649"/>
                  <a:pt x="329452" y="167194"/>
                  <a:pt x="329128" y="167639"/>
                </a:cubicBezTo>
                <a:cubicBezTo>
                  <a:pt x="328805" y="168083"/>
                  <a:pt x="328279" y="168467"/>
                  <a:pt x="327552" y="168791"/>
                </a:cubicBezTo>
                <a:cubicBezTo>
                  <a:pt x="326824" y="169114"/>
                  <a:pt x="325814" y="169357"/>
                  <a:pt x="324521" y="169518"/>
                </a:cubicBezTo>
                <a:cubicBezTo>
                  <a:pt x="323227" y="169680"/>
                  <a:pt x="321570" y="169761"/>
                  <a:pt x="319549" y="169761"/>
                </a:cubicBezTo>
                <a:cubicBezTo>
                  <a:pt x="317609" y="169761"/>
                  <a:pt x="315992" y="169680"/>
                  <a:pt x="314699" y="169518"/>
                </a:cubicBezTo>
                <a:cubicBezTo>
                  <a:pt x="313405" y="169357"/>
                  <a:pt x="312375" y="169114"/>
                  <a:pt x="311607" y="168791"/>
                </a:cubicBezTo>
                <a:cubicBezTo>
                  <a:pt x="310839" y="168467"/>
                  <a:pt x="310313" y="168083"/>
                  <a:pt x="310030" y="167639"/>
                </a:cubicBezTo>
                <a:cubicBezTo>
                  <a:pt x="309747" y="167194"/>
                  <a:pt x="309606" y="166649"/>
                  <a:pt x="309606" y="166002"/>
                </a:cubicBezTo>
                <a:lnTo>
                  <a:pt x="309606" y="56870"/>
                </a:lnTo>
                <a:cubicBezTo>
                  <a:pt x="309606" y="56223"/>
                  <a:pt x="309727" y="55678"/>
                  <a:pt x="309970" y="55233"/>
                </a:cubicBezTo>
                <a:cubicBezTo>
                  <a:pt x="310212" y="54788"/>
                  <a:pt x="310697" y="54384"/>
                  <a:pt x="311425" y="54020"/>
                </a:cubicBezTo>
                <a:cubicBezTo>
                  <a:pt x="312152" y="53657"/>
                  <a:pt x="313082" y="53414"/>
                  <a:pt x="314214" y="53293"/>
                </a:cubicBezTo>
                <a:cubicBezTo>
                  <a:pt x="315345" y="53172"/>
                  <a:pt x="316841" y="53111"/>
                  <a:pt x="318700" y="53111"/>
                </a:cubicBezTo>
                <a:cubicBezTo>
                  <a:pt x="320479" y="53111"/>
                  <a:pt x="321954" y="53172"/>
                  <a:pt x="323126" y="53293"/>
                </a:cubicBezTo>
                <a:cubicBezTo>
                  <a:pt x="324298" y="53414"/>
                  <a:pt x="325208" y="53657"/>
                  <a:pt x="325854" y="54020"/>
                </a:cubicBezTo>
                <a:cubicBezTo>
                  <a:pt x="326501" y="54384"/>
                  <a:pt x="326966" y="54788"/>
                  <a:pt x="327249" y="55233"/>
                </a:cubicBezTo>
                <a:cubicBezTo>
                  <a:pt x="327532" y="55678"/>
                  <a:pt x="327673" y="56223"/>
                  <a:pt x="327673" y="56870"/>
                </a:cubicBezTo>
                <a:lnTo>
                  <a:pt x="327673" y="71300"/>
                </a:lnTo>
                <a:cubicBezTo>
                  <a:pt x="333817" y="64428"/>
                  <a:pt x="339940" y="59396"/>
                  <a:pt x="346044" y="56203"/>
                </a:cubicBezTo>
                <a:cubicBezTo>
                  <a:pt x="352147" y="53010"/>
                  <a:pt x="358311" y="51413"/>
                  <a:pt x="364536" y="51413"/>
                </a:cubicBezTo>
                <a:cubicBezTo>
                  <a:pt x="371811" y="51413"/>
                  <a:pt x="377935" y="52646"/>
                  <a:pt x="382906" y="55112"/>
                </a:cubicBezTo>
                <a:cubicBezTo>
                  <a:pt x="387878" y="57577"/>
                  <a:pt x="391899" y="60871"/>
                  <a:pt x="394971" y="64994"/>
                </a:cubicBezTo>
                <a:cubicBezTo>
                  <a:pt x="398043" y="69117"/>
                  <a:pt x="400246" y="73947"/>
                  <a:pt x="401580" y="79484"/>
                </a:cubicBezTo>
                <a:cubicBezTo>
                  <a:pt x="402914" y="85022"/>
                  <a:pt x="403581" y="91671"/>
                  <a:pt x="403581" y="99431"/>
                </a:cubicBezTo>
                <a:lnTo>
                  <a:pt x="403581" y="166002"/>
                </a:lnTo>
                <a:close/>
                <a:moveTo>
                  <a:pt x="493751" y="158120"/>
                </a:moveTo>
                <a:cubicBezTo>
                  <a:pt x="493751" y="160464"/>
                  <a:pt x="493589" y="162324"/>
                  <a:pt x="493266" y="163698"/>
                </a:cubicBezTo>
                <a:cubicBezTo>
                  <a:pt x="492942" y="165072"/>
                  <a:pt x="492457" y="166083"/>
                  <a:pt x="491811" y="166729"/>
                </a:cubicBezTo>
                <a:cubicBezTo>
                  <a:pt x="491164" y="167376"/>
                  <a:pt x="490194" y="167982"/>
                  <a:pt x="488900" y="168548"/>
                </a:cubicBezTo>
                <a:cubicBezTo>
                  <a:pt x="487607" y="169114"/>
                  <a:pt x="486132" y="169579"/>
                  <a:pt x="484474" y="169943"/>
                </a:cubicBezTo>
                <a:cubicBezTo>
                  <a:pt x="482817" y="170307"/>
                  <a:pt x="481059" y="170610"/>
                  <a:pt x="479200" y="170852"/>
                </a:cubicBezTo>
                <a:cubicBezTo>
                  <a:pt x="477340" y="171095"/>
                  <a:pt x="475481" y="171216"/>
                  <a:pt x="473622" y="171216"/>
                </a:cubicBezTo>
                <a:cubicBezTo>
                  <a:pt x="467963" y="171216"/>
                  <a:pt x="463113" y="170467"/>
                  <a:pt x="459071" y="168969"/>
                </a:cubicBezTo>
                <a:cubicBezTo>
                  <a:pt x="455029" y="167468"/>
                  <a:pt x="451715" y="165199"/>
                  <a:pt x="449128" y="162160"/>
                </a:cubicBezTo>
                <a:cubicBezTo>
                  <a:pt x="446541" y="159120"/>
                  <a:pt x="444662" y="155272"/>
                  <a:pt x="443489" y="150613"/>
                </a:cubicBezTo>
                <a:cubicBezTo>
                  <a:pt x="442317" y="145955"/>
                  <a:pt x="441731" y="140466"/>
                  <a:pt x="441731" y="134145"/>
                </a:cubicBezTo>
                <a:lnTo>
                  <a:pt x="441731" y="70208"/>
                </a:lnTo>
                <a:lnTo>
                  <a:pt x="426453" y="70208"/>
                </a:lnTo>
                <a:cubicBezTo>
                  <a:pt x="425240" y="70208"/>
                  <a:pt x="424270" y="69562"/>
                  <a:pt x="423542" y="68268"/>
                </a:cubicBezTo>
                <a:cubicBezTo>
                  <a:pt x="422815" y="66975"/>
                  <a:pt x="422451" y="64873"/>
                  <a:pt x="422451" y="61963"/>
                </a:cubicBezTo>
                <a:cubicBezTo>
                  <a:pt x="422451" y="60427"/>
                  <a:pt x="422552" y="59133"/>
                  <a:pt x="422754" y="58082"/>
                </a:cubicBezTo>
                <a:cubicBezTo>
                  <a:pt x="422956" y="57032"/>
                  <a:pt x="423219" y="56163"/>
                  <a:pt x="423542" y="55475"/>
                </a:cubicBezTo>
                <a:cubicBezTo>
                  <a:pt x="423866" y="54788"/>
                  <a:pt x="424290" y="54303"/>
                  <a:pt x="424816" y="54020"/>
                </a:cubicBezTo>
                <a:cubicBezTo>
                  <a:pt x="425341" y="53737"/>
                  <a:pt x="425927" y="53596"/>
                  <a:pt x="426574" y="53596"/>
                </a:cubicBezTo>
                <a:lnTo>
                  <a:pt x="441731" y="53596"/>
                </a:lnTo>
                <a:lnTo>
                  <a:pt x="441731" y="27647"/>
                </a:lnTo>
                <a:cubicBezTo>
                  <a:pt x="441731" y="27081"/>
                  <a:pt x="441873" y="26555"/>
                  <a:pt x="442156" y="26070"/>
                </a:cubicBezTo>
                <a:cubicBezTo>
                  <a:pt x="442438" y="25585"/>
                  <a:pt x="442964" y="25161"/>
                  <a:pt x="443732" y="24797"/>
                </a:cubicBezTo>
                <a:cubicBezTo>
                  <a:pt x="444500" y="24433"/>
                  <a:pt x="445531" y="24171"/>
                  <a:pt x="446824" y="24009"/>
                </a:cubicBezTo>
                <a:cubicBezTo>
                  <a:pt x="448117" y="23847"/>
                  <a:pt x="449734" y="23767"/>
                  <a:pt x="451674" y="23767"/>
                </a:cubicBezTo>
                <a:cubicBezTo>
                  <a:pt x="453695" y="23767"/>
                  <a:pt x="455352" y="23847"/>
                  <a:pt x="456646" y="24009"/>
                </a:cubicBezTo>
                <a:cubicBezTo>
                  <a:pt x="457939" y="24171"/>
                  <a:pt x="458950" y="24433"/>
                  <a:pt x="459677" y="24797"/>
                </a:cubicBezTo>
                <a:cubicBezTo>
                  <a:pt x="460405" y="25161"/>
                  <a:pt x="460930" y="25585"/>
                  <a:pt x="461254" y="26070"/>
                </a:cubicBezTo>
                <a:cubicBezTo>
                  <a:pt x="461577" y="26555"/>
                  <a:pt x="461739" y="27081"/>
                  <a:pt x="461739" y="27647"/>
                </a:cubicBezTo>
                <a:lnTo>
                  <a:pt x="461739" y="53596"/>
                </a:lnTo>
                <a:lnTo>
                  <a:pt x="489749" y="53596"/>
                </a:lnTo>
                <a:cubicBezTo>
                  <a:pt x="490396" y="53596"/>
                  <a:pt x="490962" y="53737"/>
                  <a:pt x="491447" y="54020"/>
                </a:cubicBezTo>
                <a:cubicBezTo>
                  <a:pt x="491932" y="54303"/>
                  <a:pt x="492356" y="54788"/>
                  <a:pt x="492720" y="55475"/>
                </a:cubicBezTo>
                <a:cubicBezTo>
                  <a:pt x="493084" y="56163"/>
                  <a:pt x="493347" y="57032"/>
                  <a:pt x="493508" y="58082"/>
                </a:cubicBezTo>
                <a:cubicBezTo>
                  <a:pt x="493670" y="59133"/>
                  <a:pt x="493751" y="60427"/>
                  <a:pt x="493751" y="61963"/>
                </a:cubicBezTo>
                <a:cubicBezTo>
                  <a:pt x="493751" y="64873"/>
                  <a:pt x="493387" y="66975"/>
                  <a:pt x="492659" y="68268"/>
                </a:cubicBezTo>
                <a:cubicBezTo>
                  <a:pt x="491932" y="69562"/>
                  <a:pt x="490962" y="70208"/>
                  <a:pt x="489749" y="70208"/>
                </a:cubicBezTo>
                <a:lnTo>
                  <a:pt x="461739" y="70208"/>
                </a:lnTo>
                <a:lnTo>
                  <a:pt x="461739" y="131258"/>
                </a:lnTo>
                <a:cubicBezTo>
                  <a:pt x="461739" y="138796"/>
                  <a:pt x="462850" y="144491"/>
                  <a:pt x="465073" y="148344"/>
                </a:cubicBezTo>
                <a:cubicBezTo>
                  <a:pt x="467296" y="152194"/>
                  <a:pt x="471278" y="154119"/>
                  <a:pt x="477017" y="154119"/>
                </a:cubicBezTo>
                <a:cubicBezTo>
                  <a:pt x="478876" y="154119"/>
                  <a:pt x="480534" y="153937"/>
                  <a:pt x="481989" y="153573"/>
                </a:cubicBezTo>
                <a:cubicBezTo>
                  <a:pt x="483444" y="153209"/>
                  <a:pt x="484737" y="152825"/>
                  <a:pt x="485869" y="152421"/>
                </a:cubicBezTo>
                <a:cubicBezTo>
                  <a:pt x="487001" y="152017"/>
                  <a:pt x="487971" y="151633"/>
                  <a:pt x="488779" y="151269"/>
                </a:cubicBezTo>
                <a:cubicBezTo>
                  <a:pt x="489588" y="150905"/>
                  <a:pt x="490315" y="150723"/>
                  <a:pt x="490962" y="150723"/>
                </a:cubicBezTo>
                <a:cubicBezTo>
                  <a:pt x="491366" y="150723"/>
                  <a:pt x="491750" y="150824"/>
                  <a:pt x="492114" y="151027"/>
                </a:cubicBezTo>
                <a:cubicBezTo>
                  <a:pt x="492477" y="151229"/>
                  <a:pt x="492760" y="151613"/>
                  <a:pt x="492963" y="152178"/>
                </a:cubicBezTo>
                <a:cubicBezTo>
                  <a:pt x="493165" y="152744"/>
                  <a:pt x="493347" y="153512"/>
                  <a:pt x="493508" y="154482"/>
                </a:cubicBezTo>
                <a:cubicBezTo>
                  <a:pt x="493670" y="155452"/>
                  <a:pt x="493751" y="156665"/>
                  <a:pt x="493751" y="158120"/>
                </a:cubicBezTo>
                <a:close/>
                <a:moveTo>
                  <a:pt x="610092" y="106707"/>
                </a:moveTo>
                <a:cubicBezTo>
                  <a:pt x="610092" y="109860"/>
                  <a:pt x="609304" y="112103"/>
                  <a:pt x="607727" y="113437"/>
                </a:cubicBezTo>
                <a:cubicBezTo>
                  <a:pt x="606151" y="114770"/>
                  <a:pt x="604352" y="115437"/>
                  <a:pt x="602331" y="115437"/>
                </a:cubicBezTo>
                <a:lnTo>
                  <a:pt x="530789" y="115437"/>
                </a:lnTo>
                <a:cubicBezTo>
                  <a:pt x="530789" y="121518"/>
                  <a:pt x="531396" y="126991"/>
                  <a:pt x="532608" y="131856"/>
                </a:cubicBezTo>
                <a:cubicBezTo>
                  <a:pt x="533821" y="136722"/>
                  <a:pt x="535842" y="140898"/>
                  <a:pt x="538671" y="144384"/>
                </a:cubicBezTo>
                <a:cubicBezTo>
                  <a:pt x="541500" y="147870"/>
                  <a:pt x="545179" y="150547"/>
                  <a:pt x="549706" y="152413"/>
                </a:cubicBezTo>
                <a:cubicBezTo>
                  <a:pt x="554233" y="154278"/>
                  <a:pt x="559770" y="155210"/>
                  <a:pt x="566318" y="155210"/>
                </a:cubicBezTo>
                <a:cubicBezTo>
                  <a:pt x="571492" y="155210"/>
                  <a:pt x="576099" y="154786"/>
                  <a:pt x="580141" y="153937"/>
                </a:cubicBezTo>
                <a:cubicBezTo>
                  <a:pt x="584183" y="153088"/>
                  <a:pt x="587679" y="152138"/>
                  <a:pt x="590630" y="151087"/>
                </a:cubicBezTo>
                <a:cubicBezTo>
                  <a:pt x="593581" y="150036"/>
                  <a:pt x="596006" y="149086"/>
                  <a:pt x="597906" y="148238"/>
                </a:cubicBezTo>
                <a:cubicBezTo>
                  <a:pt x="599805" y="147389"/>
                  <a:pt x="601240" y="146964"/>
                  <a:pt x="602210" y="146964"/>
                </a:cubicBezTo>
                <a:cubicBezTo>
                  <a:pt x="602776" y="146964"/>
                  <a:pt x="603281" y="147106"/>
                  <a:pt x="603726" y="147389"/>
                </a:cubicBezTo>
                <a:cubicBezTo>
                  <a:pt x="604171" y="147672"/>
                  <a:pt x="604514" y="148096"/>
                  <a:pt x="604757" y="148662"/>
                </a:cubicBezTo>
                <a:cubicBezTo>
                  <a:pt x="604999" y="149228"/>
                  <a:pt x="605181" y="150016"/>
                  <a:pt x="605302" y="151027"/>
                </a:cubicBezTo>
                <a:cubicBezTo>
                  <a:pt x="605424" y="152037"/>
                  <a:pt x="605484" y="153270"/>
                  <a:pt x="605484" y="154725"/>
                </a:cubicBezTo>
                <a:cubicBezTo>
                  <a:pt x="605484" y="155776"/>
                  <a:pt x="605444" y="156685"/>
                  <a:pt x="605363" y="157453"/>
                </a:cubicBezTo>
                <a:cubicBezTo>
                  <a:pt x="605282" y="158221"/>
                  <a:pt x="605181" y="158908"/>
                  <a:pt x="605060" y="159515"/>
                </a:cubicBezTo>
                <a:cubicBezTo>
                  <a:pt x="604938" y="160121"/>
                  <a:pt x="604736" y="160667"/>
                  <a:pt x="604453" y="161152"/>
                </a:cubicBezTo>
                <a:cubicBezTo>
                  <a:pt x="604171" y="161637"/>
                  <a:pt x="603807" y="162101"/>
                  <a:pt x="603362" y="162546"/>
                </a:cubicBezTo>
                <a:cubicBezTo>
                  <a:pt x="602918" y="162991"/>
                  <a:pt x="601604" y="163718"/>
                  <a:pt x="599421" y="164729"/>
                </a:cubicBezTo>
                <a:cubicBezTo>
                  <a:pt x="597239" y="165739"/>
                  <a:pt x="594409" y="166729"/>
                  <a:pt x="590933" y="167699"/>
                </a:cubicBezTo>
                <a:cubicBezTo>
                  <a:pt x="587457" y="168670"/>
                  <a:pt x="583435" y="169539"/>
                  <a:pt x="578868" y="170307"/>
                </a:cubicBezTo>
                <a:cubicBezTo>
                  <a:pt x="574301" y="171074"/>
                  <a:pt x="569430" y="171458"/>
                  <a:pt x="564256" y="171458"/>
                </a:cubicBezTo>
                <a:cubicBezTo>
                  <a:pt x="555283" y="171458"/>
                  <a:pt x="547422" y="170204"/>
                  <a:pt x="540672" y="167696"/>
                </a:cubicBezTo>
                <a:cubicBezTo>
                  <a:pt x="533922" y="165187"/>
                  <a:pt x="528243" y="161465"/>
                  <a:pt x="523635" y="156529"/>
                </a:cubicBezTo>
                <a:cubicBezTo>
                  <a:pt x="519027" y="151592"/>
                  <a:pt x="515551" y="145402"/>
                  <a:pt x="513207" y="137957"/>
                </a:cubicBezTo>
                <a:cubicBezTo>
                  <a:pt x="510863" y="130512"/>
                  <a:pt x="509691" y="121854"/>
                  <a:pt x="509691" y="111982"/>
                </a:cubicBezTo>
                <a:cubicBezTo>
                  <a:pt x="509691" y="102594"/>
                  <a:pt x="510903" y="94158"/>
                  <a:pt x="513328" y="86673"/>
                </a:cubicBezTo>
                <a:cubicBezTo>
                  <a:pt x="515753" y="79188"/>
                  <a:pt x="519250" y="72835"/>
                  <a:pt x="523817" y="67616"/>
                </a:cubicBezTo>
                <a:cubicBezTo>
                  <a:pt x="528384" y="62397"/>
                  <a:pt x="533902" y="58392"/>
                  <a:pt x="540369" y="55600"/>
                </a:cubicBezTo>
                <a:cubicBezTo>
                  <a:pt x="546836" y="52809"/>
                  <a:pt x="554071" y="51413"/>
                  <a:pt x="562074" y="51413"/>
                </a:cubicBezTo>
                <a:cubicBezTo>
                  <a:pt x="570643" y="51413"/>
                  <a:pt x="577938" y="52788"/>
                  <a:pt x="583961" y="55536"/>
                </a:cubicBezTo>
                <a:cubicBezTo>
                  <a:pt x="589983" y="58285"/>
                  <a:pt x="594935" y="61983"/>
                  <a:pt x="598815" y="66631"/>
                </a:cubicBezTo>
                <a:cubicBezTo>
                  <a:pt x="602695" y="71279"/>
                  <a:pt x="605545" y="76736"/>
                  <a:pt x="607364" y="83001"/>
                </a:cubicBezTo>
                <a:cubicBezTo>
                  <a:pt x="609182" y="89266"/>
                  <a:pt x="610092" y="95955"/>
                  <a:pt x="610092" y="103069"/>
                </a:cubicBezTo>
                <a:lnTo>
                  <a:pt x="610092" y="106707"/>
                </a:lnTo>
                <a:moveTo>
                  <a:pt x="589963" y="100765"/>
                </a:moveTo>
                <a:cubicBezTo>
                  <a:pt x="590206" y="90256"/>
                  <a:pt x="587882" y="82011"/>
                  <a:pt x="582991" y="76029"/>
                </a:cubicBezTo>
                <a:cubicBezTo>
                  <a:pt x="578100" y="70047"/>
                  <a:pt x="570845" y="67056"/>
                  <a:pt x="561225" y="67056"/>
                </a:cubicBezTo>
                <a:cubicBezTo>
                  <a:pt x="556294" y="67056"/>
                  <a:pt x="551969" y="67985"/>
                  <a:pt x="548250" y="69844"/>
                </a:cubicBezTo>
                <a:cubicBezTo>
                  <a:pt x="544532" y="71704"/>
                  <a:pt x="541420" y="74169"/>
                  <a:pt x="538914" y="77241"/>
                </a:cubicBezTo>
                <a:cubicBezTo>
                  <a:pt x="536408" y="80313"/>
                  <a:pt x="534468" y="83890"/>
                  <a:pt x="533093" y="87972"/>
                </a:cubicBezTo>
                <a:cubicBezTo>
                  <a:pt x="531719" y="92055"/>
                  <a:pt x="530951" y="96319"/>
                  <a:pt x="530789" y="100765"/>
                </a:cubicBezTo>
                <a:lnTo>
                  <a:pt x="589963" y="100765"/>
                </a:lnTo>
                <a:close/>
                <a:moveTo>
                  <a:pt x="704419" y="64024"/>
                </a:moveTo>
                <a:cubicBezTo>
                  <a:pt x="704419" y="65803"/>
                  <a:pt x="704378" y="67298"/>
                  <a:pt x="704297" y="68511"/>
                </a:cubicBezTo>
                <a:cubicBezTo>
                  <a:pt x="704217" y="69723"/>
                  <a:pt x="704055" y="70673"/>
                  <a:pt x="703812" y="71360"/>
                </a:cubicBezTo>
                <a:cubicBezTo>
                  <a:pt x="703570" y="72047"/>
                  <a:pt x="703267" y="72573"/>
                  <a:pt x="702903" y="72937"/>
                </a:cubicBezTo>
                <a:cubicBezTo>
                  <a:pt x="702539" y="73300"/>
                  <a:pt x="702034" y="73482"/>
                  <a:pt x="701387" y="73482"/>
                </a:cubicBezTo>
                <a:cubicBezTo>
                  <a:pt x="700741" y="73482"/>
                  <a:pt x="699952" y="73300"/>
                  <a:pt x="699023" y="72937"/>
                </a:cubicBezTo>
                <a:cubicBezTo>
                  <a:pt x="698093" y="72573"/>
                  <a:pt x="697042" y="72209"/>
                  <a:pt x="695870" y="71845"/>
                </a:cubicBezTo>
                <a:cubicBezTo>
                  <a:pt x="694698" y="71481"/>
                  <a:pt x="693384" y="71138"/>
                  <a:pt x="691929" y="70815"/>
                </a:cubicBezTo>
                <a:cubicBezTo>
                  <a:pt x="690474" y="70491"/>
                  <a:pt x="688898" y="70329"/>
                  <a:pt x="687200" y="70329"/>
                </a:cubicBezTo>
                <a:cubicBezTo>
                  <a:pt x="685179" y="70329"/>
                  <a:pt x="683199" y="70734"/>
                  <a:pt x="681258" y="71542"/>
                </a:cubicBezTo>
                <a:cubicBezTo>
                  <a:pt x="679318" y="72350"/>
                  <a:pt x="677277" y="73684"/>
                  <a:pt x="675135" y="75544"/>
                </a:cubicBezTo>
                <a:cubicBezTo>
                  <a:pt x="672993" y="77403"/>
                  <a:pt x="670749" y="79868"/>
                  <a:pt x="668405" y="82940"/>
                </a:cubicBezTo>
                <a:cubicBezTo>
                  <a:pt x="666061" y="86012"/>
                  <a:pt x="663474" y="89771"/>
                  <a:pt x="660645" y="94217"/>
                </a:cubicBezTo>
                <a:lnTo>
                  <a:pt x="660645" y="166002"/>
                </a:lnTo>
                <a:cubicBezTo>
                  <a:pt x="660645" y="166649"/>
                  <a:pt x="660483" y="167194"/>
                  <a:pt x="660160" y="167639"/>
                </a:cubicBezTo>
                <a:cubicBezTo>
                  <a:pt x="659836" y="168083"/>
                  <a:pt x="659311" y="168467"/>
                  <a:pt x="658583" y="168791"/>
                </a:cubicBezTo>
                <a:cubicBezTo>
                  <a:pt x="657856" y="169114"/>
                  <a:pt x="656845" y="169357"/>
                  <a:pt x="655552" y="169518"/>
                </a:cubicBezTo>
                <a:cubicBezTo>
                  <a:pt x="654258" y="169680"/>
                  <a:pt x="652601" y="169761"/>
                  <a:pt x="650580" y="169761"/>
                </a:cubicBezTo>
                <a:cubicBezTo>
                  <a:pt x="648640" y="169761"/>
                  <a:pt x="647023" y="169680"/>
                  <a:pt x="645730" y="169518"/>
                </a:cubicBezTo>
                <a:cubicBezTo>
                  <a:pt x="644437" y="169357"/>
                  <a:pt x="643406" y="169114"/>
                  <a:pt x="642638" y="168791"/>
                </a:cubicBezTo>
                <a:cubicBezTo>
                  <a:pt x="641870" y="168467"/>
                  <a:pt x="641344" y="168083"/>
                  <a:pt x="641062" y="167639"/>
                </a:cubicBezTo>
                <a:cubicBezTo>
                  <a:pt x="640779" y="167194"/>
                  <a:pt x="640637" y="166649"/>
                  <a:pt x="640637" y="166002"/>
                </a:cubicBezTo>
                <a:lnTo>
                  <a:pt x="640637" y="56870"/>
                </a:lnTo>
                <a:cubicBezTo>
                  <a:pt x="640637" y="56223"/>
                  <a:pt x="640758" y="55678"/>
                  <a:pt x="641001" y="55233"/>
                </a:cubicBezTo>
                <a:cubicBezTo>
                  <a:pt x="641243" y="54788"/>
                  <a:pt x="641728" y="54384"/>
                  <a:pt x="642456" y="54020"/>
                </a:cubicBezTo>
                <a:cubicBezTo>
                  <a:pt x="643184" y="53657"/>
                  <a:pt x="644113" y="53414"/>
                  <a:pt x="645245" y="53293"/>
                </a:cubicBezTo>
                <a:cubicBezTo>
                  <a:pt x="646377" y="53172"/>
                  <a:pt x="647872" y="53111"/>
                  <a:pt x="649731" y="53111"/>
                </a:cubicBezTo>
                <a:cubicBezTo>
                  <a:pt x="651510" y="53111"/>
                  <a:pt x="652985" y="53172"/>
                  <a:pt x="654157" y="53293"/>
                </a:cubicBezTo>
                <a:cubicBezTo>
                  <a:pt x="655330" y="53414"/>
                  <a:pt x="656239" y="53657"/>
                  <a:pt x="656886" y="54020"/>
                </a:cubicBezTo>
                <a:cubicBezTo>
                  <a:pt x="657532" y="54384"/>
                  <a:pt x="657997" y="54788"/>
                  <a:pt x="658280" y="55233"/>
                </a:cubicBezTo>
                <a:cubicBezTo>
                  <a:pt x="658563" y="55678"/>
                  <a:pt x="658705" y="56223"/>
                  <a:pt x="658705" y="56870"/>
                </a:cubicBezTo>
                <a:lnTo>
                  <a:pt x="658705" y="72755"/>
                </a:lnTo>
                <a:cubicBezTo>
                  <a:pt x="661696" y="68389"/>
                  <a:pt x="664505" y="64832"/>
                  <a:pt x="667132" y="62084"/>
                </a:cubicBezTo>
                <a:cubicBezTo>
                  <a:pt x="669759" y="59335"/>
                  <a:pt x="672245" y="57173"/>
                  <a:pt x="674589" y="55597"/>
                </a:cubicBezTo>
                <a:cubicBezTo>
                  <a:pt x="676934" y="54020"/>
                  <a:pt x="679258" y="52929"/>
                  <a:pt x="681562" y="52323"/>
                </a:cubicBezTo>
                <a:cubicBezTo>
                  <a:pt x="683866" y="51716"/>
                  <a:pt x="686190" y="51413"/>
                  <a:pt x="688534" y="51413"/>
                </a:cubicBezTo>
                <a:cubicBezTo>
                  <a:pt x="689585" y="51413"/>
                  <a:pt x="690777" y="51474"/>
                  <a:pt x="692111" y="51595"/>
                </a:cubicBezTo>
                <a:cubicBezTo>
                  <a:pt x="693445" y="51716"/>
                  <a:pt x="694839" y="51939"/>
                  <a:pt x="696294" y="52262"/>
                </a:cubicBezTo>
                <a:cubicBezTo>
                  <a:pt x="697750" y="52585"/>
                  <a:pt x="699063" y="52949"/>
                  <a:pt x="700235" y="53353"/>
                </a:cubicBezTo>
                <a:cubicBezTo>
                  <a:pt x="701407" y="53758"/>
                  <a:pt x="702236" y="54162"/>
                  <a:pt x="702721" y="54566"/>
                </a:cubicBezTo>
                <a:cubicBezTo>
                  <a:pt x="703206" y="54970"/>
                  <a:pt x="703529" y="55354"/>
                  <a:pt x="703691" y="55718"/>
                </a:cubicBezTo>
                <a:cubicBezTo>
                  <a:pt x="703853" y="56082"/>
                  <a:pt x="703994" y="56547"/>
                  <a:pt x="704116" y="57112"/>
                </a:cubicBezTo>
                <a:cubicBezTo>
                  <a:pt x="704237" y="57678"/>
                  <a:pt x="704318" y="58507"/>
                  <a:pt x="704358" y="59598"/>
                </a:cubicBezTo>
                <a:cubicBezTo>
                  <a:pt x="704398" y="60690"/>
                  <a:pt x="704419" y="62165"/>
                  <a:pt x="704419" y="64024"/>
                </a:cubicBezTo>
                <a:close/>
                <a:moveTo>
                  <a:pt x="903978" y="161637"/>
                </a:moveTo>
                <a:cubicBezTo>
                  <a:pt x="904624" y="163415"/>
                  <a:pt x="904968" y="164850"/>
                  <a:pt x="905008" y="165941"/>
                </a:cubicBezTo>
                <a:cubicBezTo>
                  <a:pt x="905049" y="167033"/>
                  <a:pt x="904746" y="167861"/>
                  <a:pt x="904099" y="168427"/>
                </a:cubicBezTo>
                <a:cubicBezTo>
                  <a:pt x="903452" y="168993"/>
                  <a:pt x="902381" y="169357"/>
                  <a:pt x="900886" y="169518"/>
                </a:cubicBezTo>
                <a:cubicBezTo>
                  <a:pt x="899390" y="169680"/>
                  <a:pt x="897389" y="169761"/>
                  <a:pt x="894883" y="169761"/>
                </a:cubicBezTo>
                <a:cubicBezTo>
                  <a:pt x="892377" y="169761"/>
                  <a:pt x="890377" y="169700"/>
                  <a:pt x="888881" y="169579"/>
                </a:cubicBezTo>
                <a:cubicBezTo>
                  <a:pt x="887386" y="169458"/>
                  <a:pt x="886254" y="169256"/>
                  <a:pt x="885486" y="168973"/>
                </a:cubicBezTo>
                <a:cubicBezTo>
                  <a:pt x="884718" y="168690"/>
                  <a:pt x="884152" y="168306"/>
                  <a:pt x="883788" y="167821"/>
                </a:cubicBezTo>
                <a:cubicBezTo>
                  <a:pt x="883425" y="167336"/>
                  <a:pt x="883081" y="166729"/>
                  <a:pt x="882758" y="166002"/>
                </a:cubicBezTo>
                <a:lnTo>
                  <a:pt x="869298" y="127806"/>
                </a:lnTo>
                <a:lnTo>
                  <a:pt x="804061" y="127806"/>
                </a:lnTo>
                <a:lnTo>
                  <a:pt x="791208" y="165517"/>
                </a:lnTo>
                <a:cubicBezTo>
                  <a:pt x="790966" y="166244"/>
                  <a:pt x="790642" y="166871"/>
                  <a:pt x="790238" y="167396"/>
                </a:cubicBezTo>
                <a:cubicBezTo>
                  <a:pt x="789834" y="167922"/>
                  <a:pt x="789248" y="168366"/>
                  <a:pt x="788480" y="168730"/>
                </a:cubicBezTo>
                <a:cubicBezTo>
                  <a:pt x="787712" y="169094"/>
                  <a:pt x="786620" y="169357"/>
                  <a:pt x="785206" y="169518"/>
                </a:cubicBezTo>
                <a:cubicBezTo>
                  <a:pt x="783791" y="169680"/>
                  <a:pt x="781952" y="169761"/>
                  <a:pt x="779689" y="169761"/>
                </a:cubicBezTo>
                <a:cubicBezTo>
                  <a:pt x="777344" y="169761"/>
                  <a:pt x="775424" y="169660"/>
                  <a:pt x="773929" y="169458"/>
                </a:cubicBezTo>
                <a:cubicBezTo>
                  <a:pt x="772433" y="169256"/>
                  <a:pt x="771382" y="168872"/>
                  <a:pt x="770776" y="168306"/>
                </a:cubicBezTo>
                <a:cubicBezTo>
                  <a:pt x="770170" y="167740"/>
                  <a:pt x="769887" y="166911"/>
                  <a:pt x="769927" y="165820"/>
                </a:cubicBezTo>
                <a:cubicBezTo>
                  <a:pt x="769968" y="164729"/>
                  <a:pt x="770311" y="163294"/>
                  <a:pt x="770958" y="161515"/>
                </a:cubicBezTo>
                <a:lnTo>
                  <a:pt x="823584" y="15764"/>
                </a:lnTo>
                <a:cubicBezTo>
                  <a:pt x="823907" y="14874"/>
                  <a:pt x="824332" y="14147"/>
                  <a:pt x="824857" y="13581"/>
                </a:cubicBezTo>
                <a:cubicBezTo>
                  <a:pt x="825383" y="13015"/>
                  <a:pt x="826150" y="12570"/>
                  <a:pt x="827161" y="12247"/>
                </a:cubicBezTo>
                <a:cubicBezTo>
                  <a:pt x="828171" y="11924"/>
                  <a:pt x="829465" y="11701"/>
                  <a:pt x="831041" y="11580"/>
                </a:cubicBezTo>
                <a:cubicBezTo>
                  <a:pt x="832618" y="11459"/>
                  <a:pt x="834618" y="11398"/>
                  <a:pt x="837043" y="11398"/>
                </a:cubicBezTo>
                <a:cubicBezTo>
                  <a:pt x="839630" y="11398"/>
                  <a:pt x="841773" y="11459"/>
                  <a:pt x="843470" y="11580"/>
                </a:cubicBezTo>
                <a:cubicBezTo>
                  <a:pt x="845168" y="11701"/>
                  <a:pt x="846542" y="11924"/>
                  <a:pt x="847593" y="12247"/>
                </a:cubicBezTo>
                <a:cubicBezTo>
                  <a:pt x="848644" y="12570"/>
                  <a:pt x="849452" y="13035"/>
                  <a:pt x="850018" y="13642"/>
                </a:cubicBezTo>
                <a:cubicBezTo>
                  <a:pt x="850584" y="14248"/>
                  <a:pt x="851029" y="14996"/>
                  <a:pt x="851352" y="15885"/>
                </a:cubicBezTo>
                <a:lnTo>
                  <a:pt x="903978" y="161637"/>
                </a:lnTo>
                <a:moveTo>
                  <a:pt x="836437" y="32982"/>
                </a:moveTo>
                <a:lnTo>
                  <a:pt x="836316" y="32982"/>
                </a:lnTo>
                <a:lnTo>
                  <a:pt x="809275" y="111193"/>
                </a:lnTo>
                <a:lnTo>
                  <a:pt x="863841" y="111193"/>
                </a:lnTo>
                <a:lnTo>
                  <a:pt x="836437" y="32982"/>
                </a:lnTo>
                <a:close/>
                <a:moveTo>
                  <a:pt x="1021937" y="166002"/>
                </a:moveTo>
                <a:cubicBezTo>
                  <a:pt x="1021937" y="166649"/>
                  <a:pt x="1021775" y="167194"/>
                  <a:pt x="1021452" y="167639"/>
                </a:cubicBezTo>
                <a:cubicBezTo>
                  <a:pt x="1021128" y="168083"/>
                  <a:pt x="1020603" y="168467"/>
                  <a:pt x="1019875" y="168791"/>
                </a:cubicBezTo>
                <a:cubicBezTo>
                  <a:pt x="1019148" y="169114"/>
                  <a:pt x="1018137" y="169357"/>
                  <a:pt x="1016844" y="169518"/>
                </a:cubicBezTo>
                <a:cubicBezTo>
                  <a:pt x="1015550" y="169680"/>
                  <a:pt x="1013934" y="169761"/>
                  <a:pt x="1011993" y="169761"/>
                </a:cubicBezTo>
                <a:cubicBezTo>
                  <a:pt x="1009972" y="169761"/>
                  <a:pt x="1008315" y="169680"/>
                  <a:pt x="1007022" y="169518"/>
                </a:cubicBezTo>
                <a:cubicBezTo>
                  <a:pt x="1005728" y="169357"/>
                  <a:pt x="1004718" y="169114"/>
                  <a:pt x="1003990" y="168791"/>
                </a:cubicBezTo>
                <a:cubicBezTo>
                  <a:pt x="1003263" y="168467"/>
                  <a:pt x="1002737" y="168083"/>
                  <a:pt x="1002414" y="167639"/>
                </a:cubicBezTo>
                <a:cubicBezTo>
                  <a:pt x="1002091" y="167194"/>
                  <a:pt x="1001929" y="166649"/>
                  <a:pt x="1001929" y="166002"/>
                </a:cubicBezTo>
                <a:lnTo>
                  <a:pt x="1001929" y="102099"/>
                </a:lnTo>
                <a:cubicBezTo>
                  <a:pt x="1001929" y="95874"/>
                  <a:pt x="1001444" y="90862"/>
                  <a:pt x="1000474" y="87063"/>
                </a:cubicBezTo>
                <a:cubicBezTo>
                  <a:pt x="999504" y="83264"/>
                  <a:pt x="998089" y="79990"/>
                  <a:pt x="996230" y="77241"/>
                </a:cubicBezTo>
                <a:cubicBezTo>
                  <a:pt x="994371" y="74493"/>
                  <a:pt x="991966" y="72391"/>
                  <a:pt x="989015" y="70936"/>
                </a:cubicBezTo>
                <a:cubicBezTo>
                  <a:pt x="986064" y="69481"/>
                  <a:pt x="982649" y="68753"/>
                  <a:pt x="978769" y="68753"/>
                </a:cubicBezTo>
                <a:cubicBezTo>
                  <a:pt x="973757" y="68753"/>
                  <a:pt x="968745" y="70532"/>
                  <a:pt x="963733" y="74088"/>
                </a:cubicBezTo>
                <a:cubicBezTo>
                  <a:pt x="958721" y="77645"/>
                  <a:pt x="953466" y="82859"/>
                  <a:pt x="947969" y="89731"/>
                </a:cubicBezTo>
                <a:lnTo>
                  <a:pt x="947969" y="166002"/>
                </a:lnTo>
                <a:cubicBezTo>
                  <a:pt x="947969" y="166649"/>
                  <a:pt x="947808" y="167194"/>
                  <a:pt x="947484" y="167639"/>
                </a:cubicBezTo>
                <a:cubicBezTo>
                  <a:pt x="947161" y="168083"/>
                  <a:pt x="946635" y="168467"/>
                  <a:pt x="945908" y="168791"/>
                </a:cubicBezTo>
                <a:cubicBezTo>
                  <a:pt x="945180" y="169114"/>
                  <a:pt x="944170" y="169357"/>
                  <a:pt x="942877" y="169518"/>
                </a:cubicBezTo>
                <a:cubicBezTo>
                  <a:pt x="941583" y="169680"/>
                  <a:pt x="939926" y="169761"/>
                  <a:pt x="937905" y="169761"/>
                </a:cubicBezTo>
                <a:cubicBezTo>
                  <a:pt x="935965" y="169761"/>
                  <a:pt x="934348" y="169680"/>
                  <a:pt x="933055" y="169518"/>
                </a:cubicBezTo>
                <a:cubicBezTo>
                  <a:pt x="931761" y="169357"/>
                  <a:pt x="930731" y="169114"/>
                  <a:pt x="929963" y="168791"/>
                </a:cubicBezTo>
                <a:cubicBezTo>
                  <a:pt x="929195" y="168467"/>
                  <a:pt x="928669" y="168083"/>
                  <a:pt x="928386" y="167639"/>
                </a:cubicBezTo>
                <a:cubicBezTo>
                  <a:pt x="928103" y="167194"/>
                  <a:pt x="927962" y="166649"/>
                  <a:pt x="927962" y="166002"/>
                </a:cubicBezTo>
                <a:lnTo>
                  <a:pt x="927962" y="56870"/>
                </a:lnTo>
                <a:cubicBezTo>
                  <a:pt x="927962" y="56223"/>
                  <a:pt x="928083" y="55678"/>
                  <a:pt x="928326" y="55233"/>
                </a:cubicBezTo>
                <a:cubicBezTo>
                  <a:pt x="928568" y="54788"/>
                  <a:pt x="929053" y="54384"/>
                  <a:pt x="929781" y="54020"/>
                </a:cubicBezTo>
                <a:cubicBezTo>
                  <a:pt x="930508" y="53657"/>
                  <a:pt x="931438" y="53414"/>
                  <a:pt x="932570" y="53293"/>
                </a:cubicBezTo>
                <a:cubicBezTo>
                  <a:pt x="933701" y="53172"/>
                  <a:pt x="935197" y="53111"/>
                  <a:pt x="937056" y="53111"/>
                </a:cubicBezTo>
                <a:cubicBezTo>
                  <a:pt x="938835" y="53111"/>
                  <a:pt x="940310" y="53172"/>
                  <a:pt x="941482" y="53293"/>
                </a:cubicBezTo>
                <a:cubicBezTo>
                  <a:pt x="942654" y="53414"/>
                  <a:pt x="943564" y="53657"/>
                  <a:pt x="944210" y="54020"/>
                </a:cubicBezTo>
                <a:cubicBezTo>
                  <a:pt x="944857" y="54384"/>
                  <a:pt x="945322" y="54788"/>
                  <a:pt x="945605" y="55233"/>
                </a:cubicBezTo>
                <a:cubicBezTo>
                  <a:pt x="945888" y="55678"/>
                  <a:pt x="946029" y="56223"/>
                  <a:pt x="946029" y="56870"/>
                </a:cubicBezTo>
                <a:lnTo>
                  <a:pt x="946029" y="71300"/>
                </a:lnTo>
                <a:cubicBezTo>
                  <a:pt x="952173" y="64428"/>
                  <a:pt x="958296" y="59396"/>
                  <a:pt x="964400" y="56203"/>
                </a:cubicBezTo>
                <a:cubicBezTo>
                  <a:pt x="970503" y="53010"/>
                  <a:pt x="976667" y="51413"/>
                  <a:pt x="982892" y="51413"/>
                </a:cubicBezTo>
                <a:cubicBezTo>
                  <a:pt x="990167" y="51413"/>
                  <a:pt x="996291" y="52646"/>
                  <a:pt x="1001262" y="55112"/>
                </a:cubicBezTo>
                <a:cubicBezTo>
                  <a:pt x="1006234" y="57577"/>
                  <a:pt x="1010255" y="60871"/>
                  <a:pt x="1013327" y="64994"/>
                </a:cubicBezTo>
                <a:cubicBezTo>
                  <a:pt x="1016399" y="69117"/>
                  <a:pt x="1018602" y="73947"/>
                  <a:pt x="1019936" y="79484"/>
                </a:cubicBezTo>
                <a:cubicBezTo>
                  <a:pt x="1021270" y="85022"/>
                  <a:pt x="1021937" y="91671"/>
                  <a:pt x="1021937" y="99431"/>
                </a:cubicBezTo>
                <a:lnTo>
                  <a:pt x="1021937" y="166002"/>
                </a:lnTo>
                <a:close/>
                <a:moveTo>
                  <a:pt x="1140551" y="166123"/>
                </a:moveTo>
                <a:cubicBezTo>
                  <a:pt x="1140551" y="167093"/>
                  <a:pt x="1140227" y="167821"/>
                  <a:pt x="1139581" y="168306"/>
                </a:cubicBezTo>
                <a:cubicBezTo>
                  <a:pt x="1138934" y="168791"/>
                  <a:pt x="1138045" y="169155"/>
                  <a:pt x="1136913" y="169397"/>
                </a:cubicBezTo>
                <a:cubicBezTo>
                  <a:pt x="1135781" y="169640"/>
                  <a:pt x="1134124" y="169761"/>
                  <a:pt x="1131941" y="169761"/>
                </a:cubicBezTo>
                <a:cubicBezTo>
                  <a:pt x="1129840" y="169761"/>
                  <a:pt x="1128162" y="169640"/>
                  <a:pt x="1126909" y="169397"/>
                </a:cubicBezTo>
                <a:cubicBezTo>
                  <a:pt x="1125656" y="169155"/>
                  <a:pt x="1124747" y="168791"/>
                  <a:pt x="1124181" y="168306"/>
                </a:cubicBezTo>
                <a:cubicBezTo>
                  <a:pt x="1123615" y="167821"/>
                  <a:pt x="1123332" y="167093"/>
                  <a:pt x="1123332" y="166123"/>
                </a:cubicBezTo>
                <a:lnTo>
                  <a:pt x="1123332" y="155210"/>
                </a:lnTo>
                <a:cubicBezTo>
                  <a:pt x="1118563" y="160303"/>
                  <a:pt x="1113247" y="164284"/>
                  <a:pt x="1107387" y="167154"/>
                </a:cubicBezTo>
                <a:cubicBezTo>
                  <a:pt x="1101526" y="170024"/>
                  <a:pt x="1095321" y="171458"/>
                  <a:pt x="1088774" y="171458"/>
                </a:cubicBezTo>
                <a:cubicBezTo>
                  <a:pt x="1083034" y="171458"/>
                  <a:pt x="1077840" y="170708"/>
                  <a:pt x="1073192" y="169208"/>
                </a:cubicBezTo>
                <a:cubicBezTo>
                  <a:pt x="1068544" y="167707"/>
                  <a:pt x="1064583" y="165537"/>
                  <a:pt x="1061309" y="162698"/>
                </a:cubicBezTo>
                <a:cubicBezTo>
                  <a:pt x="1058035" y="159858"/>
                  <a:pt x="1055488" y="156371"/>
                  <a:pt x="1053669" y="152235"/>
                </a:cubicBezTo>
                <a:cubicBezTo>
                  <a:pt x="1051851" y="148097"/>
                  <a:pt x="1050941" y="143391"/>
                  <a:pt x="1050941" y="138116"/>
                </a:cubicBezTo>
                <a:cubicBezTo>
                  <a:pt x="1050941" y="131952"/>
                  <a:pt x="1052194" y="126599"/>
                  <a:pt x="1054700" y="122057"/>
                </a:cubicBezTo>
                <a:cubicBezTo>
                  <a:pt x="1057206" y="117513"/>
                  <a:pt x="1060803" y="113740"/>
                  <a:pt x="1065492" y="110739"/>
                </a:cubicBezTo>
                <a:cubicBezTo>
                  <a:pt x="1070181" y="107738"/>
                  <a:pt x="1075920" y="105487"/>
                  <a:pt x="1082711" y="103986"/>
                </a:cubicBezTo>
                <a:cubicBezTo>
                  <a:pt x="1089501" y="102486"/>
                  <a:pt x="1097140" y="101735"/>
                  <a:pt x="1105628" y="101735"/>
                </a:cubicBezTo>
                <a:lnTo>
                  <a:pt x="1120664" y="101735"/>
                </a:lnTo>
                <a:lnTo>
                  <a:pt x="1120664" y="93278"/>
                </a:lnTo>
                <a:cubicBezTo>
                  <a:pt x="1120664" y="89089"/>
                  <a:pt x="1120220" y="85384"/>
                  <a:pt x="1119331" y="82163"/>
                </a:cubicBezTo>
                <a:cubicBezTo>
                  <a:pt x="1118441" y="78940"/>
                  <a:pt x="1117006" y="76261"/>
                  <a:pt x="1115026" y="74126"/>
                </a:cubicBezTo>
                <a:cubicBezTo>
                  <a:pt x="1113045" y="71992"/>
                  <a:pt x="1110479" y="70381"/>
                  <a:pt x="1107326" y="69295"/>
                </a:cubicBezTo>
                <a:cubicBezTo>
                  <a:pt x="1104173" y="68206"/>
                  <a:pt x="1100293" y="67662"/>
                  <a:pt x="1095685" y="67662"/>
                </a:cubicBezTo>
                <a:cubicBezTo>
                  <a:pt x="1090754" y="67662"/>
                  <a:pt x="1086328" y="68242"/>
                  <a:pt x="1082408" y="69401"/>
                </a:cubicBezTo>
                <a:cubicBezTo>
                  <a:pt x="1078487" y="70561"/>
                  <a:pt x="1075051" y="71840"/>
                  <a:pt x="1072101" y="73240"/>
                </a:cubicBezTo>
                <a:cubicBezTo>
                  <a:pt x="1069150" y="74639"/>
                  <a:pt x="1066684" y="75919"/>
                  <a:pt x="1064704" y="77078"/>
                </a:cubicBezTo>
                <a:cubicBezTo>
                  <a:pt x="1062723" y="78238"/>
                  <a:pt x="1061248" y="78818"/>
                  <a:pt x="1060278" y="78818"/>
                </a:cubicBezTo>
                <a:cubicBezTo>
                  <a:pt x="1059631" y="78818"/>
                  <a:pt x="1059065" y="78656"/>
                  <a:pt x="1058580" y="78333"/>
                </a:cubicBezTo>
                <a:cubicBezTo>
                  <a:pt x="1058095" y="78009"/>
                  <a:pt x="1057671" y="77524"/>
                  <a:pt x="1057307" y="76877"/>
                </a:cubicBezTo>
                <a:cubicBezTo>
                  <a:pt x="1056943" y="76231"/>
                  <a:pt x="1056681" y="75402"/>
                  <a:pt x="1056519" y="74392"/>
                </a:cubicBezTo>
                <a:cubicBezTo>
                  <a:pt x="1056357" y="73381"/>
                  <a:pt x="1056276" y="72270"/>
                  <a:pt x="1056276" y="71057"/>
                </a:cubicBezTo>
                <a:cubicBezTo>
                  <a:pt x="1056276" y="69036"/>
                  <a:pt x="1056418" y="67440"/>
                  <a:pt x="1056701" y="66267"/>
                </a:cubicBezTo>
                <a:cubicBezTo>
                  <a:pt x="1056984" y="65095"/>
                  <a:pt x="1057671" y="63984"/>
                  <a:pt x="1058762" y="62933"/>
                </a:cubicBezTo>
                <a:cubicBezTo>
                  <a:pt x="1059854" y="61882"/>
                  <a:pt x="1061733" y="60658"/>
                  <a:pt x="1064401" y="59261"/>
                </a:cubicBezTo>
                <a:cubicBezTo>
                  <a:pt x="1067068" y="57861"/>
                  <a:pt x="1070140" y="56583"/>
                  <a:pt x="1073616" y="55426"/>
                </a:cubicBezTo>
                <a:cubicBezTo>
                  <a:pt x="1077092" y="54269"/>
                  <a:pt x="1080892" y="53312"/>
                  <a:pt x="1085015" y="52554"/>
                </a:cubicBezTo>
                <a:cubicBezTo>
                  <a:pt x="1089137" y="51793"/>
                  <a:pt x="1093301" y="51413"/>
                  <a:pt x="1097504" y="51413"/>
                </a:cubicBezTo>
                <a:cubicBezTo>
                  <a:pt x="1105345" y="51413"/>
                  <a:pt x="1112015" y="52303"/>
                  <a:pt x="1117512" y="54081"/>
                </a:cubicBezTo>
                <a:cubicBezTo>
                  <a:pt x="1123009" y="55859"/>
                  <a:pt x="1127455" y="58466"/>
                  <a:pt x="1130850" y="61902"/>
                </a:cubicBezTo>
                <a:cubicBezTo>
                  <a:pt x="1134245" y="65338"/>
                  <a:pt x="1136711" y="69602"/>
                  <a:pt x="1138247" y="74695"/>
                </a:cubicBezTo>
                <a:cubicBezTo>
                  <a:pt x="1139783" y="79788"/>
                  <a:pt x="1140551" y="85729"/>
                  <a:pt x="1140551" y="92520"/>
                </a:cubicBezTo>
                <a:lnTo>
                  <a:pt x="1140551" y="166123"/>
                </a:lnTo>
                <a:moveTo>
                  <a:pt x="1120664" y="116165"/>
                </a:moveTo>
                <a:lnTo>
                  <a:pt x="1103567" y="116165"/>
                </a:lnTo>
                <a:cubicBezTo>
                  <a:pt x="1098070" y="116165"/>
                  <a:pt x="1093301" y="116634"/>
                  <a:pt x="1089259" y="117571"/>
                </a:cubicBezTo>
                <a:cubicBezTo>
                  <a:pt x="1085217" y="118505"/>
                  <a:pt x="1081862" y="119887"/>
                  <a:pt x="1079194" y="121716"/>
                </a:cubicBezTo>
                <a:cubicBezTo>
                  <a:pt x="1076527" y="123545"/>
                  <a:pt x="1074566" y="125742"/>
                  <a:pt x="1073313" y="128306"/>
                </a:cubicBezTo>
                <a:cubicBezTo>
                  <a:pt x="1072060" y="130867"/>
                  <a:pt x="1071434" y="133816"/>
                  <a:pt x="1071434" y="137150"/>
                </a:cubicBezTo>
                <a:cubicBezTo>
                  <a:pt x="1071434" y="142844"/>
                  <a:pt x="1073232" y="147379"/>
                  <a:pt x="1076830" y="150754"/>
                </a:cubicBezTo>
                <a:cubicBezTo>
                  <a:pt x="1080427" y="154129"/>
                  <a:pt x="1085459" y="155816"/>
                  <a:pt x="1091926" y="155816"/>
                </a:cubicBezTo>
                <a:cubicBezTo>
                  <a:pt x="1097181" y="155816"/>
                  <a:pt x="1102051" y="154475"/>
                  <a:pt x="1106538" y="151792"/>
                </a:cubicBezTo>
                <a:cubicBezTo>
                  <a:pt x="1111024" y="149107"/>
                  <a:pt x="1115733" y="144999"/>
                  <a:pt x="1120664" y="139469"/>
                </a:cubicBezTo>
                <a:lnTo>
                  <a:pt x="1120664" y="116165"/>
                </a:lnTo>
                <a:close/>
                <a:moveTo>
                  <a:pt x="1197298" y="165998"/>
                </a:moveTo>
                <a:cubicBezTo>
                  <a:pt x="1197298" y="166645"/>
                  <a:pt x="1197136" y="167192"/>
                  <a:pt x="1196813" y="167639"/>
                </a:cubicBezTo>
                <a:cubicBezTo>
                  <a:pt x="1196490" y="168083"/>
                  <a:pt x="1195964" y="168467"/>
                  <a:pt x="1195237" y="168791"/>
                </a:cubicBezTo>
                <a:cubicBezTo>
                  <a:pt x="1194509" y="169114"/>
                  <a:pt x="1193499" y="169357"/>
                  <a:pt x="1192205" y="169518"/>
                </a:cubicBezTo>
                <a:cubicBezTo>
                  <a:pt x="1190912" y="169680"/>
                  <a:pt x="1189255" y="169761"/>
                  <a:pt x="1187234" y="169761"/>
                </a:cubicBezTo>
                <a:cubicBezTo>
                  <a:pt x="1185294" y="169761"/>
                  <a:pt x="1183677" y="169680"/>
                  <a:pt x="1182383" y="169518"/>
                </a:cubicBezTo>
                <a:cubicBezTo>
                  <a:pt x="1181090" y="169357"/>
                  <a:pt x="1180059" y="169114"/>
                  <a:pt x="1179291" y="168791"/>
                </a:cubicBezTo>
                <a:cubicBezTo>
                  <a:pt x="1178523" y="168467"/>
                  <a:pt x="1177998" y="168083"/>
                  <a:pt x="1177715" y="167639"/>
                </a:cubicBezTo>
                <a:cubicBezTo>
                  <a:pt x="1177432" y="167192"/>
                  <a:pt x="1177291" y="166645"/>
                  <a:pt x="1177291" y="165998"/>
                </a:cubicBezTo>
                <a:lnTo>
                  <a:pt x="1177291" y="3884"/>
                </a:lnTo>
                <a:cubicBezTo>
                  <a:pt x="1177291" y="3237"/>
                  <a:pt x="1177432" y="2671"/>
                  <a:pt x="1177715" y="2186"/>
                </a:cubicBezTo>
                <a:cubicBezTo>
                  <a:pt x="1177998" y="1699"/>
                  <a:pt x="1178523" y="1293"/>
                  <a:pt x="1179291" y="970"/>
                </a:cubicBezTo>
                <a:cubicBezTo>
                  <a:pt x="1180059" y="647"/>
                  <a:pt x="1181090" y="404"/>
                  <a:pt x="1182383" y="243"/>
                </a:cubicBezTo>
                <a:cubicBezTo>
                  <a:pt x="1183677" y="81"/>
                  <a:pt x="1185294" y="0"/>
                  <a:pt x="1187234" y="0"/>
                </a:cubicBezTo>
                <a:cubicBezTo>
                  <a:pt x="1189255" y="0"/>
                  <a:pt x="1190912" y="81"/>
                  <a:pt x="1192205" y="243"/>
                </a:cubicBezTo>
                <a:cubicBezTo>
                  <a:pt x="1193499" y="404"/>
                  <a:pt x="1194509" y="647"/>
                  <a:pt x="1195237" y="970"/>
                </a:cubicBezTo>
                <a:cubicBezTo>
                  <a:pt x="1195964" y="1293"/>
                  <a:pt x="1196490" y="1699"/>
                  <a:pt x="1196813" y="2186"/>
                </a:cubicBezTo>
                <a:cubicBezTo>
                  <a:pt x="1197136" y="2671"/>
                  <a:pt x="1197298" y="3237"/>
                  <a:pt x="1197298" y="3884"/>
                </a:cubicBezTo>
                <a:lnTo>
                  <a:pt x="1197298" y="165998"/>
                </a:lnTo>
                <a:close/>
                <a:moveTo>
                  <a:pt x="1284124" y="169033"/>
                </a:moveTo>
                <a:lnTo>
                  <a:pt x="1269573" y="209170"/>
                </a:lnTo>
                <a:cubicBezTo>
                  <a:pt x="1269088" y="210463"/>
                  <a:pt x="1267855" y="211453"/>
                  <a:pt x="1265874" y="212140"/>
                </a:cubicBezTo>
                <a:cubicBezTo>
                  <a:pt x="1263894" y="212828"/>
                  <a:pt x="1260883" y="213171"/>
                  <a:pt x="1256841" y="213171"/>
                </a:cubicBezTo>
                <a:cubicBezTo>
                  <a:pt x="1254739" y="213171"/>
                  <a:pt x="1253041" y="213070"/>
                  <a:pt x="1251748" y="212868"/>
                </a:cubicBezTo>
                <a:cubicBezTo>
                  <a:pt x="1250454" y="212666"/>
                  <a:pt x="1249464" y="212322"/>
                  <a:pt x="1248777" y="211837"/>
                </a:cubicBezTo>
                <a:cubicBezTo>
                  <a:pt x="1248090" y="211352"/>
                  <a:pt x="1247706" y="210706"/>
                  <a:pt x="1247625" y="209897"/>
                </a:cubicBezTo>
                <a:cubicBezTo>
                  <a:pt x="1247544" y="209089"/>
                  <a:pt x="1247746" y="208119"/>
                  <a:pt x="1248231" y="206987"/>
                </a:cubicBezTo>
                <a:lnTo>
                  <a:pt x="1263267" y="169033"/>
                </a:lnTo>
                <a:cubicBezTo>
                  <a:pt x="1262540" y="168710"/>
                  <a:pt x="1261853" y="168185"/>
                  <a:pt x="1261206" y="167457"/>
                </a:cubicBezTo>
                <a:cubicBezTo>
                  <a:pt x="1260559" y="166729"/>
                  <a:pt x="1260115" y="165961"/>
                  <a:pt x="1259872" y="165153"/>
                </a:cubicBezTo>
                <a:lnTo>
                  <a:pt x="1220948" y="60871"/>
                </a:lnTo>
                <a:cubicBezTo>
                  <a:pt x="1220302" y="59174"/>
                  <a:pt x="1219978" y="57840"/>
                  <a:pt x="1219978" y="56870"/>
                </a:cubicBezTo>
                <a:cubicBezTo>
                  <a:pt x="1219978" y="55900"/>
                  <a:pt x="1220302" y="55132"/>
                  <a:pt x="1220948" y="54566"/>
                </a:cubicBezTo>
                <a:cubicBezTo>
                  <a:pt x="1221595" y="54000"/>
                  <a:pt x="1222646" y="53616"/>
                  <a:pt x="1224101" y="53414"/>
                </a:cubicBezTo>
                <a:cubicBezTo>
                  <a:pt x="1225556" y="53212"/>
                  <a:pt x="1227496" y="53111"/>
                  <a:pt x="1229921" y="53111"/>
                </a:cubicBezTo>
                <a:cubicBezTo>
                  <a:pt x="1232347" y="53111"/>
                  <a:pt x="1234246" y="53172"/>
                  <a:pt x="1235621" y="53293"/>
                </a:cubicBezTo>
                <a:cubicBezTo>
                  <a:pt x="1236995" y="53414"/>
                  <a:pt x="1238086" y="53636"/>
                  <a:pt x="1238895" y="53960"/>
                </a:cubicBezTo>
                <a:cubicBezTo>
                  <a:pt x="1239703" y="54283"/>
                  <a:pt x="1240289" y="54748"/>
                  <a:pt x="1240653" y="55354"/>
                </a:cubicBezTo>
                <a:cubicBezTo>
                  <a:pt x="1241017" y="55960"/>
                  <a:pt x="1241401" y="56789"/>
                  <a:pt x="1241805" y="57840"/>
                </a:cubicBezTo>
                <a:lnTo>
                  <a:pt x="1272968" y="145388"/>
                </a:lnTo>
                <a:lnTo>
                  <a:pt x="1273332" y="145388"/>
                </a:lnTo>
                <a:lnTo>
                  <a:pt x="1303404" y="57355"/>
                </a:lnTo>
                <a:cubicBezTo>
                  <a:pt x="1303889" y="55819"/>
                  <a:pt x="1304475" y="54829"/>
                  <a:pt x="1305162" y="54384"/>
                </a:cubicBezTo>
                <a:cubicBezTo>
                  <a:pt x="1305849" y="53939"/>
                  <a:pt x="1306880" y="53616"/>
                  <a:pt x="1308254" y="53414"/>
                </a:cubicBezTo>
                <a:cubicBezTo>
                  <a:pt x="1309628" y="53212"/>
                  <a:pt x="1311609" y="53111"/>
                  <a:pt x="1314196" y="53111"/>
                </a:cubicBezTo>
                <a:cubicBezTo>
                  <a:pt x="1316459" y="53111"/>
                  <a:pt x="1318318" y="53212"/>
                  <a:pt x="1319773" y="53414"/>
                </a:cubicBezTo>
                <a:cubicBezTo>
                  <a:pt x="1321229" y="53616"/>
                  <a:pt x="1322300" y="54000"/>
                  <a:pt x="1322987" y="54566"/>
                </a:cubicBezTo>
                <a:cubicBezTo>
                  <a:pt x="1323674" y="55132"/>
                  <a:pt x="1324017" y="55900"/>
                  <a:pt x="1324017" y="56870"/>
                </a:cubicBezTo>
                <a:cubicBezTo>
                  <a:pt x="1324017" y="57840"/>
                  <a:pt x="1323775" y="59053"/>
                  <a:pt x="1323290" y="60508"/>
                </a:cubicBezTo>
                <a:lnTo>
                  <a:pt x="1284124" y="169033"/>
                </a:lnTo>
                <a:close/>
                <a:moveTo>
                  <a:pt x="1413180" y="136381"/>
                </a:moveTo>
                <a:cubicBezTo>
                  <a:pt x="1413180" y="141964"/>
                  <a:pt x="1412149" y="146940"/>
                  <a:pt x="1410088" y="151311"/>
                </a:cubicBezTo>
                <a:cubicBezTo>
                  <a:pt x="1408027" y="155679"/>
                  <a:pt x="1405096" y="159360"/>
                  <a:pt x="1401297" y="162357"/>
                </a:cubicBezTo>
                <a:cubicBezTo>
                  <a:pt x="1397497" y="165350"/>
                  <a:pt x="1392971" y="167615"/>
                  <a:pt x="1387716" y="169151"/>
                </a:cubicBezTo>
                <a:cubicBezTo>
                  <a:pt x="1382462" y="170689"/>
                  <a:pt x="1376682" y="171458"/>
                  <a:pt x="1370376" y="171458"/>
                </a:cubicBezTo>
                <a:cubicBezTo>
                  <a:pt x="1366496" y="171458"/>
                  <a:pt x="1362798" y="171155"/>
                  <a:pt x="1359281" y="170549"/>
                </a:cubicBezTo>
                <a:cubicBezTo>
                  <a:pt x="1355765" y="169943"/>
                  <a:pt x="1352612" y="169175"/>
                  <a:pt x="1349823" y="168245"/>
                </a:cubicBezTo>
                <a:cubicBezTo>
                  <a:pt x="1347034" y="167315"/>
                  <a:pt x="1344670" y="166345"/>
                  <a:pt x="1342729" y="165335"/>
                </a:cubicBezTo>
                <a:cubicBezTo>
                  <a:pt x="1340789" y="164324"/>
                  <a:pt x="1339375" y="163415"/>
                  <a:pt x="1338485" y="162607"/>
                </a:cubicBezTo>
                <a:cubicBezTo>
                  <a:pt x="1337596" y="161798"/>
                  <a:pt x="1336949" y="160667"/>
                  <a:pt x="1336545" y="159211"/>
                </a:cubicBezTo>
                <a:cubicBezTo>
                  <a:pt x="1336141" y="157756"/>
                  <a:pt x="1335939" y="155776"/>
                  <a:pt x="1335939" y="153270"/>
                </a:cubicBezTo>
                <a:cubicBezTo>
                  <a:pt x="1335939" y="151734"/>
                  <a:pt x="1336020" y="150440"/>
                  <a:pt x="1336181" y="149390"/>
                </a:cubicBezTo>
                <a:cubicBezTo>
                  <a:pt x="1336343" y="148339"/>
                  <a:pt x="1336545" y="147490"/>
                  <a:pt x="1336788" y="146843"/>
                </a:cubicBezTo>
                <a:cubicBezTo>
                  <a:pt x="1337030" y="146196"/>
                  <a:pt x="1337374" y="145732"/>
                  <a:pt x="1337818" y="145449"/>
                </a:cubicBezTo>
                <a:cubicBezTo>
                  <a:pt x="1338263" y="145166"/>
                  <a:pt x="1338768" y="145024"/>
                  <a:pt x="1339334" y="145024"/>
                </a:cubicBezTo>
                <a:cubicBezTo>
                  <a:pt x="1340223" y="145024"/>
                  <a:pt x="1341537" y="145570"/>
                  <a:pt x="1343275" y="146661"/>
                </a:cubicBezTo>
                <a:cubicBezTo>
                  <a:pt x="1345013" y="147753"/>
                  <a:pt x="1347155" y="148945"/>
                  <a:pt x="1349702" y="150238"/>
                </a:cubicBezTo>
                <a:cubicBezTo>
                  <a:pt x="1352248" y="151532"/>
                  <a:pt x="1355259" y="152724"/>
                  <a:pt x="1358735" y="153815"/>
                </a:cubicBezTo>
                <a:cubicBezTo>
                  <a:pt x="1362211" y="154907"/>
                  <a:pt x="1366213" y="155452"/>
                  <a:pt x="1370740" y="155452"/>
                </a:cubicBezTo>
                <a:cubicBezTo>
                  <a:pt x="1374135" y="155452"/>
                  <a:pt x="1377207" y="155089"/>
                  <a:pt x="1379956" y="154361"/>
                </a:cubicBezTo>
                <a:cubicBezTo>
                  <a:pt x="1382704" y="153631"/>
                  <a:pt x="1385089" y="152557"/>
                  <a:pt x="1387110" y="151140"/>
                </a:cubicBezTo>
                <a:cubicBezTo>
                  <a:pt x="1389131" y="149723"/>
                  <a:pt x="1390687" y="147921"/>
                  <a:pt x="1391778" y="145733"/>
                </a:cubicBezTo>
                <a:cubicBezTo>
                  <a:pt x="1392869" y="143545"/>
                  <a:pt x="1393415" y="140953"/>
                  <a:pt x="1393415" y="137957"/>
                </a:cubicBezTo>
                <a:cubicBezTo>
                  <a:pt x="1393415" y="134883"/>
                  <a:pt x="1392627" y="132293"/>
                  <a:pt x="1391051" y="130189"/>
                </a:cubicBezTo>
                <a:cubicBezTo>
                  <a:pt x="1389474" y="128085"/>
                  <a:pt x="1387393" y="126224"/>
                  <a:pt x="1384806" y="124607"/>
                </a:cubicBezTo>
                <a:cubicBezTo>
                  <a:pt x="1382219" y="122988"/>
                  <a:pt x="1379309" y="121552"/>
                  <a:pt x="1376075" y="120299"/>
                </a:cubicBezTo>
                <a:cubicBezTo>
                  <a:pt x="1372842" y="119044"/>
                  <a:pt x="1369507" y="117729"/>
                  <a:pt x="1366072" y="116354"/>
                </a:cubicBezTo>
                <a:cubicBezTo>
                  <a:pt x="1362636" y="114978"/>
                  <a:pt x="1359281" y="113419"/>
                  <a:pt x="1356007" y="111678"/>
                </a:cubicBezTo>
                <a:cubicBezTo>
                  <a:pt x="1352733" y="109938"/>
                  <a:pt x="1349803" y="107813"/>
                  <a:pt x="1347216" y="105305"/>
                </a:cubicBezTo>
                <a:cubicBezTo>
                  <a:pt x="1344629" y="102796"/>
                  <a:pt x="1342547" y="99803"/>
                  <a:pt x="1340971" y="96324"/>
                </a:cubicBezTo>
                <a:cubicBezTo>
                  <a:pt x="1339395" y="92846"/>
                  <a:pt x="1338607" y="88679"/>
                  <a:pt x="1338607" y="83823"/>
                </a:cubicBezTo>
                <a:cubicBezTo>
                  <a:pt x="1338607" y="79534"/>
                  <a:pt x="1339435" y="75427"/>
                  <a:pt x="1341092" y="71504"/>
                </a:cubicBezTo>
                <a:cubicBezTo>
                  <a:pt x="1342750" y="67578"/>
                  <a:pt x="1345235" y="64139"/>
                  <a:pt x="1348550" y="61186"/>
                </a:cubicBezTo>
                <a:cubicBezTo>
                  <a:pt x="1351864" y="58230"/>
                  <a:pt x="1356007" y="55863"/>
                  <a:pt x="1360979" y="54085"/>
                </a:cubicBezTo>
                <a:cubicBezTo>
                  <a:pt x="1365950" y="52304"/>
                  <a:pt x="1371750" y="51413"/>
                  <a:pt x="1378379" y="51413"/>
                </a:cubicBezTo>
                <a:cubicBezTo>
                  <a:pt x="1381289" y="51413"/>
                  <a:pt x="1384200" y="51660"/>
                  <a:pt x="1387110" y="52152"/>
                </a:cubicBezTo>
                <a:cubicBezTo>
                  <a:pt x="1390020" y="52645"/>
                  <a:pt x="1392647" y="53260"/>
                  <a:pt x="1394991" y="53998"/>
                </a:cubicBezTo>
                <a:cubicBezTo>
                  <a:pt x="1397336" y="54735"/>
                  <a:pt x="1399337" y="55535"/>
                  <a:pt x="1400994" y="56396"/>
                </a:cubicBezTo>
                <a:cubicBezTo>
                  <a:pt x="1402651" y="57258"/>
                  <a:pt x="1403904" y="58017"/>
                  <a:pt x="1404753" y="58674"/>
                </a:cubicBezTo>
                <a:cubicBezTo>
                  <a:pt x="1405602" y="59330"/>
                  <a:pt x="1406167" y="59901"/>
                  <a:pt x="1406450" y="60386"/>
                </a:cubicBezTo>
                <a:cubicBezTo>
                  <a:pt x="1406733" y="60871"/>
                  <a:pt x="1406935" y="61417"/>
                  <a:pt x="1407057" y="62023"/>
                </a:cubicBezTo>
                <a:cubicBezTo>
                  <a:pt x="1407178" y="62630"/>
                  <a:pt x="1407299" y="63377"/>
                  <a:pt x="1407420" y="64267"/>
                </a:cubicBezTo>
                <a:cubicBezTo>
                  <a:pt x="1407542" y="65156"/>
                  <a:pt x="1407602" y="66247"/>
                  <a:pt x="1407602" y="67541"/>
                </a:cubicBezTo>
                <a:cubicBezTo>
                  <a:pt x="1407602" y="68915"/>
                  <a:pt x="1407542" y="70107"/>
                  <a:pt x="1407420" y="71118"/>
                </a:cubicBezTo>
                <a:cubicBezTo>
                  <a:pt x="1407299" y="72128"/>
                  <a:pt x="1407097" y="72957"/>
                  <a:pt x="1406814" y="73603"/>
                </a:cubicBezTo>
                <a:cubicBezTo>
                  <a:pt x="1406531" y="74250"/>
                  <a:pt x="1406188" y="74715"/>
                  <a:pt x="1405783" y="74998"/>
                </a:cubicBezTo>
                <a:cubicBezTo>
                  <a:pt x="1405379" y="75281"/>
                  <a:pt x="1404935" y="75422"/>
                  <a:pt x="1404450" y="75422"/>
                </a:cubicBezTo>
                <a:cubicBezTo>
                  <a:pt x="1403722" y="75422"/>
                  <a:pt x="1402671" y="74971"/>
                  <a:pt x="1401297" y="74070"/>
                </a:cubicBezTo>
                <a:cubicBezTo>
                  <a:pt x="1399923" y="73168"/>
                  <a:pt x="1398144" y="72204"/>
                  <a:pt x="1395962" y="71178"/>
                </a:cubicBezTo>
                <a:cubicBezTo>
                  <a:pt x="1393779" y="70153"/>
                  <a:pt x="1391212" y="69189"/>
                  <a:pt x="1388262" y="68287"/>
                </a:cubicBezTo>
                <a:cubicBezTo>
                  <a:pt x="1385311" y="67385"/>
                  <a:pt x="1381936" y="66934"/>
                  <a:pt x="1378137" y="66934"/>
                </a:cubicBezTo>
                <a:cubicBezTo>
                  <a:pt x="1374741" y="66934"/>
                  <a:pt x="1371750" y="67320"/>
                  <a:pt x="1369164" y="68090"/>
                </a:cubicBezTo>
                <a:cubicBezTo>
                  <a:pt x="1366577" y="68858"/>
                  <a:pt x="1364455" y="69951"/>
                  <a:pt x="1362798" y="71368"/>
                </a:cubicBezTo>
                <a:cubicBezTo>
                  <a:pt x="1361140" y="72785"/>
                  <a:pt x="1359887" y="74466"/>
                  <a:pt x="1359039" y="76411"/>
                </a:cubicBezTo>
                <a:cubicBezTo>
                  <a:pt x="1358190" y="78354"/>
                  <a:pt x="1357765" y="80460"/>
                  <a:pt x="1357765" y="82728"/>
                </a:cubicBezTo>
                <a:cubicBezTo>
                  <a:pt x="1357765" y="85883"/>
                  <a:pt x="1358574" y="88533"/>
                  <a:pt x="1360191" y="90678"/>
                </a:cubicBezTo>
                <a:cubicBezTo>
                  <a:pt x="1361807" y="92823"/>
                  <a:pt x="1363909" y="94705"/>
                  <a:pt x="1366496" y="96324"/>
                </a:cubicBezTo>
                <a:cubicBezTo>
                  <a:pt x="1369083" y="97941"/>
                  <a:pt x="1372033" y="99397"/>
                  <a:pt x="1375348" y="100693"/>
                </a:cubicBezTo>
                <a:cubicBezTo>
                  <a:pt x="1378662" y="101987"/>
                  <a:pt x="1382037" y="103322"/>
                  <a:pt x="1385473" y="104698"/>
                </a:cubicBezTo>
                <a:cubicBezTo>
                  <a:pt x="1388908" y="106073"/>
                  <a:pt x="1392304" y="107610"/>
                  <a:pt x="1395658" y="109310"/>
                </a:cubicBezTo>
                <a:cubicBezTo>
                  <a:pt x="1399013" y="111010"/>
                  <a:pt x="1401984" y="113074"/>
                  <a:pt x="1404571" y="115502"/>
                </a:cubicBezTo>
                <a:cubicBezTo>
                  <a:pt x="1407158" y="117929"/>
                  <a:pt x="1409239" y="120843"/>
                  <a:pt x="1410816" y="124244"/>
                </a:cubicBezTo>
                <a:cubicBezTo>
                  <a:pt x="1412392" y="127641"/>
                  <a:pt x="1413180" y="131687"/>
                  <a:pt x="1413180" y="136381"/>
                </a:cubicBezTo>
                <a:close/>
                <a:moveTo>
                  <a:pt x="1461776" y="166002"/>
                </a:moveTo>
                <a:cubicBezTo>
                  <a:pt x="1461776" y="166649"/>
                  <a:pt x="1461614" y="167194"/>
                  <a:pt x="1461291" y="167639"/>
                </a:cubicBezTo>
                <a:cubicBezTo>
                  <a:pt x="1460968" y="168083"/>
                  <a:pt x="1460442" y="168467"/>
                  <a:pt x="1459715" y="168791"/>
                </a:cubicBezTo>
                <a:cubicBezTo>
                  <a:pt x="1458987" y="169114"/>
                  <a:pt x="1457977" y="169357"/>
                  <a:pt x="1456683" y="169518"/>
                </a:cubicBezTo>
                <a:cubicBezTo>
                  <a:pt x="1455390" y="169680"/>
                  <a:pt x="1453733" y="169761"/>
                  <a:pt x="1451712" y="169761"/>
                </a:cubicBezTo>
                <a:cubicBezTo>
                  <a:pt x="1449772" y="169761"/>
                  <a:pt x="1448155" y="169680"/>
                  <a:pt x="1446861" y="169518"/>
                </a:cubicBezTo>
                <a:cubicBezTo>
                  <a:pt x="1445568" y="169357"/>
                  <a:pt x="1444537" y="169114"/>
                  <a:pt x="1443769" y="168791"/>
                </a:cubicBezTo>
                <a:cubicBezTo>
                  <a:pt x="1443001" y="168467"/>
                  <a:pt x="1442476" y="168083"/>
                  <a:pt x="1442193" y="167639"/>
                </a:cubicBezTo>
                <a:cubicBezTo>
                  <a:pt x="1441910" y="167194"/>
                  <a:pt x="1441769" y="166649"/>
                  <a:pt x="1441769" y="166002"/>
                </a:cubicBezTo>
                <a:lnTo>
                  <a:pt x="1441769" y="56870"/>
                </a:lnTo>
                <a:cubicBezTo>
                  <a:pt x="1441769" y="56304"/>
                  <a:pt x="1441910" y="55779"/>
                  <a:pt x="1442193" y="55294"/>
                </a:cubicBezTo>
                <a:cubicBezTo>
                  <a:pt x="1442476" y="54809"/>
                  <a:pt x="1443001" y="54404"/>
                  <a:pt x="1443769" y="54081"/>
                </a:cubicBezTo>
                <a:cubicBezTo>
                  <a:pt x="1444537" y="53758"/>
                  <a:pt x="1445568" y="53515"/>
                  <a:pt x="1446861" y="53353"/>
                </a:cubicBezTo>
                <a:cubicBezTo>
                  <a:pt x="1448155" y="53192"/>
                  <a:pt x="1449772" y="53111"/>
                  <a:pt x="1451712" y="53111"/>
                </a:cubicBezTo>
                <a:cubicBezTo>
                  <a:pt x="1453733" y="53111"/>
                  <a:pt x="1455390" y="53192"/>
                  <a:pt x="1456683" y="53353"/>
                </a:cubicBezTo>
                <a:cubicBezTo>
                  <a:pt x="1457977" y="53515"/>
                  <a:pt x="1458987" y="53758"/>
                  <a:pt x="1459715" y="54081"/>
                </a:cubicBezTo>
                <a:cubicBezTo>
                  <a:pt x="1460442" y="54404"/>
                  <a:pt x="1460968" y="54809"/>
                  <a:pt x="1461291" y="55294"/>
                </a:cubicBezTo>
                <a:cubicBezTo>
                  <a:pt x="1461614" y="55779"/>
                  <a:pt x="1461776" y="56304"/>
                  <a:pt x="1461776" y="56870"/>
                </a:cubicBezTo>
                <a:lnTo>
                  <a:pt x="1461776" y="166002"/>
                </a:lnTo>
                <a:moveTo>
                  <a:pt x="1464080" y="19886"/>
                </a:moveTo>
                <a:cubicBezTo>
                  <a:pt x="1464080" y="24575"/>
                  <a:pt x="1463191" y="27768"/>
                  <a:pt x="1461412" y="29466"/>
                </a:cubicBezTo>
                <a:cubicBezTo>
                  <a:pt x="1459634" y="31163"/>
                  <a:pt x="1456360" y="32012"/>
                  <a:pt x="1451590" y="32012"/>
                </a:cubicBezTo>
                <a:cubicBezTo>
                  <a:pt x="1446902" y="32012"/>
                  <a:pt x="1443688" y="31183"/>
                  <a:pt x="1441950" y="29526"/>
                </a:cubicBezTo>
                <a:cubicBezTo>
                  <a:pt x="1440212" y="27869"/>
                  <a:pt x="1439343" y="24737"/>
                  <a:pt x="1439343" y="20129"/>
                </a:cubicBezTo>
                <a:cubicBezTo>
                  <a:pt x="1439343" y="15440"/>
                  <a:pt x="1440233" y="12247"/>
                  <a:pt x="1442011" y="10549"/>
                </a:cubicBezTo>
                <a:cubicBezTo>
                  <a:pt x="1443789" y="8852"/>
                  <a:pt x="1447063" y="8003"/>
                  <a:pt x="1451833" y="8003"/>
                </a:cubicBezTo>
                <a:cubicBezTo>
                  <a:pt x="1456522" y="8003"/>
                  <a:pt x="1459735" y="8832"/>
                  <a:pt x="1461473" y="10489"/>
                </a:cubicBezTo>
                <a:cubicBezTo>
                  <a:pt x="1463211" y="12146"/>
                  <a:pt x="1464080" y="15278"/>
                  <a:pt x="1464080" y="19886"/>
                </a:cubicBezTo>
                <a:close/>
                <a:moveTo>
                  <a:pt x="1567397" y="136381"/>
                </a:moveTo>
                <a:cubicBezTo>
                  <a:pt x="1567397" y="141964"/>
                  <a:pt x="1566366" y="146940"/>
                  <a:pt x="1564305" y="151311"/>
                </a:cubicBezTo>
                <a:cubicBezTo>
                  <a:pt x="1562243" y="155679"/>
                  <a:pt x="1559313" y="159360"/>
                  <a:pt x="1555514" y="162357"/>
                </a:cubicBezTo>
                <a:cubicBezTo>
                  <a:pt x="1551714" y="165350"/>
                  <a:pt x="1547187" y="167615"/>
                  <a:pt x="1541933" y="169151"/>
                </a:cubicBezTo>
                <a:cubicBezTo>
                  <a:pt x="1536678" y="170689"/>
                  <a:pt x="1530898" y="171458"/>
                  <a:pt x="1524593" y="171458"/>
                </a:cubicBezTo>
                <a:cubicBezTo>
                  <a:pt x="1520713" y="171458"/>
                  <a:pt x="1517014" y="171155"/>
                  <a:pt x="1513498" y="170549"/>
                </a:cubicBezTo>
                <a:cubicBezTo>
                  <a:pt x="1509981" y="169943"/>
                  <a:pt x="1506829" y="169175"/>
                  <a:pt x="1504040" y="168245"/>
                </a:cubicBezTo>
                <a:cubicBezTo>
                  <a:pt x="1501251" y="167315"/>
                  <a:pt x="1498886" y="166345"/>
                  <a:pt x="1496946" y="165335"/>
                </a:cubicBezTo>
                <a:cubicBezTo>
                  <a:pt x="1495006" y="164324"/>
                  <a:pt x="1493591" y="163415"/>
                  <a:pt x="1492702" y="162607"/>
                </a:cubicBezTo>
                <a:cubicBezTo>
                  <a:pt x="1491813" y="161798"/>
                  <a:pt x="1491166" y="160667"/>
                  <a:pt x="1490762" y="159211"/>
                </a:cubicBezTo>
                <a:cubicBezTo>
                  <a:pt x="1490358" y="157756"/>
                  <a:pt x="1490156" y="155776"/>
                  <a:pt x="1490156" y="153270"/>
                </a:cubicBezTo>
                <a:cubicBezTo>
                  <a:pt x="1490156" y="151734"/>
                  <a:pt x="1490236" y="150440"/>
                  <a:pt x="1490398" y="149390"/>
                </a:cubicBezTo>
                <a:cubicBezTo>
                  <a:pt x="1490560" y="148339"/>
                  <a:pt x="1490762" y="147490"/>
                  <a:pt x="1491004" y="146843"/>
                </a:cubicBezTo>
                <a:cubicBezTo>
                  <a:pt x="1491247" y="146196"/>
                  <a:pt x="1491591" y="145732"/>
                  <a:pt x="1492035" y="145449"/>
                </a:cubicBezTo>
                <a:cubicBezTo>
                  <a:pt x="1492480" y="145166"/>
                  <a:pt x="1492985" y="145024"/>
                  <a:pt x="1493551" y="145024"/>
                </a:cubicBezTo>
                <a:cubicBezTo>
                  <a:pt x="1494440" y="145024"/>
                  <a:pt x="1495754" y="145570"/>
                  <a:pt x="1497492" y="146661"/>
                </a:cubicBezTo>
                <a:cubicBezTo>
                  <a:pt x="1499230" y="147753"/>
                  <a:pt x="1501372" y="148945"/>
                  <a:pt x="1503918" y="150238"/>
                </a:cubicBezTo>
                <a:cubicBezTo>
                  <a:pt x="1506465" y="151532"/>
                  <a:pt x="1509476" y="152724"/>
                  <a:pt x="1512952" y="153815"/>
                </a:cubicBezTo>
                <a:cubicBezTo>
                  <a:pt x="1516428" y="154907"/>
                  <a:pt x="1520430" y="155452"/>
                  <a:pt x="1524957" y="155452"/>
                </a:cubicBezTo>
                <a:cubicBezTo>
                  <a:pt x="1528352" y="155452"/>
                  <a:pt x="1531424" y="155089"/>
                  <a:pt x="1534172" y="154361"/>
                </a:cubicBezTo>
                <a:cubicBezTo>
                  <a:pt x="1536921" y="153631"/>
                  <a:pt x="1539305" y="152557"/>
                  <a:pt x="1541326" y="151140"/>
                </a:cubicBezTo>
                <a:cubicBezTo>
                  <a:pt x="1543347" y="149723"/>
                  <a:pt x="1544904" y="147921"/>
                  <a:pt x="1545995" y="145733"/>
                </a:cubicBezTo>
                <a:cubicBezTo>
                  <a:pt x="1547086" y="143545"/>
                  <a:pt x="1547632" y="140953"/>
                  <a:pt x="1547632" y="137957"/>
                </a:cubicBezTo>
                <a:cubicBezTo>
                  <a:pt x="1547632" y="134883"/>
                  <a:pt x="1546844" y="132293"/>
                  <a:pt x="1545267" y="130189"/>
                </a:cubicBezTo>
                <a:cubicBezTo>
                  <a:pt x="1543691" y="128085"/>
                  <a:pt x="1541609" y="126224"/>
                  <a:pt x="1539023" y="124607"/>
                </a:cubicBezTo>
                <a:cubicBezTo>
                  <a:pt x="1536436" y="122988"/>
                  <a:pt x="1533526" y="121552"/>
                  <a:pt x="1530292" y="120299"/>
                </a:cubicBezTo>
                <a:cubicBezTo>
                  <a:pt x="1527058" y="119044"/>
                  <a:pt x="1523724" y="117729"/>
                  <a:pt x="1520288" y="116354"/>
                </a:cubicBezTo>
                <a:cubicBezTo>
                  <a:pt x="1516853" y="114978"/>
                  <a:pt x="1513498" y="113419"/>
                  <a:pt x="1510224" y="111678"/>
                </a:cubicBezTo>
                <a:cubicBezTo>
                  <a:pt x="1506950" y="109938"/>
                  <a:pt x="1504019" y="107813"/>
                  <a:pt x="1501433" y="105305"/>
                </a:cubicBezTo>
                <a:cubicBezTo>
                  <a:pt x="1498846" y="102796"/>
                  <a:pt x="1496764" y="99803"/>
                  <a:pt x="1495188" y="96324"/>
                </a:cubicBezTo>
                <a:cubicBezTo>
                  <a:pt x="1493612" y="92846"/>
                  <a:pt x="1492823" y="88679"/>
                  <a:pt x="1492823" y="83823"/>
                </a:cubicBezTo>
                <a:cubicBezTo>
                  <a:pt x="1492823" y="79534"/>
                  <a:pt x="1493652" y="75427"/>
                  <a:pt x="1495309" y="71504"/>
                </a:cubicBezTo>
                <a:cubicBezTo>
                  <a:pt x="1496966" y="67578"/>
                  <a:pt x="1499452" y="64139"/>
                  <a:pt x="1502766" y="61186"/>
                </a:cubicBezTo>
                <a:cubicBezTo>
                  <a:pt x="1506081" y="58230"/>
                  <a:pt x="1510224" y="55863"/>
                  <a:pt x="1515195" y="54085"/>
                </a:cubicBezTo>
                <a:cubicBezTo>
                  <a:pt x="1520167" y="52304"/>
                  <a:pt x="1525967" y="51413"/>
                  <a:pt x="1532596" y="51413"/>
                </a:cubicBezTo>
                <a:cubicBezTo>
                  <a:pt x="1535506" y="51413"/>
                  <a:pt x="1538416" y="51660"/>
                  <a:pt x="1541326" y="52152"/>
                </a:cubicBezTo>
                <a:cubicBezTo>
                  <a:pt x="1544237" y="52645"/>
                  <a:pt x="1546864" y="53260"/>
                  <a:pt x="1549208" y="53998"/>
                </a:cubicBezTo>
                <a:cubicBezTo>
                  <a:pt x="1551552" y="54735"/>
                  <a:pt x="1553553" y="55535"/>
                  <a:pt x="1555210" y="56396"/>
                </a:cubicBezTo>
                <a:cubicBezTo>
                  <a:pt x="1556868" y="57258"/>
                  <a:pt x="1558121" y="58017"/>
                  <a:pt x="1558969" y="58674"/>
                </a:cubicBezTo>
                <a:cubicBezTo>
                  <a:pt x="1559818" y="59330"/>
                  <a:pt x="1560384" y="59901"/>
                  <a:pt x="1560667" y="60386"/>
                </a:cubicBezTo>
                <a:cubicBezTo>
                  <a:pt x="1560950" y="60871"/>
                  <a:pt x="1561152" y="61417"/>
                  <a:pt x="1561273" y="62023"/>
                </a:cubicBezTo>
                <a:cubicBezTo>
                  <a:pt x="1561395" y="62630"/>
                  <a:pt x="1561516" y="63377"/>
                  <a:pt x="1561637" y="64267"/>
                </a:cubicBezTo>
                <a:cubicBezTo>
                  <a:pt x="1561758" y="65156"/>
                  <a:pt x="1561819" y="66247"/>
                  <a:pt x="1561819" y="67541"/>
                </a:cubicBezTo>
                <a:cubicBezTo>
                  <a:pt x="1561819" y="68915"/>
                  <a:pt x="1561758" y="70107"/>
                  <a:pt x="1561637" y="71118"/>
                </a:cubicBezTo>
                <a:cubicBezTo>
                  <a:pt x="1561516" y="72128"/>
                  <a:pt x="1561314" y="72957"/>
                  <a:pt x="1561031" y="73603"/>
                </a:cubicBezTo>
                <a:cubicBezTo>
                  <a:pt x="1560748" y="74250"/>
                  <a:pt x="1560404" y="74715"/>
                  <a:pt x="1560000" y="74998"/>
                </a:cubicBezTo>
                <a:cubicBezTo>
                  <a:pt x="1559596" y="75281"/>
                  <a:pt x="1559151" y="75422"/>
                  <a:pt x="1558666" y="75422"/>
                </a:cubicBezTo>
                <a:cubicBezTo>
                  <a:pt x="1557939" y="75422"/>
                  <a:pt x="1556888" y="74971"/>
                  <a:pt x="1555514" y="74070"/>
                </a:cubicBezTo>
                <a:cubicBezTo>
                  <a:pt x="1554139" y="73168"/>
                  <a:pt x="1552361" y="72204"/>
                  <a:pt x="1550178" y="71178"/>
                </a:cubicBezTo>
                <a:cubicBezTo>
                  <a:pt x="1547996" y="70153"/>
                  <a:pt x="1545429" y="69189"/>
                  <a:pt x="1542478" y="68287"/>
                </a:cubicBezTo>
                <a:cubicBezTo>
                  <a:pt x="1539528" y="67385"/>
                  <a:pt x="1536153" y="66934"/>
                  <a:pt x="1532353" y="66934"/>
                </a:cubicBezTo>
                <a:cubicBezTo>
                  <a:pt x="1528958" y="66934"/>
                  <a:pt x="1525967" y="67320"/>
                  <a:pt x="1523380" y="68090"/>
                </a:cubicBezTo>
                <a:cubicBezTo>
                  <a:pt x="1520793" y="68858"/>
                  <a:pt x="1518671" y="69951"/>
                  <a:pt x="1517014" y="71368"/>
                </a:cubicBezTo>
                <a:cubicBezTo>
                  <a:pt x="1515357" y="72785"/>
                  <a:pt x="1514104" y="74466"/>
                  <a:pt x="1513255" y="76411"/>
                </a:cubicBezTo>
                <a:cubicBezTo>
                  <a:pt x="1512406" y="78354"/>
                  <a:pt x="1511982" y="80460"/>
                  <a:pt x="1511982" y="82728"/>
                </a:cubicBezTo>
                <a:cubicBezTo>
                  <a:pt x="1511982" y="85883"/>
                  <a:pt x="1512790" y="88533"/>
                  <a:pt x="1514407" y="90678"/>
                </a:cubicBezTo>
                <a:cubicBezTo>
                  <a:pt x="1516024" y="92823"/>
                  <a:pt x="1518126" y="94705"/>
                  <a:pt x="1520713" y="96324"/>
                </a:cubicBezTo>
                <a:cubicBezTo>
                  <a:pt x="1523299" y="97941"/>
                  <a:pt x="1526250" y="99397"/>
                  <a:pt x="1529564" y="100693"/>
                </a:cubicBezTo>
                <a:cubicBezTo>
                  <a:pt x="1532879" y="101987"/>
                  <a:pt x="1536254" y="103322"/>
                  <a:pt x="1539689" y="104698"/>
                </a:cubicBezTo>
                <a:cubicBezTo>
                  <a:pt x="1543125" y="106073"/>
                  <a:pt x="1546520" y="107610"/>
                  <a:pt x="1549875" y="109310"/>
                </a:cubicBezTo>
                <a:cubicBezTo>
                  <a:pt x="1553230" y="111010"/>
                  <a:pt x="1556201" y="113074"/>
                  <a:pt x="1558788" y="115502"/>
                </a:cubicBezTo>
                <a:cubicBezTo>
                  <a:pt x="1561374" y="117929"/>
                  <a:pt x="1563456" y="120843"/>
                  <a:pt x="1565032" y="124244"/>
                </a:cubicBezTo>
                <a:cubicBezTo>
                  <a:pt x="1566609" y="127641"/>
                  <a:pt x="1567397" y="131687"/>
                  <a:pt x="1567397" y="136381"/>
                </a:cubicBezTo>
                <a:close/>
                <a:moveTo>
                  <a:pt x="1759925" y="146722"/>
                </a:moveTo>
                <a:cubicBezTo>
                  <a:pt x="1759925" y="148015"/>
                  <a:pt x="1759885" y="149147"/>
                  <a:pt x="1759804" y="150117"/>
                </a:cubicBezTo>
                <a:cubicBezTo>
                  <a:pt x="1759723" y="151087"/>
                  <a:pt x="1759582" y="151936"/>
                  <a:pt x="1759379" y="152664"/>
                </a:cubicBezTo>
                <a:cubicBezTo>
                  <a:pt x="1759177" y="153391"/>
                  <a:pt x="1758915" y="154038"/>
                  <a:pt x="1758591" y="154604"/>
                </a:cubicBezTo>
                <a:cubicBezTo>
                  <a:pt x="1758268" y="155170"/>
                  <a:pt x="1757702" y="155860"/>
                  <a:pt x="1756894" y="156676"/>
                </a:cubicBezTo>
                <a:cubicBezTo>
                  <a:pt x="1756085" y="157490"/>
                  <a:pt x="1754388" y="158731"/>
                  <a:pt x="1751801" y="160401"/>
                </a:cubicBezTo>
                <a:cubicBezTo>
                  <a:pt x="1749214" y="162071"/>
                  <a:pt x="1746001" y="163700"/>
                  <a:pt x="1742161" y="165289"/>
                </a:cubicBezTo>
                <a:cubicBezTo>
                  <a:pt x="1738321" y="166878"/>
                  <a:pt x="1733915" y="168222"/>
                  <a:pt x="1728944" y="169321"/>
                </a:cubicBezTo>
                <a:cubicBezTo>
                  <a:pt x="1723972" y="170423"/>
                  <a:pt x="1718536" y="170973"/>
                  <a:pt x="1712635" y="170973"/>
                </a:cubicBezTo>
                <a:cubicBezTo>
                  <a:pt x="1702449" y="170973"/>
                  <a:pt x="1693254" y="169276"/>
                  <a:pt x="1685048" y="165881"/>
                </a:cubicBezTo>
                <a:cubicBezTo>
                  <a:pt x="1676843" y="162485"/>
                  <a:pt x="1669851" y="157473"/>
                  <a:pt x="1664071" y="150845"/>
                </a:cubicBezTo>
                <a:cubicBezTo>
                  <a:pt x="1658291" y="144216"/>
                  <a:pt x="1653845" y="136031"/>
                  <a:pt x="1650733" y="126290"/>
                </a:cubicBezTo>
                <a:cubicBezTo>
                  <a:pt x="1647620" y="116549"/>
                  <a:pt x="1646064" y="105333"/>
                  <a:pt x="1646064" y="92641"/>
                </a:cubicBezTo>
                <a:cubicBezTo>
                  <a:pt x="1646064" y="79626"/>
                  <a:pt x="1647742" y="68026"/>
                  <a:pt x="1651096" y="57840"/>
                </a:cubicBezTo>
                <a:cubicBezTo>
                  <a:pt x="1654451" y="47654"/>
                  <a:pt x="1659160" y="39025"/>
                  <a:pt x="1665223" y="31951"/>
                </a:cubicBezTo>
                <a:cubicBezTo>
                  <a:pt x="1671286" y="24878"/>
                  <a:pt x="1678541" y="19482"/>
                  <a:pt x="1686989" y="15764"/>
                </a:cubicBezTo>
                <a:cubicBezTo>
                  <a:pt x="1695436" y="12045"/>
                  <a:pt x="1704793" y="10186"/>
                  <a:pt x="1715060" y="10186"/>
                </a:cubicBezTo>
                <a:cubicBezTo>
                  <a:pt x="1719587" y="10186"/>
                  <a:pt x="1723992" y="10614"/>
                  <a:pt x="1728277" y="11470"/>
                </a:cubicBezTo>
                <a:cubicBezTo>
                  <a:pt x="1732561" y="12327"/>
                  <a:pt x="1736522" y="13407"/>
                  <a:pt x="1740160" y="14710"/>
                </a:cubicBezTo>
                <a:cubicBezTo>
                  <a:pt x="1743798" y="16014"/>
                  <a:pt x="1747031" y="17522"/>
                  <a:pt x="1749861" y="19235"/>
                </a:cubicBezTo>
                <a:cubicBezTo>
                  <a:pt x="1752690" y="20945"/>
                  <a:pt x="1754650" y="22351"/>
                  <a:pt x="1755742" y="23452"/>
                </a:cubicBezTo>
                <a:cubicBezTo>
                  <a:pt x="1756833" y="24551"/>
                  <a:pt x="1757540" y="25383"/>
                  <a:pt x="1757864" y="25949"/>
                </a:cubicBezTo>
                <a:cubicBezTo>
                  <a:pt x="1758187" y="26515"/>
                  <a:pt x="1758450" y="27182"/>
                  <a:pt x="1758652" y="27950"/>
                </a:cubicBezTo>
                <a:cubicBezTo>
                  <a:pt x="1758854" y="28718"/>
                  <a:pt x="1759016" y="29627"/>
                  <a:pt x="1759137" y="30678"/>
                </a:cubicBezTo>
                <a:cubicBezTo>
                  <a:pt x="1759258" y="31729"/>
                  <a:pt x="1759319" y="32982"/>
                  <a:pt x="1759319" y="34437"/>
                </a:cubicBezTo>
                <a:cubicBezTo>
                  <a:pt x="1759319" y="36054"/>
                  <a:pt x="1759238" y="37428"/>
                  <a:pt x="1759076" y="38560"/>
                </a:cubicBezTo>
                <a:cubicBezTo>
                  <a:pt x="1758915" y="39692"/>
                  <a:pt x="1758672" y="40642"/>
                  <a:pt x="1758349" y="41410"/>
                </a:cubicBezTo>
                <a:cubicBezTo>
                  <a:pt x="1758025" y="42177"/>
                  <a:pt x="1757641" y="42743"/>
                  <a:pt x="1757197" y="43107"/>
                </a:cubicBezTo>
                <a:cubicBezTo>
                  <a:pt x="1756752" y="43471"/>
                  <a:pt x="1756207" y="43653"/>
                  <a:pt x="1755560" y="43653"/>
                </a:cubicBezTo>
                <a:cubicBezTo>
                  <a:pt x="1754428" y="43653"/>
                  <a:pt x="1752852" y="42858"/>
                  <a:pt x="1750831" y="41269"/>
                </a:cubicBezTo>
                <a:cubicBezTo>
                  <a:pt x="1748810" y="39680"/>
                  <a:pt x="1746203" y="37928"/>
                  <a:pt x="1743010" y="36014"/>
                </a:cubicBezTo>
                <a:cubicBezTo>
                  <a:pt x="1739817" y="34099"/>
                  <a:pt x="1735936" y="32347"/>
                  <a:pt x="1731369" y="30758"/>
                </a:cubicBezTo>
                <a:cubicBezTo>
                  <a:pt x="1726802" y="29169"/>
                  <a:pt x="1721325" y="28374"/>
                  <a:pt x="1714939" y="28374"/>
                </a:cubicBezTo>
                <a:cubicBezTo>
                  <a:pt x="1707986" y="28374"/>
                  <a:pt x="1701661" y="29769"/>
                  <a:pt x="1695962" y="32558"/>
                </a:cubicBezTo>
                <a:cubicBezTo>
                  <a:pt x="1690263" y="35347"/>
                  <a:pt x="1685392" y="39449"/>
                  <a:pt x="1681350" y="44865"/>
                </a:cubicBezTo>
                <a:cubicBezTo>
                  <a:pt x="1677308" y="50282"/>
                  <a:pt x="1674176" y="56890"/>
                  <a:pt x="1671953" y="64691"/>
                </a:cubicBezTo>
                <a:cubicBezTo>
                  <a:pt x="1669730" y="72492"/>
                  <a:pt x="1668618" y="81404"/>
                  <a:pt x="1668618" y="91428"/>
                </a:cubicBezTo>
                <a:cubicBezTo>
                  <a:pt x="1668618" y="101371"/>
                  <a:pt x="1669689" y="110163"/>
                  <a:pt x="1671831" y="117802"/>
                </a:cubicBezTo>
                <a:cubicBezTo>
                  <a:pt x="1673974" y="125441"/>
                  <a:pt x="1677045" y="131827"/>
                  <a:pt x="1681047" y="136961"/>
                </a:cubicBezTo>
                <a:cubicBezTo>
                  <a:pt x="1685048" y="142094"/>
                  <a:pt x="1689959" y="145974"/>
                  <a:pt x="1695780" y="148601"/>
                </a:cubicBezTo>
                <a:cubicBezTo>
                  <a:pt x="1701600" y="151229"/>
                  <a:pt x="1708188" y="152542"/>
                  <a:pt x="1715545" y="152542"/>
                </a:cubicBezTo>
                <a:cubicBezTo>
                  <a:pt x="1721769" y="152542"/>
                  <a:pt x="1727206" y="151768"/>
                  <a:pt x="1731854" y="150219"/>
                </a:cubicBezTo>
                <a:cubicBezTo>
                  <a:pt x="1736502" y="148671"/>
                  <a:pt x="1740463" y="146939"/>
                  <a:pt x="1743737" y="145024"/>
                </a:cubicBezTo>
                <a:cubicBezTo>
                  <a:pt x="1747011" y="143109"/>
                  <a:pt x="1749699" y="141378"/>
                  <a:pt x="1751801" y="139829"/>
                </a:cubicBezTo>
                <a:cubicBezTo>
                  <a:pt x="1753903" y="138281"/>
                  <a:pt x="1755560" y="137506"/>
                  <a:pt x="1756772" y="137506"/>
                </a:cubicBezTo>
                <a:cubicBezTo>
                  <a:pt x="1757338" y="137506"/>
                  <a:pt x="1757823" y="137628"/>
                  <a:pt x="1758228" y="137870"/>
                </a:cubicBezTo>
                <a:cubicBezTo>
                  <a:pt x="1758632" y="138113"/>
                  <a:pt x="1758955" y="138577"/>
                  <a:pt x="1759198" y="139265"/>
                </a:cubicBezTo>
                <a:cubicBezTo>
                  <a:pt x="1759440" y="139952"/>
                  <a:pt x="1759622" y="140902"/>
                  <a:pt x="1759743" y="142114"/>
                </a:cubicBezTo>
                <a:cubicBezTo>
                  <a:pt x="1759865" y="143327"/>
                  <a:pt x="1759925" y="144863"/>
                  <a:pt x="1759925" y="146722"/>
                </a:cubicBezTo>
                <a:close/>
                <a:moveTo>
                  <a:pt x="1886710" y="110284"/>
                </a:moveTo>
                <a:cubicBezTo>
                  <a:pt x="1886710" y="119184"/>
                  <a:pt x="1885538" y="127376"/>
                  <a:pt x="1883194" y="134861"/>
                </a:cubicBezTo>
                <a:cubicBezTo>
                  <a:pt x="1880849" y="142346"/>
                  <a:pt x="1877353" y="148801"/>
                  <a:pt x="1872705" y="154225"/>
                </a:cubicBezTo>
                <a:cubicBezTo>
                  <a:pt x="1868057" y="159646"/>
                  <a:pt x="1862236" y="163874"/>
                  <a:pt x="1855244" y="166908"/>
                </a:cubicBezTo>
                <a:cubicBezTo>
                  <a:pt x="1848251" y="169941"/>
                  <a:pt x="1840147" y="171458"/>
                  <a:pt x="1830932" y="171458"/>
                </a:cubicBezTo>
                <a:cubicBezTo>
                  <a:pt x="1821959" y="171458"/>
                  <a:pt x="1814137" y="170123"/>
                  <a:pt x="1807468" y="167453"/>
                </a:cubicBezTo>
                <a:cubicBezTo>
                  <a:pt x="1800799" y="164783"/>
                  <a:pt x="1795241" y="160899"/>
                  <a:pt x="1790795" y="155801"/>
                </a:cubicBezTo>
                <a:cubicBezTo>
                  <a:pt x="1786349" y="150703"/>
                  <a:pt x="1783035" y="144513"/>
                  <a:pt x="1780852" y="137230"/>
                </a:cubicBezTo>
                <a:cubicBezTo>
                  <a:pt x="1778670" y="129947"/>
                  <a:pt x="1777578" y="121692"/>
                  <a:pt x="1777578" y="112467"/>
                </a:cubicBezTo>
                <a:cubicBezTo>
                  <a:pt x="1777578" y="103567"/>
                  <a:pt x="1778730" y="95374"/>
                  <a:pt x="1781034" y="87889"/>
                </a:cubicBezTo>
                <a:cubicBezTo>
                  <a:pt x="1783338" y="80404"/>
                  <a:pt x="1786814" y="73951"/>
                  <a:pt x="1791462" y="68530"/>
                </a:cubicBezTo>
                <a:cubicBezTo>
                  <a:pt x="1796110" y="63106"/>
                  <a:pt x="1801911" y="58897"/>
                  <a:pt x="1808863" y="55904"/>
                </a:cubicBezTo>
                <a:cubicBezTo>
                  <a:pt x="1815815" y="52910"/>
                  <a:pt x="1823939" y="51413"/>
                  <a:pt x="1833235" y="51413"/>
                </a:cubicBezTo>
                <a:cubicBezTo>
                  <a:pt x="1842209" y="51413"/>
                  <a:pt x="1850030" y="52748"/>
                  <a:pt x="1856699" y="55419"/>
                </a:cubicBezTo>
                <a:cubicBezTo>
                  <a:pt x="1863368" y="58089"/>
                  <a:pt x="1868926" y="61973"/>
                  <a:pt x="1873372" y="67071"/>
                </a:cubicBezTo>
                <a:cubicBezTo>
                  <a:pt x="1877818" y="72169"/>
                  <a:pt x="1881153" y="78359"/>
                  <a:pt x="1883376" y="85642"/>
                </a:cubicBezTo>
                <a:cubicBezTo>
                  <a:pt x="1885599" y="92925"/>
                  <a:pt x="1886710" y="101139"/>
                  <a:pt x="1886710" y="110284"/>
                </a:cubicBezTo>
                <a:moveTo>
                  <a:pt x="1865611" y="111618"/>
                </a:moveTo>
                <a:cubicBezTo>
                  <a:pt x="1865611" y="105709"/>
                  <a:pt x="1865066" y="100124"/>
                  <a:pt x="1863974" y="94861"/>
                </a:cubicBezTo>
                <a:cubicBezTo>
                  <a:pt x="1862883" y="89599"/>
                  <a:pt x="1861084" y="84985"/>
                  <a:pt x="1858578" y="81019"/>
                </a:cubicBezTo>
                <a:cubicBezTo>
                  <a:pt x="1856072" y="77053"/>
                  <a:pt x="1852677" y="73917"/>
                  <a:pt x="1848393" y="71610"/>
                </a:cubicBezTo>
                <a:cubicBezTo>
                  <a:pt x="1844108" y="69301"/>
                  <a:pt x="1838773" y="68147"/>
                  <a:pt x="1832387" y="68147"/>
                </a:cubicBezTo>
                <a:cubicBezTo>
                  <a:pt x="1826485" y="68147"/>
                  <a:pt x="1821413" y="69199"/>
                  <a:pt x="1817169" y="71303"/>
                </a:cubicBezTo>
                <a:cubicBezTo>
                  <a:pt x="1812925" y="73408"/>
                  <a:pt x="1809429" y="76384"/>
                  <a:pt x="1806680" y="80231"/>
                </a:cubicBezTo>
                <a:cubicBezTo>
                  <a:pt x="1803932" y="84076"/>
                  <a:pt x="1801890" y="88629"/>
                  <a:pt x="1800557" y="93891"/>
                </a:cubicBezTo>
                <a:cubicBezTo>
                  <a:pt x="1799223" y="99151"/>
                  <a:pt x="1798556" y="104898"/>
                  <a:pt x="1798556" y="111133"/>
                </a:cubicBezTo>
                <a:cubicBezTo>
                  <a:pt x="1798556" y="117122"/>
                  <a:pt x="1799101" y="122748"/>
                  <a:pt x="1800193" y="128010"/>
                </a:cubicBezTo>
                <a:cubicBezTo>
                  <a:pt x="1801284" y="133272"/>
                  <a:pt x="1803103" y="137866"/>
                  <a:pt x="1805649" y="141792"/>
                </a:cubicBezTo>
                <a:cubicBezTo>
                  <a:pt x="1808196" y="145718"/>
                  <a:pt x="1811611" y="148835"/>
                  <a:pt x="1815896" y="151144"/>
                </a:cubicBezTo>
                <a:cubicBezTo>
                  <a:pt x="1820180" y="153450"/>
                  <a:pt x="1825515" y="154604"/>
                  <a:pt x="1831902" y="154604"/>
                </a:cubicBezTo>
                <a:cubicBezTo>
                  <a:pt x="1837722" y="154604"/>
                  <a:pt x="1842774" y="153551"/>
                  <a:pt x="1847059" y="151447"/>
                </a:cubicBezTo>
                <a:cubicBezTo>
                  <a:pt x="1851343" y="149343"/>
                  <a:pt x="1854860" y="146388"/>
                  <a:pt x="1857608" y="142584"/>
                </a:cubicBezTo>
                <a:cubicBezTo>
                  <a:pt x="1860357" y="138777"/>
                  <a:pt x="1862378" y="134244"/>
                  <a:pt x="1863671" y="128984"/>
                </a:cubicBezTo>
                <a:cubicBezTo>
                  <a:pt x="1864965" y="123722"/>
                  <a:pt x="1865611" y="117933"/>
                  <a:pt x="1865611" y="111618"/>
                </a:cubicBezTo>
                <a:close/>
                <a:moveTo>
                  <a:pt x="1980617" y="64024"/>
                </a:moveTo>
                <a:cubicBezTo>
                  <a:pt x="1980617" y="65803"/>
                  <a:pt x="1980576" y="67298"/>
                  <a:pt x="1980496" y="68511"/>
                </a:cubicBezTo>
                <a:cubicBezTo>
                  <a:pt x="1980415" y="69723"/>
                  <a:pt x="1980253" y="70673"/>
                  <a:pt x="1980011" y="71360"/>
                </a:cubicBezTo>
                <a:cubicBezTo>
                  <a:pt x="1979768" y="72047"/>
                  <a:pt x="1979465" y="72573"/>
                  <a:pt x="1979101" y="72937"/>
                </a:cubicBezTo>
                <a:cubicBezTo>
                  <a:pt x="1978737" y="73300"/>
                  <a:pt x="1978232" y="73482"/>
                  <a:pt x="1977585" y="73482"/>
                </a:cubicBezTo>
                <a:cubicBezTo>
                  <a:pt x="1976939" y="73482"/>
                  <a:pt x="1976151" y="73300"/>
                  <a:pt x="1975221" y="72937"/>
                </a:cubicBezTo>
                <a:cubicBezTo>
                  <a:pt x="1974291" y="72573"/>
                  <a:pt x="1973240" y="72209"/>
                  <a:pt x="1972068" y="71845"/>
                </a:cubicBezTo>
                <a:cubicBezTo>
                  <a:pt x="1970896" y="71481"/>
                  <a:pt x="1969582" y="71138"/>
                  <a:pt x="1968127" y="70815"/>
                </a:cubicBezTo>
                <a:cubicBezTo>
                  <a:pt x="1966672" y="70491"/>
                  <a:pt x="1965096" y="70329"/>
                  <a:pt x="1963398" y="70329"/>
                </a:cubicBezTo>
                <a:cubicBezTo>
                  <a:pt x="1961377" y="70329"/>
                  <a:pt x="1959397" y="70734"/>
                  <a:pt x="1957457" y="71542"/>
                </a:cubicBezTo>
                <a:cubicBezTo>
                  <a:pt x="1955517" y="72350"/>
                  <a:pt x="1953475" y="73684"/>
                  <a:pt x="1951333" y="75544"/>
                </a:cubicBezTo>
                <a:cubicBezTo>
                  <a:pt x="1949191" y="77403"/>
                  <a:pt x="1946948" y="79868"/>
                  <a:pt x="1944603" y="82940"/>
                </a:cubicBezTo>
                <a:cubicBezTo>
                  <a:pt x="1942259" y="86012"/>
                  <a:pt x="1939672" y="89771"/>
                  <a:pt x="1936843" y="94217"/>
                </a:cubicBezTo>
                <a:lnTo>
                  <a:pt x="1936843" y="166002"/>
                </a:lnTo>
                <a:cubicBezTo>
                  <a:pt x="1936843" y="166649"/>
                  <a:pt x="1936681" y="167194"/>
                  <a:pt x="1936358" y="167639"/>
                </a:cubicBezTo>
                <a:cubicBezTo>
                  <a:pt x="1936034" y="168083"/>
                  <a:pt x="1935509" y="168467"/>
                  <a:pt x="1934781" y="168791"/>
                </a:cubicBezTo>
                <a:cubicBezTo>
                  <a:pt x="1934054" y="169114"/>
                  <a:pt x="1933043" y="169357"/>
                  <a:pt x="1931750" y="169518"/>
                </a:cubicBezTo>
                <a:cubicBezTo>
                  <a:pt x="1930457" y="169680"/>
                  <a:pt x="1928799" y="169761"/>
                  <a:pt x="1926778" y="169761"/>
                </a:cubicBezTo>
                <a:cubicBezTo>
                  <a:pt x="1924838" y="169761"/>
                  <a:pt x="1923222" y="169680"/>
                  <a:pt x="1921928" y="169518"/>
                </a:cubicBezTo>
                <a:cubicBezTo>
                  <a:pt x="1920635" y="169357"/>
                  <a:pt x="1919604" y="169114"/>
                  <a:pt x="1918836" y="168791"/>
                </a:cubicBezTo>
                <a:cubicBezTo>
                  <a:pt x="1918068" y="168467"/>
                  <a:pt x="1917543" y="168083"/>
                  <a:pt x="1917260" y="167639"/>
                </a:cubicBezTo>
                <a:cubicBezTo>
                  <a:pt x="1916977" y="167194"/>
                  <a:pt x="1916835" y="166649"/>
                  <a:pt x="1916835" y="166002"/>
                </a:cubicBezTo>
                <a:lnTo>
                  <a:pt x="1916835" y="56870"/>
                </a:lnTo>
                <a:cubicBezTo>
                  <a:pt x="1916835" y="56223"/>
                  <a:pt x="1916957" y="55678"/>
                  <a:pt x="1917199" y="55233"/>
                </a:cubicBezTo>
                <a:cubicBezTo>
                  <a:pt x="1917442" y="54788"/>
                  <a:pt x="1917927" y="54384"/>
                  <a:pt x="1918654" y="54020"/>
                </a:cubicBezTo>
                <a:cubicBezTo>
                  <a:pt x="1919382" y="53657"/>
                  <a:pt x="1920311" y="53414"/>
                  <a:pt x="1921443" y="53293"/>
                </a:cubicBezTo>
                <a:cubicBezTo>
                  <a:pt x="1922575" y="53172"/>
                  <a:pt x="1924070" y="53111"/>
                  <a:pt x="1925930" y="53111"/>
                </a:cubicBezTo>
                <a:cubicBezTo>
                  <a:pt x="1927708" y="53111"/>
                  <a:pt x="1929183" y="53172"/>
                  <a:pt x="1930356" y="53293"/>
                </a:cubicBezTo>
                <a:cubicBezTo>
                  <a:pt x="1931528" y="53414"/>
                  <a:pt x="1932437" y="53657"/>
                  <a:pt x="1933084" y="54020"/>
                </a:cubicBezTo>
                <a:cubicBezTo>
                  <a:pt x="1933731" y="54384"/>
                  <a:pt x="1934195" y="54788"/>
                  <a:pt x="1934478" y="55233"/>
                </a:cubicBezTo>
                <a:cubicBezTo>
                  <a:pt x="1934761" y="55678"/>
                  <a:pt x="1934903" y="56223"/>
                  <a:pt x="1934903" y="56870"/>
                </a:cubicBezTo>
                <a:lnTo>
                  <a:pt x="1934903" y="72755"/>
                </a:lnTo>
                <a:cubicBezTo>
                  <a:pt x="1937894" y="68389"/>
                  <a:pt x="1940703" y="64832"/>
                  <a:pt x="1943330" y="62084"/>
                </a:cubicBezTo>
                <a:cubicBezTo>
                  <a:pt x="1945957" y="59335"/>
                  <a:pt x="1948443" y="57173"/>
                  <a:pt x="1950787" y="55597"/>
                </a:cubicBezTo>
                <a:cubicBezTo>
                  <a:pt x="1953132" y="54020"/>
                  <a:pt x="1955456" y="52929"/>
                  <a:pt x="1957760" y="52323"/>
                </a:cubicBezTo>
                <a:cubicBezTo>
                  <a:pt x="1960064" y="51716"/>
                  <a:pt x="1962388" y="51413"/>
                  <a:pt x="1964732" y="51413"/>
                </a:cubicBezTo>
                <a:cubicBezTo>
                  <a:pt x="1965783" y="51413"/>
                  <a:pt x="1966975" y="51474"/>
                  <a:pt x="1968309" y="51595"/>
                </a:cubicBezTo>
                <a:cubicBezTo>
                  <a:pt x="1969643" y="51716"/>
                  <a:pt x="1971038" y="51939"/>
                  <a:pt x="1972493" y="52262"/>
                </a:cubicBezTo>
                <a:cubicBezTo>
                  <a:pt x="1973948" y="52585"/>
                  <a:pt x="1975261" y="52949"/>
                  <a:pt x="1976433" y="53353"/>
                </a:cubicBezTo>
                <a:cubicBezTo>
                  <a:pt x="1977606" y="53758"/>
                  <a:pt x="1978434" y="54162"/>
                  <a:pt x="1978919" y="54566"/>
                </a:cubicBezTo>
                <a:cubicBezTo>
                  <a:pt x="1979404" y="54970"/>
                  <a:pt x="1979728" y="55354"/>
                  <a:pt x="1979889" y="55718"/>
                </a:cubicBezTo>
                <a:cubicBezTo>
                  <a:pt x="1980051" y="56082"/>
                  <a:pt x="1980192" y="56547"/>
                  <a:pt x="1980314" y="57112"/>
                </a:cubicBezTo>
                <a:cubicBezTo>
                  <a:pt x="1980435" y="57678"/>
                  <a:pt x="1980516" y="58507"/>
                  <a:pt x="1980556" y="59598"/>
                </a:cubicBezTo>
                <a:cubicBezTo>
                  <a:pt x="1980597" y="60690"/>
                  <a:pt x="1980617" y="62165"/>
                  <a:pt x="1980617" y="64024"/>
                </a:cubicBezTo>
                <a:close/>
                <a:moveTo>
                  <a:pt x="2094147" y="106707"/>
                </a:moveTo>
                <a:cubicBezTo>
                  <a:pt x="2094147" y="109860"/>
                  <a:pt x="2093359" y="112103"/>
                  <a:pt x="2091783" y="113437"/>
                </a:cubicBezTo>
                <a:cubicBezTo>
                  <a:pt x="2090206" y="114770"/>
                  <a:pt x="2088408" y="115437"/>
                  <a:pt x="2086387" y="115437"/>
                </a:cubicBezTo>
                <a:lnTo>
                  <a:pt x="2014845" y="115437"/>
                </a:lnTo>
                <a:cubicBezTo>
                  <a:pt x="2014845" y="121518"/>
                  <a:pt x="2015451" y="126991"/>
                  <a:pt x="2016663" y="131856"/>
                </a:cubicBezTo>
                <a:cubicBezTo>
                  <a:pt x="2017876" y="136722"/>
                  <a:pt x="2019897" y="140898"/>
                  <a:pt x="2022726" y="144384"/>
                </a:cubicBezTo>
                <a:cubicBezTo>
                  <a:pt x="2025556" y="147870"/>
                  <a:pt x="2029234" y="150547"/>
                  <a:pt x="2033761" y="152413"/>
                </a:cubicBezTo>
                <a:cubicBezTo>
                  <a:pt x="2038288" y="154278"/>
                  <a:pt x="2043825" y="155210"/>
                  <a:pt x="2050373" y="155210"/>
                </a:cubicBezTo>
                <a:cubicBezTo>
                  <a:pt x="2055547" y="155210"/>
                  <a:pt x="2060155" y="154786"/>
                  <a:pt x="2064197" y="153937"/>
                </a:cubicBezTo>
                <a:cubicBezTo>
                  <a:pt x="2068238" y="153088"/>
                  <a:pt x="2071735" y="152138"/>
                  <a:pt x="2074685" y="151087"/>
                </a:cubicBezTo>
                <a:cubicBezTo>
                  <a:pt x="2077636" y="150036"/>
                  <a:pt x="2080061" y="149086"/>
                  <a:pt x="2081961" y="148238"/>
                </a:cubicBezTo>
                <a:cubicBezTo>
                  <a:pt x="2083860" y="147389"/>
                  <a:pt x="2085295" y="146964"/>
                  <a:pt x="2086265" y="146964"/>
                </a:cubicBezTo>
                <a:cubicBezTo>
                  <a:pt x="2086831" y="146964"/>
                  <a:pt x="2087337" y="147106"/>
                  <a:pt x="2087781" y="147389"/>
                </a:cubicBezTo>
                <a:cubicBezTo>
                  <a:pt x="2088226" y="147672"/>
                  <a:pt x="2088569" y="148096"/>
                  <a:pt x="2088812" y="148662"/>
                </a:cubicBezTo>
                <a:cubicBezTo>
                  <a:pt x="2089054" y="149228"/>
                  <a:pt x="2089236" y="150016"/>
                  <a:pt x="2089358" y="151027"/>
                </a:cubicBezTo>
                <a:cubicBezTo>
                  <a:pt x="2089479" y="152037"/>
                  <a:pt x="2089539" y="153270"/>
                  <a:pt x="2089539" y="154725"/>
                </a:cubicBezTo>
                <a:cubicBezTo>
                  <a:pt x="2089539" y="155776"/>
                  <a:pt x="2089499" y="156685"/>
                  <a:pt x="2089418" y="157453"/>
                </a:cubicBezTo>
                <a:cubicBezTo>
                  <a:pt x="2089337" y="158221"/>
                  <a:pt x="2089236" y="158908"/>
                  <a:pt x="2089115" y="159515"/>
                </a:cubicBezTo>
                <a:cubicBezTo>
                  <a:pt x="2088994" y="160121"/>
                  <a:pt x="2088792" y="160667"/>
                  <a:pt x="2088509" y="161152"/>
                </a:cubicBezTo>
                <a:cubicBezTo>
                  <a:pt x="2088226" y="161637"/>
                  <a:pt x="2087862" y="162101"/>
                  <a:pt x="2087417" y="162546"/>
                </a:cubicBezTo>
                <a:cubicBezTo>
                  <a:pt x="2086973" y="162991"/>
                  <a:pt x="2085659" y="163718"/>
                  <a:pt x="2083476" y="164729"/>
                </a:cubicBezTo>
                <a:cubicBezTo>
                  <a:pt x="2081294" y="165739"/>
                  <a:pt x="2078465" y="166729"/>
                  <a:pt x="2074988" y="167699"/>
                </a:cubicBezTo>
                <a:cubicBezTo>
                  <a:pt x="2071512" y="168670"/>
                  <a:pt x="2067491" y="169539"/>
                  <a:pt x="2062923" y="170307"/>
                </a:cubicBezTo>
                <a:cubicBezTo>
                  <a:pt x="2058356" y="171074"/>
                  <a:pt x="2053485" y="171458"/>
                  <a:pt x="2048312" y="171458"/>
                </a:cubicBezTo>
                <a:cubicBezTo>
                  <a:pt x="2039339" y="171458"/>
                  <a:pt x="2031477" y="170204"/>
                  <a:pt x="2024727" y="167696"/>
                </a:cubicBezTo>
                <a:cubicBezTo>
                  <a:pt x="2017977" y="165187"/>
                  <a:pt x="2012298" y="161465"/>
                  <a:pt x="2007690" y="156529"/>
                </a:cubicBezTo>
                <a:cubicBezTo>
                  <a:pt x="2003083" y="151592"/>
                  <a:pt x="1999607" y="145402"/>
                  <a:pt x="1997262" y="137957"/>
                </a:cubicBezTo>
                <a:cubicBezTo>
                  <a:pt x="1994918" y="130512"/>
                  <a:pt x="1993746" y="121854"/>
                  <a:pt x="1993746" y="111982"/>
                </a:cubicBezTo>
                <a:cubicBezTo>
                  <a:pt x="1993746" y="102594"/>
                  <a:pt x="1994958" y="94158"/>
                  <a:pt x="1997383" y="86673"/>
                </a:cubicBezTo>
                <a:cubicBezTo>
                  <a:pt x="1999809" y="79188"/>
                  <a:pt x="2003305" y="72835"/>
                  <a:pt x="2007872" y="67616"/>
                </a:cubicBezTo>
                <a:cubicBezTo>
                  <a:pt x="2012440" y="62397"/>
                  <a:pt x="2017957" y="58392"/>
                  <a:pt x="2024424" y="55600"/>
                </a:cubicBezTo>
                <a:cubicBezTo>
                  <a:pt x="2030891" y="52809"/>
                  <a:pt x="2038126" y="51413"/>
                  <a:pt x="2046129" y="51413"/>
                </a:cubicBezTo>
                <a:cubicBezTo>
                  <a:pt x="2054698" y="51413"/>
                  <a:pt x="2061994" y="52788"/>
                  <a:pt x="2068016" y="55536"/>
                </a:cubicBezTo>
                <a:cubicBezTo>
                  <a:pt x="2074039" y="58285"/>
                  <a:pt x="2078990" y="61983"/>
                  <a:pt x="2082870" y="66631"/>
                </a:cubicBezTo>
                <a:cubicBezTo>
                  <a:pt x="2086750" y="71279"/>
                  <a:pt x="2089600" y="76736"/>
                  <a:pt x="2091419" y="83001"/>
                </a:cubicBezTo>
                <a:cubicBezTo>
                  <a:pt x="2093238" y="89266"/>
                  <a:pt x="2094147" y="95955"/>
                  <a:pt x="2094147" y="103069"/>
                </a:cubicBezTo>
                <a:lnTo>
                  <a:pt x="2094147" y="106707"/>
                </a:lnTo>
                <a:moveTo>
                  <a:pt x="2074018" y="100765"/>
                </a:moveTo>
                <a:cubicBezTo>
                  <a:pt x="2074261" y="90256"/>
                  <a:pt x="2071937" y="82011"/>
                  <a:pt x="2067046" y="76029"/>
                </a:cubicBezTo>
                <a:cubicBezTo>
                  <a:pt x="2062155" y="70047"/>
                  <a:pt x="2054900" y="67056"/>
                  <a:pt x="2045280" y="67056"/>
                </a:cubicBezTo>
                <a:cubicBezTo>
                  <a:pt x="2040349" y="67056"/>
                  <a:pt x="2036024" y="67985"/>
                  <a:pt x="2032306" y="69844"/>
                </a:cubicBezTo>
                <a:cubicBezTo>
                  <a:pt x="2028587" y="71704"/>
                  <a:pt x="2025475" y="74169"/>
                  <a:pt x="2022969" y="77241"/>
                </a:cubicBezTo>
                <a:cubicBezTo>
                  <a:pt x="2020463" y="80313"/>
                  <a:pt x="2018523" y="83890"/>
                  <a:pt x="2017149" y="87972"/>
                </a:cubicBezTo>
                <a:cubicBezTo>
                  <a:pt x="2015774" y="92055"/>
                  <a:pt x="2015006" y="96319"/>
                  <a:pt x="2014845" y="100765"/>
                </a:cubicBezTo>
                <a:lnTo>
                  <a:pt x="2074018" y="100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97408-6E1E-4538-8E24-3B2AE8F2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9" y="3188309"/>
            <a:ext cx="2484716" cy="4744166"/>
          </a:xfrm>
          <a:custGeom xmlns:a="http://schemas.openxmlformats.org/drawingml/2006/main">
            <a:pathLst>
              <a:path w="2484716" h="4744166">
                <a:moveTo>
                  <a:pt x="0" y="414119"/>
                </a:moveTo>
                <a:cubicBezTo>
                  <a:pt x="0" y="185460"/>
                  <a:pt x="185460" y="0"/>
                  <a:pt x="414119" y="0"/>
                </a:cubicBezTo>
                <a:lnTo>
                  <a:pt x="2070597" y="0"/>
                </a:lnTo>
                <a:cubicBezTo>
                  <a:pt x="2299256" y="0"/>
                  <a:pt x="2484716" y="185460"/>
                  <a:pt x="2484716" y="414119"/>
                </a:cubicBezTo>
                <a:lnTo>
                  <a:pt x="2484716" y="4330046"/>
                </a:lnTo>
                <a:cubicBezTo>
                  <a:pt x="2484716" y="4558705"/>
                  <a:pt x="2299256" y="4744166"/>
                  <a:pt x="2070597" y="4744166"/>
                </a:cubicBezTo>
                <a:lnTo>
                  <a:pt x="414119" y="4744166"/>
                </a:lnTo>
                <a:cubicBezTo>
                  <a:pt x="185460" y="4744166"/>
                  <a:pt x="0" y="4558705"/>
                  <a:pt x="0" y="4330046"/>
                </a:cubicBezTo>
                <a:lnTo>
                  <a:pt x="0" y="414119"/>
                </a:lnTo>
                <a:close/>
              </a:path>
            </a:pathLst>
          </a:custGeom>
          <a:solidFill xmlns:a="http://schemas.openxmlformats.org/drawingml/2006/main">
            <a:srgbClr val="E7CF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02206-43F7-4F3B-B814-42279B02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9" y="3188309"/>
            <a:ext cx="2484716" cy="4744166"/>
          </a:xfrm>
          <a:custGeom xmlns:a="http://schemas.openxmlformats.org/drawingml/2006/main">
            <a:pathLst>
              <a:path w="2484716" h="4744166" fill="none">
                <a:moveTo>
                  <a:pt x="0" y="414119"/>
                </a:moveTo>
                <a:cubicBezTo>
                  <a:pt x="0" y="185460"/>
                  <a:pt x="185460" y="0"/>
                  <a:pt x="414119" y="0"/>
                </a:cubicBezTo>
                <a:lnTo>
                  <a:pt x="2070597" y="0"/>
                </a:lnTo>
                <a:cubicBezTo>
                  <a:pt x="2299256" y="0"/>
                  <a:pt x="2484716" y="185460"/>
                  <a:pt x="2484716" y="414119"/>
                </a:cubicBezTo>
                <a:lnTo>
                  <a:pt x="2484716" y="4330046"/>
                </a:lnTo>
                <a:cubicBezTo>
                  <a:pt x="2484716" y="4558705"/>
                  <a:pt x="2299256" y="4744166"/>
                  <a:pt x="2070597" y="4744166"/>
                </a:cubicBezTo>
                <a:lnTo>
                  <a:pt x="414119" y="4744166"/>
                </a:lnTo>
                <a:cubicBezTo>
                  <a:pt x="185460" y="4744166"/>
                  <a:pt x="0" y="4558705"/>
                  <a:pt x="0" y="4330046"/>
                </a:cubicBezTo>
                <a:lnTo>
                  <a:pt x="0" y="4141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B873C-6BCD-433F-A8D9-E65B90E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0" y="2157647"/>
            <a:ext cx="113086" cy="1031340"/>
          </a:xfrm>
          <a:custGeom xmlns:a="http://schemas.openxmlformats.org/drawingml/2006/main">
            <a:pathLst>
              <a:path w="113086" h="1031340">
                <a:moveTo>
                  <a:pt x="67851" y="0"/>
                </a:moveTo>
                <a:lnTo>
                  <a:pt x="45234" y="0"/>
                </a:lnTo>
                <a:lnTo>
                  <a:pt x="45234" y="918255"/>
                </a:lnTo>
                <a:lnTo>
                  <a:pt x="0" y="918255"/>
                </a:lnTo>
                <a:lnTo>
                  <a:pt x="56543" y="1031340"/>
                </a:lnTo>
                <a:lnTo>
                  <a:pt x="113086" y="918255"/>
                </a:lnTo>
                <a:lnTo>
                  <a:pt x="67851" y="918255"/>
                </a:lnTo>
                <a:lnTo>
                  <a:pt x="678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Native">
            <a:extLst xmlns:a="http://schemas.openxmlformats.org/drawingml/2006/main">
              <a:ext uri="{FF2B5EF4-FFF2-40B4-BE49-F238E27FC236}">
                <a16:creationId xmlns:a16="http://schemas.microsoft.com/office/drawing/2014/main" id="{92347801-497B-43C2-AAC5-A05DACFF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25" y="2481132"/>
            <a:ext cx="561963" cy="149164"/>
          </a:xfrm>
          <a:custGeom xmlns:a="http://schemas.openxmlformats.org/drawingml/2006/main">
            <a:pathLst>
              <a:path w="561963" h="149164">
                <a:moveTo>
                  <a:pt x="108222" y="139191"/>
                </a:moveTo>
                <a:cubicBezTo>
                  <a:pt x="108222" y="140669"/>
                  <a:pt x="107982" y="141926"/>
                  <a:pt x="107502" y="142961"/>
                </a:cubicBezTo>
                <a:cubicBezTo>
                  <a:pt x="107023" y="143996"/>
                  <a:pt x="106396" y="144846"/>
                  <a:pt x="105621" y="145513"/>
                </a:cubicBezTo>
                <a:cubicBezTo>
                  <a:pt x="104847" y="146177"/>
                  <a:pt x="103980" y="146656"/>
                  <a:pt x="103021" y="146951"/>
                </a:cubicBezTo>
                <a:cubicBezTo>
                  <a:pt x="102062" y="147246"/>
                  <a:pt x="101103" y="147394"/>
                  <a:pt x="100144" y="147394"/>
                </a:cubicBezTo>
                <a:lnTo>
                  <a:pt x="94058" y="147394"/>
                </a:lnTo>
                <a:cubicBezTo>
                  <a:pt x="92140" y="147394"/>
                  <a:pt x="90461" y="147189"/>
                  <a:pt x="89023" y="146778"/>
                </a:cubicBezTo>
                <a:cubicBezTo>
                  <a:pt x="87584" y="146368"/>
                  <a:pt x="86219" y="145622"/>
                  <a:pt x="84928" y="144541"/>
                </a:cubicBezTo>
                <a:cubicBezTo>
                  <a:pt x="83637" y="143460"/>
                  <a:pt x="82347" y="141987"/>
                  <a:pt x="81056" y="140122"/>
                </a:cubicBezTo>
                <a:cubicBezTo>
                  <a:pt x="79765" y="138257"/>
                  <a:pt x="78344" y="135886"/>
                  <a:pt x="76795" y="133008"/>
                </a:cubicBezTo>
                <a:lnTo>
                  <a:pt x="31648" y="51566"/>
                </a:lnTo>
                <a:cubicBezTo>
                  <a:pt x="29287" y="47361"/>
                  <a:pt x="26908" y="42953"/>
                  <a:pt x="24510" y="38342"/>
                </a:cubicBezTo>
                <a:cubicBezTo>
                  <a:pt x="22113" y="33732"/>
                  <a:pt x="19881" y="29250"/>
                  <a:pt x="17816" y="24898"/>
                </a:cubicBezTo>
                <a:lnTo>
                  <a:pt x="17594" y="24898"/>
                </a:lnTo>
                <a:cubicBezTo>
                  <a:pt x="17742" y="30209"/>
                  <a:pt x="17852" y="35631"/>
                  <a:pt x="17926" y="41164"/>
                </a:cubicBezTo>
                <a:cubicBezTo>
                  <a:pt x="18000" y="46697"/>
                  <a:pt x="18037" y="52193"/>
                  <a:pt x="18037" y="57652"/>
                </a:cubicBezTo>
                <a:lnTo>
                  <a:pt x="18037" y="144074"/>
                </a:lnTo>
                <a:cubicBezTo>
                  <a:pt x="18037" y="144590"/>
                  <a:pt x="17889" y="145088"/>
                  <a:pt x="17594" y="145568"/>
                </a:cubicBezTo>
                <a:cubicBezTo>
                  <a:pt x="17299" y="146047"/>
                  <a:pt x="16801" y="146416"/>
                  <a:pt x="16100" y="146675"/>
                </a:cubicBezTo>
                <a:cubicBezTo>
                  <a:pt x="15400" y="146933"/>
                  <a:pt x="14477" y="147154"/>
                  <a:pt x="13334" y="147338"/>
                </a:cubicBezTo>
                <a:cubicBezTo>
                  <a:pt x="12191" y="147523"/>
                  <a:pt x="10734" y="147615"/>
                  <a:pt x="8963" y="147615"/>
                </a:cubicBezTo>
                <a:cubicBezTo>
                  <a:pt x="7193" y="147615"/>
                  <a:pt x="5736" y="147523"/>
                  <a:pt x="4592" y="147338"/>
                </a:cubicBezTo>
                <a:cubicBezTo>
                  <a:pt x="3449" y="147154"/>
                  <a:pt x="2545" y="146933"/>
                  <a:pt x="1881" y="146675"/>
                </a:cubicBezTo>
                <a:cubicBezTo>
                  <a:pt x="1217" y="146416"/>
                  <a:pt x="738" y="146047"/>
                  <a:pt x="443" y="145568"/>
                </a:cubicBezTo>
                <a:cubicBezTo>
                  <a:pt x="148" y="145088"/>
                  <a:pt x="0" y="144590"/>
                  <a:pt x="0" y="144074"/>
                </a:cubicBezTo>
                <a:lnTo>
                  <a:pt x="0" y="11951"/>
                </a:lnTo>
                <a:cubicBezTo>
                  <a:pt x="0" y="9000"/>
                  <a:pt x="811" y="6898"/>
                  <a:pt x="2434" y="5643"/>
                </a:cubicBezTo>
                <a:cubicBezTo>
                  <a:pt x="4057" y="4389"/>
                  <a:pt x="5828" y="3762"/>
                  <a:pt x="7746" y="3762"/>
                </a:cubicBezTo>
                <a:lnTo>
                  <a:pt x="16820" y="3762"/>
                </a:lnTo>
                <a:cubicBezTo>
                  <a:pt x="18959" y="3762"/>
                  <a:pt x="20748" y="3947"/>
                  <a:pt x="22187" y="4316"/>
                </a:cubicBezTo>
                <a:cubicBezTo>
                  <a:pt x="23625" y="4684"/>
                  <a:pt x="24916" y="5293"/>
                  <a:pt x="26059" y="6141"/>
                </a:cubicBezTo>
                <a:cubicBezTo>
                  <a:pt x="27203" y="6990"/>
                  <a:pt x="28309" y="8170"/>
                  <a:pt x="29379" y="9682"/>
                </a:cubicBezTo>
                <a:cubicBezTo>
                  <a:pt x="30449" y="11195"/>
                  <a:pt x="31611" y="13094"/>
                  <a:pt x="32865" y="15381"/>
                </a:cubicBezTo>
                <a:lnTo>
                  <a:pt x="67611" y="78234"/>
                </a:lnTo>
                <a:cubicBezTo>
                  <a:pt x="69750" y="82070"/>
                  <a:pt x="71816" y="85814"/>
                  <a:pt x="73808" y="89465"/>
                </a:cubicBezTo>
                <a:cubicBezTo>
                  <a:pt x="75799" y="93117"/>
                  <a:pt x="77717" y="96713"/>
                  <a:pt x="79562" y="100254"/>
                </a:cubicBezTo>
                <a:cubicBezTo>
                  <a:pt x="81406" y="103795"/>
                  <a:pt x="83232" y="107281"/>
                  <a:pt x="85039" y="110711"/>
                </a:cubicBezTo>
                <a:cubicBezTo>
                  <a:pt x="86847" y="114142"/>
                  <a:pt x="88635" y="117590"/>
                  <a:pt x="90406" y="121058"/>
                </a:cubicBezTo>
                <a:lnTo>
                  <a:pt x="90517" y="121058"/>
                </a:lnTo>
                <a:cubicBezTo>
                  <a:pt x="90369" y="115225"/>
                  <a:pt x="90277" y="109152"/>
                  <a:pt x="90240" y="102837"/>
                </a:cubicBezTo>
                <a:cubicBezTo>
                  <a:pt x="90203" y="96523"/>
                  <a:pt x="90185" y="90450"/>
                  <a:pt x="90185" y="84617"/>
                </a:cubicBezTo>
                <a:lnTo>
                  <a:pt x="90185" y="6864"/>
                </a:lnTo>
                <a:cubicBezTo>
                  <a:pt x="90185" y="6348"/>
                  <a:pt x="90332" y="5868"/>
                  <a:pt x="90627" y="5426"/>
                </a:cubicBezTo>
                <a:cubicBezTo>
                  <a:pt x="90922" y="4981"/>
                  <a:pt x="91420" y="4592"/>
                  <a:pt x="92121" y="4260"/>
                </a:cubicBezTo>
                <a:cubicBezTo>
                  <a:pt x="92822" y="3928"/>
                  <a:pt x="93744" y="3689"/>
                  <a:pt x="94888" y="3541"/>
                </a:cubicBezTo>
                <a:cubicBezTo>
                  <a:pt x="96031" y="3393"/>
                  <a:pt x="97525" y="3320"/>
                  <a:pt x="99369" y="3320"/>
                </a:cubicBezTo>
                <a:cubicBezTo>
                  <a:pt x="100992" y="3320"/>
                  <a:pt x="102394" y="3393"/>
                  <a:pt x="103574" y="3541"/>
                </a:cubicBezTo>
                <a:cubicBezTo>
                  <a:pt x="104754" y="3689"/>
                  <a:pt x="105676" y="3929"/>
                  <a:pt x="106340" y="4264"/>
                </a:cubicBezTo>
                <a:cubicBezTo>
                  <a:pt x="107004" y="4596"/>
                  <a:pt x="107484" y="4983"/>
                  <a:pt x="107779" y="5426"/>
                </a:cubicBezTo>
                <a:cubicBezTo>
                  <a:pt x="108074" y="5868"/>
                  <a:pt x="108222" y="6349"/>
                  <a:pt x="108222" y="6868"/>
                </a:cubicBezTo>
                <a:lnTo>
                  <a:pt x="108222" y="139191"/>
                </a:lnTo>
                <a:close/>
                <a:moveTo>
                  <a:pt x="219321" y="144295"/>
                </a:moveTo>
                <a:cubicBezTo>
                  <a:pt x="219321" y="145181"/>
                  <a:pt x="219026" y="145845"/>
                  <a:pt x="218436" y="146287"/>
                </a:cubicBezTo>
                <a:cubicBezTo>
                  <a:pt x="217846" y="146730"/>
                  <a:pt x="217034" y="147062"/>
                  <a:pt x="216001" y="147283"/>
                </a:cubicBezTo>
                <a:cubicBezTo>
                  <a:pt x="214969" y="147504"/>
                  <a:pt x="213456" y="147615"/>
                  <a:pt x="211464" y="147615"/>
                </a:cubicBezTo>
                <a:cubicBezTo>
                  <a:pt x="209546" y="147615"/>
                  <a:pt x="208016" y="147504"/>
                  <a:pt x="206872" y="147283"/>
                </a:cubicBezTo>
                <a:cubicBezTo>
                  <a:pt x="205729" y="147062"/>
                  <a:pt x="204899" y="146730"/>
                  <a:pt x="204382" y="146287"/>
                </a:cubicBezTo>
                <a:cubicBezTo>
                  <a:pt x="203866" y="145845"/>
                  <a:pt x="203608" y="145181"/>
                  <a:pt x="203608" y="144295"/>
                </a:cubicBezTo>
                <a:lnTo>
                  <a:pt x="203608" y="134336"/>
                </a:lnTo>
                <a:cubicBezTo>
                  <a:pt x="199255" y="138984"/>
                  <a:pt x="194405" y="142617"/>
                  <a:pt x="189057" y="145236"/>
                </a:cubicBezTo>
                <a:cubicBezTo>
                  <a:pt x="183708" y="147855"/>
                  <a:pt x="178046" y="149164"/>
                  <a:pt x="172071" y="149164"/>
                </a:cubicBezTo>
                <a:cubicBezTo>
                  <a:pt x="166833" y="149164"/>
                  <a:pt x="162093" y="148480"/>
                  <a:pt x="157852" y="147110"/>
                </a:cubicBezTo>
                <a:cubicBezTo>
                  <a:pt x="153610" y="145741"/>
                  <a:pt x="149995" y="143761"/>
                  <a:pt x="147007" y="141169"/>
                </a:cubicBezTo>
                <a:cubicBezTo>
                  <a:pt x="144020" y="138578"/>
                  <a:pt x="141696" y="135396"/>
                  <a:pt x="140036" y="131622"/>
                </a:cubicBezTo>
                <a:cubicBezTo>
                  <a:pt x="138376" y="127846"/>
                  <a:pt x="137546" y="123551"/>
                  <a:pt x="137546" y="118737"/>
                </a:cubicBezTo>
                <a:cubicBezTo>
                  <a:pt x="137546" y="113112"/>
                  <a:pt x="138690" y="108227"/>
                  <a:pt x="140977" y="104082"/>
                </a:cubicBezTo>
                <a:cubicBezTo>
                  <a:pt x="143263" y="99935"/>
                  <a:pt x="146546" y="96492"/>
                  <a:pt x="150825" y="93753"/>
                </a:cubicBezTo>
                <a:cubicBezTo>
                  <a:pt x="155104" y="91015"/>
                  <a:pt x="160341" y="88960"/>
                  <a:pt x="166538" y="87591"/>
                </a:cubicBezTo>
                <a:cubicBezTo>
                  <a:pt x="172735" y="86222"/>
                  <a:pt x="179706" y="85537"/>
                  <a:pt x="187452" y="85537"/>
                </a:cubicBezTo>
                <a:lnTo>
                  <a:pt x="201173" y="85537"/>
                </a:lnTo>
                <a:lnTo>
                  <a:pt x="201173" y="77819"/>
                </a:lnTo>
                <a:cubicBezTo>
                  <a:pt x="201173" y="73997"/>
                  <a:pt x="200768" y="70616"/>
                  <a:pt x="199956" y="67677"/>
                </a:cubicBezTo>
                <a:cubicBezTo>
                  <a:pt x="199145" y="64735"/>
                  <a:pt x="197835" y="62290"/>
                  <a:pt x="196028" y="60342"/>
                </a:cubicBezTo>
                <a:cubicBezTo>
                  <a:pt x="194221" y="58394"/>
                  <a:pt x="191878" y="56924"/>
                  <a:pt x="189001" y="55933"/>
                </a:cubicBezTo>
                <a:cubicBezTo>
                  <a:pt x="186124" y="54940"/>
                  <a:pt x="182583" y="54443"/>
                  <a:pt x="178378" y="54443"/>
                </a:cubicBezTo>
                <a:cubicBezTo>
                  <a:pt x="173878" y="54443"/>
                  <a:pt x="169839" y="54972"/>
                  <a:pt x="166261" y="56030"/>
                </a:cubicBezTo>
                <a:cubicBezTo>
                  <a:pt x="162684" y="57088"/>
                  <a:pt x="159548" y="58256"/>
                  <a:pt x="156856" y="59533"/>
                </a:cubicBezTo>
                <a:cubicBezTo>
                  <a:pt x="154163" y="60810"/>
                  <a:pt x="151913" y="61978"/>
                  <a:pt x="150106" y="63036"/>
                </a:cubicBezTo>
                <a:cubicBezTo>
                  <a:pt x="148298" y="64094"/>
                  <a:pt x="146952" y="64623"/>
                  <a:pt x="146067" y="64623"/>
                </a:cubicBezTo>
                <a:cubicBezTo>
                  <a:pt x="145477" y="64623"/>
                  <a:pt x="144960" y="64476"/>
                  <a:pt x="144518" y="64180"/>
                </a:cubicBezTo>
                <a:cubicBezTo>
                  <a:pt x="144075" y="63885"/>
                  <a:pt x="143688" y="63443"/>
                  <a:pt x="143356" y="62853"/>
                </a:cubicBezTo>
                <a:cubicBezTo>
                  <a:pt x="143024" y="62262"/>
                  <a:pt x="142784" y="61506"/>
                  <a:pt x="142636" y="60584"/>
                </a:cubicBezTo>
                <a:cubicBezTo>
                  <a:pt x="142489" y="59662"/>
                  <a:pt x="142415" y="58648"/>
                  <a:pt x="142415" y="57541"/>
                </a:cubicBezTo>
                <a:cubicBezTo>
                  <a:pt x="142415" y="55697"/>
                  <a:pt x="142544" y="54240"/>
                  <a:pt x="142802" y="53170"/>
                </a:cubicBezTo>
                <a:cubicBezTo>
                  <a:pt x="143061" y="52101"/>
                  <a:pt x="143688" y="51086"/>
                  <a:pt x="144684" y="50127"/>
                </a:cubicBezTo>
                <a:cubicBezTo>
                  <a:pt x="145679" y="49168"/>
                  <a:pt x="147395" y="48051"/>
                  <a:pt x="149829" y="46776"/>
                </a:cubicBezTo>
                <a:cubicBezTo>
                  <a:pt x="152263" y="45499"/>
                  <a:pt x="155067" y="44333"/>
                  <a:pt x="158239" y="43277"/>
                </a:cubicBezTo>
                <a:cubicBezTo>
                  <a:pt x="161411" y="42221"/>
                  <a:pt x="164878" y="41347"/>
                  <a:pt x="168641" y="40656"/>
                </a:cubicBezTo>
                <a:cubicBezTo>
                  <a:pt x="172403" y="39962"/>
                  <a:pt x="176202" y="39615"/>
                  <a:pt x="180038" y="39615"/>
                </a:cubicBezTo>
                <a:cubicBezTo>
                  <a:pt x="187194" y="39615"/>
                  <a:pt x="193280" y="40426"/>
                  <a:pt x="198296" y="42049"/>
                </a:cubicBezTo>
                <a:cubicBezTo>
                  <a:pt x="203313" y="43672"/>
                  <a:pt x="207370" y="46051"/>
                  <a:pt x="210469" y="49187"/>
                </a:cubicBezTo>
                <a:cubicBezTo>
                  <a:pt x="213567" y="52322"/>
                  <a:pt x="215817" y="56213"/>
                  <a:pt x="217219" y="60861"/>
                </a:cubicBezTo>
                <a:cubicBezTo>
                  <a:pt x="218620" y="65508"/>
                  <a:pt x="219321" y="70930"/>
                  <a:pt x="219321" y="77127"/>
                </a:cubicBezTo>
                <a:lnTo>
                  <a:pt x="219321" y="144295"/>
                </a:lnTo>
                <a:moveTo>
                  <a:pt x="201173" y="98705"/>
                </a:moveTo>
                <a:lnTo>
                  <a:pt x="185571" y="98705"/>
                </a:lnTo>
                <a:cubicBezTo>
                  <a:pt x="180555" y="98705"/>
                  <a:pt x="176202" y="99133"/>
                  <a:pt x="172514" y="99988"/>
                </a:cubicBezTo>
                <a:cubicBezTo>
                  <a:pt x="168825" y="100841"/>
                  <a:pt x="165763" y="102102"/>
                  <a:pt x="163329" y="103771"/>
                </a:cubicBezTo>
                <a:cubicBezTo>
                  <a:pt x="160895" y="105440"/>
                  <a:pt x="159106" y="107445"/>
                  <a:pt x="157962" y="109785"/>
                </a:cubicBezTo>
                <a:cubicBezTo>
                  <a:pt x="156819" y="112122"/>
                  <a:pt x="156247" y="114813"/>
                  <a:pt x="156247" y="117856"/>
                </a:cubicBezTo>
                <a:cubicBezTo>
                  <a:pt x="156247" y="123052"/>
                  <a:pt x="157888" y="127190"/>
                  <a:pt x="161171" y="130270"/>
                </a:cubicBezTo>
                <a:cubicBezTo>
                  <a:pt x="164454" y="133350"/>
                  <a:pt x="169046" y="134890"/>
                  <a:pt x="174948" y="134890"/>
                </a:cubicBezTo>
                <a:cubicBezTo>
                  <a:pt x="179743" y="134890"/>
                  <a:pt x="184188" y="133666"/>
                  <a:pt x="188282" y="131217"/>
                </a:cubicBezTo>
                <a:cubicBezTo>
                  <a:pt x="192376" y="128767"/>
                  <a:pt x="196673" y="125018"/>
                  <a:pt x="201173" y="119972"/>
                </a:cubicBezTo>
                <a:lnTo>
                  <a:pt x="201173" y="98705"/>
                </a:lnTo>
                <a:close/>
                <a:moveTo>
                  <a:pt x="302143" y="136992"/>
                </a:moveTo>
                <a:cubicBezTo>
                  <a:pt x="302143" y="139131"/>
                  <a:pt x="301996" y="140828"/>
                  <a:pt x="301700" y="142082"/>
                </a:cubicBezTo>
                <a:cubicBezTo>
                  <a:pt x="301405" y="143336"/>
                  <a:pt x="300963" y="144259"/>
                  <a:pt x="300373" y="144849"/>
                </a:cubicBezTo>
                <a:cubicBezTo>
                  <a:pt x="299782" y="145439"/>
                  <a:pt x="298897" y="145992"/>
                  <a:pt x="297717" y="146509"/>
                </a:cubicBezTo>
                <a:cubicBezTo>
                  <a:pt x="296537" y="147025"/>
                  <a:pt x="295190" y="147449"/>
                  <a:pt x="293678" y="147781"/>
                </a:cubicBezTo>
                <a:cubicBezTo>
                  <a:pt x="292166" y="148113"/>
                  <a:pt x="290561" y="148390"/>
                  <a:pt x="288864" y="148611"/>
                </a:cubicBezTo>
                <a:cubicBezTo>
                  <a:pt x="287168" y="148832"/>
                  <a:pt x="285471" y="148943"/>
                  <a:pt x="283774" y="148943"/>
                </a:cubicBezTo>
                <a:cubicBezTo>
                  <a:pt x="278610" y="148943"/>
                  <a:pt x="274184" y="148259"/>
                  <a:pt x="270496" y="146892"/>
                </a:cubicBezTo>
                <a:cubicBezTo>
                  <a:pt x="266807" y="145523"/>
                  <a:pt x="263782" y="143452"/>
                  <a:pt x="261422" y="140678"/>
                </a:cubicBezTo>
                <a:cubicBezTo>
                  <a:pt x="259061" y="137905"/>
                  <a:pt x="257346" y="134393"/>
                  <a:pt x="256276" y="130142"/>
                </a:cubicBezTo>
                <a:cubicBezTo>
                  <a:pt x="255207" y="125891"/>
                  <a:pt x="254672" y="120881"/>
                  <a:pt x="254672" y="115113"/>
                </a:cubicBezTo>
                <a:lnTo>
                  <a:pt x="254672" y="56767"/>
                </a:lnTo>
                <a:lnTo>
                  <a:pt x="240729" y="56767"/>
                </a:lnTo>
                <a:cubicBezTo>
                  <a:pt x="239622" y="56767"/>
                  <a:pt x="238737" y="56176"/>
                  <a:pt x="238073" y="54996"/>
                </a:cubicBezTo>
                <a:cubicBezTo>
                  <a:pt x="237409" y="53816"/>
                  <a:pt x="237077" y="51898"/>
                  <a:pt x="237077" y="49242"/>
                </a:cubicBezTo>
                <a:cubicBezTo>
                  <a:pt x="237077" y="47840"/>
                  <a:pt x="237170" y="46660"/>
                  <a:pt x="237354" y="45701"/>
                </a:cubicBezTo>
                <a:cubicBezTo>
                  <a:pt x="237538" y="44742"/>
                  <a:pt x="237778" y="43949"/>
                  <a:pt x="238073" y="43322"/>
                </a:cubicBezTo>
                <a:cubicBezTo>
                  <a:pt x="238368" y="42695"/>
                  <a:pt x="238756" y="42252"/>
                  <a:pt x="239235" y="41994"/>
                </a:cubicBezTo>
                <a:cubicBezTo>
                  <a:pt x="239715" y="41736"/>
                  <a:pt x="240250" y="41607"/>
                  <a:pt x="240840" y="41607"/>
                </a:cubicBezTo>
                <a:lnTo>
                  <a:pt x="254672" y="41607"/>
                </a:lnTo>
                <a:lnTo>
                  <a:pt x="254672" y="17926"/>
                </a:lnTo>
                <a:cubicBezTo>
                  <a:pt x="254672" y="17410"/>
                  <a:pt x="254801" y="16930"/>
                  <a:pt x="255059" y="16488"/>
                </a:cubicBezTo>
                <a:cubicBezTo>
                  <a:pt x="255317" y="16045"/>
                  <a:pt x="255797" y="15658"/>
                  <a:pt x="256498" y="15326"/>
                </a:cubicBezTo>
                <a:cubicBezTo>
                  <a:pt x="257198" y="14994"/>
                  <a:pt x="258139" y="14754"/>
                  <a:pt x="259319" y="14607"/>
                </a:cubicBezTo>
                <a:cubicBezTo>
                  <a:pt x="260500" y="14459"/>
                  <a:pt x="261975" y="14385"/>
                  <a:pt x="263745" y="14385"/>
                </a:cubicBezTo>
                <a:cubicBezTo>
                  <a:pt x="265590" y="14385"/>
                  <a:pt x="267102" y="14459"/>
                  <a:pt x="268282" y="14607"/>
                </a:cubicBezTo>
                <a:cubicBezTo>
                  <a:pt x="269463" y="14754"/>
                  <a:pt x="270385" y="14994"/>
                  <a:pt x="271049" y="15326"/>
                </a:cubicBezTo>
                <a:cubicBezTo>
                  <a:pt x="271713" y="15658"/>
                  <a:pt x="272192" y="16045"/>
                  <a:pt x="272487" y="16488"/>
                </a:cubicBezTo>
                <a:cubicBezTo>
                  <a:pt x="272782" y="16930"/>
                  <a:pt x="272930" y="17410"/>
                  <a:pt x="272930" y="17926"/>
                </a:cubicBezTo>
                <a:lnTo>
                  <a:pt x="272930" y="41607"/>
                </a:lnTo>
                <a:lnTo>
                  <a:pt x="298491" y="41607"/>
                </a:lnTo>
                <a:cubicBezTo>
                  <a:pt x="299082" y="41607"/>
                  <a:pt x="299598" y="41736"/>
                  <a:pt x="300041" y="41994"/>
                </a:cubicBezTo>
                <a:cubicBezTo>
                  <a:pt x="300483" y="42252"/>
                  <a:pt x="300871" y="42695"/>
                  <a:pt x="301203" y="43322"/>
                </a:cubicBezTo>
                <a:cubicBezTo>
                  <a:pt x="301535" y="43949"/>
                  <a:pt x="301774" y="44742"/>
                  <a:pt x="301922" y="45701"/>
                </a:cubicBezTo>
                <a:cubicBezTo>
                  <a:pt x="302069" y="46660"/>
                  <a:pt x="302143" y="47840"/>
                  <a:pt x="302143" y="49242"/>
                </a:cubicBezTo>
                <a:cubicBezTo>
                  <a:pt x="302143" y="51898"/>
                  <a:pt x="301811" y="53816"/>
                  <a:pt x="301147" y="54996"/>
                </a:cubicBezTo>
                <a:cubicBezTo>
                  <a:pt x="300483" y="56176"/>
                  <a:pt x="299598" y="56767"/>
                  <a:pt x="298491" y="56767"/>
                </a:cubicBezTo>
                <a:lnTo>
                  <a:pt x="272930" y="56767"/>
                </a:lnTo>
                <a:lnTo>
                  <a:pt x="272930" y="112478"/>
                </a:lnTo>
                <a:cubicBezTo>
                  <a:pt x="272930" y="119357"/>
                  <a:pt x="273944" y="124555"/>
                  <a:pt x="275973" y="128070"/>
                </a:cubicBezTo>
                <a:cubicBezTo>
                  <a:pt x="278002" y="131584"/>
                  <a:pt x="281635" y="133340"/>
                  <a:pt x="286873" y="133340"/>
                </a:cubicBezTo>
                <a:cubicBezTo>
                  <a:pt x="288569" y="133340"/>
                  <a:pt x="290082" y="133174"/>
                  <a:pt x="291409" y="132843"/>
                </a:cubicBezTo>
                <a:cubicBezTo>
                  <a:pt x="292737" y="132511"/>
                  <a:pt x="293918" y="132160"/>
                  <a:pt x="294950" y="131791"/>
                </a:cubicBezTo>
                <a:cubicBezTo>
                  <a:pt x="295983" y="131422"/>
                  <a:pt x="296869" y="131072"/>
                  <a:pt x="297606" y="130740"/>
                </a:cubicBezTo>
                <a:cubicBezTo>
                  <a:pt x="298344" y="130408"/>
                  <a:pt x="299008" y="130242"/>
                  <a:pt x="299598" y="130242"/>
                </a:cubicBezTo>
                <a:cubicBezTo>
                  <a:pt x="299967" y="130242"/>
                  <a:pt x="300317" y="130334"/>
                  <a:pt x="300649" y="130519"/>
                </a:cubicBezTo>
                <a:cubicBezTo>
                  <a:pt x="300981" y="130703"/>
                  <a:pt x="301239" y="131054"/>
                  <a:pt x="301424" y="131570"/>
                </a:cubicBezTo>
                <a:cubicBezTo>
                  <a:pt x="301608" y="132086"/>
                  <a:pt x="301774" y="132787"/>
                  <a:pt x="301922" y="133672"/>
                </a:cubicBezTo>
                <a:cubicBezTo>
                  <a:pt x="302069" y="134558"/>
                  <a:pt x="302143" y="135664"/>
                  <a:pt x="302143" y="136992"/>
                </a:cubicBezTo>
                <a:close/>
                <a:moveTo>
                  <a:pt x="344533" y="144185"/>
                </a:moveTo>
                <a:cubicBezTo>
                  <a:pt x="344533" y="144775"/>
                  <a:pt x="344386" y="145273"/>
                  <a:pt x="344090" y="145679"/>
                </a:cubicBezTo>
                <a:cubicBezTo>
                  <a:pt x="343795" y="146084"/>
                  <a:pt x="343316" y="146435"/>
                  <a:pt x="342652" y="146730"/>
                </a:cubicBezTo>
                <a:cubicBezTo>
                  <a:pt x="341988" y="147025"/>
                  <a:pt x="341066" y="147246"/>
                  <a:pt x="339885" y="147394"/>
                </a:cubicBezTo>
                <a:cubicBezTo>
                  <a:pt x="338705" y="147541"/>
                  <a:pt x="337193" y="147615"/>
                  <a:pt x="335349" y="147615"/>
                </a:cubicBezTo>
                <a:cubicBezTo>
                  <a:pt x="333578" y="147615"/>
                  <a:pt x="332103" y="147541"/>
                  <a:pt x="330922" y="147394"/>
                </a:cubicBezTo>
                <a:cubicBezTo>
                  <a:pt x="329742" y="147246"/>
                  <a:pt x="328801" y="147025"/>
                  <a:pt x="328101" y="146730"/>
                </a:cubicBezTo>
                <a:cubicBezTo>
                  <a:pt x="327400" y="146435"/>
                  <a:pt x="326920" y="146084"/>
                  <a:pt x="326662" y="145679"/>
                </a:cubicBezTo>
                <a:cubicBezTo>
                  <a:pt x="326404" y="145273"/>
                  <a:pt x="326275" y="144775"/>
                  <a:pt x="326275" y="144185"/>
                </a:cubicBezTo>
                <a:lnTo>
                  <a:pt x="326275" y="44594"/>
                </a:lnTo>
                <a:cubicBezTo>
                  <a:pt x="326275" y="44078"/>
                  <a:pt x="326404" y="43598"/>
                  <a:pt x="326662" y="43156"/>
                </a:cubicBezTo>
                <a:cubicBezTo>
                  <a:pt x="326920" y="42713"/>
                  <a:pt x="327400" y="42344"/>
                  <a:pt x="328101" y="42049"/>
                </a:cubicBezTo>
                <a:cubicBezTo>
                  <a:pt x="328801" y="41754"/>
                  <a:pt x="329742" y="41533"/>
                  <a:pt x="330922" y="41385"/>
                </a:cubicBezTo>
                <a:cubicBezTo>
                  <a:pt x="332103" y="41238"/>
                  <a:pt x="333578" y="41164"/>
                  <a:pt x="335349" y="41164"/>
                </a:cubicBezTo>
                <a:cubicBezTo>
                  <a:pt x="337193" y="41164"/>
                  <a:pt x="338705" y="41238"/>
                  <a:pt x="339885" y="41385"/>
                </a:cubicBezTo>
                <a:cubicBezTo>
                  <a:pt x="341066" y="41533"/>
                  <a:pt x="341988" y="41754"/>
                  <a:pt x="342652" y="42049"/>
                </a:cubicBezTo>
                <a:cubicBezTo>
                  <a:pt x="343316" y="42344"/>
                  <a:pt x="343795" y="42713"/>
                  <a:pt x="344090" y="43156"/>
                </a:cubicBezTo>
                <a:cubicBezTo>
                  <a:pt x="344386" y="43598"/>
                  <a:pt x="344533" y="44078"/>
                  <a:pt x="344533" y="44594"/>
                </a:cubicBezTo>
                <a:lnTo>
                  <a:pt x="344533" y="144185"/>
                </a:lnTo>
                <a:moveTo>
                  <a:pt x="346636" y="10844"/>
                </a:moveTo>
                <a:cubicBezTo>
                  <a:pt x="346636" y="15123"/>
                  <a:pt x="345824" y="18037"/>
                  <a:pt x="344201" y="19586"/>
                </a:cubicBezTo>
                <a:cubicBezTo>
                  <a:pt x="342578" y="21135"/>
                  <a:pt x="339590" y="21910"/>
                  <a:pt x="335238" y="21910"/>
                </a:cubicBezTo>
                <a:cubicBezTo>
                  <a:pt x="330959" y="21910"/>
                  <a:pt x="328027" y="21154"/>
                  <a:pt x="326441" y="19641"/>
                </a:cubicBezTo>
                <a:cubicBezTo>
                  <a:pt x="324855" y="18129"/>
                  <a:pt x="324062" y="15271"/>
                  <a:pt x="324062" y="11066"/>
                </a:cubicBezTo>
                <a:cubicBezTo>
                  <a:pt x="324062" y="6787"/>
                  <a:pt x="324873" y="3873"/>
                  <a:pt x="326496" y="2324"/>
                </a:cubicBezTo>
                <a:cubicBezTo>
                  <a:pt x="328119" y="775"/>
                  <a:pt x="331107" y="0"/>
                  <a:pt x="335459" y="0"/>
                </a:cubicBezTo>
                <a:cubicBezTo>
                  <a:pt x="339738" y="0"/>
                  <a:pt x="342670" y="756"/>
                  <a:pt x="344256" y="2268"/>
                </a:cubicBezTo>
                <a:cubicBezTo>
                  <a:pt x="345842" y="3781"/>
                  <a:pt x="346636" y="6639"/>
                  <a:pt x="346636" y="10844"/>
                </a:cubicBezTo>
                <a:close/>
                <a:moveTo>
                  <a:pt x="460062" y="44373"/>
                </a:moveTo>
                <a:cubicBezTo>
                  <a:pt x="460062" y="44668"/>
                  <a:pt x="460044" y="44982"/>
                  <a:pt x="460007" y="45314"/>
                </a:cubicBezTo>
                <a:cubicBezTo>
                  <a:pt x="459970" y="45646"/>
                  <a:pt x="459915" y="45996"/>
                  <a:pt x="459841" y="46365"/>
                </a:cubicBezTo>
                <a:cubicBezTo>
                  <a:pt x="459767" y="46734"/>
                  <a:pt x="459675" y="47139"/>
                  <a:pt x="459564" y="47582"/>
                </a:cubicBezTo>
                <a:cubicBezTo>
                  <a:pt x="459454" y="48025"/>
                  <a:pt x="459325" y="48504"/>
                  <a:pt x="459177" y="49021"/>
                </a:cubicBezTo>
                <a:lnTo>
                  <a:pt x="425206" y="143631"/>
                </a:lnTo>
                <a:cubicBezTo>
                  <a:pt x="424911" y="144443"/>
                  <a:pt x="424523" y="145107"/>
                  <a:pt x="424044" y="145623"/>
                </a:cubicBezTo>
                <a:cubicBezTo>
                  <a:pt x="423564" y="146140"/>
                  <a:pt x="422845" y="146545"/>
                  <a:pt x="421886" y="146840"/>
                </a:cubicBezTo>
                <a:cubicBezTo>
                  <a:pt x="420927" y="147136"/>
                  <a:pt x="419710" y="147338"/>
                  <a:pt x="418234" y="147449"/>
                </a:cubicBezTo>
                <a:cubicBezTo>
                  <a:pt x="416759" y="147560"/>
                  <a:pt x="414915" y="147615"/>
                  <a:pt x="412702" y="147615"/>
                </a:cubicBezTo>
                <a:cubicBezTo>
                  <a:pt x="410488" y="147615"/>
                  <a:pt x="408644" y="147541"/>
                  <a:pt x="407169" y="147394"/>
                </a:cubicBezTo>
                <a:cubicBezTo>
                  <a:pt x="405693" y="147246"/>
                  <a:pt x="404495" y="147025"/>
                  <a:pt x="403572" y="146730"/>
                </a:cubicBezTo>
                <a:cubicBezTo>
                  <a:pt x="402650" y="146435"/>
                  <a:pt x="401931" y="146029"/>
                  <a:pt x="401415" y="145513"/>
                </a:cubicBezTo>
                <a:cubicBezTo>
                  <a:pt x="400898" y="144996"/>
                  <a:pt x="400492" y="144369"/>
                  <a:pt x="400197" y="143631"/>
                </a:cubicBezTo>
                <a:lnTo>
                  <a:pt x="366337" y="49021"/>
                </a:lnTo>
                <a:cubicBezTo>
                  <a:pt x="366042" y="48135"/>
                  <a:pt x="365802" y="47361"/>
                  <a:pt x="365617" y="46697"/>
                </a:cubicBezTo>
                <a:cubicBezTo>
                  <a:pt x="365433" y="46033"/>
                  <a:pt x="365322" y="45535"/>
                  <a:pt x="365285" y="45203"/>
                </a:cubicBezTo>
                <a:cubicBezTo>
                  <a:pt x="365249" y="44871"/>
                  <a:pt x="365230" y="44594"/>
                  <a:pt x="365230" y="44373"/>
                </a:cubicBezTo>
                <a:cubicBezTo>
                  <a:pt x="365230" y="43783"/>
                  <a:pt x="365378" y="43266"/>
                  <a:pt x="365673" y="42824"/>
                </a:cubicBezTo>
                <a:cubicBezTo>
                  <a:pt x="365968" y="42381"/>
                  <a:pt x="366466" y="42031"/>
                  <a:pt x="367167" y="41773"/>
                </a:cubicBezTo>
                <a:cubicBezTo>
                  <a:pt x="367867" y="41514"/>
                  <a:pt x="368790" y="41348"/>
                  <a:pt x="369933" y="41275"/>
                </a:cubicBezTo>
                <a:cubicBezTo>
                  <a:pt x="371076" y="41201"/>
                  <a:pt x="372497" y="41164"/>
                  <a:pt x="374193" y="41164"/>
                </a:cubicBezTo>
                <a:cubicBezTo>
                  <a:pt x="376333" y="41164"/>
                  <a:pt x="378048" y="41219"/>
                  <a:pt x="379339" y="41330"/>
                </a:cubicBezTo>
                <a:cubicBezTo>
                  <a:pt x="380630" y="41441"/>
                  <a:pt x="381626" y="41644"/>
                  <a:pt x="382326" y="41939"/>
                </a:cubicBezTo>
                <a:cubicBezTo>
                  <a:pt x="383027" y="42234"/>
                  <a:pt x="383544" y="42603"/>
                  <a:pt x="383876" y="43045"/>
                </a:cubicBezTo>
                <a:cubicBezTo>
                  <a:pt x="384208" y="43488"/>
                  <a:pt x="384521" y="44041"/>
                  <a:pt x="384816" y="44705"/>
                </a:cubicBezTo>
                <a:lnTo>
                  <a:pt x="412923" y="126812"/>
                </a:lnTo>
                <a:lnTo>
                  <a:pt x="413365" y="128140"/>
                </a:lnTo>
                <a:lnTo>
                  <a:pt x="413697" y="126812"/>
                </a:lnTo>
                <a:lnTo>
                  <a:pt x="441472" y="44705"/>
                </a:lnTo>
                <a:cubicBezTo>
                  <a:pt x="441620" y="44041"/>
                  <a:pt x="441878" y="43488"/>
                  <a:pt x="442247" y="43045"/>
                </a:cubicBezTo>
                <a:cubicBezTo>
                  <a:pt x="442616" y="42603"/>
                  <a:pt x="443150" y="42234"/>
                  <a:pt x="443851" y="41939"/>
                </a:cubicBezTo>
                <a:cubicBezTo>
                  <a:pt x="444552" y="41644"/>
                  <a:pt x="445511" y="41441"/>
                  <a:pt x="446728" y="41330"/>
                </a:cubicBezTo>
                <a:cubicBezTo>
                  <a:pt x="447945" y="41219"/>
                  <a:pt x="449550" y="41164"/>
                  <a:pt x="451542" y="41164"/>
                </a:cubicBezTo>
                <a:cubicBezTo>
                  <a:pt x="453239" y="41164"/>
                  <a:pt x="454640" y="41201"/>
                  <a:pt x="455747" y="41275"/>
                </a:cubicBezTo>
                <a:cubicBezTo>
                  <a:pt x="456853" y="41348"/>
                  <a:pt x="457720" y="41533"/>
                  <a:pt x="458347" y="41828"/>
                </a:cubicBezTo>
                <a:cubicBezTo>
                  <a:pt x="458974" y="42123"/>
                  <a:pt x="459417" y="42473"/>
                  <a:pt x="459675" y="42879"/>
                </a:cubicBezTo>
                <a:cubicBezTo>
                  <a:pt x="459933" y="43285"/>
                  <a:pt x="460062" y="43783"/>
                  <a:pt x="460062" y="44373"/>
                </a:cubicBezTo>
                <a:close/>
                <a:moveTo>
                  <a:pt x="561963" y="90074"/>
                </a:moveTo>
                <a:cubicBezTo>
                  <a:pt x="561963" y="92951"/>
                  <a:pt x="561244" y="94998"/>
                  <a:pt x="559805" y="96215"/>
                </a:cubicBezTo>
                <a:cubicBezTo>
                  <a:pt x="558367" y="97433"/>
                  <a:pt x="556726" y="98041"/>
                  <a:pt x="554881" y="98041"/>
                </a:cubicBezTo>
                <a:lnTo>
                  <a:pt x="489594" y="98041"/>
                </a:lnTo>
                <a:cubicBezTo>
                  <a:pt x="489594" y="103590"/>
                  <a:pt x="490148" y="108585"/>
                  <a:pt x="491254" y="113025"/>
                </a:cubicBezTo>
                <a:cubicBezTo>
                  <a:pt x="492361" y="117465"/>
                  <a:pt x="494205" y="121276"/>
                  <a:pt x="496787" y="124457"/>
                </a:cubicBezTo>
                <a:cubicBezTo>
                  <a:pt x="499369" y="127638"/>
                  <a:pt x="502725" y="130081"/>
                  <a:pt x="506857" y="131784"/>
                </a:cubicBezTo>
                <a:cubicBezTo>
                  <a:pt x="510988" y="133486"/>
                  <a:pt x="516041" y="134336"/>
                  <a:pt x="522016" y="134336"/>
                </a:cubicBezTo>
                <a:cubicBezTo>
                  <a:pt x="526738" y="134336"/>
                  <a:pt x="530943" y="133949"/>
                  <a:pt x="534631" y="133174"/>
                </a:cubicBezTo>
                <a:cubicBezTo>
                  <a:pt x="538320" y="132400"/>
                  <a:pt x="541510" y="131533"/>
                  <a:pt x="544203" y="130574"/>
                </a:cubicBezTo>
                <a:cubicBezTo>
                  <a:pt x="546896" y="129615"/>
                  <a:pt x="549109" y="128748"/>
                  <a:pt x="550842" y="127974"/>
                </a:cubicBezTo>
                <a:cubicBezTo>
                  <a:pt x="552576" y="127199"/>
                  <a:pt x="553885" y="126812"/>
                  <a:pt x="554771" y="126812"/>
                </a:cubicBezTo>
                <a:cubicBezTo>
                  <a:pt x="555287" y="126812"/>
                  <a:pt x="555748" y="126941"/>
                  <a:pt x="556154" y="127199"/>
                </a:cubicBezTo>
                <a:cubicBezTo>
                  <a:pt x="556560" y="127457"/>
                  <a:pt x="556873" y="127845"/>
                  <a:pt x="557094" y="128361"/>
                </a:cubicBezTo>
                <a:cubicBezTo>
                  <a:pt x="557316" y="128877"/>
                  <a:pt x="557482" y="129597"/>
                  <a:pt x="557592" y="130519"/>
                </a:cubicBezTo>
                <a:cubicBezTo>
                  <a:pt x="557703" y="131441"/>
                  <a:pt x="557758" y="132566"/>
                  <a:pt x="557758" y="133894"/>
                </a:cubicBezTo>
                <a:cubicBezTo>
                  <a:pt x="557758" y="134853"/>
                  <a:pt x="557721" y="135683"/>
                  <a:pt x="557648" y="136384"/>
                </a:cubicBezTo>
                <a:cubicBezTo>
                  <a:pt x="557574" y="137084"/>
                  <a:pt x="557482" y="137711"/>
                  <a:pt x="557371" y="138265"/>
                </a:cubicBezTo>
                <a:cubicBezTo>
                  <a:pt x="557260" y="138818"/>
                  <a:pt x="557076" y="139316"/>
                  <a:pt x="556818" y="139759"/>
                </a:cubicBezTo>
                <a:cubicBezTo>
                  <a:pt x="556560" y="140201"/>
                  <a:pt x="556228" y="140625"/>
                  <a:pt x="555822" y="141031"/>
                </a:cubicBezTo>
                <a:cubicBezTo>
                  <a:pt x="555416" y="141437"/>
                  <a:pt x="554217" y="142101"/>
                  <a:pt x="552226" y="143023"/>
                </a:cubicBezTo>
                <a:cubicBezTo>
                  <a:pt x="550234" y="143945"/>
                  <a:pt x="547652" y="144849"/>
                  <a:pt x="544480" y="145734"/>
                </a:cubicBezTo>
                <a:cubicBezTo>
                  <a:pt x="541307" y="146619"/>
                  <a:pt x="537637" y="147412"/>
                  <a:pt x="533469" y="148113"/>
                </a:cubicBezTo>
                <a:cubicBezTo>
                  <a:pt x="529301" y="148814"/>
                  <a:pt x="524857" y="149164"/>
                  <a:pt x="520135" y="149164"/>
                </a:cubicBezTo>
                <a:cubicBezTo>
                  <a:pt x="511947" y="149164"/>
                  <a:pt x="504773" y="148020"/>
                  <a:pt x="498613" y="145730"/>
                </a:cubicBezTo>
                <a:cubicBezTo>
                  <a:pt x="492453" y="143441"/>
                  <a:pt x="487270" y="140044"/>
                  <a:pt x="483066" y="135540"/>
                </a:cubicBezTo>
                <a:cubicBezTo>
                  <a:pt x="478861" y="131035"/>
                  <a:pt x="475688" y="125386"/>
                  <a:pt x="473549" y="118592"/>
                </a:cubicBezTo>
                <a:cubicBezTo>
                  <a:pt x="471410" y="111798"/>
                  <a:pt x="470340" y="103897"/>
                  <a:pt x="470340" y="94888"/>
                </a:cubicBezTo>
                <a:cubicBezTo>
                  <a:pt x="470340" y="86321"/>
                  <a:pt x="471447" y="78622"/>
                  <a:pt x="473660" y="71792"/>
                </a:cubicBezTo>
                <a:cubicBezTo>
                  <a:pt x="475873" y="64961"/>
                  <a:pt x="479063" y="59164"/>
                  <a:pt x="483232" y="54401"/>
                </a:cubicBezTo>
                <a:cubicBezTo>
                  <a:pt x="487400" y="49638"/>
                  <a:pt x="492434" y="45983"/>
                  <a:pt x="498336" y="43436"/>
                </a:cubicBezTo>
                <a:cubicBezTo>
                  <a:pt x="504238" y="40889"/>
                  <a:pt x="510840" y="39615"/>
                  <a:pt x="518143" y="39615"/>
                </a:cubicBezTo>
                <a:cubicBezTo>
                  <a:pt x="525963" y="39615"/>
                  <a:pt x="532621" y="40869"/>
                  <a:pt x="538117" y="43377"/>
                </a:cubicBezTo>
                <a:cubicBezTo>
                  <a:pt x="543613" y="45885"/>
                  <a:pt x="548131" y="49260"/>
                  <a:pt x="551672" y="53502"/>
                </a:cubicBezTo>
                <a:cubicBezTo>
                  <a:pt x="555213" y="57744"/>
                  <a:pt x="557814" y="62723"/>
                  <a:pt x="559473" y="68441"/>
                </a:cubicBezTo>
                <a:cubicBezTo>
                  <a:pt x="561133" y="74158"/>
                  <a:pt x="561963" y="80262"/>
                  <a:pt x="561963" y="86754"/>
                </a:cubicBezTo>
                <a:lnTo>
                  <a:pt x="561963" y="90074"/>
                </a:lnTo>
                <a:moveTo>
                  <a:pt x="543594" y="84652"/>
                </a:moveTo>
                <a:cubicBezTo>
                  <a:pt x="543816" y="75062"/>
                  <a:pt x="541695" y="67537"/>
                  <a:pt x="537232" y="62078"/>
                </a:cubicBezTo>
                <a:cubicBezTo>
                  <a:pt x="532769" y="56619"/>
                  <a:pt x="526148" y="53889"/>
                  <a:pt x="517369" y="53889"/>
                </a:cubicBezTo>
                <a:cubicBezTo>
                  <a:pt x="512869" y="53889"/>
                  <a:pt x="508922" y="54738"/>
                  <a:pt x="505529" y="56435"/>
                </a:cubicBezTo>
                <a:cubicBezTo>
                  <a:pt x="502135" y="58131"/>
                  <a:pt x="499295" y="60381"/>
                  <a:pt x="497008" y="63185"/>
                </a:cubicBezTo>
                <a:cubicBezTo>
                  <a:pt x="494721" y="65988"/>
                  <a:pt x="492951" y="69252"/>
                  <a:pt x="491697" y="72978"/>
                </a:cubicBezTo>
                <a:cubicBezTo>
                  <a:pt x="490443" y="76703"/>
                  <a:pt x="489742" y="80594"/>
                  <a:pt x="489594" y="84652"/>
                </a:cubicBezTo>
                <a:lnTo>
                  <a:pt x="543594" y="846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Call">
            <a:extLst xmlns:a="http://schemas.openxmlformats.org/drawingml/2006/main">
              <a:ext uri="{FF2B5EF4-FFF2-40B4-BE49-F238E27FC236}">
                <a16:creationId xmlns:a16="http://schemas.microsoft.com/office/drawing/2014/main" id="{27A3E659-03CD-4019-ABBA-FCB2228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43" y="2745234"/>
            <a:ext cx="305921" cy="156468"/>
          </a:xfrm>
          <a:custGeom xmlns:a="http://schemas.openxmlformats.org/drawingml/2006/main">
            <a:pathLst>
              <a:path w="305921" h="156468">
                <a:moveTo>
                  <a:pt x="103906" y="133894"/>
                </a:moveTo>
                <a:cubicBezTo>
                  <a:pt x="103906" y="135074"/>
                  <a:pt x="103869" y="136107"/>
                  <a:pt x="103795" y="136992"/>
                </a:cubicBezTo>
                <a:cubicBezTo>
                  <a:pt x="103722" y="137877"/>
                  <a:pt x="103592" y="138652"/>
                  <a:pt x="103408" y="139316"/>
                </a:cubicBezTo>
                <a:cubicBezTo>
                  <a:pt x="103224" y="139980"/>
                  <a:pt x="102984" y="140570"/>
                  <a:pt x="102689" y="141086"/>
                </a:cubicBezTo>
                <a:cubicBezTo>
                  <a:pt x="102394" y="141603"/>
                  <a:pt x="101877" y="142233"/>
                  <a:pt x="101140" y="142978"/>
                </a:cubicBezTo>
                <a:cubicBezTo>
                  <a:pt x="100402" y="143720"/>
                  <a:pt x="98853" y="144853"/>
                  <a:pt x="96492" y="146377"/>
                </a:cubicBezTo>
                <a:cubicBezTo>
                  <a:pt x="94131" y="147901"/>
                  <a:pt x="91199" y="149388"/>
                  <a:pt x="87695" y="150838"/>
                </a:cubicBezTo>
                <a:cubicBezTo>
                  <a:pt x="84191" y="152288"/>
                  <a:pt x="80170" y="153514"/>
                  <a:pt x="75633" y="154517"/>
                </a:cubicBezTo>
                <a:cubicBezTo>
                  <a:pt x="71096" y="155522"/>
                  <a:pt x="66135" y="156025"/>
                  <a:pt x="60750" y="156025"/>
                </a:cubicBezTo>
                <a:cubicBezTo>
                  <a:pt x="51455" y="156025"/>
                  <a:pt x="43064" y="154476"/>
                  <a:pt x="35576" y="151377"/>
                </a:cubicBezTo>
                <a:cubicBezTo>
                  <a:pt x="28088" y="148279"/>
                  <a:pt x="21707" y="143705"/>
                  <a:pt x="16432" y="137656"/>
                </a:cubicBezTo>
                <a:cubicBezTo>
                  <a:pt x="11158" y="131607"/>
                  <a:pt x="7100" y="124138"/>
                  <a:pt x="4260" y="115248"/>
                </a:cubicBezTo>
                <a:cubicBezTo>
                  <a:pt x="1420" y="106359"/>
                  <a:pt x="0" y="96123"/>
                  <a:pt x="0" y="84541"/>
                </a:cubicBezTo>
                <a:cubicBezTo>
                  <a:pt x="0" y="72664"/>
                  <a:pt x="1531" y="62078"/>
                  <a:pt x="4592" y="52783"/>
                </a:cubicBezTo>
                <a:cubicBezTo>
                  <a:pt x="7654" y="43488"/>
                  <a:pt x="11951" y="35613"/>
                  <a:pt x="17484" y="29158"/>
                </a:cubicBezTo>
                <a:cubicBezTo>
                  <a:pt x="23016" y="22703"/>
                  <a:pt x="29637" y="17779"/>
                  <a:pt x="37346" y="14385"/>
                </a:cubicBezTo>
                <a:cubicBezTo>
                  <a:pt x="45055" y="10992"/>
                  <a:pt x="53594" y="9295"/>
                  <a:pt x="62963" y="9295"/>
                </a:cubicBezTo>
                <a:cubicBezTo>
                  <a:pt x="67094" y="9295"/>
                  <a:pt x="71115" y="9686"/>
                  <a:pt x="75025" y="10467"/>
                </a:cubicBezTo>
                <a:cubicBezTo>
                  <a:pt x="78935" y="11249"/>
                  <a:pt x="82549" y="12234"/>
                  <a:pt x="85869" y="13424"/>
                </a:cubicBezTo>
                <a:cubicBezTo>
                  <a:pt x="89189" y="14614"/>
                  <a:pt x="92140" y="15990"/>
                  <a:pt x="94722" y="17553"/>
                </a:cubicBezTo>
                <a:cubicBezTo>
                  <a:pt x="97304" y="19114"/>
                  <a:pt x="99092" y="20396"/>
                  <a:pt x="100088" y="21402"/>
                </a:cubicBezTo>
                <a:cubicBezTo>
                  <a:pt x="101084" y="22404"/>
                  <a:pt x="101730" y="23164"/>
                  <a:pt x="102025" y="23680"/>
                </a:cubicBezTo>
                <a:cubicBezTo>
                  <a:pt x="102320" y="24197"/>
                  <a:pt x="102560" y="24805"/>
                  <a:pt x="102744" y="25506"/>
                </a:cubicBezTo>
                <a:cubicBezTo>
                  <a:pt x="102929" y="26207"/>
                  <a:pt x="103076" y="27037"/>
                  <a:pt x="103187" y="27996"/>
                </a:cubicBezTo>
                <a:cubicBezTo>
                  <a:pt x="103297" y="28955"/>
                  <a:pt x="103353" y="30098"/>
                  <a:pt x="103353" y="31426"/>
                </a:cubicBezTo>
                <a:cubicBezTo>
                  <a:pt x="103353" y="32902"/>
                  <a:pt x="103279" y="34156"/>
                  <a:pt x="103131" y="35189"/>
                </a:cubicBezTo>
                <a:cubicBezTo>
                  <a:pt x="102984" y="36221"/>
                  <a:pt x="102763" y="37088"/>
                  <a:pt x="102467" y="37789"/>
                </a:cubicBezTo>
                <a:cubicBezTo>
                  <a:pt x="102172" y="38490"/>
                  <a:pt x="101822" y="39006"/>
                  <a:pt x="101416" y="39338"/>
                </a:cubicBezTo>
                <a:cubicBezTo>
                  <a:pt x="101010" y="39670"/>
                  <a:pt x="100513" y="39836"/>
                  <a:pt x="99922" y="39836"/>
                </a:cubicBezTo>
                <a:cubicBezTo>
                  <a:pt x="98890" y="39836"/>
                  <a:pt x="97451" y="39111"/>
                  <a:pt x="95607" y="37661"/>
                </a:cubicBezTo>
                <a:cubicBezTo>
                  <a:pt x="93763" y="36211"/>
                  <a:pt x="91383" y="34612"/>
                  <a:pt x="88469" y="32865"/>
                </a:cubicBezTo>
                <a:cubicBezTo>
                  <a:pt x="85556" y="31117"/>
                  <a:pt x="82015" y="29519"/>
                  <a:pt x="77846" y="28069"/>
                </a:cubicBezTo>
                <a:cubicBezTo>
                  <a:pt x="73678" y="26619"/>
                  <a:pt x="68680" y="25894"/>
                  <a:pt x="62853" y="25894"/>
                </a:cubicBezTo>
                <a:cubicBezTo>
                  <a:pt x="56508" y="25894"/>
                  <a:pt x="50736" y="27166"/>
                  <a:pt x="45535" y="29711"/>
                </a:cubicBezTo>
                <a:cubicBezTo>
                  <a:pt x="40334" y="32256"/>
                  <a:pt x="35889" y="36000"/>
                  <a:pt x="32201" y="40943"/>
                </a:cubicBezTo>
                <a:cubicBezTo>
                  <a:pt x="28512" y="45885"/>
                  <a:pt x="25654" y="51916"/>
                  <a:pt x="23625" y="59035"/>
                </a:cubicBezTo>
                <a:cubicBezTo>
                  <a:pt x="21596" y="66154"/>
                  <a:pt x="20582" y="74287"/>
                  <a:pt x="20582" y="83435"/>
                </a:cubicBezTo>
                <a:cubicBezTo>
                  <a:pt x="20582" y="92508"/>
                  <a:pt x="21559" y="100531"/>
                  <a:pt x="23514" y="107502"/>
                </a:cubicBezTo>
                <a:cubicBezTo>
                  <a:pt x="25469" y="114474"/>
                  <a:pt x="28273" y="120302"/>
                  <a:pt x="31924" y="124986"/>
                </a:cubicBezTo>
                <a:cubicBezTo>
                  <a:pt x="35576" y="129670"/>
                  <a:pt x="40057" y="133211"/>
                  <a:pt x="45369" y="135609"/>
                </a:cubicBezTo>
                <a:cubicBezTo>
                  <a:pt x="50680" y="138006"/>
                  <a:pt x="56693" y="139205"/>
                  <a:pt x="63406" y="139205"/>
                </a:cubicBezTo>
                <a:cubicBezTo>
                  <a:pt x="69086" y="139205"/>
                  <a:pt x="74047" y="138499"/>
                  <a:pt x="78289" y="137085"/>
                </a:cubicBezTo>
                <a:cubicBezTo>
                  <a:pt x="82531" y="135672"/>
                  <a:pt x="86146" y="134092"/>
                  <a:pt x="89133" y="132345"/>
                </a:cubicBezTo>
                <a:cubicBezTo>
                  <a:pt x="92121" y="130597"/>
                  <a:pt x="94574" y="129017"/>
                  <a:pt x="96492" y="127604"/>
                </a:cubicBezTo>
                <a:cubicBezTo>
                  <a:pt x="98410" y="126190"/>
                  <a:pt x="99922" y="125484"/>
                  <a:pt x="101029" y="125484"/>
                </a:cubicBezTo>
                <a:cubicBezTo>
                  <a:pt x="101545" y="125484"/>
                  <a:pt x="101988" y="125595"/>
                  <a:pt x="102357" y="125816"/>
                </a:cubicBezTo>
                <a:cubicBezTo>
                  <a:pt x="102726" y="126037"/>
                  <a:pt x="103021" y="126461"/>
                  <a:pt x="103242" y="127088"/>
                </a:cubicBezTo>
                <a:cubicBezTo>
                  <a:pt x="103463" y="127715"/>
                  <a:pt x="103629" y="128582"/>
                  <a:pt x="103740" y="129689"/>
                </a:cubicBezTo>
                <a:cubicBezTo>
                  <a:pt x="103851" y="130795"/>
                  <a:pt x="103906" y="132197"/>
                  <a:pt x="103906" y="133894"/>
                </a:cubicBezTo>
                <a:close/>
                <a:moveTo>
                  <a:pt x="202012" y="151599"/>
                </a:moveTo>
                <a:cubicBezTo>
                  <a:pt x="202012" y="152484"/>
                  <a:pt x="201717" y="153148"/>
                  <a:pt x="201127" y="153591"/>
                </a:cubicBezTo>
                <a:cubicBezTo>
                  <a:pt x="200536" y="154033"/>
                  <a:pt x="199725" y="154365"/>
                  <a:pt x="198692" y="154586"/>
                </a:cubicBezTo>
                <a:cubicBezTo>
                  <a:pt x="197659" y="154808"/>
                  <a:pt x="196147" y="154918"/>
                  <a:pt x="194155" y="154918"/>
                </a:cubicBezTo>
                <a:cubicBezTo>
                  <a:pt x="192237" y="154918"/>
                  <a:pt x="190707" y="154808"/>
                  <a:pt x="189563" y="154586"/>
                </a:cubicBezTo>
                <a:cubicBezTo>
                  <a:pt x="188420" y="154365"/>
                  <a:pt x="187590" y="154033"/>
                  <a:pt x="187073" y="153591"/>
                </a:cubicBezTo>
                <a:cubicBezTo>
                  <a:pt x="186557" y="153148"/>
                  <a:pt x="186299" y="152484"/>
                  <a:pt x="186299" y="151599"/>
                </a:cubicBezTo>
                <a:lnTo>
                  <a:pt x="186299" y="141640"/>
                </a:lnTo>
                <a:cubicBezTo>
                  <a:pt x="181946" y="146287"/>
                  <a:pt x="177096" y="149920"/>
                  <a:pt x="171747" y="152539"/>
                </a:cubicBezTo>
                <a:cubicBezTo>
                  <a:pt x="166399" y="155158"/>
                  <a:pt x="160737" y="156468"/>
                  <a:pt x="154762" y="156468"/>
                </a:cubicBezTo>
                <a:cubicBezTo>
                  <a:pt x="149524" y="156468"/>
                  <a:pt x="144784" y="155783"/>
                  <a:pt x="140542" y="154414"/>
                </a:cubicBezTo>
                <a:cubicBezTo>
                  <a:pt x="136301" y="153044"/>
                  <a:pt x="132686" y="151064"/>
                  <a:pt x="129698" y="148473"/>
                </a:cubicBezTo>
                <a:cubicBezTo>
                  <a:pt x="126710" y="145881"/>
                  <a:pt x="124387" y="142699"/>
                  <a:pt x="122727" y="138925"/>
                </a:cubicBezTo>
                <a:cubicBezTo>
                  <a:pt x="121067" y="135149"/>
                  <a:pt x="120237" y="130854"/>
                  <a:pt x="120237" y="126041"/>
                </a:cubicBezTo>
                <a:cubicBezTo>
                  <a:pt x="120237" y="120416"/>
                  <a:pt x="121381" y="115531"/>
                  <a:pt x="123667" y="111386"/>
                </a:cubicBezTo>
                <a:cubicBezTo>
                  <a:pt x="125954" y="107238"/>
                  <a:pt x="129237" y="103795"/>
                  <a:pt x="133516" y="101057"/>
                </a:cubicBezTo>
                <a:cubicBezTo>
                  <a:pt x="137795" y="98318"/>
                  <a:pt x="143032" y="96264"/>
                  <a:pt x="149229" y="94894"/>
                </a:cubicBezTo>
                <a:cubicBezTo>
                  <a:pt x="155426" y="93525"/>
                  <a:pt x="162397" y="92840"/>
                  <a:pt x="170143" y="92840"/>
                </a:cubicBezTo>
                <a:lnTo>
                  <a:pt x="183864" y="92840"/>
                </a:lnTo>
                <a:lnTo>
                  <a:pt x="183864" y="85122"/>
                </a:lnTo>
                <a:cubicBezTo>
                  <a:pt x="183864" y="81300"/>
                  <a:pt x="183459" y="77919"/>
                  <a:pt x="182647" y="74980"/>
                </a:cubicBezTo>
                <a:cubicBezTo>
                  <a:pt x="181836" y="72038"/>
                  <a:pt x="180526" y="69593"/>
                  <a:pt x="178719" y="67645"/>
                </a:cubicBezTo>
                <a:cubicBezTo>
                  <a:pt x="176911" y="65697"/>
                  <a:pt x="174569" y="64228"/>
                  <a:pt x="171692" y="63236"/>
                </a:cubicBezTo>
                <a:cubicBezTo>
                  <a:pt x="168815" y="62243"/>
                  <a:pt x="165274" y="61746"/>
                  <a:pt x="161069" y="61746"/>
                </a:cubicBezTo>
                <a:cubicBezTo>
                  <a:pt x="156569" y="61746"/>
                  <a:pt x="152530" y="62275"/>
                  <a:pt x="148952" y="63333"/>
                </a:cubicBezTo>
                <a:cubicBezTo>
                  <a:pt x="145374" y="64391"/>
                  <a:pt x="142239" y="65559"/>
                  <a:pt x="139547" y="66836"/>
                </a:cubicBezTo>
                <a:cubicBezTo>
                  <a:pt x="136854" y="68113"/>
                  <a:pt x="134604" y="69281"/>
                  <a:pt x="132797" y="70339"/>
                </a:cubicBezTo>
                <a:cubicBezTo>
                  <a:pt x="130989" y="71397"/>
                  <a:pt x="129643" y="71926"/>
                  <a:pt x="128758" y="71926"/>
                </a:cubicBezTo>
                <a:cubicBezTo>
                  <a:pt x="128167" y="71926"/>
                  <a:pt x="127651" y="71779"/>
                  <a:pt x="127208" y="71484"/>
                </a:cubicBezTo>
                <a:cubicBezTo>
                  <a:pt x="126766" y="71189"/>
                  <a:pt x="126379" y="70746"/>
                  <a:pt x="126047" y="70156"/>
                </a:cubicBezTo>
                <a:cubicBezTo>
                  <a:pt x="125715" y="69566"/>
                  <a:pt x="125475" y="68810"/>
                  <a:pt x="125327" y="67887"/>
                </a:cubicBezTo>
                <a:cubicBezTo>
                  <a:pt x="125180" y="66965"/>
                  <a:pt x="125106" y="65951"/>
                  <a:pt x="125106" y="64844"/>
                </a:cubicBezTo>
                <a:cubicBezTo>
                  <a:pt x="125106" y="63000"/>
                  <a:pt x="125235" y="61543"/>
                  <a:pt x="125493" y="60474"/>
                </a:cubicBezTo>
                <a:cubicBezTo>
                  <a:pt x="125751" y="59404"/>
                  <a:pt x="126379" y="58389"/>
                  <a:pt x="127374" y="57430"/>
                </a:cubicBezTo>
                <a:cubicBezTo>
                  <a:pt x="128370" y="56471"/>
                  <a:pt x="130085" y="55355"/>
                  <a:pt x="132520" y="54080"/>
                </a:cubicBezTo>
                <a:cubicBezTo>
                  <a:pt x="134954" y="52803"/>
                  <a:pt x="137758" y="51636"/>
                  <a:pt x="140930" y="50580"/>
                </a:cubicBezTo>
                <a:cubicBezTo>
                  <a:pt x="144102" y="49524"/>
                  <a:pt x="147569" y="48651"/>
                  <a:pt x="151331" y="47959"/>
                </a:cubicBezTo>
                <a:cubicBezTo>
                  <a:pt x="155094" y="47265"/>
                  <a:pt x="158893" y="46918"/>
                  <a:pt x="162729" y="46918"/>
                </a:cubicBezTo>
                <a:cubicBezTo>
                  <a:pt x="169885" y="46918"/>
                  <a:pt x="175971" y="47730"/>
                  <a:pt x="180987" y="49353"/>
                </a:cubicBezTo>
                <a:cubicBezTo>
                  <a:pt x="186004" y="50976"/>
                  <a:pt x="190061" y="53355"/>
                  <a:pt x="193159" y="56490"/>
                </a:cubicBezTo>
                <a:cubicBezTo>
                  <a:pt x="196258" y="59625"/>
                  <a:pt x="198508" y="63517"/>
                  <a:pt x="199909" y="68164"/>
                </a:cubicBezTo>
                <a:cubicBezTo>
                  <a:pt x="201311" y="72812"/>
                  <a:pt x="202012" y="78234"/>
                  <a:pt x="202012" y="84431"/>
                </a:cubicBezTo>
                <a:lnTo>
                  <a:pt x="202012" y="151599"/>
                </a:lnTo>
                <a:moveTo>
                  <a:pt x="183864" y="106008"/>
                </a:moveTo>
                <a:lnTo>
                  <a:pt x="168262" y="106008"/>
                </a:lnTo>
                <a:cubicBezTo>
                  <a:pt x="163245" y="106008"/>
                  <a:pt x="158893" y="106436"/>
                  <a:pt x="155204" y="107291"/>
                </a:cubicBezTo>
                <a:cubicBezTo>
                  <a:pt x="151516" y="108144"/>
                  <a:pt x="148454" y="109405"/>
                  <a:pt x="146020" y="111074"/>
                </a:cubicBezTo>
                <a:cubicBezTo>
                  <a:pt x="143586" y="112743"/>
                  <a:pt x="141797" y="114748"/>
                  <a:pt x="140653" y="117088"/>
                </a:cubicBezTo>
                <a:cubicBezTo>
                  <a:pt x="139510" y="119425"/>
                  <a:pt x="138938" y="122116"/>
                  <a:pt x="138938" y="125159"/>
                </a:cubicBezTo>
                <a:cubicBezTo>
                  <a:pt x="138938" y="130355"/>
                  <a:pt x="140579" y="134493"/>
                  <a:pt x="143862" y="137573"/>
                </a:cubicBezTo>
                <a:cubicBezTo>
                  <a:pt x="147145" y="140653"/>
                  <a:pt x="151737" y="142193"/>
                  <a:pt x="157639" y="142193"/>
                </a:cubicBezTo>
                <a:cubicBezTo>
                  <a:pt x="162434" y="142193"/>
                  <a:pt x="166879" y="140969"/>
                  <a:pt x="170973" y="138521"/>
                </a:cubicBezTo>
                <a:cubicBezTo>
                  <a:pt x="175067" y="136070"/>
                  <a:pt x="179364" y="132322"/>
                  <a:pt x="183864" y="127275"/>
                </a:cubicBezTo>
                <a:lnTo>
                  <a:pt x="183864" y="106008"/>
                </a:lnTo>
                <a:close/>
                <a:moveTo>
                  <a:pt x="253798" y="151485"/>
                </a:moveTo>
                <a:cubicBezTo>
                  <a:pt x="253798" y="152075"/>
                  <a:pt x="253650" y="152574"/>
                  <a:pt x="253355" y="152982"/>
                </a:cubicBezTo>
                <a:cubicBezTo>
                  <a:pt x="253060" y="153388"/>
                  <a:pt x="252581" y="153738"/>
                  <a:pt x="251917" y="154033"/>
                </a:cubicBezTo>
                <a:cubicBezTo>
                  <a:pt x="251253" y="154328"/>
                  <a:pt x="250331" y="154550"/>
                  <a:pt x="249150" y="154697"/>
                </a:cubicBezTo>
                <a:cubicBezTo>
                  <a:pt x="247970" y="154845"/>
                  <a:pt x="246458" y="154918"/>
                  <a:pt x="244614" y="154918"/>
                </a:cubicBezTo>
                <a:cubicBezTo>
                  <a:pt x="242843" y="154918"/>
                  <a:pt x="241368" y="154845"/>
                  <a:pt x="240187" y="154697"/>
                </a:cubicBezTo>
                <a:cubicBezTo>
                  <a:pt x="239007" y="154550"/>
                  <a:pt x="238066" y="154328"/>
                  <a:pt x="237366" y="154033"/>
                </a:cubicBezTo>
                <a:cubicBezTo>
                  <a:pt x="236665" y="153738"/>
                  <a:pt x="236185" y="153388"/>
                  <a:pt x="235927" y="152982"/>
                </a:cubicBezTo>
                <a:cubicBezTo>
                  <a:pt x="235669" y="152574"/>
                  <a:pt x="235540" y="152075"/>
                  <a:pt x="235540" y="151485"/>
                </a:cubicBezTo>
                <a:lnTo>
                  <a:pt x="235540" y="3544"/>
                </a:lnTo>
                <a:cubicBezTo>
                  <a:pt x="235540" y="2954"/>
                  <a:pt x="235669" y="2438"/>
                  <a:pt x="235927" y="1995"/>
                </a:cubicBezTo>
                <a:cubicBezTo>
                  <a:pt x="236185" y="1550"/>
                  <a:pt x="236665" y="1180"/>
                  <a:pt x="237366" y="885"/>
                </a:cubicBezTo>
                <a:cubicBezTo>
                  <a:pt x="238066" y="590"/>
                  <a:pt x="239007" y="369"/>
                  <a:pt x="240187" y="221"/>
                </a:cubicBezTo>
                <a:cubicBezTo>
                  <a:pt x="241368" y="74"/>
                  <a:pt x="242843" y="0"/>
                  <a:pt x="244614" y="0"/>
                </a:cubicBezTo>
                <a:cubicBezTo>
                  <a:pt x="246458" y="0"/>
                  <a:pt x="247970" y="74"/>
                  <a:pt x="249150" y="221"/>
                </a:cubicBezTo>
                <a:cubicBezTo>
                  <a:pt x="250331" y="369"/>
                  <a:pt x="251253" y="590"/>
                  <a:pt x="251917" y="885"/>
                </a:cubicBezTo>
                <a:cubicBezTo>
                  <a:pt x="252581" y="1180"/>
                  <a:pt x="253060" y="1550"/>
                  <a:pt x="253355" y="1995"/>
                </a:cubicBezTo>
                <a:cubicBezTo>
                  <a:pt x="253650" y="2438"/>
                  <a:pt x="253798" y="2954"/>
                  <a:pt x="253798" y="3544"/>
                </a:cubicBezTo>
                <a:lnTo>
                  <a:pt x="253798" y="151485"/>
                </a:lnTo>
                <a:close/>
                <a:moveTo>
                  <a:pt x="305921" y="151485"/>
                </a:moveTo>
                <a:cubicBezTo>
                  <a:pt x="305921" y="152075"/>
                  <a:pt x="305774" y="152574"/>
                  <a:pt x="305479" y="152982"/>
                </a:cubicBezTo>
                <a:cubicBezTo>
                  <a:pt x="305184" y="153388"/>
                  <a:pt x="304704" y="153738"/>
                  <a:pt x="304040" y="154033"/>
                </a:cubicBezTo>
                <a:cubicBezTo>
                  <a:pt x="303376" y="154328"/>
                  <a:pt x="302454" y="154550"/>
                  <a:pt x="301274" y="154697"/>
                </a:cubicBezTo>
                <a:cubicBezTo>
                  <a:pt x="300093" y="154845"/>
                  <a:pt x="298581" y="154918"/>
                  <a:pt x="296737" y="154918"/>
                </a:cubicBezTo>
                <a:cubicBezTo>
                  <a:pt x="294966" y="154918"/>
                  <a:pt x="293491" y="154845"/>
                  <a:pt x="292311" y="154697"/>
                </a:cubicBezTo>
                <a:cubicBezTo>
                  <a:pt x="291130" y="154550"/>
                  <a:pt x="290190" y="154328"/>
                  <a:pt x="289489" y="154033"/>
                </a:cubicBezTo>
                <a:cubicBezTo>
                  <a:pt x="288788" y="153738"/>
                  <a:pt x="288309" y="153388"/>
                  <a:pt x="288050" y="152982"/>
                </a:cubicBezTo>
                <a:cubicBezTo>
                  <a:pt x="287792" y="152574"/>
                  <a:pt x="287663" y="152075"/>
                  <a:pt x="287663" y="151485"/>
                </a:cubicBezTo>
                <a:lnTo>
                  <a:pt x="287663" y="3544"/>
                </a:lnTo>
                <a:cubicBezTo>
                  <a:pt x="287663" y="2954"/>
                  <a:pt x="287792" y="2438"/>
                  <a:pt x="288050" y="1995"/>
                </a:cubicBezTo>
                <a:cubicBezTo>
                  <a:pt x="288309" y="1550"/>
                  <a:pt x="288788" y="1180"/>
                  <a:pt x="289489" y="885"/>
                </a:cubicBezTo>
                <a:cubicBezTo>
                  <a:pt x="290190" y="590"/>
                  <a:pt x="291130" y="369"/>
                  <a:pt x="292311" y="221"/>
                </a:cubicBezTo>
                <a:cubicBezTo>
                  <a:pt x="293491" y="74"/>
                  <a:pt x="294966" y="0"/>
                  <a:pt x="296737" y="0"/>
                </a:cubicBezTo>
                <a:cubicBezTo>
                  <a:pt x="298581" y="0"/>
                  <a:pt x="300093" y="74"/>
                  <a:pt x="301274" y="221"/>
                </a:cubicBezTo>
                <a:cubicBezTo>
                  <a:pt x="302454" y="369"/>
                  <a:pt x="303376" y="590"/>
                  <a:pt x="304040" y="885"/>
                </a:cubicBezTo>
                <a:cubicBezTo>
                  <a:pt x="304704" y="1180"/>
                  <a:pt x="305184" y="1550"/>
                  <a:pt x="305479" y="1995"/>
                </a:cubicBezTo>
                <a:cubicBezTo>
                  <a:pt x="305774" y="2438"/>
                  <a:pt x="305921" y="2954"/>
                  <a:pt x="305921" y="3544"/>
                </a:cubicBezTo>
                <a:lnTo>
                  <a:pt x="305921" y="15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8E81C-DDAF-40F9-B289-2B425D6C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74" y="2157647"/>
            <a:ext cx="113086" cy="1018335"/>
          </a:xfrm>
          <a:custGeom xmlns:a="http://schemas.openxmlformats.org/drawingml/2006/main">
            <a:pathLst>
              <a:path w="113086" h="1018335">
                <a:moveTo>
                  <a:pt x="113086" y="113086"/>
                </a:moveTo>
                <a:lnTo>
                  <a:pt x="56543" y="0"/>
                </a:lnTo>
                <a:lnTo>
                  <a:pt x="0" y="113086"/>
                </a:lnTo>
                <a:lnTo>
                  <a:pt x="45234" y="113086"/>
                </a:lnTo>
                <a:lnTo>
                  <a:pt x="45234" y="1018335"/>
                </a:lnTo>
                <a:lnTo>
                  <a:pt x="67851" y="1018335"/>
                </a:lnTo>
                <a:lnTo>
                  <a:pt x="67851" y="113086"/>
                </a:lnTo>
                <a:lnTo>
                  <a:pt x="113086" y="113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Reachable">
            <a:extLst xmlns:a="http://schemas.openxmlformats.org/drawingml/2006/main">
              <a:ext uri="{FF2B5EF4-FFF2-40B4-BE49-F238E27FC236}">
                <a16:creationId xmlns:a16="http://schemas.microsoft.com/office/drawing/2014/main" id="{C7B203E2-2D42-47A1-B58D-A4E6AAD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10" y="2485590"/>
            <a:ext cx="918668" cy="156468"/>
          </a:xfrm>
          <a:custGeom xmlns:a="http://schemas.openxmlformats.org/drawingml/2006/main">
            <a:pathLst>
              <a:path w="918668" h="156468">
                <a:moveTo>
                  <a:pt x="95496" y="151377"/>
                </a:moveTo>
                <a:cubicBezTo>
                  <a:pt x="95496" y="151968"/>
                  <a:pt x="95385" y="152484"/>
                  <a:pt x="95164" y="152927"/>
                </a:cubicBezTo>
                <a:cubicBezTo>
                  <a:pt x="94943" y="153369"/>
                  <a:pt x="94463" y="153738"/>
                  <a:pt x="93726" y="154033"/>
                </a:cubicBezTo>
                <a:cubicBezTo>
                  <a:pt x="92988" y="154328"/>
                  <a:pt x="91955" y="154550"/>
                  <a:pt x="90627" y="154697"/>
                </a:cubicBezTo>
                <a:cubicBezTo>
                  <a:pt x="89299" y="154845"/>
                  <a:pt x="87529" y="154918"/>
                  <a:pt x="85316" y="154918"/>
                </a:cubicBezTo>
                <a:cubicBezTo>
                  <a:pt x="83398" y="154918"/>
                  <a:pt x="81830" y="154845"/>
                  <a:pt x="80613" y="154697"/>
                </a:cubicBezTo>
                <a:cubicBezTo>
                  <a:pt x="79396" y="154550"/>
                  <a:pt x="78418" y="154310"/>
                  <a:pt x="77681" y="153978"/>
                </a:cubicBezTo>
                <a:cubicBezTo>
                  <a:pt x="76943" y="153646"/>
                  <a:pt x="76371" y="153185"/>
                  <a:pt x="75965" y="152595"/>
                </a:cubicBezTo>
                <a:cubicBezTo>
                  <a:pt x="75560" y="152004"/>
                  <a:pt x="75209" y="151267"/>
                  <a:pt x="74914" y="150381"/>
                </a:cubicBezTo>
                <a:lnTo>
                  <a:pt x="61746" y="116631"/>
                </a:lnTo>
                <a:cubicBezTo>
                  <a:pt x="60197" y="112795"/>
                  <a:pt x="58592" y="109273"/>
                  <a:pt x="56933" y="106064"/>
                </a:cubicBezTo>
                <a:cubicBezTo>
                  <a:pt x="55273" y="102855"/>
                  <a:pt x="53299" y="100088"/>
                  <a:pt x="51012" y="97765"/>
                </a:cubicBezTo>
                <a:cubicBezTo>
                  <a:pt x="48726" y="95441"/>
                  <a:pt x="46033" y="93633"/>
                  <a:pt x="42935" y="92342"/>
                </a:cubicBezTo>
                <a:cubicBezTo>
                  <a:pt x="39836" y="91051"/>
                  <a:pt x="36111" y="90406"/>
                  <a:pt x="31758" y="90406"/>
                </a:cubicBezTo>
                <a:lnTo>
                  <a:pt x="19033" y="90406"/>
                </a:lnTo>
                <a:lnTo>
                  <a:pt x="19033" y="151377"/>
                </a:lnTo>
                <a:cubicBezTo>
                  <a:pt x="19033" y="151968"/>
                  <a:pt x="18867" y="152484"/>
                  <a:pt x="18535" y="152927"/>
                </a:cubicBezTo>
                <a:cubicBezTo>
                  <a:pt x="18203" y="153369"/>
                  <a:pt x="17687" y="153720"/>
                  <a:pt x="16986" y="153978"/>
                </a:cubicBezTo>
                <a:cubicBezTo>
                  <a:pt x="16285" y="154236"/>
                  <a:pt x="15326" y="154457"/>
                  <a:pt x="14109" y="154642"/>
                </a:cubicBezTo>
                <a:cubicBezTo>
                  <a:pt x="12891" y="154826"/>
                  <a:pt x="11361" y="154918"/>
                  <a:pt x="9516" y="154918"/>
                </a:cubicBezTo>
                <a:cubicBezTo>
                  <a:pt x="7672" y="154918"/>
                  <a:pt x="6141" y="154826"/>
                  <a:pt x="4924" y="154642"/>
                </a:cubicBezTo>
                <a:cubicBezTo>
                  <a:pt x="3707" y="154457"/>
                  <a:pt x="2730" y="154236"/>
                  <a:pt x="1992" y="153978"/>
                </a:cubicBezTo>
                <a:cubicBezTo>
                  <a:pt x="1254" y="153720"/>
                  <a:pt x="738" y="153369"/>
                  <a:pt x="443" y="152927"/>
                </a:cubicBezTo>
                <a:cubicBezTo>
                  <a:pt x="148" y="152484"/>
                  <a:pt x="0" y="151968"/>
                  <a:pt x="0" y="151377"/>
                </a:cubicBezTo>
                <a:lnTo>
                  <a:pt x="0" y="18812"/>
                </a:lnTo>
                <a:cubicBezTo>
                  <a:pt x="0" y="15934"/>
                  <a:pt x="756" y="13924"/>
                  <a:pt x="2268" y="12781"/>
                </a:cubicBezTo>
                <a:cubicBezTo>
                  <a:pt x="3781" y="11637"/>
                  <a:pt x="5385" y="11066"/>
                  <a:pt x="7082" y="11066"/>
                </a:cubicBezTo>
                <a:lnTo>
                  <a:pt x="37512" y="11066"/>
                </a:lnTo>
                <a:cubicBezTo>
                  <a:pt x="41127" y="11066"/>
                  <a:pt x="44133" y="11158"/>
                  <a:pt x="46531" y="11342"/>
                </a:cubicBezTo>
                <a:cubicBezTo>
                  <a:pt x="48928" y="11527"/>
                  <a:pt x="51086" y="11730"/>
                  <a:pt x="53004" y="11951"/>
                </a:cubicBezTo>
                <a:cubicBezTo>
                  <a:pt x="58537" y="12910"/>
                  <a:pt x="63424" y="14422"/>
                  <a:pt x="67666" y="16488"/>
                </a:cubicBezTo>
                <a:cubicBezTo>
                  <a:pt x="71908" y="18553"/>
                  <a:pt x="75467" y="21172"/>
                  <a:pt x="78344" y="24344"/>
                </a:cubicBezTo>
                <a:cubicBezTo>
                  <a:pt x="81221" y="27516"/>
                  <a:pt x="83379" y="31150"/>
                  <a:pt x="84818" y="35244"/>
                </a:cubicBezTo>
                <a:cubicBezTo>
                  <a:pt x="86256" y="39338"/>
                  <a:pt x="86976" y="43857"/>
                  <a:pt x="86976" y="48799"/>
                </a:cubicBezTo>
                <a:cubicBezTo>
                  <a:pt x="86976" y="53594"/>
                  <a:pt x="86330" y="57892"/>
                  <a:pt x="85039" y="61691"/>
                </a:cubicBezTo>
                <a:cubicBezTo>
                  <a:pt x="83748" y="65490"/>
                  <a:pt x="81885" y="68846"/>
                  <a:pt x="79451" y="71760"/>
                </a:cubicBezTo>
                <a:cubicBezTo>
                  <a:pt x="77017" y="74674"/>
                  <a:pt x="74103" y="77201"/>
                  <a:pt x="70709" y="79340"/>
                </a:cubicBezTo>
                <a:cubicBezTo>
                  <a:pt x="67316" y="81480"/>
                  <a:pt x="63517" y="83287"/>
                  <a:pt x="59312" y="84762"/>
                </a:cubicBezTo>
                <a:cubicBezTo>
                  <a:pt x="61672" y="85795"/>
                  <a:pt x="63812" y="87105"/>
                  <a:pt x="65730" y="88691"/>
                </a:cubicBezTo>
                <a:cubicBezTo>
                  <a:pt x="67648" y="90277"/>
                  <a:pt x="69437" y="92176"/>
                  <a:pt x="71096" y="94390"/>
                </a:cubicBezTo>
                <a:cubicBezTo>
                  <a:pt x="72756" y="96603"/>
                  <a:pt x="74324" y="99148"/>
                  <a:pt x="75799" y="102025"/>
                </a:cubicBezTo>
                <a:cubicBezTo>
                  <a:pt x="77275" y="104902"/>
                  <a:pt x="78750" y="108148"/>
                  <a:pt x="80226" y="111763"/>
                </a:cubicBezTo>
                <a:lnTo>
                  <a:pt x="93062" y="143300"/>
                </a:lnTo>
                <a:cubicBezTo>
                  <a:pt x="94094" y="145955"/>
                  <a:pt x="94758" y="147818"/>
                  <a:pt x="95053" y="148888"/>
                </a:cubicBezTo>
                <a:cubicBezTo>
                  <a:pt x="95349" y="149957"/>
                  <a:pt x="95496" y="150787"/>
                  <a:pt x="95496" y="151377"/>
                </a:cubicBezTo>
                <a:moveTo>
                  <a:pt x="66836" y="50791"/>
                </a:moveTo>
                <a:cubicBezTo>
                  <a:pt x="66836" y="45185"/>
                  <a:pt x="65582" y="40445"/>
                  <a:pt x="63074" y="36572"/>
                </a:cubicBezTo>
                <a:cubicBezTo>
                  <a:pt x="60566" y="32699"/>
                  <a:pt x="56361" y="29914"/>
                  <a:pt x="50459" y="28217"/>
                </a:cubicBezTo>
                <a:cubicBezTo>
                  <a:pt x="48615" y="27701"/>
                  <a:pt x="46531" y="27332"/>
                  <a:pt x="44207" y="27111"/>
                </a:cubicBezTo>
                <a:cubicBezTo>
                  <a:pt x="41883" y="26889"/>
                  <a:pt x="38840" y="26779"/>
                  <a:pt x="35078" y="26779"/>
                </a:cubicBezTo>
                <a:lnTo>
                  <a:pt x="19033" y="26779"/>
                </a:lnTo>
                <a:lnTo>
                  <a:pt x="19033" y="75025"/>
                </a:lnTo>
                <a:lnTo>
                  <a:pt x="37623" y="75025"/>
                </a:lnTo>
                <a:cubicBezTo>
                  <a:pt x="42639" y="75025"/>
                  <a:pt x="46973" y="74416"/>
                  <a:pt x="50625" y="73199"/>
                </a:cubicBezTo>
                <a:cubicBezTo>
                  <a:pt x="54277" y="71982"/>
                  <a:pt x="57320" y="70285"/>
                  <a:pt x="59754" y="68109"/>
                </a:cubicBezTo>
                <a:cubicBezTo>
                  <a:pt x="62189" y="65933"/>
                  <a:pt x="63978" y="63369"/>
                  <a:pt x="65121" y="60418"/>
                </a:cubicBezTo>
                <a:cubicBezTo>
                  <a:pt x="66264" y="57467"/>
                  <a:pt x="66836" y="54258"/>
                  <a:pt x="66836" y="50791"/>
                </a:cubicBezTo>
                <a:close/>
                <a:moveTo>
                  <a:pt x="202312" y="97377"/>
                </a:moveTo>
                <a:cubicBezTo>
                  <a:pt x="202312" y="100254"/>
                  <a:pt x="201593" y="102301"/>
                  <a:pt x="200154" y="103519"/>
                </a:cubicBezTo>
                <a:cubicBezTo>
                  <a:pt x="198716" y="104736"/>
                  <a:pt x="197074" y="105345"/>
                  <a:pt x="195230" y="105345"/>
                </a:cubicBezTo>
                <a:lnTo>
                  <a:pt x="129943" y="105345"/>
                </a:lnTo>
                <a:cubicBezTo>
                  <a:pt x="129943" y="110893"/>
                  <a:pt x="130496" y="115888"/>
                  <a:pt x="131603" y="120328"/>
                </a:cubicBezTo>
                <a:cubicBezTo>
                  <a:pt x="132709" y="124768"/>
                  <a:pt x="134553" y="128579"/>
                  <a:pt x="137135" y="131760"/>
                </a:cubicBezTo>
                <a:cubicBezTo>
                  <a:pt x="139717" y="134942"/>
                  <a:pt x="143074" y="137384"/>
                  <a:pt x="147205" y="139088"/>
                </a:cubicBezTo>
                <a:cubicBezTo>
                  <a:pt x="151336" y="140789"/>
                  <a:pt x="156390" y="141640"/>
                  <a:pt x="162365" y="141640"/>
                </a:cubicBezTo>
                <a:cubicBezTo>
                  <a:pt x="167086" y="141640"/>
                  <a:pt x="171291" y="141252"/>
                  <a:pt x="174980" y="140478"/>
                </a:cubicBezTo>
                <a:cubicBezTo>
                  <a:pt x="178668" y="139703"/>
                  <a:pt x="181859" y="138836"/>
                  <a:pt x="184552" y="137877"/>
                </a:cubicBezTo>
                <a:cubicBezTo>
                  <a:pt x="187244" y="136918"/>
                  <a:pt x="189457" y="136052"/>
                  <a:pt x="191191" y="135277"/>
                </a:cubicBezTo>
                <a:cubicBezTo>
                  <a:pt x="192925" y="134502"/>
                  <a:pt x="194234" y="134115"/>
                  <a:pt x="195119" y="134115"/>
                </a:cubicBezTo>
                <a:cubicBezTo>
                  <a:pt x="195636" y="134115"/>
                  <a:pt x="196097" y="134244"/>
                  <a:pt x="196502" y="134502"/>
                </a:cubicBezTo>
                <a:cubicBezTo>
                  <a:pt x="196908" y="134761"/>
                  <a:pt x="197222" y="135148"/>
                  <a:pt x="197443" y="135664"/>
                </a:cubicBezTo>
                <a:cubicBezTo>
                  <a:pt x="197664" y="136181"/>
                  <a:pt x="197830" y="136900"/>
                  <a:pt x="197941" y="137822"/>
                </a:cubicBezTo>
                <a:cubicBezTo>
                  <a:pt x="198052" y="138744"/>
                  <a:pt x="198107" y="139869"/>
                  <a:pt x="198107" y="141197"/>
                </a:cubicBezTo>
                <a:cubicBezTo>
                  <a:pt x="198107" y="142156"/>
                  <a:pt x="198070" y="142986"/>
                  <a:pt x="197996" y="143687"/>
                </a:cubicBezTo>
                <a:cubicBezTo>
                  <a:pt x="197922" y="144388"/>
                  <a:pt x="197830" y="145015"/>
                  <a:pt x="197720" y="145568"/>
                </a:cubicBezTo>
                <a:cubicBezTo>
                  <a:pt x="197609" y="146121"/>
                  <a:pt x="197425" y="146619"/>
                  <a:pt x="197166" y="147062"/>
                </a:cubicBezTo>
                <a:cubicBezTo>
                  <a:pt x="196908" y="147504"/>
                  <a:pt x="196576" y="147929"/>
                  <a:pt x="196170" y="148334"/>
                </a:cubicBezTo>
                <a:cubicBezTo>
                  <a:pt x="195765" y="148740"/>
                  <a:pt x="194566" y="149404"/>
                  <a:pt x="192574" y="150326"/>
                </a:cubicBezTo>
                <a:cubicBezTo>
                  <a:pt x="190582" y="151248"/>
                  <a:pt x="188000" y="152152"/>
                  <a:pt x="184828" y="153037"/>
                </a:cubicBezTo>
                <a:cubicBezTo>
                  <a:pt x="181656" y="153922"/>
                  <a:pt x="177986" y="154716"/>
                  <a:pt x="173818" y="155416"/>
                </a:cubicBezTo>
                <a:cubicBezTo>
                  <a:pt x="169650" y="156117"/>
                  <a:pt x="165205" y="156468"/>
                  <a:pt x="160484" y="156468"/>
                </a:cubicBezTo>
                <a:cubicBezTo>
                  <a:pt x="152295" y="156468"/>
                  <a:pt x="145121" y="155323"/>
                  <a:pt x="138961" y="153034"/>
                </a:cubicBezTo>
                <a:cubicBezTo>
                  <a:pt x="132801" y="150745"/>
                  <a:pt x="127619" y="147348"/>
                  <a:pt x="123414" y="142843"/>
                </a:cubicBezTo>
                <a:cubicBezTo>
                  <a:pt x="119209" y="138338"/>
                  <a:pt x="116037" y="132689"/>
                  <a:pt x="113898" y="125895"/>
                </a:cubicBezTo>
                <a:cubicBezTo>
                  <a:pt x="111758" y="119102"/>
                  <a:pt x="110689" y="111200"/>
                  <a:pt x="110689" y="102191"/>
                </a:cubicBezTo>
                <a:cubicBezTo>
                  <a:pt x="110689" y="93624"/>
                  <a:pt x="111795" y="85926"/>
                  <a:pt x="114008" y="79095"/>
                </a:cubicBezTo>
                <a:cubicBezTo>
                  <a:pt x="116221" y="72264"/>
                  <a:pt x="119412" y="66467"/>
                  <a:pt x="123580" y="61705"/>
                </a:cubicBezTo>
                <a:cubicBezTo>
                  <a:pt x="127748" y="56942"/>
                  <a:pt x="132783" y="53287"/>
                  <a:pt x="138685" y="50739"/>
                </a:cubicBezTo>
                <a:cubicBezTo>
                  <a:pt x="144586" y="48192"/>
                  <a:pt x="151189" y="46918"/>
                  <a:pt x="158492" y="46918"/>
                </a:cubicBezTo>
                <a:cubicBezTo>
                  <a:pt x="166312" y="46918"/>
                  <a:pt x="172970" y="48172"/>
                  <a:pt x="178465" y="50680"/>
                </a:cubicBezTo>
                <a:cubicBezTo>
                  <a:pt x="183961" y="53189"/>
                  <a:pt x="188480" y="56564"/>
                  <a:pt x="192021" y="60805"/>
                </a:cubicBezTo>
                <a:cubicBezTo>
                  <a:pt x="195562" y="65047"/>
                  <a:pt x="198162" y="70027"/>
                  <a:pt x="199822" y="75744"/>
                </a:cubicBezTo>
                <a:cubicBezTo>
                  <a:pt x="201482" y="81461"/>
                  <a:pt x="202312" y="87566"/>
                  <a:pt x="202312" y="94058"/>
                </a:cubicBezTo>
                <a:lnTo>
                  <a:pt x="202312" y="97377"/>
                </a:lnTo>
                <a:moveTo>
                  <a:pt x="183943" y="91955"/>
                </a:moveTo>
                <a:cubicBezTo>
                  <a:pt x="184164" y="82365"/>
                  <a:pt x="182043" y="74840"/>
                  <a:pt x="177580" y="69381"/>
                </a:cubicBezTo>
                <a:cubicBezTo>
                  <a:pt x="173117" y="63922"/>
                  <a:pt x="166496" y="61193"/>
                  <a:pt x="157717" y="61193"/>
                </a:cubicBezTo>
                <a:cubicBezTo>
                  <a:pt x="153217" y="61193"/>
                  <a:pt x="149271" y="62041"/>
                  <a:pt x="145877" y="63738"/>
                </a:cubicBezTo>
                <a:cubicBezTo>
                  <a:pt x="142484" y="65435"/>
                  <a:pt x="139644" y="67685"/>
                  <a:pt x="137357" y="70488"/>
                </a:cubicBezTo>
                <a:cubicBezTo>
                  <a:pt x="135070" y="73291"/>
                  <a:pt x="133299" y="76556"/>
                  <a:pt x="132045" y="80281"/>
                </a:cubicBezTo>
                <a:cubicBezTo>
                  <a:pt x="130791" y="84006"/>
                  <a:pt x="130090" y="87898"/>
                  <a:pt x="129943" y="91955"/>
                </a:cubicBezTo>
                <a:lnTo>
                  <a:pt x="183943" y="91955"/>
                </a:lnTo>
                <a:close/>
                <a:moveTo>
                  <a:pt x="305211" y="151599"/>
                </a:moveTo>
                <a:cubicBezTo>
                  <a:pt x="305211" y="152484"/>
                  <a:pt x="304916" y="153148"/>
                  <a:pt x="304326" y="153591"/>
                </a:cubicBezTo>
                <a:cubicBezTo>
                  <a:pt x="303736" y="154033"/>
                  <a:pt x="302924" y="154365"/>
                  <a:pt x="301891" y="154586"/>
                </a:cubicBezTo>
                <a:cubicBezTo>
                  <a:pt x="300859" y="154808"/>
                  <a:pt x="299346" y="154918"/>
                  <a:pt x="297354" y="154918"/>
                </a:cubicBezTo>
                <a:cubicBezTo>
                  <a:pt x="295436" y="154918"/>
                  <a:pt x="293906" y="154808"/>
                  <a:pt x="292762" y="154586"/>
                </a:cubicBezTo>
                <a:cubicBezTo>
                  <a:pt x="291619" y="154365"/>
                  <a:pt x="290789" y="154033"/>
                  <a:pt x="290272" y="153591"/>
                </a:cubicBezTo>
                <a:cubicBezTo>
                  <a:pt x="289756" y="153148"/>
                  <a:pt x="289498" y="152484"/>
                  <a:pt x="289498" y="151599"/>
                </a:cubicBezTo>
                <a:lnTo>
                  <a:pt x="289498" y="141640"/>
                </a:lnTo>
                <a:cubicBezTo>
                  <a:pt x="285145" y="146287"/>
                  <a:pt x="280295" y="149920"/>
                  <a:pt x="274947" y="152539"/>
                </a:cubicBezTo>
                <a:cubicBezTo>
                  <a:pt x="269598" y="155158"/>
                  <a:pt x="263936" y="156468"/>
                  <a:pt x="257961" y="156468"/>
                </a:cubicBezTo>
                <a:cubicBezTo>
                  <a:pt x="252723" y="156468"/>
                  <a:pt x="247983" y="155783"/>
                  <a:pt x="243742" y="154414"/>
                </a:cubicBezTo>
                <a:cubicBezTo>
                  <a:pt x="239500" y="153044"/>
                  <a:pt x="235885" y="151064"/>
                  <a:pt x="232897" y="148473"/>
                </a:cubicBezTo>
                <a:cubicBezTo>
                  <a:pt x="229910" y="145881"/>
                  <a:pt x="227586" y="142699"/>
                  <a:pt x="225926" y="138925"/>
                </a:cubicBezTo>
                <a:cubicBezTo>
                  <a:pt x="224266" y="135149"/>
                  <a:pt x="223436" y="130854"/>
                  <a:pt x="223436" y="126041"/>
                </a:cubicBezTo>
                <a:cubicBezTo>
                  <a:pt x="223436" y="120416"/>
                  <a:pt x="224580" y="115531"/>
                  <a:pt x="226867" y="111386"/>
                </a:cubicBezTo>
                <a:cubicBezTo>
                  <a:pt x="229153" y="107238"/>
                  <a:pt x="232436" y="103795"/>
                  <a:pt x="236715" y="101057"/>
                </a:cubicBezTo>
                <a:cubicBezTo>
                  <a:pt x="240994" y="98318"/>
                  <a:pt x="246231" y="96264"/>
                  <a:pt x="252428" y="94894"/>
                </a:cubicBezTo>
                <a:cubicBezTo>
                  <a:pt x="258625" y="93525"/>
                  <a:pt x="265596" y="92840"/>
                  <a:pt x="273342" y="92840"/>
                </a:cubicBezTo>
                <a:lnTo>
                  <a:pt x="287063" y="92840"/>
                </a:lnTo>
                <a:lnTo>
                  <a:pt x="287063" y="85122"/>
                </a:lnTo>
                <a:cubicBezTo>
                  <a:pt x="287063" y="81300"/>
                  <a:pt x="286658" y="77919"/>
                  <a:pt x="285846" y="74980"/>
                </a:cubicBezTo>
                <a:cubicBezTo>
                  <a:pt x="285035" y="72038"/>
                  <a:pt x="283725" y="69593"/>
                  <a:pt x="281918" y="67645"/>
                </a:cubicBezTo>
                <a:cubicBezTo>
                  <a:pt x="280111" y="65697"/>
                  <a:pt x="277768" y="64228"/>
                  <a:pt x="274891" y="63236"/>
                </a:cubicBezTo>
                <a:cubicBezTo>
                  <a:pt x="272014" y="62243"/>
                  <a:pt x="268473" y="61746"/>
                  <a:pt x="264268" y="61746"/>
                </a:cubicBezTo>
                <a:cubicBezTo>
                  <a:pt x="259768" y="61746"/>
                  <a:pt x="255729" y="62275"/>
                  <a:pt x="252151" y="63333"/>
                </a:cubicBezTo>
                <a:cubicBezTo>
                  <a:pt x="248574" y="64391"/>
                  <a:pt x="245438" y="65559"/>
                  <a:pt x="242746" y="66836"/>
                </a:cubicBezTo>
                <a:cubicBezTo>
                  <a:pt x="240053" y="68113"/>
                  <a:pt x="237803" y="69281"/>
                  <a:pt x="235996" y="70339"/>
                </a:cubicBezTo>
                <a:cubicBezTo>
                  <a:pt x="234188" y="71397"/>
                  <a:pt x="232842" y="71926"/>
                  <a:pt x="231957" y="71926"/>
                </a:cubicBezTo>
                <a:cubicBezTo>
                  <a:pt x="231367" y="71926"/>
                  <a:pt x="230850" y="71779"/>
                  <a:pt x="230408" y="71484"/>
                </a:cubicBezTo>
                <a:cubicBezTo>
                  <a:pt x="229965" y="71189"/>
                  <a:pt x="229578" y="70746"/>
                  <a:pt x="229246" y="70156"/>
                </a:cubicBezTo>
                <a:cubicBezTo>
                  <a:pt x="228914" y="69566"/>
                  <a:pt x="228674" y="68810"/>
                  <a:pt x="228526" y="67887"/>
                </a:cubicBezTo>
                <a:cubicBezTo>
                  <a:pt x="228379" y="66965"/>
                  <a:pt x="228305" y="65951"/>
                  <a:pt x="228305" y="64844"/>
                </a:cubicBezTo>
                <a:cubicBezTo>
                  <a:pt x="228305" y="63000"/>
                  <a:pt x="228434" y="61543"/>
                  <a:pt x="228692" y="60474"/>
                </a:cubicBezTo>
                <a:cubicBezTo>
                  <a:pt x="228951" y="59404"/>
                  <a:pt x="229578" y="58389"/>
                  <a:pt x="230574" y="57430"/>
                </a:cubicBezTo>
                <a:cubicBezTo>
                  <a:pt x="231569" y="56471"/>
                  <a:pt x="233285" y="55355"/>
                  <a:pt x="235719" y="54080"/>
                </a:cubicBezTo>
                <a:cubicBezTo>
                  <a:pt x="238154" y="52803"/>
                  <a:pt x="240957" y="51636"/>
                  <a:pt x="244129" y="50580"/>
                </a:cubicBezTo>
                <a:cubicBezTo>
                  <a:pt x="247301" y="49524"/>
                  <a:pt x="250768" y="48651"/>
                  <a:pt x="254531" y="47959"/>
                </a:cubicBezTo>
                <a:cubicBezTo>
                  <a:pt x="258293" y="47265"/>
                  <a:pt x="262092" y="46918"/>
                  <a:pt x="265928" y="46918"/>
                </a:cubicBezTo>
                <a:cubicBezTo>
                  <a:pt x="273084" y="46918"/>
                  <a:pt x="279170" y="47730"/>
                  <a:pt x="284186" y="49353"/>
                </a:cubicBezTo>
                <a:cubicBezTo>
                  <a:pt x="289203" y="50976"/>
                  <a:pt x="293260" y="53355"/>
                  <a:pt x="296359" y="56490"/>
                </a:cubicBezTo>
                <a:cubicBezTo>
                  <a:pt x="299457" y="59625"/>
                  <a:pt x="301707" y="63517"/>
                  <a:pt x="303109" y="68164"/>
                </a:cubicBezTo>
                <a:cubicBezTo>
                  <a:pt x="304510" y="72812"/>
                  <a:pt x="305211" y="78234"/>
                  <a:pt x="305211" y="84431"/>
                </a:cubicBezTo>
                <a:lnTo>
                  <a:pt x="305211" y="151599"/>
                </a:lnTo>
                <a:moveTo>
                  <a:pt x="287063" y="106008"/>
                </a:moveTo>
                <a:lnTo>
                  <a:pt x="271461" y="106008"/>
                </a:lnTo>
                <a:cubicBezTo>
                  <a:pt x="266445" y="106008"/>
                  <a:pt x="262092" y="106436"/>
                  <a:pt x="258404" y="107291"/>
                </a:cubicBezTo>
                <a:cubicBezTo>
                  <a:pt x="254715" y="108144"/>
                  <a:pt x="251654" y="109405"/>
                  <a:pt x="249219" y="111074"/>
                </a:cubicBezTo>
                <a:cubicBezTo>
                  <a:pt x="246785" y="112743"/>
                  <a:pt x="244996" y="114748"/>
                  <a:pt x="243852" y="117088"/>
                </a:cubicBezTo>
                <a:cubicBezTo>
                  <a:pt x="242709" y="119425"/>
                  <a:pt x="242137" y="122116"/>
                  <a:pt x="242137" y="125159"/>
                </a:cubicBezTo>
                <a:cubicBezTo>
                  <a:pt x="242137" y="130355"/>
                  <a:pt x="243779" y="134493"/>
                  <a:pt x="247061" y="137573"/>
                </a:cubicBezTo>
                <a:cubicBezTo>
                  <a:pt x="250344" y="140653"/>
                  <a:pt x="254936" y="142193"/>
                  <a:pt x="260838" y="142193"/>
                </a:cubicBezTo>
                <a:cubicBezTo>
                  <a:pt x="265633" y="142193"/>
                  <a:pt x="270078" y="140969"/>
                  <a:pt x="274172" y="138521"/>
                </a:cubicBezTo>
                <a:cubicBezTo>
                  <a:pt x="278266" y="136070"/>
                  <a:pt x="282563" y="132322"/>
                  <a:pt x="287063" y="127275"/>
                </a:cubicBezTo>
                <a:lnTo>
                  <a:pt x="287063" y="106008"/>
                </a:lnTo>
                <a:close/>
                <a:moveTo>
                  <a:pt x="410333" y="136439"/>
                </a:moveTo>
                <a:cubicBezTo>
                  <a:pt x="410333" y="137693"/>
                  <a:pt x="410296" y="138781"/>
                  <a:pt x="410223" y="139703"/>
                </a:cubicBezTo>
                <a:cubicBezTo>
                  <a:pt x="410149" y="140625"/>
                  <a:pt x="410020" y="141400"/>
                  <a:pt x="409835" y="142027"/>
                </a:cubicBezTo>
                <a:cubicBezTo>
                  <a:pt x="409651" y="142654"/>
                  <a:pt x="409430" y="143207"/>
                  <a:pt x="409171" y="143687"/>
                </a:cubicBezTo>
                <a:cubicBezTo>
                  <a:pt x="408913" y="144166"/>
                  <a:pt x="408323" y="144867"/>
                  <a:pt x="407401" y="145789"/>
                </a:cubicBezTo>
                <a:cubicBezTo>
                  <a:pt x="406479" y="146711"/>
                  <a:pt x="404911" y="147855"/>
                  <a:pt x="402698" y="149220"/>
                </a:cubicBezTo>
                <a:cubicBezTo>
                  <a:pt x="400485" y="150584"/>
                  <a:pt x="397995" y="151802"/>
                  <a:pt x="395229" y="152871"/>
                </a:cubicBezTo>
                <a:cubicBezTo>
                  <a:pt x="392462" y="153941"/>
                  <a:pt x="389456" y="154808"/>
                  <a:pt x="386210" y="155472"/>
                </a:cubicBezTo>
                <a:cubicBezTo>
                  <a:pt x="382964" y="156136"/>
                  <a:pt x="379608" y="156468"/>
                  <a:pt x="376141" y="156468"/>
                </a:cubicBezTo>
                <a:cubicBezTo>
                  <a:pt x="368985" y="156468"/>
                  <a:pt x="362641" y="155285"/>
                  <a:pt x="357108" y="152920"/>
                </a:cubicBezTo>
                <a:cubicBezTo>
                  <a:pt x="351575" y="150554"/>
                  <a:pt x="346946" y="147099"/>
                  <a:pt x="343221" y="142553"/>
                </a:cubicBezTo>
                <a:cubicBezTo>
                  <a:pt x="339495" y="138006"/>
                  <a:pt x="336655" y="132425"/>
                  <a:pt x="334700" y="125809"/>
                </a:cubicBezTo>
                <a:cubicBezTo>
                  <a:pt x="332745" y="119193"/>
                  <a:pt x="331768" y="111561"/>
                  <a:pt x="331768" y="102914"/>
                </a:cubicBezTo>
                <a:cubicBezTo>
                  <a:pt x="331768" y="93081"/>
                  <a:pt x="332966" y="84636"/>
                  <a:pt x="335364" y="77577"/>
                </a:cubicBezTo>
                <a:cubicBezTo>
                  <a:pt x="337761" y="70518"/>
                  <a:pt x="341044" y="64734"/>
                  <a:pt x="345212" y="60225"/>
                </a:cubicBezTo>
                <a:cubicBezTo>
                  <a:pt x="349380" y="55715"/>
                  <a:pt x="354286" y="52370"/>
                  <a:pt x="359930" y="50189"/>
                </a:cubicBezTo>
                <a:cubicBezTo>
                  <a:pt x="365573" y="48009"/>
                  <a:pt x="371678" y="46918"/>
                  <a:pt x="378243" y="46918"/>
                </a:cubicBezTo>
                <a:cubicBezTo>
                  <a:pt x="381415" y="46918"/>
                  <a:pt x="384495" y="47213"/>
                  <a:pt x="387483" y="47803"/>
                </a:cubicBezTo>
                <a:cubicBezTo>
                  <a:pt x="390471" y="48394"/>
                  <a:pt x="393219" y="49168"/>
                  <a:pt x="395727" y="50127"/>
                </a:cubicBezTo>
                <a:cubicBezTo>
                  <a:pt x="398235" y="51086"/>
                  <a:pt x="400467" y="52193"/>
                  <a:pt x="402421" y="53447"/>
                </a:cubicBezTo>
                <a:cubicBezTo>
                  <a:pt x="404376" y="54701"/>
                  <a:pt x="405796" y="55771"/>
                  <a:pt x="406682" y="56656"/>
                </a:cubicBezTo>
                <a:cubicBezTo>
                  <a:pt x="407567" y="57541"/>
                  <a:pt x="408176" y="58242"/>
                  <a:pt x="408508" y="58758"/>
                </a:cubicBezTo>
                <a:cubicBezTo>
                  <a:pt x="408840" y="59275"/>
                  <a:pt x="409116" y="59883"/>
                  <a:pt x="409337" y="60584"/>
                </a:cubicBezTo>
                <a:cubicBezTo>
                  <a:pt x="409559" y="61285"/>
                  <a:pt x="409706" y="62078"/>
                  <a:pt x="409780" y="62963"/>
                </a:cubicBezTo>
                <a:cubicBezTo>
                  <a:pt x="409854" y="63849"/>
                  <a:pt x="409891" y="64955"/>
                  <a:pt x="409891" y="66283"/>
                </a:cubicBezTo>
                <a:cubicBezTo>
                  <a:pt x="409891" y="69160"/>
                  <a:pt x="409559" y="71170"/>
                  <a:pt x="408895" y="72314"/>
                </a:cubicBezTo>
                <a:cubicBezTo>
                  <a:pt x="408231" y="73457"/>
                  <a:pt x="407419" y="74029"/>
                  <a:pt x="406460" y="74029"/>
                </a:cubicBezTo>
                <a:cubicBezTo>
                  <a:pt x="405354" y="74029"/>
                  <a:pt x="404081" y="73420"/>
                  <a:pt x="402643" y="72203"/>
                </a:cubicBezTo>
                <a:cubicBezTo>
                  <a:pt x="401204" y="70986"/>
                  <a:pt x="399378" y="69640"/>
                  <a:pt x="397165" y="68164"/>
                </a:cubicBezTo>
                <a:cubicBezTo>
                  <a:pt x="394952" y="66689"/>
                  <a:pt x="392278" y="65342"/>
                  <a:pt x="389143" y="64125"/>
                </a:cubicBezTo>
                <a:cubicBezTo>
                  <a:pt x="386007" y="62908"/>
                  <a:pt x="382301" y="62299"/>
                  <a:pt x="378022" y="62299"/>
                </a:cubicBezTo>
                <a:cubicBezTo>
                  <a:pt x="369243" y="62299"/>
                  <a:pt x="362512" y="65685"/>
                  <a:pt x="357827" y="72455"/>
                </a:cubicBezTo>
                <a:cubicBezTo>
                  <a:pt x="353143" y="79224"/>
                  <a:pt x="350800" y="89043"/>
                  <a:pt x="350800" y="101914"/>
                </a:cubicBezTo>
                <a:cubicBezTo>
                  <a:pt x="350800" y="108351"/>
                  <a:pt x="351409" y="113992"/>
                  <a:pt x="352626" y="118838"/>
                </a:cubicBezTo>
                <a:cubicBezTo>
                  <a:pt x="353843" y="123683"/>
                  <a:pt x="355632" y="127734"/>
                  <a:pt x="357993" y="130989"/>
                </a:cubicBezTo>
                <a:cubicBezTo>
                  <a:pt x="360354" y="134244"/>
                  <a:pt x="363249" y="136667"/>
                  <a:pt x="366680" y="138258"/>
                </a:cubicBezTo>
                <a:cubicBezTo>
                  <a:pt x="370110" y="139848"/>
                  <a:pt x="374038" y="140644"/>
                  <a:pt x="378464" y="140644"/>
                </a:cubicBezTo>
                <a:cubicBezTo>
                  <a:pt x="382669" y="140644"/>
                  <a:pt x="386358" y="139980"/>
                  <a:pt x="389530" y="138652"/>
                </a:cubicBezTo>
                <a:cubicBezTo>
                  <a:pt x="392702" y="137324"/>
                  <a:pt x="395450" y="135867"/>
                  <a:pt x="397774" y="134281"/>
                </a:cubicBezTo>
                <a:cubicBezTo>
                  <a:pt x="400098" y="132695"/>
                  <a:pt x="402053" y="131256"/>
                  <a:pt x="403639" y="129965"/>
                </a:cubicBezTo>
                <a:cubicBezTo>
                  <a:pt x="405225" y="128674"/>
                  <a:pt x="406460" y="128029"/>
                  <a:pt x="407346" y="128029"/>
                </a:cubicBezTo>
                <a:cubicBezTo>
                  <a:pt x="407862" y="128029"/>
                  <a:pt x="408305" y="128177"/>
                  <a:pt x="408674" y="128472"/>
                </a:cubicBezTo>
                <a:cubicBezTo>
                  <a:pt x="409042" y="128767"/>
                  <a:pt x="409356" y="129265"/>
                  <a:pt x="409614" y="129965"/>
                </a:cubicBezTo>
                <a:cubicBezTo>
                  <a:pt x="409872" y="130666"/>
                  <a:pt x="410057" y="131552"/>
                  <a:pt x="410167" y="132621"/>
                </a:cubicBezTo>
                <a:cubicBezTo>
                  <a:pt x="410278" y="133691"/>
                  <a:pt x="410333" y="134963"/>
                  <a:pt x="410333" y="136439"/>
                </a:cubicBezTo>
                <a:close/>
                <a:moveTo>
                  <a:pt x="520359" y="151488"/>
                </a:moveTo>
                <a:cubicBezTo>
                  <a:pt x="520359" y="152078"/>
                  <a:pt x="520212" y="152576"/>
                  <a:pt x="519917" y="152982"/>
                </a:cubicBezTo>
                <a:cubicBezTo>
                  <a:pt x="519622" y="153388"/>
                  <a:pt x="519142" y="153738"/>
                  <a:pt x="518478" y="154033"/>
                </a:cubicBezTo>
                <a:cubicBezTo>
                  <a:pt x="517814" y="154328"/>
                  <a:pt x="516892" y="154550"/>
                  <a:pt x="515712" y="154697"/>
                </a:cubicBezTo>
                <a:cubicBezTo>
                  <a:pt x="514531" y="154845"/>
                  <a:pt x="513056" y="154918"/>
                  <a:pt x="511286" y="154918"/>
                </a:cubicBezTo>
                <a:cubicBezTo>
                  <a:pt x="509441" y="154918"/>
                  <a:pt x="507929" y="154845"/>
                  <a:pt x="506749" y="154697"/>
                </a:cubicBezTo>
                <a:cubicBezTo>
                  <a:pt x="505568" y="154550"/>
                  <a:pt x="504646" y="154328"/>
                  <a:pt x="503982" y="154033"/>
                </a:cubicBezTo>
                <a:cubicBezTo>
                  <a:pt x="503318" y="153738"/>
                  <a:pt x="502839" y="153388"/>
                  <a:pt x="502544" y="152982"/>
                </a:cubicBezTo>
                <a:cubicBezTo>
                  <a:pt x="502249" y="152576"/>
                  <a:pt x="502101" y="152078"/>
                  <a:pt x="502101" y="151488"/>
                </a:cubicBezTo>
                <a:lnTo>
                  <a:pt x="502101" y="93172"/>
                </a:lnTo>
                <a:cubicBezTo>
                  <a:pt x="502101" y="87492"/>
                  <a:pt x="501659" y="82918"/>
                  <a:pt x="500773" y="79451"/>
                </a:cubicBezTo>
                <a:cubicBezTo>
                  <a:pt x="499888" y="75984"/>
                  <a:pt x="498597" y="72996"/>
                  <a:pt x="496900" y="70488"/>
                </a:cubicBezTo>
                <a:cubicBezTo>
                  <a:pt x="495204" y="67980"/>
                  <a:pt x="493009" y="66062"/>
                  <a:pt x="490316" y="64734"/>
                </a:cubicBezTo>
                <a:cubicBezTo>
                  <a:pt x="487624" y="63406"/>
                  <a:pt x="484507" y="62742"/>
                  <a:pt x="480966" y="62742"/>
                </a:cubicBezTo>
                <a:cubicBezTo>
                  <a:pt x="476392" y="62742"/>
                  <a:pt x="471818" y="64365"/>
                  <a:pt x="467244" y="67611"/>
                </a:cubicBezTo>
                <a:cubicBezTo>
                  <a:pt x="462671" y="70857"/>
                  <a:pt x="457876" y="75615"/>
                  <a:pt x="452859" y="81885"/>
                </a:cubicBezTo>
                <a:lnTo>
                  <a:pt x="452859" y="151488"/>
                </a:lnTo>
                <a:cubicBezTo>
                  <a:pt x="452859" y="152078"/>
                  <a:pt x="452712" y="152576"/>
                  <a:pt x="452417" y="152982"/>
                </a:cubicBezTo>
                <a:cubicBezTo>
                  <a:pt x="452122" y="153388"/>
                  <a:pt x="451642" y="153738"/>
                  <a:pt x="450978" y="154033"/>
                </a:cubicBezTo>
                <a:cubicBezTo>
                  <a:pt x="450314" y="154328"/>
                  <a:pt x="449392" y="154550"/>
                  <a:pt x="448212" y="154697"/>
                </a:cubicBezTo>
                <a:cubicBezTo>
                  <a:pt x="447031" y="154845"/>
                  <a:pt x="445519" y="154918"/>
                  <a:pt x="443675" y="154918"/>
                </a:cubicBezTo>
                <a:cubicBezTo>
                  <a:pt x="441904" y="154918"/>
                  <a:pt x="440429" y="154845"/>
                  <a:pt x="439249" y="154697"/>
                </a:cubicBezTo>
                <a:cubicBezTo>
                  <a:pt x="438068" y="154550"/>
                  <a:pt x="437128" y="154328"/>
                  <a:pt x="436427" y="154033"/>
                </a:cubicBezTo>
                <a:cubicBezTo>
                  <a:pt x="435726" y="153738"/>
                  <a:pt x="435246" y="153388"/>
                  <a:pt x="434988" y="152982"/>
                </a:cubicBezTo>
                <a:cubicBezTo>
                  <a:pt x="434730" y="152574"/>
                  <a:pt x="434601" y="152075"/>
                  <a:pt x="434601" y="151485"/>
                </a:cubicBezTo>
                <a:lnTo>
                  <a:pt x="434601" y="3544"/>
                </a:lnTo>
                <a:cubicBezTo>
                  <a:pt x="434601" y="2954"/>
                  <a:pt x="434730" y="2438"/>
                  <a:pt x="434988" y="1995"/>
                </a:cubicBezTo>
                <a:cubicBezTo>
                  <a:pt x="435246" y="1550"/>
                  <a:pt x="435726" y="1180"/>
                  <a:pt x="436427" y="885"/>
                </a:cubicBezTo>
                <a:cubicBezTo>
                  <a:pt x="437128" y="590"/>
                  <a:pt x="438068" y="369"/>
                  <a:pt x="439249" y="221"/>
                </a:cubicBezTo>
                <a:cubicBezTo>
                  <a:pt x="440429" y="74"/>
                  <a:pt x="441904" y="0"/>
                  <a:pt x="443675" y="0"/>
                </a:cubicBezTo>
                <a:cubicBezTo>
                  <a:pt x="445519" y="0"/>
                  <a:pt x="447031" y="74"/>
                  <a:pt x="448212" y="221"/>
                </a:cubicBezTo>
                <a:cubicBezTo>
                  <a:pt x="449392" y="369"/>
                  <a:pt x="450314" y="591"/>
                  <a:pt x="450978" y="889"/>
                </a:cubicBezTo>
                <a:cubicBezTo>
                  <a:pt x="451642" y="1184"/>
                  <a:pt x="452122" y="1553"/>
                  <a:pt x="452417" y="1995"/>
                </a:cubicBezTo>
                <a:cubicBezTo>
                  <a:pt x="452712" y="2438"/>
                  <a:pt x="452859" y="2955"/>
                  <a:pt x="452859" y="3548"/>
                </a:cubicBezTo>
                <a:lnTo>
                  <a:pt x="452859" y="63295"/>
                </a:lnTo>
                <a:cubicBezTo>
                  <a:pt x="458097" y="57762"/>
                  <a:pt x="463372" y="53650"/>
                  <a:pt x="468683" y="50957"/>
                </a:cubicBezTo>
                <a:cubicBezTo>
                  <a:pt x="473995" y="48264"/>
                  <a:pt x="479343" y="46918"/>
                  <a:pt x="484728" y="46918"/>
                </a:cubicBezTo>
                <a:cubicBezTo>
                  <a:pt x="491367" y="46918"/>
                  <a:pt x="496956" y="48043"/>
                  <a:pt x="501493" y="50293"/>
                </a:cubicBezTo>
                <a:cubicBezTo>
                  <a:pt x="506029" y="52543"/>
                  <a:pt x="509700" y="55549"/>
                  <a:pt x="512503" y="59312"/>
                </a:cubicBezTo>
                <a:cubicBezTo>
                  <a:pt x="515306" y="63074"/>
                  <a:pt x="517316" y="67482"/>
                  <a:pt x="518534" y="72535"/>
                </a:cubicBezTo>
                <a:cubicBezTo>
                  <a:pt x="519751" y="77588"/>
                  <a:pt x="520359" y="83693"/>
                  <a:pt x="520359" y="90849"/>
                </a:cubicBezTo>
                <a:lnTo>
                  <a:pt x="520359" y="151488"/>
                </a:lnTo>
                <a:close/>
                <a:moveTo>
                  <a:pt x="629056" y="151599"/>
                </a:moveTo>
                <a:cubicBezTo>
                  <a:pt x="629056" y="152484"/>
                  <a:pt x="628761" y="153148"/>
                  <a:pt x="628171" y="153591"/>
                </a:cubicBezTo>
                <a:cubicBezTo>
                  <a:pt x="627581" y="154033"/>
                  <a:pt x="626769" y="154365"/>
                  <a:pt x="625736" y="154586"/>
                </a:cubicBezTo>
                <a:cubicBezTo>
                  <a:pt x="624703" y="154808"/>
                  <a:pt x="623191" y="154918"/>
                  <a:pt x="621199" y="154918"/>
                </a:cubicBezTo>
                <a:cubicBezTo>
                  <a:pt x="619281" y="154918"/>
                  <a:pt x="617751" y="154808"/>
                  <a:pt x="616607" y="154586"/>
                </a:cubicBezTo>
                <a:cubicBezTo>
                  <a:pt x="615464" y="154365"/>
                  <a:pt x="614634" y="154033"/>
                  <a:pt x="614117" y="153591"/>
                </a:cubicBezTo>
                <a:cubicBezTo>
                  <a:pt x="613601" y="153148"/>
                  <a:pt x="613343" y="152484"/>
                  <a:pt x="613343" y="151599"/>
                </a:cubicBezTo>
                <a:lnTo>
                  <a:pt x="613343" y="141640"/>
                </a:lnTo>
                <a:cubicBezTo>
                  <a:pt x="608990" y="146287"/>
                  <a:pt x="604140" y="149920"/>
                  <a:pt x="598792" y="152539"/>
                </a:cubicBezTo>
                <a:cubicBezTo>
                  <a:pt x="593443" y="155158"/>
                  <a:pt x="587781" y="156468"/>
                  <a:pt x="581806" y="156468"/>
                </a:cubicBezTo>
                <a:cubicBezTo>
                  <a:pt x="576568" y="156468"/>
                  <a:pt x="571828" y="155783"/>
                  <a:pt x="567587" y="154414"/>
                </a:cubicBezTo>
                <a:cubicBezTo>
                  <a:pt x="563345" y="153044"/>
                  <a:pt x="559730" y="151064"/>
                  <a:pt x="556742" y="148473"/>
                </a:cubicBezTo>
                <a:cubicBezTo>
                  <a:pt x="553755" y="145881"/>
                  <a:pt x="551431" y="142699"/>
                  <a:pt x="549771" y="138925"/>
                </a:cubicBezTo>
                <a:cubicBezTo>
                  <a:pt x="548111" y="135149"/>
                  <a:pt x="547281" y="130854"/>
                  <a:pt x="547281" y="126041"/>
                </a:cubicBezTo>
                <a:cubicBezTo>
                  <a:pt x="547281" y="120416"/>
                  <a:pt x="548425" y="115531"/>
                  <a:pt x="550712" y="111386"/>
                </a:cubicBezTo>
                <a:cubicBezTo>
                  <a:pt x="552998" y="107238"/>
                  <a:pt x="556281" y="103795"/>
                  <a:pt x="560560" y="101057"/>
                </a:cubicBezTo>
                <a:cubicBezTo>
                  <a:pt x="564839" y="98318"/>
                  <a:pt x="570076" y="96264"/>
                  <a:pt x="576273" y="94894"/>
                </a:cubicBezTo>
                <a:cubicBezTo>
                  <a:pt x="582470" y="93525"/>
                  <a:pt x="589441" y="92840"/>
                  <a:pt x="597187" y="92840"/>
                </a:cubicBezTo>
                <a:lnTo>
                  <a:pt x="610908" y="92840"/>
                </a:lnTo>
                <a:lnTo>
                  <a:pt x="610908" y="85122"/>
                </a:lnTo>
                <a:cubicBezTo>
                  <a:pt x="610908" y="81300"/>
                  <a:pt x="610503" y="77919"/>
                  <a:pt x="609691" y="74980"/>
                </a:cubicBezTo>
                <a:cubicBezTo>
                  <a:pt x="608880" y="72038"/>
                  <a:pt x="607570" y="69593"/>
                  <a:pt x="605763" y="67645"/>
                </a:cubicBezTo>
                <a:cubicBezTo>
                  <a:pt x="603955" y="65697"/>
                  <a:pt x="601613" y="64228"/>
                  <a:pt x="598736" y="63236"/>
                </a:cubicBezTo>
                <a:cubicBezTo>
                  <a:pt x="595859" y="62243"/>
                  <a:pt x="592318" y="61746"/>
                  <a:pt x="588113" y="61746"/>
                </a:cubicBezTo>
                <a:cubicBezTo>
                  <a:pt x="583613" y="61746"/>
                  <a:pt x="579574" y="62275"/>
                  <a:pt x="575996" y="63333"/>
                </a:cubicBezTo>
                <a:cubicBezTo>
                  <a:pt x="572419" y="64391"/>
                  <a:pt x="569283" y="65559"/>
                  <a:pt x="566591" y="66836"/>
                </a:cubicBezTo>
                <a:cubicBezTo>
                  <a:pt x="563898" y="68113"/>
                  <a:pt x="561648" y="69281"/>
                  <a:pt x="559841" y="70339"/>
                </a:cubicBezTo>
                <a:cubicBezTo>
                  <a:pt x="558033" y="71397"/>
                  <a:pt x="556687" y="71926"/>
                  <a:pt x="555802" y="71926"/>
                </a:cubicBezTo>
                <a:cubicBezTo>
                  <a:pt x="555212" y="71926"/>
                  <a:pt x="554695" y="71779"/>
                  <a:pt x="554252" y="71484"/>
                </a:cubicBezTo>
                <a:cubicBezTo>
                  <a:pt x="553810" y="71189"/>
                  <a:pt x="553423" y="70746"/>
                  <a:pt x="553091" y="70156"/>
                </a:cubicBezTo>
                <a:cubicBezTo>
                  <a:pt x="552759" y="69566"/>
                  <a:pt x="552519" y="68810"/>
                  <a:pt x="552371" y="67887"/>
                </a:cubicBezTo>
                <a:cubicBezTo>
                  <a:pt x="552224" y="66965"/>
                  <a:pt x="552150" y="65951"/>
                  <a:pt x="552150" y="64844"/>
                </a:cubicBezTo>
                <a:cubicBezTo>
                  <a:pt x="552150" y="63000"/>
                  <a:pt x="552279" y="61543"/>
                  <a:pt x="552537" y="60474"/>
                </a:cubicBezTo>
                <a:cubicBezTo>
                  <a:pt x="552796" y="59404"/>
                  <a:pt x="553423" y="58389"/>
                  <a:pt x="554418" y="57430"/>
                </a:cubicBezTo>
                <a:cubicBezTo>
                  <a:pt x="555414" y="56471"/>
                  <a:pt x="557130" y="55355"/>
                  <a:pt x="559564" y="54080"/>
                </a:cubicBezTo>
                <a:cubicBezTo>
                  <a:pt x="561998" y="52803"/>
                  <a:pt x="564802" y="51636"/>
                  <a:pt x="567974" y="50580"/>
                </a:cubicBezTo>
                <a:cubicBezTo>
                  <a:pt x="571146" y="49524"/>
                  <a:pt x="574613" y="48651"/>
                  <a:pt x="578376" y="47959"/>
                </a:cubicBezTo>
                <a:cubicBezTo>
                  <a:pt x="582138" y="47265"/>
                  <a:pt x="585937" y="46918"/>
                  <a:pt x="589773" y="46918"/>
                </a:cubicBezTo>
                <a:cubicBezTo>
                  <a:pt x="596929" y="46918"/>
                  <a:pt x="603015" y="47730"/>
                  <a:pt x="608031" y="49353"/>
                </a:cubicBezTo>
                <a:cubicBezTo>
                  <a:pt x="613048" y="50976"/>
                  <a:pt x="617105" y="53355"/>
                  <a:pt x="620203" y="56490"/>
                </a:cubicBezTo>
                <a:cubicBezTo>
                  <a:pt x="623302" y="59625"/>
                  <a:pt x="625552" y="63517"/>
                  <a:pt x="626953" y="68164"/>
                </a:cubicBezTo>
                <a:cubicBezTo>
                  <a:pt x="628355" y="72812"/>
                  <a:pt x="629056" y="78234"/>
                  <a:pt x="629056" y="84431"/>
                </a:cubicBezTo>
                <a:lnTo>
                  <a:pt x="629056" y="151599"/>
                </a:lnTo>
                <a:moveTo>
                  <a:pt x="610908" y="106008"/>
                </a:moveTo>
                <a:lnTo>
                  <a:pt x="595306" y="106008"/>
                </a:lnTo>
                <a:cubicBezTo>
                  <a:pt x="590289" y="106008"/>
                  <a:pt x="585937" y="106436"/>
                  <a:pt x="582248" y="107291"/>
                </a:cubicBezTo>
                <a:cubicBezTo>
                  <a:pt x="578560" y="108144"/>
                  <a:pt x="575498" y="109405"/>
                  <a:pt x="573064" y="111074"/>
                </a:cubicBezTo>
                <a:cubicBezTo>
                  <a:pt x="570630" y="112743"/>
                  <a:pt x="568841" y="114748"/>
                  <a:pt x="567697" y="117088"/>
                </a:cubicBezTo>
                <a:cubicBezTo>
                  <a:pt x="566554" y="119425"/>
                  <a:pt x="565982" y="122116"/>
                  <a:pt x="565982" y="125159"/>
                </a:cubicBezTo>
                <a:cubicBezTo>
                  <a:pt x="565982" y="130355"/>
                  <a:pt x="567623" y="134493"/>
                  <a:pt x="570906" y="137573"/>
                </a:cubicBezTo>
                <a:cubicBezTo>
                  <a:pt x="574189" y="140653"/>
                  <a:pt x="578781" y="142193"/>
                  <a:pt x="584683" y="142193"/>
                </a:cubicBezTo>
                <a:cubicBezTo>
                  <a:pt x="589478" y="142193"/>
                  <a:pt x="593923" y="140969"/>
                  <a:pt x="598017" y="138521"/>
                </a:cubicBezTo>
                <a:cubicBezTo>
                  <a:pt x="602111" y="136070"/>
                  <a:pt x="606408" y="132322"/>
                  <a:pt x="610908" y="127275"/>
                </a:cubicBezTo>
                <a:lnTo>
                  <a:pt x="610908" y="106008"/>
                </a:lnTo>
                <a:close/>
                <a:moveTo>
                  <a:pt x="754207" y="100420"/>
                </a:moveTo>
                <a:cubicBezTo>
                  <a:pt x="754207" y="109058"/>
                  <a:pt x="753266" y="116830"/>
                  <a:pt x="751385" y="123734"/>
                </a:cubicBezTo>
                <a:cubicBezTo>
                  <a:pt x="749504" y="130639"/>
                  <a:pt x="746737" y="136529"/>
                  <a:pt x="743086" y="141405"/>
                </a:cubicBezTo>
                <a:cubicBezTo>
                  <a:pt x="739434" y="146278"/>
                  <a:pt x="734953" y="150007"/>
                  <a:pt x="729641" y="152591"/>
                </a:cubicBezTo>
                <a:cubicBezTo>
                  <a:pt x="724330" y="155175"/>
                  <a:pt x="718244" y="156468"/>
                  <a:pt x="711383" y="156468"/>
                </a:cubicBezTo>
                <a:cubicBezTo>
                  <a:pt x="708211" y="156468"/>
                  <a:pt x="705278" y="156153"/>
                  <a:pt x="702586" y="155524"/>
                </a:cubicBezTo>
                <a:cubicBezTo>
                  <a:pt x="699893" y="154896"/>
                  <a:pt x="697256" y="153882"/>
                  <a:pt x="694674" y="152481"/>
                </a:cubicBezTo>
                <a:cubicBezTo>
                  <a:pt x="692092" y="151077"/>
                  <a:pt x="689510" y="149304"/>
                  <a:pt x="686928" y="147162"/>
                </a:cubicBezTo>
                <a:cubicBezTo>
                  <a:pt x="684346" y="145020"/>
                  <a:pt x="681616" y="142436"/>
                  <a:pt x="678739" y="139409"/>
                </a:cubicBezTo>
                <a:lnTo>
                  <a:pt x="678739" y="151509"/>
                </a:lnTo>
                <a:cubicBezTo>
                  <a:pt x="678739" y="152094"/>
                  <a:pt x="678592" y="152607"/>
                  <a:pt x="678297" y="153048"/>
                </a:cubicBezTo>
                <a:cubicBezTo>
                  <a:pt x="678002" y="153488"/>
                  <a:pt x="677522" y="153837"/>
                  <a:pt x="676858" y="154095"/>
                </a:cubicBezTo>
                <a:cubicBezTo>
                  <a:pt x="676194" y="154351"/>
                  <a:pt x="675364" y="154552"/>
                  <a:pt x="674368" y="154697"/>
                </a:cubicBezTo>
                <a:cubicBezTo>
                  <a:pt x="673373" y="154845"/>
                  <a:pt x="672100" y="154918"/>
                  <a:pt x="670551" y="154918"/>
                </a:cubicBezTo>
                <a:cubicBezTo>
                  <a:pt x="669075" y="154918"/>
                  <a:pt x="667821" y="154845"/>
                  <a:pt x="666788" y="154697"/>
                </a:cubicBezTo>
                <a:cubicBezTo>
                  <a:pt x="665756" y="154550"/>
                  <a:pt x="664907" y="154347"/>
                  <a:pt x="664243" y="154088"/>
                </a:cubicBezTo>
                <a:cubicBezTo>
                  <a:pt x="663579" y="153830"/>
                  <a:pt x="663137" y="153480"/>
                  <a:pt x="662916" y="153037"/>
                </a:cubicBezTo>
                <a:cubicBezTo>
                  <a:pt x="662694" y="152592"/>
                  <a:pt x="662584" y="152075"/>
                  <a:pt x="662584" y="151485"/>
                </a:cubicBezTo>
                <a:lnTo>
                  <a:pt x="662584" y="3544"/>
                </a:lnTo>
                <a:cubicBezTo>
                  <a:pt x="662584" y="2954"/>
                  <a:pt x="662713" y="2438"/>
                  <a:pt x="662971" y="1995"/>
                </a:cubicBezTo>
                <a:cubicBezTo>
                  <a:pt x="663229" y="1550"/>
                  <a:pt x="663709" y="1180"/>
                  <a:pt x="664409" y="885"/>
                </a:cubicBezTo>
                <a:cubicBezTo>
                  <a:pt x="665110" y="590"/>
                  <a:pt x="666051" y="369"/>
                  <a:pt x="667231" y="221"/>
                </a:cubicBezTo>
                <a:cubicBezTo>
                  <a:pt x="668411" y="74"/>
                  <a:pt x="669887" y="0"/>
                  <a:pt x="671657" y="0"/>
                </a:cubicBezTo>
                <a:cubicBezTo>
                  <a:pt x="673502" y="0"/>
                  <a:pt x="675014" y="74"/>
                  <a:pt x="676194" y="221"/>
                </a:cubicBezTo>
                <a:cubicBezTo>
                  <a:pt x="677375" y="369"/>
                  <a:pt x="678297" y="591"/>
                  <a:pt x="678961" y="889"/>
                </a:cubicBezTo>
                <a:cubicBezTo>
                  <a:pt x="679625" y="1184"/>
                  <a:pt x="680104" y="1554"/>
                  <a:pt x="680399" y="1999"/>
                </a:cubicBezTo>
                <a:cubicBezTo>
                  <a:pt x="680694" y="2441"/>
                  <a:pt x="680842" y="2958"/>
                  <a:pt x="680842" y="3548"/>
                </a:cubicBezTo>
                <a:lnTo>
                  <a:pt x="680842" y="63313"/>
                </a:lnTo>
                <a:cubicBezTo>
                  <a:pt x="683793" y="60286"/>
                  <a:pt x="686651" y="57738"/>
                  <a:pt x="689418" y="55670"/>
                </a:cubicBezTo>
                <a:cubicBezTo>
                  <a:pt x="692184" y="53602"/>
                  <a:pt x="694895" y="51923"/>
                  <a:pt x="697551" y="50632"/>
                </a:cubicBezTo>
                <a:cubicBezTo>
                  <a:pt x="700207" y="49339"/>
                  <a:pt x="702862" y="48397"/>
                  <a:pt x="705518" y="47807"/>
                </a:cubicBezTo>
                <a:cubicBezTo>
                  <a:pt x="708174" y="47214"/>
                  <a:pt x="710977" y="46918"/>
                  <a:pt x="713928" y="46918"/>
                </a:cubicBezTo>
                <a:cubicBezTo>
                  <a:pt x="721157" y="46918"/>
                  <a:pt x="727336" y="48359"/>
                  <a:pt x="732463" y="51241"/>
                </a:cubicBezTo>
                <a:cubicBezTo>
                  <a:pt x="737590" y="54120"/>
                  <a:pt x="741758" y="57978"/>
                  <a:pt x="744967" y="62815"/>
                </a:cubicBezTo>
                <a:cubicBezTo>
                  <a:pt x="748176" y="67651"/>
                  <a:pt x="750518" y="73319"/>
                  <a:pt x="751994" y="79818"/>
                </a:cubicBezTo>
                <a:cubicBezTo>
                  <a:pt x="753469" y="86314"/>
                  <a:pt x="754207" y="93182"/>
                  <a:pt x="754207" y="100420"/>
                </a:cubicBezTo>
                <a:moveTo>
                  <a:pt x="734953" y="102523"/>
                </a:moveTo>
                <a:cubicBezTo>
                  <a:pt x="734953" y="97426"/>
                  <a:pt x="734565" y="92476"/>
                  <a:pt x="733791" y="87674"/>
                </a:cubicBezTo>
                <a:cubicBezTo>
                  <a:pt x="733016" y="82872"/>
                  <a:pt x="731670" y="78625"/>
                  <a:pt x="729752" y="74931"/>
                </a:cubicBezTo>
                <a:cubicBezTo>
                  <a:pt x="727834" y="71238"/>
                  <a:pt x="725289" y="68266"/>
                  <a:pt x="722116" y="66013"/>
                </a:cubicBezTo>
                <a:cubicBezTo>
                  <a:pt x="718944" y="63759"/>
                  <a:pt x="714998" y="62631"/>
                  <a:pt x="710276" y="62631"/>
                </a:cubicBezTo>
                <a:cubicBezTo>
                  <a:pt x="707916" y="62631"/>
                  <a:pt x="705592" y="62964"/>
                  <a:pt x="703305" y="63631"/>
                </a:cubicBezTo>
                <a:cubicBezTo>
                  <a:pt x="701018" y="64295"/>
                  <a:pt x="698694" y="65402"/>
                  <a:pt x="696334" y="66954"/>
                </a:cubicBezTo>
                <a:cubicBezTo>
                  <a:pt x="693973" y="68505"/>
                  <a:pt x="691520" y="70501"/>
                  <a:pt x="688975" y="72940"/>
                </a:cubicBezTo>
                <a:cubicBezTo>
                  <a:pt x="686430" y="75379"/>
                  <a:pt x="683719" y="78446"/>
                  <a:pt x="680842" y="82141"/>
                </a:cubicBezTo>
                <a:lnTo>
                  <a:pt x="680842" y="121908"/>
                </a:lnTo>
                <a:cubicBezTo>
                  <a:pt x="685858" y="128043"/>
                  <a:pt x="690653" y="132718"/>
                  <a:pt x="695227" y="135934"/>
                </a:cubicBezTo>
                <a:cubicBezTo>
                  <a:pt x="699801" y="139148"/>
                  <a:pt x="704559" y="140754"/>
                  <a:pt x="709502" y="140754"/>
                </a:cubicBezTo>
                <a:cubicBezTo>
                  <a:pt x="714075" y="140754"/>
                  <a:pt x="717985" y="139647"/>
                  <a:pt x="721231" y="137431"/>
                </a:cubicBezTo>
                <a:cubicBezTo>
                  <a:pt x="724477" y="135214"/>
                  <a:pt x="727114" y="132277"/>
                  <a:pt x="729143" y="128620"/>
                </a:cubicBezTo>
                <a:cubicBezTo>
                  <a:pt x="731172" y="124964"/>
                  <a:pt x="732647" y="120864"/>
                  <a:pt x="733569" y="116320"/>
                </a:cubicBezTo>
                <a:cubicBezTo>
                  <a:pt x="734492" y="111776"/>
                  <a:pt x="734953" y="107177"/>
                  <a:pt x="734953" y="102523"/>
                </a:cubicBezTo>
                <a:close/>
                <a:moveTo>
                  <a:pt x="799819" y="151485"/>
                </a:moveTo>
                <a:cubicBezTo>
                  <a:pt x="799819" y="152075"/>
                  <a:pt x="799672" y="152574"/>
                  <a:pt x="799377" y="152982"/>
                </a:cubicBezTo>
                <a:cubicBezTo>
                  <a:pt x="799082" y="153388"/>
                  <a:pt x="798602" y="153738"/>
                  <a:pt x="797938" y="154033"/>
                </a:cubicBezTo>
                <a:cubicBezTo>
                  <a:pt x="797274" y="154328"/>
                  <a:pt x="796352" y="154550"/>
                  <a:pt x="795172" y="154697"/>
                </a:cubicBezTo>
                <a:cubicBezTo>
                  <a:pt x="793992" y="154845"/>
                  <a:pt x="792479" y="154918"/>
                  <a:pt x="790635" y="154918"/>
                </a:cubicBezTo>
                <a:cubicBezTo>
                  <a:pt x="788864" y="154918"/>
                  <a:pt x="787389" y="154845"/>
                  <a:pt x="786209" y="154697"/>
                </a:cubicBezTo>
                <a:cubicBezTo>
                  <a:pt x="785028" y="154550"/>
                  <a:pt x="784088" y="154328"/>
                  <a:pt x="783387" y="154033"/>
                </a:cubicBezTo>
                <a:cubicBezTo>
                  <a:pt x="782686" y="153738"/>
                  <a:pt x="782207" y="153388"/>
                  <a:pt x="781948" y="152982"/>
                </a:cubicBezTo>
                <a:cubicBezTo>
                  <a:pt x="781690" y="152574"/>
                  <a:pt x="781561" y="152075"/>
                  <a:pt x="781561" y="151485"/>
                </a:cubicBezTo>
                <a:lnTo>
                  <a:pt x="781561" y="3544"/>
                </a:lnTo>
                <a:cubicBezTo>
                  <a:pt x="781561" y="2954"/>
                  <a:pt x="781690" y="2438"/>
                  <a:pt x="781948" y="1995"/>
                </a:cubicBezTo>
                <a:cubicBezTo>
                  <a:pt x="782207" y="1550"/>
                  <a:pt x="782686" y="1180"/>
                  <a:pt x="783387" y="885"/>
                </a:cubicBezTo>
                <a:cubicBezTo>
                  <a:pt x="784088" y="590"/>
                  <a:pt x="785028" y="369"/>
                  <a:pt x="786209" y="221"/>
                </a:cubicBezTo>
                <a:cubicBezTo>
                  <a:pt x="787389" y="74"/>
                  <a:pt x="788864" y="0"/>
                  <a:pt x="790635" y="0"/>
                </a:cubicBezTo>
                <a:cubicBezTo>
                  <a:pt x="792479" y="0"/>
                  <a:pt x="793992" y="74"/>
                  <a:pt x="795172" y="221"/>
                </a:cubicBezTo>
                <a:cubicBezTo>
                  <a:pt x="796352" y="369"/>
                  <a:pt x="797274" y="590"/>
                  <a:pt x="797938" y="885"/>
                </a:cubicBezTo>
                <a:cubicBezTo>
                  <a:pt x="798602" y="1180"/>
                  <a:pt x="799082" y="1550"/>
                  <a:pt x="799377" y="1995"/>
                </a:cubicBezTo>
                <a:cubicBezTo>
                  <a:pt x="799672" y="2438"/>
                  <a:pt x="799819" y="2954"/>
                  <a:pt x="799819" y="3544"/>
                </a:cubicBezTo>
                <a:lnTo>
                  <a:pt x="799819" y="151485"/>
                </a:lnTo>
                <a:close/>
                <a:moveTo>
                  <a:pt x="918668" y="97377"/>
                </a:moveTo>
                <a:cubicBezTo>
                  <a:pt x="918668" y="100254"/>
                  <a:pt x="917949" y="102301"/>
                  <a:pt x="916510" y="103519"/>
                </a:cubicBezTo>
                <a:cubicBezTo>
                  <a:pt x="915072" y="104736"/>
                  <a:pt x="913430" y="105345"/>
                  <a:pt x="911586" y="105345"/>
                </a:cubicBezTo>
                <a:lnTo>
                  <a:pt x="846299" y="105345"/>
                </a:lnTo>
                <a:cubicBezTo>
                  <a:pt x="846299" y="110893"/>
                  <a:pt x="846852" y="115888"/>
                  <a:pt x="847959" y="120328"/>
                </a:cubicBezTo>
                <a:cubicBezTo>
                  <a:pt x="849065" y="124768"/>
                  <a:pt x="850910" y="128579"/>
                  <a:pt x="853492" y="131760"/>
                </a:cubicBezTo>
                <a:cubicBezTo>
                  <a:pt x="856074" y="134942"/>
                  <a:pt x="859430" y="137384"/>
                  <a:pt x="863561" y="139088"/>
                </a:cubicBezTo>
                <a:cubicBezTo>
                  <a:pt x="867693" y="140789"/>
                  <a:pt x="872746" y="141640"/>
                  <a:pt x="878721" y="141640"/>
                </a:cubicBezTo>
                <a:cubicBezTo>
                  <a:pt x="883443" y="141640"/>
                  <a:pt x="887648" y="141252"/>
                  <a:pt x="891336" y="140478"/>
                </a:cubicBezTo>
                <a:cubicBezTo>
                  <a:pt x="895025" y="139703"/>
                  <a:pt x="898215" y="138836"/>
                  <a:pt x="900908" y="137877"/>
                </a:cubicBezTo>
                <a:cubicBezTo>
                  <a:pt x="903600" y="136918"/>
                  <a:pt x="905814" y="136052"/>
                  <a:pt x="907547" y="135277"/>
                </a:cubicBezTo>
                <a:cubicBezTo>
                  <a:pt x="909281" y="134502"/>
                  <a:pt x="910590" y="134115"/>
                  <a:pt x="911475" y="134115"/>
                </a:cubicBezTo>
                <a:cubicBezTo>
                  <a:pt x="911992" y="134115"/>
                  <a:pt x="912453" y="134244"/>
                  <a:pt x="912859" y="134502"/>
                </a:cubicBezTo>
                <a:cubicBezTo>
                  <a:pt x="913264" y="134761"/>
                  <a:pt x="913578" y="135148"/>
                  <a:pt x="913799" y="135664"/>
                </a:cubicBezTo>
                <a:cubicBezTo>
                  <a:pt x="914021" y="136181"/>
                  <a:pt x="914187" y="136900"/>
                  <a:pt x="914297" y="137822"/>
                </a:cubicBezTo>
                <a:cubicBezTo>
                  <a:pt x="914408" y="138744"/>
                  <a:pt x="914463" y="139869"/>
                  <a:pt x="914463" y="141197"/>
                </a:cubicBezTo>
                <a:cubicBezTo>
                  <a:pt x="914463" y="142156"/>
                  <a:pt x="914426" y="142986"/>
                  <a:pt x="914352" y="143687"/>
                </a:cubicBezTo>
                <a:cubicBezTo>
                  <a:pt x="914279" y="144388"/>
                  <a:pt x="914187" y="145015"/>
                  <a:pt x="914076" y="145568"/>
                </a:cubicBezTo>
                <a:cubicBezTo>
                  <a:pt x="913965" y="146121"/>
                  <a:pt x="913781" y="146619"/>
                  <a:pt x="913523" y="147062"/>
                </a:cubicBezTo>
                <a:cubicBezTo>
                  <a:pt x="913264" y="147504"/>
                  <a:pt x="912932" y="147929"/>
                  <a:pt x="912527" y="148334"/>
                </a:cubicBezTo>
                <a:cubicBezTo>
                  <a:pt x="912121" y="148740"/>
                  <a:pt x="910922" y="149404"/>
                  <a:pt x="908930" y="150326"/>
                </a:cubicBezTo>
                <a:cubicBezTo>
                  <a:pt x="906939" y="151248"/>
                  <a:pt x="904357" y="152152"/>
                  <a:pt x="901184" y="153037"/>
                </a:cubicBezTo>
                <a:cubicBezTo>
                  <a:pt x="898012" y="153922"/>
                  <a:pt x="894342" y="154716"/>
                  <a:pt x="890174" y="155416"/>
                </a:cubicBezTo>
                <a:cubicBezTo>
                  <a:pt x="886006" y="156117"/>
                  <a:pt x="881561" y="156468"/>
                  <a:pt x="876840" y="156468"/>
                </a:cubicBezTo>
                <a:cubicBezTo>
                  <a:pt x="868652" y="156468"/>
                  <a:pt x="861477" y="155323"/>
                  <a:pt x="855318" y="153034"/>
                </a:cubicBezTo>
                <a:cubicBezTo>
                  <a:pt x="849158" y="150745"/>
                  <a:pt x="843975" y="147348"/>
                  <a:pt x="839770" y="142843"/>
                </a:cubicBezTo>
                <a:cubicBezTo>
                  <a:pt x="835565" y="138338"/>
                  <a:pt x="832393" y="132689"/>
                  <a:pt x="830254" y="125895"/>
                </a:cubicBezTo>
                <a:cubicBezTo>
                  <a:pt x="828115" y="119102"/>
                  <a:pt x="827045" y="111200"/>
                  <a:pt x="827045" y="102191"/>
                </a:cubicBezTo>
                <a:cubicBezTo>
                  <a:pt x="827045" y="93624"/>
                  <a:pt x="828151" y="85926"/>
                  <a:pt x="830365" y="79095"/>
                </a:cubicBezTo>
                <a:cubicBezTo>
                  <a:pt x="832578" y="72264"/>
                  <a:pt x="835768" y="66467"/>
                  <a:pt x="839936" y="61705"/>
                </a:cubicBezTo>
                <a:cubicBezTo>
                  <a:pt x="844104" y="56942"/>
                  <a:pt x="849139" y="53287"/>
                  <a:pt x="855041" y="50739"/>
                </a:cubicBezTo>
                <a:cubicBezTo>
                  <a:pt x="860943" y="48192"/>
                  <a:pt x="867545" y="46918"/>
                  <a:pt x="874848" y="46918"/>
                </a:cubicBezTo>
                <a:cubicBezTo>
                  <a:pt x="882668" y="46918"/>
                  <a:pt x="889326" y="48172"/>
                  <a:pt x="894822" y="50680"/>
                </a:cubicBezTo>
                <a:cubicBezTo>
                  <a:pt x="900318" y="53189"/>
                  <a:pt x="904836" y="56564"/>
                  <a:pt x="908377" y="60805"/>
                </a:cubicBezTo>
                <a:cubicBezTo>
                  <a:pt x="911918" y="65047"/>
                  <a:pt x="914518" y="70027"/>
                  <a:pt x="916178" y="75744"/>
                </a:cubicBezTo>
                <a:cubicBezTo>
                  <a:pt x="917838" y="81461"/>
                  <a:pt x="918668" y="87566"/>
                  <a:pt x="918668" y="94058"/>
                </a:cubicBezTo>
                <a:lnTo>
                  <a:pt x="918668" y="97377"/>
                </a:lnTo>
                <a:moveTo>
                  <a:pt x="900299" y="91955"/>
                </a:moveTo>
                <a:cubicBezTo>
                  <a:pt x="900520" y="82365"/>
                  <a:pt x="898400" y="74840"/>
                  <a:pt x="893936" y="69381"/>
                </a:cubicBezTo>
                <a:cubicBezTo>
                  <a:pt x="889473" y="63922"/>
                  <a:pt x="882852" y="61193"/>
                  <a:pt x="874074" y="61193"/>
                </a:cubicBezTo>
                <a:cubicBezTo>
                  <a:pt x="869574" y="61193"/>
                  <a:pt x="865627" y="62041"/>
                  <a:pt x="862234" y="63738"/>
                </a:cubicBezTo>
                <a:cubicBezTo>
                  <a:pt x="858840" y="65435"/>
                  <a:pt x="856000" y="67685"/>
                  <a:pt x="853713" y="70488"/>
                </a:cubicBezTo>
                <a:cubicBezTo>
                  <a:pt x="851426" y="73291"/>
                  <a:pt x="849656" y="76556"/>
                  <a:pt x="848402" y="80281"/>
                </a:cubicBezTo>
                <a:cubicBezTo>
                  <a:pt x="847147" y="84006"/>
                  <a:pt x="846447" y="87898"/>
                  <a:pt x="846299" y="91955"/>
                </a:cubicBezTo>
                <a:lnTo>
                  <a:pt x="900299" y="91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Method">
            <a:extLst xmlns:a="http://schemas.openxmlformats.org/drawingml/2006/main">
              <a:ext uri="{FF2B5EF4-FFF2-40B4-BE49-F238E27FC236}">
                <a16:creationId xmlns:a16="http://schemas.microsoft.com/office/drawing/2014/main" id="{F344C7B0-7D53-49F0-8704-1AF7F2B2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101" y="2756995"/>
            <a:ext cx="702802" cy="156468"/>
          </a:xfrm>
          <a:custGeom xmlns:a="http://schemas.openxmlformats.org/drawingml/2006/main">
            <a:pathLst>
              <a:path w="702802" h="156468">
                <a:moveTo>
                  <a:pt x="155693" y="151377"/>
                </a:moveTo>
                <a:cubicBezTo>
                  <a:pt x="155693" y="151968"/>
                  <a:pt x="155545" y="152484"/>
                  <a:pt x="155250" y="152927"/>
                </a:cubicBezTo>
                <a:cubicBezTo>
                  <a:pt x="154955" y="153369"/>
                  <a:pt x="154439" y="153720"/>
                  <a:pt x="153701" y="153978"/>
                </a:cubicBezTo>
                <a:cubicBezTo>
                  <a:pt x="152963" y="154236"/>
                  <a:pt x="152023" y="154457"/>
                  <a:pt x="150879" y="154642"/>
                </a:cubicBezTo>
                <a:cubicBezTo>
                  <a:pt x="149736" y="154826"/>
                  <a:pt x="148242" y="154918"/>
                  <a:pt x="146398" y="154918"/>
                </a:cubicBezTo>
                <a:cubicBezTo>
                  <a:pt x="144701" y="154918"/>
                  <a:pt x="143244" y="154826"/>
                  <a:pt x="142027" y="154642"/>
                </a:cubicBezTo>
                <a:cubicBezTo>
                  <a:pt x="140810" y="154457"/>
                  <a:pt x="139851" y="154236"/>
                  <a:pt x="139150" y="153978"/>
                </a:cubicBezTo>
                <a:cubicBezTo>
                  <a:pt x="138449" y="153720"/>
                  <a:pt x="137951" y="153369"/>
                  <a:pt x="137656" y="152927"/>
                </a:cubicBezTo>
                <a:cubicBezTo>
                  <a:pt x="137361" y="152484"/>
                  <a:pt x="137213" y="151968"/>
                  <a:pt x="137213" y="151377"/>
                </a:cubicBezTo>
                <a:lnTo>
                  <a:pt x="137213" y="26668"/>
                </a:lnTo>
                <a:lnTo>
                  <a:pt x="136992" y="26668"/>
                </a:lnTo>
                <a:lnTo>
                  <a:pt x="85980" y="151931"/>
                </a:lnTo>
                <a:cubicBezTo>
                  <a:pt x="85758" y="152447"/>
                  <a:pt x="85445" y="152890"/>
                  <a:pt x="85039" y="153259"/>
                </a:cubicBezTo>
                <a:cubicBezTo>
                  <a:pt x="84633" y="153627"/>
                  <a:pt x="84043" y="153941"/>
                  <a:pt x="83269" y="154199"/>
                </a:cubicBezTo>
                <a:cubicBezTo>
                  <a:pt x="82494" y="154457"/>
                  <a:pt x="81572" y="154642"/>
                  <a:pt x="80502" y="154752"/>
                </a:cubicBezTo>
                <a:cubicBezTo>
                  <a:pt x="79433" y="154863"/>
                  <a:pt x="78160" y="154918"/>
                  <a:pt x="76685" y="154918"/>
                </a:cubicBezTo>
                <a:cubicBezTo>
                  <a:pt x="75135" y="154918"/>
                  <a:pt x="73808" y="154845"/>
                  <a:pt x="72701" y="154697"/>
                </a:cubicBezTo>
                <a:cubicBezTo>
                  <a:pt x="71594" y="154550"/>
                  <a:pt x="70672" y="154347"/>
                  <a:pt x="69935" y="154088"/>
                </a:cubicBezTo>
                <a:cubicBezTo>
                  <a:pt x="69197" y="153830"/>
                  <a:pt x="68625" y="153517"/>
                  <a:pt x="68219" y="153148"/>
                </a:cubicBezTo>
                <a:cubicBezTo>
                  <a:pt x="67814" y="152779"/>
                  <a:pt x="67537" y="152373"/>
                  <a:pt x="67390" y="151931"/>
                </a:cubicBezTo>
                <a:lnTo>
                  <a:pt x="18590" y="26668"/>
                </a:lnTo>
                <a:lnTo>
                  <a:pt x="18480" y="26668"/>
                </a:lnTo>
                <a:lnTo>
                  <a:pt x="18480" y="151377"/>
                </a:lnTo>
                <a:cubicBezTo>
                  <a:pt x="18480" y="151968"/>
                  <a:pt x="18332" y="152484"/>
                  <a:pt x="18037" y="152927"/>
                </a:cubicBezTo>
                <a:cubicBezTo>
                  <a:pt x="17742" y="153369"/>
                  <a:pt x="17225" y="153720"/>
                  <a:pt x="16488" y="153978"/>
                </a:cubicBezTo>
                <a:cubicBezTo>
                  <a:pt x="15750" y="154236"/>
                  <a:pt x="14791" y="154457"/>
                  <a:pt x="13611" y="154642"/>
                </a:cubicBezTo>
                <a:cubicBezTo>
                  <a:pt x="12430" y="154826"/>
                  <a:pt x="10918" y="154918"/>
                  <a:pt x="9074" y="154918"/>
                </a:cubicBezTo>
                <a:cubicBezTo>
                  <a:pt x="7303" y="154918"/>
                  <a:pt x="5828" y="154826"/>
                  <a:pt x="4648" y="154642"/>
                </a:cubicBezTo>
                <a:cubicBezTo>
                  <a:pt x="3467" y="154457"/>
                  <a:pt x="2527" y="154236"/>
                  <a:pt x="1826" y="153978"/>
                </a:cubicBezTo>
                <a:cubicBezTo>
                  <a:pt x="1125" y="153720"/>
                  <a:pt x="645" y="153369"/>
                  <a:pt x="387" y="152927"/>
                </a:cubicBezTo>
                <a:cubicBezTo>
                  <a:pt x="129" y="152484"/>
                  <a:pt x="0" y="151968"/>
                  <a:pt x="0" y="151377"/>
                </a:cubicBezTo>
                <a:lnTo>
                  <a:pt x="0" y="19697"/>
                </a:lnTo>
                <a:cubicBezTo>
                  <a:pt x="0" y="16598"/>
                  <a:pt x="811" y="14385"/>
                  <a:pt x="2434" y="13057"/>
                </a:cubicBezTo>
                <a:cubicBezTo>
                  <a:pt x="4057" y="11730"/>
                  <a:pt x="5865" y="11066"/>
                  <a:pt x="7857" y="11066"/>
                </a:cubicBezTo>
                <a:lnTo>
                  <a:pt x="19365" y="11066"/>
                </a:lnTo>
                <a:cubicBezTo>
                  <a:pt x="21725" y="11066"/>
                  <a:pt x="23791" y="11287"/>
                  <a:pt x="25562" y="11730"/>
                </a:cubicBezTo>
                <a:cubicBezTo>
                  <a:pt x="27332" y="12172"/>
                  <a:pt x="28881" y="12873"/>
                  <a:pt x="30209" y="13832"/>
                </a:cubicBezTo>
                <a:cubicBezTo>
                  <a:pt x="31537" y="14791"/>
                  <a:pt x="32644" y="16008"/>
                  <a:pt x="33529" y="17484"/>
                </a:cubicBezTo>
                <a:cubicBezTo>
                  <a:pt x="34414" y="18959"/>
                  <a:pt x="35189" y="20693"/>
                  <a:pt x="35853" y="22684"/>
                </a:cubicBezTo>
                <a:lnTo>
                  <a:pt x="77349" y="126369"/>
                </a:lnTo>
                <a:lnTo>
                  <a:pt x="77902" y="126369"/>
                </a:lnTo>
                <a:lnTo>
                  <a:pt x="121058" y="23016"/>
                </a:lnTo>
                <a:cubicBezTo>
                  <a:pt x="121869" y="20803"/>
                  <a:pt x="122754" y="18922"/>
                  <a:pt x="123713" y="17373"/>
                </a:cubicBezTo>
                <a:cubicBezTo>
                  <a:pt x="124672" y="15824"/>
                  <a:pt x="125724" y="14588"/>
                  <a:pt x="126867" y="13666"/>
                </a:cubicBezTo>
                <a:cubicBezTo>
                  <a:pt x="128011" y="12744"/>
                  <a:pt x="129283" y="12080"/>
                  <a:pt x="130685" y="11674"/>
                </a:cubicBezTo>
                <a:cubicBezTo>
                  <a:pt x="132086" y="11268"/>
                  <a:pt x="133709" y="11066"/>
                  <a:pt x="135554" y="11066"/>
                </a:cubicBezTo>
                <a:lnTo>
                  <a:pt x="147615" y="11066"/>
                </a:lnTo>
                <a:cubicBezTo>
                  <a:pt x="148722" y="11066"/>
                  <a:pt x="149773" y="11232"/>
                  <a:pt x="150769" y="11564"/>
                </a:cubicBezTo>
                <a:cubicBezTo>
                  <a:pt x="151765" y="11896"/>
                  <a:pt x="152613" y="12412"/>
                  <a:pt x="153314" y="13113"/>
                </a:cubicBezTo>
                <a:cubicBezTo>
                  <a:pt x="154015" y="13814"/>
                  <a:pt x="154586" y="14699"/>
                  <a:pt x="155029" y="15768"/>
                </a:cubicBezTo>
                <a:cubicBezTo>
                  <a:pt x="155472" y="16838"/>
                  <a:pt x="155693" y="18148"/>
                  <a:pt x="155693" y="19697"/>
                </a:cubicBezTo>
                <a:lnTo>
                  <a:pt x="155693" y="151377"/>
                </a:lnTo>
                <a:close/>
                <a:moveTo>
                  <a:pt x="276645" y="97377"/>
                </a:moveTo>
                <a:cubicBezTo>
                  <a:pt x="276645" y="100254"/>
                  <a:pt x="275925" y="102301"/>
                  <a:pt x="274487" y="103519"/>
                </a:cubicBezTo>
                <a:cubicBezTo>
                  <a:pt x="273048" y="104736"/>
                  <a:pt x="271407" y="105345"/>
                  <a:pt x="269563" y="105345"/>
                </a:cubicBezTo>
                <a:lnTo>
                  <a:pt x="204276" y="105345"/>
                </a:lnTo>
                <a:cubicBezTo>
                  <a:pt x="204276" y="110893"/>
                  <a:pt x="204829" y="115888"/>
                  <a:pt x="205935" y="120328"/>
                </a:cubicBezTo>
                <a:cubicBezTo>
                  <a:pt x="207042" y="124768"/>
                  <a:pt x="208886" y="128579"/>
                  <a:pt x="211468" y="131760"/>
                </a:cubicBezTo>
                <a:cubicBezTo>
                  <a:pt x="214050" y="134942"/>
                  <a:pt x="217407" y="137384"/>
                  <a:pt x="221538" y="139088"/>
                </a:cubicBezTo>
                <a:cubicBezTo>
                  <a:pt x="225669" y="140789"/>
                  <a:pt x="230722" y="141640"/>
                  <a:pt x="236698" y="141640"/>
                </a:cubicBezTo>
                <a:cubicBezTo>
                  <a:pt x="241419" y="141640"/>
                  <a:pt x="245624" y="141252"/>
                  <a:pt x="249313" y="140478"/>
                </a:cubicBezTo>
                <a:cubicBezTo>
                  <a:pt x="253001" y="139703"/>
                  <a:pt x="256192" y="138836"/>
                  <a:pt x="258884" y="137877"/>
                </a:cubicBezTo>
                <a:cubicBezTo>
                  <a:pt x="261577" y="136918"/>
                  <a:pt x="263790" y="136052"/>
                  <a:pt x="265524" y="135277"/>
                </a:cubicBezTo>
                <a:cubicBezTo>
                  <a:pt x="267257" y="134502"/>
                  <a:pt x="268567" y="134115"/>
                  <a:pt x="269452" y="134115"/>
                </a:cubicBezTo>
                <a:cubicBezTo>
                  <a:pt x="269968" y="134115"/>
                  <a:pt x="270429" y="134244"/>
                  <a:pt x="270835" y="134502"/>
                </a:cubicBezTo>
                <a:cubicBezTo>
                  <a:pt x="271241" y="134761"/>
                  <a:pt x="271554" y="135148"/>
                  <a:pt x="271776" y="135664"/>
                </a:cubicBezTo>
                <a:cubicBezTo>
                  <a:pt x="271997" y="136181"/>
                  <a:pt x="272163" y="136900"/>
                  <a:pt x="272274" y="137822"/>
                </a:cubicBezTo>
                <a:cubicBezTo>
                  <a:pt x="272384" y="138744"/>
                  <a:pt x="272440" y="139869"/>
                  <a:pt x="272440" y="141197"/>
                </a:cubicBezTo>
                <a:cubicBezTo>
                  <a:pt x="272440" y="142156"/>
                  <a:pt x="272403" y="142986"/>
                  <a:pt x="272329" y="143687"/>
                </a:cubicBezTo>
                <a:cubicBezTo>
                  <a:pt x="272255" y="144388"/>
                  <a:pt x="272163" y="145015"/>
                  <a:pt x="272052" y="145568"/>
                </a:cubicBezTo>
                <a:cubicBezTo>
                  <a:pt x="271942" y="146121"/>
                  <a:pt x="271757" y="146619"/>
                  <a:pt x="271499" y="147062"/>
                </a:cubicBezTo>
                <a:cubicBezTo>
                  <a:pt x="271241" y="147504"/>
                  <a:pt x="270909" y="147929"/>
                  <a:pt x="270503" y="148334"/>
                </a:cubicBezTo>
                <a:cubicBezTo>
                  <a:pt x="270097" y="148740"/>
                  <a:pt x="268899" y="149404"/>
                  <a:pt x="266907" y="150326"/>
                </a:cubicBezTo>
                <a:cubicBezTo>
                  <a:pt x="264915" y="151248"/>
                  <a:pt x="262333" y="152152"/>
                  <a:pt x="259161" y="153037"/>
                </a:cubicBezTo>
                <a:cubicBezTo>
                  <a:pt x="255989" y="153922"/>
                  <a:pt x="252319" y="154716"/>
                  <a:pt x="248151" y="155416"/>
                </a:cubicBezTo>
                <a:cubicBezTo>
                  <a:pt x="243983" y="156117"/>
                  <a:pt x="239538" y="156468"/>
                  <a:pt x="234817" y="156468"/>
                </a:cubicBezTo>
                <a:cubicBezTo>
                  <a:pt x="226628" y="156468"/>
                  <a:pt x="219454" y="155323"/>
                  <a:pt x="213294" y="153034"/>
                </a:cubicBezTo>
                <a:cubicBezTo>
                  <a:pt x="207134" y="150745"/>
                  <a:pt x="201952" y="147348"/>
                  <a:pt x="197747" y="142843"/>
                </a:cubicBezTo>
                <a:cubicBezTo>
                  <a:pt x="193542" y="138338"/>
                  <a:pt x="190370" y="132689"/>
                  <a:pt x="188231" y="125895"/>
                </a:cubicBezTo>
                <a:cubicBezTo>
                  <a:pt x="186091" y="119102"/>
                  <a:pt x="185021" y="111200"/>
                  <a:pt x="185021" y="102191"/>
                </a:cubicBezTo>
                <a:cubicBezTo>
                  <a:pt x="185021" y="93624"/>
                  <a:pt x="186128" y="85926"/>
                  <a:pt x="188341" y="79095"/>
                </a:cubicBezTo>
                <a:cubicBezTo>
                  <a:pt x="190554" y="72264"/>
                  <a:pt x="193745" y="66467"/>
                  <a:pt x="197913" y="61705"/>
                </a:cubicBezTo>
                <a:cubicBezTo>
                  <a:pt x="202081" y="56942"/>
                  <a:pt x="207116" y="53287"/>
                  <a:pt x="213017" y="50739"/>
                </a:cubicBezTo>
                <a:cubicBezTo>
                  <a:pt x="218919" y="48192"/>
                  <a:pt x="225522" y="46918"/>
                  <a:pt x="232825" y="46918"/>
                </a:cubicBezTo>
                <a:cubicBezTo>
                  <a:pt x="240645" y="46918"/>
                  <a:pt x="247302" y="48172"/>
                  <a:pt x="252798" y="50680"/>
                </a:cubicBezTo>
                <a:cubicBezTo>
                  <a:pt x="258294" y="53189"/>
                  <a:pt x="262813" y="56564"/>
                  <a:pt x="266354" y="60805"/>
                </a:cubicBezTo>
                <a:cubicBezTo>
                  <a:pt x="269895" y="65047"/>
                  <a:pt x="272495" y="70027"/>
                  <a:pt x="274155" y="75744"/>
                </a:cubicBezTo>
                <a:cubicBezTo>
                  <a:pt x="275815" y="81461"/>
                  <a:pt x="276645" y="87566"/>
                  <a:pt x="276645" y="94058"/>
                </a:cubicBezTo>
                <a:lnTo>
                  <a:pt x="276645" y="97377"/>
                </a:lnTo>
                <a:moveTo>
                  <a:pt x="258276" y="91955"/>
                </a:moveTo>
                <a:cubicBezTo>
                  <a:pt x="258497" y="82365"/>
                  <a:pt x="256376" y="74840"/>
                  <a:pt x="251913" y="69381"/>
                </a:cubicBezTo>
                <a:cubicBezTo>
                  <a:pt x="247450" y="63922"/>
                  <a:pt x="240829" y="61193"/>
                  <a:pt x="232050" y="61193"/>
                </a:cubicBezTo>
                <a:cubicBezTo>
                  <a:pt x="227550" y="61193"/>
                  <a:pt x="223604" y="62041"/>
                  <a:pt x="220210" y="63738"/>
                </a:cubicBezTo>
                <a:cubicBezTo>
                  <a:pt x="216817" y="65435"/>
                  <a:pt x="213976" y="67685"/>
                  <a:pt x="211690" y="70488"/>
                </a:cubicBezTo>
                <a:cubicBezTo>
                  <a:pt x="209403" y="73291"/>
                  <a:pt x="207632" y="76556"/>
                  <a:pt x="206378" y="80281"/>
                </a:cubicBezTo>
                <a:cubicBezTo>
                  <a:pt x="205124" y="84006"/>
                  <a:pt x="204423" y="87898"/>
                  <a:pt x="204276" y="91955"/>
                </a:cubicBezTo>
                <a:lnTo>
                  <a:pt x="258276" y="91955"/>
                </a:lnTo>
                <a:close/>
                <a:moveTo>
                  <a:pt x="354947" y="144295"/>
                </a:moveTo>
                <a:cubicBezTo>
                  <a:pt x="354947" y="146435"/>
                  <a:pt x="354799" y="148131"/>
                  <a:pt x="354504" y="149386"/>
                </a:cubicBezTo>
                <a:cubicBezTo>
                  <a:pt x="354209" y="150640"/>
                  <a:pt x="353766" y="151562"/>
                  <a:pt x="353176" y="152152"/>
                </a:cubicBezTo>
                <a:cubicBezTo>
                  <a:pt x="352586" y="152742"/>
                  <a:pt x="351701" y="153295"/>
                  <a:pt x="350520" y="153812"/>
                </a:cubicBezTo>
                <a:cubicBezTo>
                  <a:pt x="349340" y="154328"/>
                  <a:pt x="347994" y="154752"/>
                  <a:pt x="346481" y="155084"/>
                </a:cubicBezTo>
                <a:cubicBezTo>
                  <a:pt x="344969" y="155416"/>
                  <a:pt x="343365" y="155693"/>
                  <a:pt x="341668" y="155914"/>
                </a:cubicBezTo>
                <a:cubicBezTo>
                  <a:pt x="339971" y="156136"/>
                  <a:pt x="338274" y="156246"/>
                  <a:pt x="336578" y="156246"/>
                </a:cubicBezTo>
                <a:cubicBezTo>
                  <a:pt x="331414" y="156246"/>
                  <a:pt x="326988" y="155563"/>
                  <a:pt x="323299" y="154196"/>
                </a:cubicBezTo>
                <a:cubicBezTo>
                  <a:pt x="319610" y="152826"/>
                  <a:pt x="316586" y="150755"/>
                  <a:pt x="314225" y="147982"/>
                </a:cubicBezTo>
                <a:cubicBezTo>
                  <a:pt x="311865" y="145208"/>
                  <a:pt x="310149" y="141696"/>
                  <a:pt x="309080" y="137445"/>
                </a:cubicBezTo>
                <a:cubicBezTo>
                  <a:pt x="308010" y="133194"/>
                  <a:pt x="307475" y="128185"/>
                  <a:pt x="307475" y="122417"/>
                </a:cubicBezTo>
                <a:lnTo>
                  <a:pt x="307475" y="64070"/>
                </a:lnTo>
                <a:lnTo>
                  <a:pt x="293533" y="64070"/>
                </a:lnTo>
                <a:cubicBezTo>
                  <a:pt x="292426" y="64070"/>
                  <a:pt x="291541" y="63480"/>
                  <a:pt x="290877" y="62299"/>
                </a:cubicBezTo>
                <a:cubicBezTo>
                  <a:pt x="290213" y="61119"/>
                  <a:pt x="289881" y="59201"/>
                  <a:pt x="289881" y="56545"/>
                </a:cubicBezTo>
                <a:cubicBezTo>
                  <a:pt x="289881" y="55144"/>
                  <a:pt x="289973" y="53963"/>
                  <a:pt x="290158" y="53004"/>
                </a:cubicBezTo>
                <a:cubicBezTo>
                  <a:pt x="290342" y="52045"/>
                  <a:pt x="290582" y="51252"/>
                  <a:pt x="290877" y="50625"/>
                </a:cubicBezTo>
                <a:cubicBezTo>
                  <a:pt x="291172" y="49998"/>
                  <a:pt x="291559" y="49555"/>
                  <a:pt x="292039" y="49297"/>
                </a:cubicBezTo>
                <a:cubicBezTo>
                  <a:pt x="292518" y="49039"/>
                  <a:pt x="293053" y="48910"/>
                  <a:pt x="293643" y="48910"/>
                </a:cubicBezTo>
                <a:lnTo>
                  <a:pt x="307475" y="48910"/>
                </a:lnTo>
                <a:lnTo>
                  <a:pt x="307475" y="25230"/>
                </a:lnTo>
                <a:cubicBezTo>
                  <a:pt x="307475" y="24713"/>
                  <a:pt x="307604" y="24234"/>
                  <a:pt x="307863" y="23791"/>
                </a:cubicBezTo>
                <a:cubicBezTo>
                  <a:pt x="308121" y="23348"/>
                  <a:pt x="308600" y="22961"/>
                  <a:pt x="309301" y="22629"/>
                </a:cubicBezTo>
                <a:cubicBezTo>
                  <a:pt x="310002" y="22297"/>
                  <a:pt x="310942" y="22057"/>
                  <a:pt x="312123" y="21910"/>
                </a:cubicBezTo>
                <a:cubicBezTo>
                  <a:pt x="313303" y="21762"/>
                  <a:pt x="314779" y="21689"/>
                  <a:pt x="316549" y="21689"/>
                </a:cubicBezTo>
                <a:cubicBezTo>
                  <a:pt x="318393" y="21689"/>
                  <a:pt x="319906" y="21762"/>
                  <a:pt x="321086" y="21910"/>
                </a:cubicBezTo>
                <a:cubicBezTo>
                  <a:pt x="322266" y="22057"/>
                  <a:pt x="323188" y="22297"/>
                  <a:pt x="323852" y="22629"/>
                </a:cubicBezTo>
                <a:cubicBezTo>
                  <a:pt x="324516" y="22961"/>
                  <a:pt x="324996" y="23348"/>
                  <a:pt x="325291" y="23791"/>
                </a:cubicBezTo>
                <a:cubicBezTo>
                  <a:pt x="325586" y="24234"/>
                  <a:pt x="325733" y="24713"/>
                  <a:pt x="325733" y="25230"/>
                </a:cubicBezTo>
                <a:lnTo>
                  <a:pt x="325733" y="48910"/>
                </a:lnTo>
                <a:lnTo>
                  <a:pt x="351295" y="48910"/>
                </a:lnTo>
                <a:cubicBezTo>
                  <a:pt x="351885" y="48910"/>
                  <a:pt x="352402" y="49039"/>
                  <a:pt x="352844" y="49297"/>
                </a:cubicBezTo>
                <a:cubicBezTo>
                  <a:pt x="353287" y="49555"/>
                  <a:pt x="353674" y="49998"/>
                  <a:pt x="354006" y="50625"/>
                </a:cubicBezTo>
                <a:cubicBezTo>
                  <a:pt x="354338" y="51252"/>
                  <a:pt x="354578" y="52045"/>
                  <a:pt x="354725" y="53004"/>
                </a:cubicBezTo>
                <a:cubicBezTo>
                  <a:pt x="354873" y="53963"/>
                  <a:pt x="354947" y="55144"/>
                  <a:pt x="354947" y="56545"/>
                </a:cubicBezTo>
                <a:cubicBezTo>
                  <a:pt x="354947" y="59201"/>
                  <a:pt x="354615" y="61119"/>
                  <a:pt x="353951" y="62299"/>
                </a:cubicBezTo>
                <a:cubicBezTo>
                  <a:pt x="353287" y="63480"/>
                  <a:pt x="352402" y="64070"/>
                  <a:pt x="351295" y="64070"/>
                </a:cubicBezTo>
                <a:lnTo>
                  <a:pt x="325733" y="64070"/>
                </a:lnTo>
                <a:lnTo>
                  <a:pt x="325733" y="119782"/>
                </a:lnTo>
                <a:cubicBezTo>
                  <a:pt x="325733" y="126661"/>
                  <a:pt x="326748" y="131858"/>
                  <a:pt x="328776" y="135374"/>
                </a:cubicBezTo>
                <a:cubicBezTo>
                  <a:pt x="330805" y="138887"/>
                  <a:pt x="334438" y="140644"/>
                  <a:pt x="339676" y="140644"/>
                </a:cubicBezTo>
                <a:cubicBezTo>
                  <a:pt x="341373" y="140644"/>
                  <a:pt x="342885" y="140478"/>
                  <a:pt x="344213" y="140146"/>
                </a:cubicBezTo>
                <a:cubicBezTo>
                  <a:pt x="345541" y="139814"/>
                  <a:pt x="346721" y="139463"/>
                  <a:pt x="347754" y="139095"/>
                </a:cubicBezTo>
                <a:cubicBezTo>
                  <a:pt x="348787" y="138726"/>
                  <a:pt x="349672" y="138375"/>
                  <a:pt x="350410" y="138043"/>
                </a:cubicBezTo>
                <a:cubicBezTo>
                  <a:pt x="351147" y="137711"/>
                  <a:pt x="351811" y="137545"/>
                  <a:pt x="352402" y="137545"/>
                </a:cubicBezTo>
                <a:cubicBezTo>
                  <a:pt x="352770" y="137545"/>
                  <a:pt x="353121" y="137638"/>
                  <a:pt x="353453" y="137822"/>
                </a:cubicBezTo>
                <a:cubicBezTo>
                  <a:pt x="353785" y="138006"/>
                  <a:pt x="354043" y="138357"/>
                  <a:pt x="354227" y="138873"/>
                </a:cubicBezTo>
                <a:cubicBezTo>
                  <a:pt x="354412" y="139390"/>
                  <a:pt x="354578" y="140090"/>
                  <a:pt x="354725" y="140976"/>
                </a:cubicBezTo>
                <a:cubicBezTo>
                  <a:pt x="354873" y="141861"/>
                  <a:pt x="354947" y="142968"/>
                  <a:pt x="354947" y="144295"/>
                </a:cubicBezTo>
                <a:close/>
                <a:moveTo>
                  <a:pt x="464837" y="151488"/>
                </a:moveTo>
                <a:cubicBezTo>
                  <a:pt x="464837" y="152078"/>
                  <a:pt x="464689" y="152576"/>
                  <a:pt x="464394" y="152982"/>
                </a:cubicBezTo>
                <a:cubicBezTo>
                  <a:pt x="464099" y="153388"/>
                  <a:pt x="463620" y="153738"/>
                  <a:pt x="462956" y="154033"/>
                </a:cubicBezTo>
                <a:cubicBezTo>
                  <a:pt x="462292" y="154328"/>
                  <a:pt x="461370" y="154550"/>
                  <a:pt x="460189" y="154697"/>
                </a:cubicBezTo>
                <a:cubicBezTo>
                  <a:pt x="459009" y="154845"/>
                  <a:pt x="457534" y="154918"/>
                  <a:pt x="455763" y="154918"/>
                </a:cubicBezTo>
                <a:cubicBezTo>
                  <a:pt x="453919" y="154918"/>
                  <a:pt x="452407" y="154845"/>
                  <a:pt x="451226" y="154697"/>
                </a:cubicBezTo>
                <a:cubicBezTo>
                  <a:pt x="450046" y="154550"/>
                  <a:pt x="449124" y="154328"/>
                  <a:pt x="448460" y="154033"/>
                </a:cubicBezTo>
                <a:cubicBezTo>
                  <a:pt x="447796" y="153738"/>
                  <a:pt x="447316" y="153388"/>
                  <a:pt x="447021" y="152982"/>
                </a:cubicBezTo>
                <a:cubicBezTo>
                  <a:pt x="446726" y="152576"/>
                  <a:pt x="446579" y="152078"/>
                  <a:pt x="446579" y="151488"/>
                </a:cubicBezTo>
                <a:lnTo>
                  <a:pt x="446579" y="93172"/>
                </a:lnTo>
                <a:cubicBezTo>
                  <a:pt x="446579" y="87492"/>
                  <a:pt x="446136" y="82918"/>
                  <a:pt x="445251" y="79451"/>
                </a:cubicBezTo>
                <a:cubicBezTo>
                  <a:pt x="444366" y="75984"/>
                  <a:pt x="443075" y="72996"/>
                  <a:pt x="441378" y="70488"/>
                </a:cubicBezTo>
                <a:cubicBezTo>
                  <a:pt x="439681" y="67980"/>
                  <a:pt x="437486" y="66062"/>
                  <a:pt x="434794" y="64734"/>
                </a:cubicBezTo>
                <a:cubicBezTo>
                  <a:pt x="432101" y="63406"/>
                  <a:pt x="428984" y="62742"/>
                  <a:pt x="425443" y="62742"/>
                </a:cubicBezTo>
                <a:cubicBezTo>
                  <a:pt x="420870" y="62742"/>
                  <a:pt x="416296" y="64365"/>
                  <a:pt x="411722" y="67611"/>
                </a:cubicBezTo>
                <a:cubicBezTo>
                  <a:pt x="407148" y="70857"/>
                  <a:pt x="402353" y="75615"/>
                  <a:pt x="397337" y="81885"/>
                </a:cubicBezTo>
                <a:lnTo>
                  <a:pt x="397337" y="151488"/>
                </a:lnTo>
                <a:cubicBezTo>
                  <a:pt x="397337" y="152078"/>
                  <a:pt x="397189" y="152576"/>
                  <a:pt x="396894" y="152982"/>
                </a:cubicBezTo>
                <a:cubicBezTo>
                  <a:pt x="396599" y="153388"/>
                  <a:pt x="396120" y="153738"/>
                  <a:pt x="395456" y="154033"/>
                </a:cubicBezTo>
                <a:cubicBezTo>
                  <a:pt x="394792" y="154328"/>
                  <a:pt x="393870" y="154550"/>
                  <a:pt x="392689" y="154697"/>
                </a:cubicBezTo>
                <a:cubicBezTo>
                  <a:pt x="391509" y="154845"/>
                  <a:pt x="389997" y="154918"/>
                  <a:pt x="388152" y="154918"/>
                </a:cubicBezTo>
                <a:cubicBezTo>
                  <a:pt x="386382" y="154918"/>
                  <a:pt x="384906" y="154845"/>
                  <a:pt x="383726" y="154697"/>
                </a:cubicBezTo>
                <a:cubicBezTo>
                  <a:pt x="382546" y="154550"/>
                  <a:pt x="381605" y="154328"/>
                  <a:pt x="380904" y="154033"/>
                </a:cubicBezTo>
                <a:cubicBezTo>
                  <a:pt x="380204" y="153738"/>
                  <a:pt x="379724" y="153388"/>
                  <a:pt x="379466" y="152982"/>
                </a:cubicBezTo>
                <a:cubicBezTo>
                  <a:pt x="379208" y="152574"/>
                  <a:pt x="379079" y="152075"/>
                  <a:pt x="379079" y="151485"/>
                </a:cubicBezTo>
                <a:lnTo>
                  <a:pt x="379079" y="3544"/>
                </a:lnTo>
                <a:cubicBezTo>
                  <a:pt x="379079" y="2954"/>
                  <a:pt x="379208" y="2438"/>
                  <a:pt x="379466" y="1995"/>
                </a:cubicBezTo>
                <a:cubicBezTo>
                  <a:pt x="379724" y="1550"/>
                  <a:pt x="380204" y="1180"/>
                  <a:pt x="380904" y="885"/>
                </a:cubicBezTo>
                <a:cubicBezTo>
                  <a:pt x="381605" y="590"/>
                  <a:pt x="382546" y="369"/>
                  <a:pt x="383726" y="221"/>
                </a:cubicBezTo>
                <a:cubicBezTo>
                  <a:pt x="384906" y="74"/>
                  <a:pt x="386382" y="0"/>
                  <a:pt x="388152" y="0"/>
                </a:cubicBezTo>
                <a:cubicBezTo>
                  <a:pt x="389997" y="0"/>
                  <a:pt x="391509" y="74"/>
                  <a:pt x="392689" y="221"/>
                </a:cubicBezTo>
                <a:cubicBezTo>
                  <a:pt x="393870" y="369"/>
                  <a:pt x="394792" y="591"/>
                  <a:pt x="395456" y="889"/>
                </a:cubicBezTo>
                <a:cubicBezTo>
                  <a:pt x="396120" y="1184"/>
                  <a:pt x="396599" y="1553"/>
                  <a:pt x="396894" y="1995"/>
                </a:cubicBezTo>
                <a:cubicBezTo>
                  <a:pt x="397189" y="2438"/>
                  <a:pt x="397337" y="2955"/>
                  <a:pt x="397337" y="3548"/>
                </a:cubicBezTo>
                <a:lnTo>
                  <a:pt x="397337" y="63295"/>
                </a:lnTo>
                <a:cubicBezTo>
                  <a:pt x="402575" y="57762"/>
                  <a:pt x="407849" y="53650"/>
                  <a:pt x="413161" y="50957"/>
                </a:cubicBezTo>
                <a:cubicBezTo>
                  <a:pt x="418472" y="48264"/>
                  <a:pt x="423820" y="46918"/>
                  <a:pt x="429206" y="46918"/>
                </a:cubicBezTo>
                <a:cubicBezTo>
                  <a:pt x="435845" y="46918"/>
                  <a:pt x="441433" y="48043"/>
                  <a:pt x="445970" y="50293"/>
                </a:cubicBezTo>
                <a:cubicBezTo>
                  <a:pt x="450507" y="52543"/>
                  <a:pt x="454177" y="55549"/>
                  <a:pt x="456980" y="59312"/>
                </a:cubicBezTo>
                <a:cubicBezTo>
                  <a:pt x="459784" y="63074"/>
                  <a:pt x="461794" y="67482"/>
                  <a:pt x="463011" y="72535"/>
                </a:cubicBezTo>
                <a:cubicBezTo>
                  <a:pt x="464228" y="77588"/>
                  <a:pt x="464837" y="83693"/>
                  <a:pt x="464837" y="90849"/>
                </a:cubicBezTo>
                <a:lnTo>
                  <a:pt x="464837" y="151488"/>
                </a:lnTo>
                <a:close/>
                <a:moveTo>
                  <a:pt x="590675" y="100642"/>
                </a:moveTo>
                <a:cubicBezTo>
                  <a:pt x="590675" y="108763"/>
                  <a:pt x="589605" y="116240"/>
                  <a:pt x="587466" y="123070"/>
                </a:cubicBezTo>
                <a:cubicBezTo>
                  <a:pt x="585326" y="129901"/>
                  <a:pt x="582136" y="135791"/>
                  <a:pt x="577894" y="140741"/>
                </a:cubicBezTo>
                <a:cubicBezTo>
                  <a:pt x="573652" y="145688"/>
                  <a:pt x="568341" y="149546"/>
                  <a:pt x="561960" y="152315"/>
                </a:cubicBezTo>
                <a:cubicBezTo>
                  <a:pt x="555578" y="155083"/>
                  <a:pt x="548183" y="156468"/>
                  <a:pt x="539773" y="156468"/>
                </a:cubicBezTo>
                <a:cubicBezTo>
                  <a:pt x="531584" y="156468"/>
                  <a:pt x="524447" y="155249"/>
                  <a:pt x="518361" y="152812"/>
                </a:cubicBezTo>
                <a:cubicBezTo>
                  <a:pt x="512275" y="150376"/>
                  <a:pt x="507203" y="146831"/>
                  <a:pt x="503146" y="142179"/>
                </a:cubicBezTo>
                <a:cubicBezTo>
                  <a:pt x="499089" y="137527"/>
                  <a:pt x="496064" y="131878"/>
                  <a:pt x="494072" y="125231"/>
                </a:cubicBezTo>
                <a:cubicBezTo>
                  <a:pt x="492080" y="118585"/>
                  <a:pt x="491084" y="111053"/>
                  <a:pt x="491084" y="102633"/>
                </a:cubicBezTo>
                <a:cubicBezTo>
                  <a:pt x="491084" y="94512"/>
                  <a:pt x="492136" y="87036"/>
                  <a:pt x="494238" y="80205"/>
                </a:cubicBezTo>
                <a:cubicBezTo>
                  <a:pt x="496341" y="73374"/>
                  <a:pt x="499513" y="67485"/>
                  <a:pt x="503755" y="62538"/>
                </a:cubicBezTo>
                <a:cubicBezTo>
                  <a:pt x="507996" y="57588"/>
                  <a:pt x="513289" y="53748"/>
                  <a:pt x="519634" y="51016"/>
                </a:cubicBezTo>
                <a:cubicBezTo>
                  <a:pt x="525978" y="48284"/>
                  <a:pt x="533392" y="46918"/>
                  <a:pt x="541876" y="46918"/>
                </a:cubicBezTo>
                <a:cubicBezTo>
                  <a:pt x="550064" y="46918"/>
                  <a:pt x="557201" y="48137"/>
                  <a:pt x="563287" y="50573"/>
                </a:cubicBezTo>
                <a:cubicBezTo>
                  <a:pt x="569374" y="53010"/>
                  <a:pt x="574445" y="56554"/>
                  <a:pt x="578503" y="61207"/>
                </a:cubicBezTo>
                <a:cubicBezTo>
                  <a:pt x="582560" y="65859"/>
                  <a:pt x="585603" y="71508"/>
                  <a:pt x="587632" y="78154"/>
                </a:cubicBezTo>
                <a:cubicBezTo>
                  <a:pt x="589660" y="84801"/>
                  <a:pt x="590675" y="92296"/>
                  <a:pt x="590675" y="100642"/>
                </a:cubicBezTo>
                <a:moveTo>
                  <a:pt x="571421" y="101859"/>
                </a:moveTo>
                <a:cubicBezTo>
                  <a:pt x="571421" y="96467"/>
                  <a:pt x="570923" y="91370"/>
                  <a:pt x="569927" y="86568"/>
                </a:cubicBezTo>
                <a:cubicBezTo>
                  <a:pt x="568931" y="81766"/>
                  <a:pt x="567290" y="77555"/>
                  <a:pt x="565003" y="73935"/>
                </a:cubicBezTo>
                <a:cubicBezTo>
                  <a:pt x="562716" y="70316"/>
                  <a:pt x="559617" y="67454"/>
                  <a:pt x="555708" y="65349"/>
                </a:cubicBezTo>
                <a:cubicBezTo>
                  <a:pt x="551798" y="63242"/>
                  <a:pt x="546929" y="62189"/>
                  <a:pt x="541101" y="62189"/>
                </a:cubicBezTo>
                <a:cubicBezTo>
                  <a:pt x="535716" y="62189"/>
                  <a:pt x="531087" y="63149"/>
                  <a:pt x="527214" y="65069"/>
                </a:cubicBezTo>
                <a:cubicBezTo>
                  <a:pt x="523341" y="66990"/>
                  <a:pt x="520150" y="69705"/>
                  <a:pt x="517642" y="73216"/>
                </a:cubicBezTo>
                <a:cubicBezTo>
                  <a:pt x="515134" y="76725"/>
                  <a:pt x="513271" y="80880"/>
                  <a:pt x="512054" y="85682"/>
                </a:cubicBezTo>
                <a:cubicBezTo>
                  <a:pt x="510837" y="90482"/>
                  <a:pt x="510228" y="95727"/>
                  <a:pt x="510228" y="101416"/>
                </a:cubicBezTo>
                <a:cubicBezTo>
                  <a:pt x="510228" y="106882"/>
                  <a:pt x="510726" y="112016"/>
                  <a:pt x="511722" y="116818"/>
                </a:cubicBezTo>
                <a:cubicBezTo>
                  <a:pt x="512718" y="121620"/>
                  <a:pt x="514377" y="125812"/>
                  <a:pt x="516701" y="129395"/>
                </a:cubicBezTo>
                <a:cubicBezTo>
                  <a:pt x="519025" y="132977"/>
                  <a:pt x="522142" y="135822"/>
                  <a:pt x="526052" y="137929"/>
                </a:cubicBezTo>
                <a:cubicBezTo>
                  <a:pt x="529962" y="140034"/>
                  <a:pt x="534830" y="141086"/>
                  <a:pt x="540658" y="141086"/>
                </a:cubicBezTo>
                <a:cubicBezTo>
                  <a:pt x="545970" y="141086"/>
                  <a:pt x="550580" y="140126"/>
                  <a:pt x="554490" y="138206"/>
                </a:cubicBezTo>
                <a:cubicBezTo>
                  <a:pt x="558400" y="136286"/>
                  <a:pt x="561609" y="133589"/>
                  <a:pt x="564117" y="130118"/>
                </a:cubicBezTo>
                <a:cubicBezTo>
                  <a:pt x="566626" y="126643"/>
                  <a:pt x="568470" y="122507"/>
                  <a:pt x="569650" y="117707"/>
                </a:cubicBezTo>
                <a:cubicBezTo>
                  <a:pt x="570830" y="112905"/>
                  <a:pt x="571421" y="107622"/>
                  <a:pt x="571421" y="101859"/>
                </a:cubicBezTo>
                <a:close/>
                <a:moveTo>
                  <a:pt x="702802" y="151485"/>
                </a:moveTo>
                <a:cubicBezTo>
                  <a:pt x="702802" y="152075"/>
                  <a:pt x="702673" y="152592"/>
                  <a:pt x="702415" y="153037"/>
                </a:cubicBezTo>
                <a:cubicBezTo>
                  <a:pt x="702157" y="153480"/>
                  <a:pt x="701714" y="153830"/>
                  <a:pt x="701087" y="154088"/>
                </a:cubicBezTo>
                <a:cubicBezTo>
                  <a:pt x="700460" y="154347"/>
                  <a:pt x="699630" y="154550"/>
                  <a:pt x="698597" y="154697"/>
                </a:cubicBezTo>
                <a:cubicBezTo>
                  <a:pt x="697564" y="154845"/>
                  <a:pt x="696310" y="154918"/>
                  <a:pt x="694835" y="154918"/>
                </a:cubicBezTo>
                <a:cubicBezTo>
                  <a:pt x="693286" y="154918"/>
                  <a:pt x="691995" y="154845"/>
                  <a:pt x="690962" y="154697"/>
                </a:cubicBezTo>
                <a:cubicBezTo>
                  <a:pt x="689929" y="154552"/>
                  <a:pt x="689081" y="154351"/>
                  <a:pt x="688417" y="154095"/>
                </a:cubicBezTo>
                <a:cubicBezTo>
                  <a:pt x="687753" y="153837"/>
                  <a:pt x="687273" y="153488"/>
                  <a:pt x="686978" y="153048"/>
                </a:cubicBezTo>
                <a:cubicBezTo>
                  <a:pt x="686683" y="152607"/>
                  <a:pt x="686536" y="152094"/>
                  <a:pt x="686536" y="151509"/>
                </a:cubicBezTo>
                <a:lnTo>
                  <a:pt x="686536" y="138413"/>
                </a:lnTo>
                <a:cubicBezTo>
                  <a:pt x="681298" y="144098"/>
                  <a:pt x="675857" y="148529"/>
                  <a:pt x="670214" y="151706"/>
                </a:cubicBezTo>
                <a:cubicBezTo>
                  <a:pt x="664570" y="154880"/>
                  <a:pt x="658392" y="156468"/>
                  <a:pt x="651679" y="156468"/>
                </a:cubicBezTo>
                <a:cubicBezTo>
                  <a:pt x="644376" y="156468"/>
                  <a:pt x="638142" y="155046"/>
                  <a:pt x="632978" y="152204"/>
                </a:cubicBezTo>
                <a:cubicBezTo>
                  <a:pt x="627814" y="149361"/>
                  <a:pt x="623628" y="145522"/>
                  <a:pt x="620419" y="140685"/>
                </a:cubicBezTo>
                <a:cubicBezTo>
                  <a:pt x="617210" y="135846"/>
                  <a:pt x="614867" y="130160"/>
                  <a:pt x="613392" y="123627"/>
                </a:cubicBezTo>
                <a:cubicBezTo>
                  <a:pt x="611917" y="117091"/>
                  <a:pt x="611179" y="110204"/>
                  <a:pt x="611179" y="102965"/>
                </a:cubicBezTo>
                <a:cubicBezTo>
                  <a:pt x="611179" y="94401"/>
                  <a:pt x="612101" y="86667"/>
                  <a:pt x="613945" y="79762"/>
                </a:cubicBezTo>
                <a:cubicBezTo>
                  <a:pt x="615790" y="72858"/>
                  <a:pt x="618519" y="66969"/>
                  <a:pt x="622134" y="62095"/>
                </a:cubicBezTo>
                <a:cubicBezTo>
                  <a:pt x="625749" y="57220"/>
                  <a:pt x="630230" y="53471"/>
                  <a:pt x="635578" y="50850"/>
                </a:cubicBezTo>
                <a:cubicBezTo>
                  <a:pt x="640927" y="48229"/>
                  <a:pt x="647105" y="46918"/>
                  <a:pt x="654113" y="46918"/>
                </a:cubicBezTo>
                <a:cubicBezTo>
                  <a:pt x="659941" y="46918"/>
                  <a:pt x="665271" y="48192"/>
                  <a:pt x="670103" y="50739"/>
                </a:cubicBezTo>
                <a:cubicBezTo>
                  <a:pt x="674935" y="53287"/>
                  <a:pt x="679712" y="57034"/>
                  <a:pt x="684433" y="61981"/>
                </a:cubicBezTo>
                <a:lnTo>
                  <a:pt x="684433" y="3991"/>
                </a:lnTo>
                <a:cubicBezTo>
                  <a:pt x="684433" y="3474"/>
                  <a:pt x="684562" y="2976"/>
                  <a:pt x="684820" y="2497"/>
                </a:cubicBezTo>
                <a:cubicBezTo>
                  <a:pt x="685079" y="2015"/>
                  <a:pt x="685577" y="1645"/>
                  <a:pt x="686314" y="1387"/>
                </a:cubicBezTo>
                <a:cubicBezTo>
                  <a:pt x="687052" y="1126"/>
                  <a:pt x="687993" y="904"/>
                  <a:pt x="689136" y="719"/>
                </a:cubicBezTo>
                <a:cubicBezTo>
                  <a:pt x="690279" y="535"/>
                  <a:pt x="691736" y="443"/>
                  <a:pt x="693507" y="443"/>
                </a:cubicBezTo>
                <a:cubicBezTo>
                  <a:pt x="695351" y="443"/>
                  <a:pt x="696863" y="535"/>
                  <a:pt x="698044" y="719"/>
                </a:cubicBezTo>
                <a:cubicBezTo>
                  <a:pt x="699224" y="904"/>
                  <a:pt x="700146" y="1125"/>
                  <a:pt x="700810" y="1383"/>
                </a:cubicBezTo>
                <a:cubicBezTo>
                  <a:pt x="701474" y="1641"/>
                  <a:pt x="701972" y="2011"/>
                  <a:pt x="702304" y="2493"/>
                </a:cubicBezTo>
                <a:cubicBezTo>
                  <a:pt x="702636" y="2973"/>
                  <a:pt x="702802" y="3471"/>
                  <a:pt x="702802" y="3987"/>
                </a:cubicBezTo>
                <a:lnTo>
                  <a:pt x="702802" y="151485"/>
                </a:lnTo>
                <a:moveTo>
                  <a:pt x="684433" y="81477"/>
                </a:moveTo>
                <a:cubicBezTo>
                  <a:pt x="679490" y="75343"/>
                  <a:pt x="674714" y="70669"/>
                  <a:pt x="670103" y="67455"/>
                </a:cubicBezTo>
                <a:cubicBezTo>
                  <a:pt x="665492" y="64239"/>
                  <a:pt x="660679" y="62631"/>
                  <a:pt x="655663" y="62631"/>
                </a:cubicBezTo>
                <a:cubicBezTo>
                  <a:pt x="651015" y="62631"/>
                  <a:pt x="647068" y="63740"/>
                  <a:pt x="643822" y="65958"/>
                </a:cubicBezTo>
                <a:cubicBezTo>
                  <a:pt x="640576" y="68173"/>
                  <a:pt x="637939" y="71091"/>
                  <a:pt x="635910" y="74710"/>
                </a:cubicBezTo>
                <a:cubicBezTo>
                  <a:pt x="633882" y="78329"/>
                  <a:pt x="632406" y="82430"/>
                  <a:pt x="631484" y="87010"/>
                </a:cubicBezTo>
                <a:cubicBezTo>
                  <a:pt x="630562" y="91591"/>
                  <a:pt x="630101" y="96245"/>
                  <a:pt x="630101" y="100974"/>
                </a:cubicBezTo>
                <a:cubicBezTo>
                  <a:pt x="630101" y="105997"/>
                  <a:pt x="630488" y="110910"/>
                  <a:pt x="631263" y="115712"/>
                </a:cubicBezTo>
                <a:cubicBezTo>
                  <a:pt x="632037" y="120514"/>
                  <a:pt x="633384" y="124780"/>
                  <a:pt x="635302" y="128510"/>
                </a:cubicBezTo>
                <a:cubicBezTo>
                  <a:pt x="637220" y="132240"/>
                  <a:pt x="639765" y="135232"/>
                  <a:pt x="642937" y="137487"/>
                </a:cubicBezTo>
                <a:cubicBezTo>
                  <a:pt x="646109" y="139739"/>
                  <a:pt x="650093" y="140865"/>
                  <a:pt x="654888" y="140865"/>
                </a:cubicBezTo>
                <a:cubicBezTo>
                  <a:pt x="657322" y="140865"/>
                  <a:pt x="659665" y="140533"/>
                  <a:pt x="661915" y="139869"/>
                </a:cubicBezTo>
                <a:cubicBezTo>
                  <a:pt x="664165" y="139203"/>
                  <a:pt x="666470" y="138094"/>
                  <a:pt x="668831" y="136543"/>
                </a:cubicBezTo>
                <a:cubicBezTo>
                  <a:pt x="671191" y="134991"/>
                  <a:pt x="673663" y="132977"/>
                  <a:pt x="676245" y="130501"/>
                </a:cubicBezTo>
                <a:cubicBezTo>
                  <a:pt x="678827" y="128026"/>
                  <a:pt x="681556" y="124977"/>
                  <a:pt x="684433" y="121355"/>
                </a:cubicBezTo>
                <a:lnTo>
                  <a:pt x="684433" y="814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748E0-6E29-40C0-84F2-5089736F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322" y="2157647"/>
            <a:ext cx="113086" cy="1031340"/>
          </a:xfrm>
          <a:custGeom xmlns:a="http://schemas.openxmlformats.org/drawingml/2006/main">
            <a:pathLst>
              <a:path w="113086" h="1031340">
                <a:moveTo>
                  <a:pt x="56543" y="0"/>
                </a:moveTo>
                <a:lnTo>
                  <a:pt x="0" y="113086"/>
                </a:lnTo>
                <a:lnTo>
                  <a:pt x="45234" y="113086"/>
                </a:lnTo>
                <a:lnTo>
                  <a:pt x="45234" y="918255"/>
                </a:lnTo>
                <a:lnTo>
                  <a:pt x="0" y="918255"/>
                </a:lnTo>
                <a:lnTo>
                  <a:pt x="56543" y="1031340"/>
                </a:lnTo>
                <a:lnTo>
                  <a:pt x="113086" y="918255"/>
                </a:lnTo>
                <a:lnTo>
                  <a:pt x="67851" y="918255"/>
                </a:lnTo>
                <a:lnTo>
                  <a:pt x="67851" y="113086"/>
                </a:lnTo>
                <a:lnTo>
                  <a:pt x="113086" y="113086"/>
                </a:lnTo>
                <a:lnTo>
                  <a:pt x="565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Points-to">
            <a:extLst xmlns:a="http://schemas.openxmlformats.org/drawingml/2006/main">
              <a:ext uri="{FF2B5EF4-FFF2-40B4-BE49-F238E27FC236}">
                <a16:creationId xmlns:a16="http://schemas.microsoft.com/office/drawing/2014/main" id="{26AFA93F-02F7-4288-A4AE-CA05E613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38" y="2486334"/>
            <a:ext cx="797900" cy="149164"/>
          </a:xfrm>
          <a:custGeom xmlns:a="http://schemas.openxmlformats.org/drawingml/2006/main">
            <a:pathLst>
              <a:path w="797900" h="149164">
                <a:moveTo>
                  <a:pt x="87972" y="45701"/>
                </a:moveTo>
                <a:cubicBezTo>
                  <a:pt x="87972" y="52857"/>
                  <a:pt x="86791" y="59312"/>
                  <a:pt x="84431" y="65066"/>
                </a:cubicBezTo>
                <a:cubicBezTo>
                  <a:pt x="82070" y="70820"/>
                  <a:pt x="78695" y="75726"/>
                  <a:pt x="74305" y="79783"/>
                </a:cubicBezTo>
                <a:cubicBezTo>
                  <a:pt x="69916" y="83840"/>
                  <a:pt x="64531" y="86976"/>
                  <a:pt x="58150" y="89189"/>
                </a:cubicBezTo>
                <a:cubicBezTo>
                  <a:pt x="51769" y="91402"/>
                  <a:pt x="44152" y="92508"/>
                  <a:pt x="35299" y="92508"/>
                </a:cubicBezTo>
                <a:lnTo>
                  <a:pt x="19033" y="92508"/>
                </a:lnTo>
                <a:lnTo>
                  <a:pt x="19033" y="144074"/>
                </a:lnTo>
                <a:cubicBezTo>
                  <a:pt x="19033" y="144664"/>
                  <a:pt x="18867" y="145181"/>
                  <a:pt x="18535" y="145623"/>
                </a:cubicBezTo>
                <a:cubicBezTo>
                  <a:pt x="18203" y="146066"/>
                  <a:pt x="17687" y="146416"/>
                  <a:pt x="16986" y="146675"/>
                </a:cubicBezTo>
                <a:cubicBezTo>
                  <a:pt x="16285" y="146933"/>
                  <a:pt x="15326" y="147154"/>
                  <a:pt x="14109" y="147338"/>
                </a:cubicBezTo>
                <a:cubicBezTo>
                  <a:pt x="12891" y="147523"/>
                  <a:pt x="11361" y="147615"/>
                  <a:pt x="9516" y="147615"/>
                </a:cubicBezTo>
                <a:cubicBezTo>
                  <a:pt x="7672" y="147615"/>
                  <a:pt x="6141" y="147523"/>
                  <a:pt x="4924" y="147338"/>
                </a:cubicBezTo>
                <a:cubicBezTo>
                  <a:pt x="3707" y="147154"/>
                  <a:pt x="2730" y="146933"/>
                  <a:pt x="1992" y="146675"/>
                </a:cubicBezTo>
                <a:cubicBezTo>
                  <a:pt x="1254" y="146416"/>
                  <a:pt x="738" y="146066"/>
                  <a:pt x="443" y="145623"/>
                </a:cubicBezTo>
                <a:cubicBezTo>
                  <a:pt x="148" y="145181"/>
                  <a:pt x="0" y="144664"/>
                  <a:pt x="0" y="144074"/>
                </a:cubicBezTo>
                <a:lnTo>
                  <a:pt x="0" y="11951"/>
                </a:lnTo>
                <a:cubicBezTo>
                  <a:pt x="0" y="9000"/>
                  <a:pt x="775" y="6898"/>
                  <a:pt x="2324" y="5643"/>
                </a:cubicBezTo>
                <a:cubicBezTo>
                  <a:pt x="3873" y="4389"/>
                  <a:pt x="5607" y="3762"/>
                  <a:pt x="7525" y="3762"/>
                </a:cubicBezTo>
                <a:lnTo>
                  <a:pt x="38176" y="3762"/>
                </a:lnTo>
                <a:cubicBezTo>
                  <a:pt x="41275" y="3762"/>
                  <a:pt x="44244" y="3891"/>
                  <a:pt x="47084" y="4150"/>
                </a:cubicBezTo>
                <a:cubicBezTo>
                  <a:pt x="49924" y="4408"/>
                  <a:pt x="53281" y="4961"/>
                  <a:pt x="57154" y="5809"/>
                </a:cubicBezTo>
                <a:cubicBezTo>
                  <a:pt x="61027" y="6658"/>
                  <a:pt x="64974" y="8244"/>
                  <a:pt x="68994" y="10568"/>
                </a:cubicBezTo>
                <a:cubicBezTo>
                  <a:pt x="73015" y="12891"/>
                  <a:pt x="76426" y="15750"/>
                  <a:pt x="79230" y="19143"/>
                </a:cubicBezTo>
                <a:cubicBezTo>
                  <a:pt x="82033" y="22537"/>
                  <a:pt x="84191" y="26465"/>
                  <a:pt x="85703" y="30928"/>
                </a:cubicBezTo>
                <a:cubicBezTo>
                  <a:pt x="87215" y="35391"/>
                  <a:pt x="87972" y="40316"/>
                  <a:pt x="87972" y="45701"/>
                </a:cubicBezTo>
                <a:moveTo>
                  <a:pt x="67943" y="47250"/>
                </a:moveTo>
                <a:cubicBezTo>
                  <a:pt x="67943" y="41422"/>
                  <a:pt x="66855" y="36553"/>
                  <a:pt x="64678" y="32644"/>
                </a:cubicBezTo>
                <a:cubicBezTo>
                  <a:pt x="62502" y="28734"/>
                  <a:pt x="59810" y="25820"/>
                  <a:pt x="56601" y="23902"/>
                </a:cubicBezTo>
                <a:cubicBezTo>
                  <a:pt x="53392" y="21984"/>
                  <a:pt x="50072" y="20766"/>
                  <a:pt x="46642" y="20250"/>
                </a:cubicBezTo>
                <a:cubicBezTo>
                  <a:pt x="43211" y="19734"/>
                  <a:pt x="39873" y="19475"/>
                  <a:pt x="36627" y="19475"/>
                </a:cubicBezTo>
                <a:lnTo>
                  <a:pt x="19033" y="19475"/>
                </a:lnTo>
                <a:lnTo>
                  <a:pt x="19033" y="76906"/>
                </a:lnTo>
                <a:lnTo>
                  <a:pt x="36185" y="76906"/>
                </a:lnTo>
                <a:cubicBezTo>
                  <a:pt x="41939" y="76906"/>
                  <a:pt x="46715" y="76168"/>
                  <a:pt x="50514" y="74693"/>
                </a:cubicBezTo>
                <a:cubicBezTo>
                  <a:pt x="54314" y="73217"/>
                  <a:pt x="57504" y="71170"/>
                  <a:pt x="60086" y="68551"/>
                </a:cubicBezTo>
                <a:cubicBezTo>
                  <a:pt x="62668" y="65933"/>
                  <a:pt x="64623" y="62797"/>
                  <a:pt x="65951" y="59146"/>
                </a:cubicBezTo>
                <a:cubicBezTo>
                  <a:pt x="67279" y="55494"/>
                  <a:pt x="67943" y="51529"/>
                  <a:pt x="67943" y="47250"/>
                </a:cubicBezTo>
                <a:close/>
                <a:moveTo>
                  <a:pt x="203148" y="93338"/>
                </a:moveTo>
                <a:cubicBezTo>
                  <a:pt x="203148" y="101460"/>
                  <a:pt x="202079" y="108936"/>
                  <a:pt x="199939" y="115767"/>
                </a:cubicBezTo>
                <a:cubicBezTo>
                  <a:pt x="197800" y="122598"/>
                  <a:pt x="194609" y="128488"/>
                  <a:pt x="190368" y="133437"/>
                </a:cubicBezTo>
                <a:cubicBezTo>
                  <a:pt x="186126" y="138385"/>
                  <a:pt x="180814" y="142243"/>
                  <a:pt x="174433" y="145011"/>
                </a:cubicBezTo>
                <a:cubicBezTo>
                  <a:pt x="168052" y="147780"/>
                  <a:pt x="160656" y="149164"/>
                  <a:pt x="152247" y="149164"/>
                </a:cubicBezTo>
                <a:cubicBezTo>
                  <a:pt x="144058" y="149164"/>
                  <a:pt x="136921" y="147946"/>
                  <a:pt x="130835" y="145509"/>
                </a:cubicBezTo>
                <a:cubicBezTo>
                  <a:pt x="124749" y="143072"/>
                  <a:pt x="119677" y="139528"/>
                  <a:pt x="115620" y="134876"/>
                </a:cubicBezTo>
                <a:cubicBezTo>
                  <a:pt x="111562" y="130224"/>
                  <a:pt x="108538" y="124574"/>
                  <a:pt x="106546" y="117928"/>
                </a:cubicBezTo>
                <a:cubicBezTo>
                  <a:pt x="104554" y="111282"/>
                  <a:pt x="103558" y="103749"/>
                  <a:pt x="103558" y="95330"/>
                </a:cubicBezTo>
                <a:cubicBezTo>
                  <a:pt x="103558" y="87208"/>
                  <a:pt x="104609" y="79732"/>
                  <a:pt x="106712" y="72902"/>
                </a:cubicBezTo>
                <a:cubicBezTo>
                  <a:pt x="108814" y="66071"/>
                  <a:pt x="111986" y="60182"/>
                  <a:pt x="116228" y="55235"/>
                </a:cubicBezTo>
                <a:cubicBezTo>
                  <a:pt x="120470" y="50285"/>
                  <a:pt x="125763" y="46444"/>
                  <a:pt x="132107" y="43713"/>
                </a:cubicBezTo>
                <a:cubicBezTo>
                  <a:pt x="138452" y="40981"/>
                  <a:pt x="145865" y="39615"/>
                  <a:pt x="154349" y="39615"/>
                </a:cubicBezTo>
                <a:cubicBezTo>
                  <a:pt x="162538" y="39615"/>
                  <a:pt x="169675" y="40833"/>
                  <a:pt x="175761" y="43270"/>
                </a:cubicBezTo>
                <a:cubicBezTo>
                  <a:pt x="181847" y="45707"/>
                  <a:pt x="186919" y="49251"/>
                  <a:pt x="190976" y="53903"/>
                </a:cubicBezTo>
                <a:cubicBezTo>
                  <a:pt x="195034" y="58555"/>
                  <a:pt x="198077" y="64205"/>
                  <a:pt x="200105" y="70851"/>
                </a:cubicBezTo>
                <a:cubicBezTo>
                  <a:pt x="202134" y="77497"/>
                  <a:pt x="203148" y="84993"/>
                  <a:pt x="203148" y="93338"/>
                </a:cubicBezTo>
                <a:moveTo>
                  <a:pt x="183894" y="94556"/>
                </a:moveTo>
                <a:cubicBezTo>
                  <a:pt x="183894" y="89163"/>
                  <a:pt x="183396" y="84066"/>
                  <a:pt x="182400" y="79264"/>
                </a:cubicBezTo>
                <a:cubicBezTo>
                  <a:pt x="181404" y="74462"/>
                  <a:pt x="179763" y="70252"/>
                  <a:pt x="177476" y="66632"/>
                </a:cubicBezTo>
                <a:cubicBezTo>
                  <a:pt x="175189" y="63013"/>
                  <a:pt x="172091" y="60151"/>
                  <a:pt x="168181" y="58046"/>
                </a:cubicBezTo>
                <a:cubicBezTo>
                  <a:pt x="164271" y="55939"/>
                  <a:pt x="159402" y="54885"/>
                  <a:pt x="153575" y="54885"/>
                </a:cubicBezTo>
                <a:cubicBezTo>
                  <a:pt x="148189" y="54885"/>
                  <a:pt x="143560" y="55846"/>
                  <a:pt x="139687" y="57766"/>
                </a:cubicBezTo>
                <a:cubicBezTo>
                  <a:pt x="135814" y="59686"/>
                  <a:pt x="132624" y="62402"/>
                  <a:pt x="130115" y="65913"/>
                </a:cubicBezTo>
                <a:cubicBezTo>
                  <a:pt x="127607" y="69422"/>
                  <a:pt x="125745" y="73577"/>
                  <a:pt x="124527" y="78379"/>
                </a:cubicBezTo>
                <a:cubicBezTo>
                  <a:pt x="123310" y="83179"/>
                  <a:pt x="122701" y="88423"/>
                  <a:pt x="122701" y="94113"/>
                </a:cubicBezTo>
                <a:cubicBezTo>
                  <a:pt x="122701" y="99579"/>
                  <a:pt x="123199" y="104713"/>
                  <a:pt x="124195" y="109515"/>
                </a:cubicBezTo>
                <a:cubicBezTo>
                  <a:pt x="125191" y="114317"/>
                  <a:pt x="126851" y="118509"/>
                  <a:pt x="129175" y="122092"/>
                </a:cubicBezTo>
                <a:cubicBezTo>
                  <a:pt x="131499" y="125674"/>
                  <a:pt x="134615" y="128519"/>
                  <a:pt x="138525" y="130626"/>
                </a:cubicBezTo>
                <a:cubicBezTo>
                  <a:pt x="142435" y="132731"/>
                  <a:pt x="147304" y="133783"/>
                  <a:pt x="153132" y="133783"/>
                </a:cubicBezTo>
                <a:cubicBezTo>
                  <a:pt x="158443" y="133783"/>
                  <a:pt x="163054" y="132823"/>
                  <a:pt x="166964" y="130903"/>
                </a:cubicBezTo>
                <a:cubicBezTo>
                  <a:pt x="170874" y="128982"/>
                  <a:pt x="174083" y="126286"/>
                  <a:pt x="176591" y="122814"/>
                </a:cubicBezTo>
                <a:cubicBezTo>
                  <a:pt x="179099" y="119340"/>
                  <a:pt x="180943" y="115203"/>
                  <a:pt x="182124" y="110404"/>
                </a:cubicBezTo>
                <a:cubicBezTo>
                  <a:pt x="183304" y="105602"/>
                  <a:pt x="183894" y="100319"/>
                  <a:pt x="183894" y="94556"/>
                </a:cubicBezTo>
                <a:close/>
                <a:moveTo>
                  <a:pt x="248218" y="144185"/>
                </a:moveTo>
                <a:cubicBezTo>
                  <a:pt x="248218" y="144775"/>
                  <a:pt x="248071" y="145273"/>
                  <a:pt x="247776" y="145679"/>
                </a:cubicBezTo>
                <a:cubicBezTo>
                  <a:pt x="247481" y="146084"/>
                  <a:pt x="247001" y="146435"/>
                  <a:pt x="246337" y="146730"/>
                </a:cubicBezTo>
                <a:cubicBezTo>
                  <a:pt x="245673" y="147025"/>
                  <a:pt x="244751" y="147246"/>
                  <a:pt x="243571" y="147394"/>
                </a:cubicBezTo>
                <a:cubicBezTo>
                  <a:pt x="242390" y="147541"/>
                  <a:pt x="240878" y="147615"/>
                  <a:pt x="239034" y="147615"/>
                </a:cubicBezTo>
                <a:cubicBezTo>
                  <a:pt x="237263" y="147615"/>
                  <a:pt x="235788" y="147541"/>
                  <a:pt x="234608" y="147394"/>
                </a:cubicBezTo>
                <a:cubicBezTo>
                  <a:pt x="233427" y="147246"/>
                  <a:pt x="232487" y="147025"/>
                  <a:pt x="231786" y="146730"/>
                </a:cubicBezTo>
                <a:cubicBezTo>
                  <a:pt x="231085" y="146435"/>
                  <a:pt x="230605" y="146084"/>
                  <a:pt x="230347" y="145679"/>
                </a:cubicBezTo>
                <a:cubicBezTo>
                  <a:pt x="230089" y="145273"/>
                  <a:pt x="229960" y="144775"/>
                  <a:pt x="229960" y="144185"/>
                </a:cubicBezTo>
                <a:lnTo>
                  <a:pt x="229960" y="44594"/>
                </a:lnTo>
                <a:cubicBezTo>
                  <a:pt x="229960" y="44078"/>
                  <a:pt x="230089" y="43598"/>
                  <a:pt x="230347" y="43156"/>
                </a:cubicBezTo>
                <a:cubicBezTo>
                  <a:pt x="230605" y="42713"/>
                  <a:pt x="231085" y="42344"/>
                  <a:pt x="231786" y="42049"/>
                </a:cubicBezTo>
                <a:cubicBezTo>
                  <a:pt x="232487" y="41754"/>
                  <a:pt x="233427" y="41533"/>
                  <a:pt x="234608" y="41385"/>
                </a:cubicBezTo>
                <a:cubicBezTo>
                  <a:pt x="235788" y="41238"/>
                  <a:pt x="237263" y="41164"/>
                  <a:pt x="239034" y="41164"/>
                </a:cubicBezTo>
                <a:cubicBezTo>
                  <a:pt x="240878" y="41164"/>
                  <a:pt x="242390" y="41238"/>
                  <a:pt x="243571" y="41385"/>
                </a:cubicBezTo>
                <a:cubicBezTo>
                  <a:pt x="244751" y="41533"/>
                  <a:pt x="245673" y="41754"/>
                  <a:pt x="246337" y="42049"/>
                </a:cubicBezTo>
                <a:cubicBezTo>
                  <a:pt x="247001" y="42344"/>
                  <a:pt x="247481" y="42713"/>
                  <a:pt x="247776" y="43156"/>
                </a:cubicBezTo>
                <a:cubicBezTo>
                  <a:pt x="248071" y="43598"/>
                  <a:pt x="248218" y="44078"/>
                  <a:pt x="248218" y="44594"/>
                </a:cubicBezTo>
                <a:lnTo>
                  <a:pt x="248218" y="144185"/>
                </a:lnTo>
                <a:moveTo>
                  <a:pt x="250321" y="10844"/>
                </a:moveTo>
                <a:cubicBezTo>
                  <a:pt x="250321" y="15123"/>
                  <a:pt x="249509" y="18037"/>
                  <a:pt x="247886" y="19586"/>
                </a:cubicBezTo>
                <a:cubicBezTo>
                  <a:pt x="246263" y="21135"/>
                  <a:pt x="243276" y="21910"/>
                  <a:pt x="238923" y="21910"/>
                </a:cubicBezTo>
                <a:cubicBezTo>
                  <a:pt x="234644" y="21910"/>
                  <a:pt x="231712" y="21154"/>
                  <a:pt x="230126" y="19641"/>
                </a:cubicBezTo>
                <a:cubicBezTo>
                  <a:pt x="228540" y="18129"/>
                  <a:pt x="227747" y="15271"/>
                  <a:pt x="227747" y="11066"/>
                </a:cubicBezTo>
                <a:cubicBezTo>
                  <a:pt x="227747" y="6787"/>
                  <a:pt x="228558" y="3873"/>
                  <a:pt x="230181" y="2324"/>
                </a:cubicBezTo>
                <a:cubicBezTo>
                  <a:pt x="231804" y="775"/>
                  <a:pt x="234792" y="0"/>
                  <a:pt x="239144" y="0"/>
                </a:cubicBezTo>
                <a:cubicBezTo>
                  <a:pt x="243423" y="0"/>
                  <a:pt x="246355" y="756"/>
                  <a:pt x="247942" y="2268"/>
                </a:cubicBezTo>
                <a:cubicBezTo>
                  <a:pt x="249528" y="3781"/>
                  <a:pt x="250321" y="6639"/>
                  <a:pt x="250321" y="10844"/>
                </a:cubicBezTo>
                <a:close/>
                <a:moveTo>
                  <a:pt x="367841" y="144185"/>
                </a:moveTo>
                <a:cubicBezTo>
                  <a:pt x="367841" y="144775"/>
                  <a:pt x="367694" y="145273"/>
                  <a:pt x="367399" y="145679"/>
                </a:cubicBezTo>
                <a:cubicBezTo>
                  <a:pt x="367104" y="146084"/>
                  <a:pt x="366624" y="146435"/>
                  <a:pt x="365960" y="146730"/>
                </a:cubicBezTo>
                <a:cubicBezTo>
                  <a:pt x="365296" y="147025"/>
                  <a:pt x="364374" y="147246"/>
                  <a:pt x="363194" y="147394"/>
                </a:cubicBezTo>
                <a:cubicBezTo>
                  <a:pt x="362014" y="147541"/>
                  <a:pt x="360538" y="147615"/>
                  <a:pt x="358768" y="147615"/>
                </a:cubicBezTo>
                <a:cubicBezTo>
                  <a:pt x="356923" y="147615"/>
                  <a:pt x="355411" y="147541"/>
                  <a:pt x="354231" y="147394"/>
                </a:cubicBezTo>
                <a:cubicBezTo>
                  <a:pt x="353050" y="147246"/>
                  <a:pt x="352128" y="147025"/>
                  <a:pt x="351464" y="146730"/>
                </a:cubicBezTo>
                <a:cubicBezTo>
                  <a:pt x="350800" y="146435"/>
                  <a:pt x="350321" y="146084"/>
                  <a:pt x="350026" y="145679"/>
                </a:cubicBezTo>
                <a:cubicBezTo>
                  <a:pt x="349731" y="145273"/>
                  <a:pt x="349583" y="144775"/>
                  <a:pt x="349583" y="144185"/>
                </a:cubicBezTo>
                <a:lnTo>
                  <a:pt x="349583" y="85869"/>
                </a:lnTo>
                <a:cubicBezTo>
                  <a:pt x="349583" y="80189"/>
                  <a:pt x="349141" y="75615"/>
                  <a:pt x="348255" y="72148"/>
                </a:cubicBezTo>
                <a:cubicBezTo>
                  <a:pt x="347370" y="68680"/>
                  <a:pt x="346079" y="65693"/>
                  <a:pt x="344382" y="63185"/>
                </a:cubicBezTo>
                <a:cubicBezTo>
                  <a:pt x="342686" y="60676"/>
                  <a:pt x="340491" y="58758"/>
                  <a:pt x="337798" y="57430"/>
                </a:cubicBezTo>
                <a:cubicBezTo>
                  <a:pt x="335106" y="56103"/>
                  <a:pt x="331989" y="55439"/>
                  <a:pt x="328448" y="55439"/>
                </a:cubicBezTo>
                <a:cubicBezTo>
                  <a:pt x="323874" y="55439"/>
                  <a:pt x="319300" y="57062"/>
                  <a:pt x="314727" y="60308"/>
                </a:cubicBezTo>
                <a:cubicBezTo>
                  <a:pt x="310153" y="63553"/>
                  <a:pt x="305358" y="68312"/>
                  <a:pt x="300341" y="74582"/>
                </a:cubicBezTo>
                <a:lnTo>
                  <a:pt x="300341" y="144185"/>
                </a:lnTo>
                <a:cubicBezTo>
                  <a:pt x="300341" y="144775"/>
                  <a:pt x="300194" y="145273"/>
                  <a:pt x="299899" y="145679"/>
                </a:cubicBezTo>
                <a:cubicBezTo>
                  <a:pt x="299604" y="146084"/>
                  <a:pt x="299124" y="146435"/>
                  <a:pt x="298460" y="146730"/>
                </a:cubicBezTo>
                <a:cubicBezTo>
                  <a:pt x="297796" y="147025"/>
                  <a:pt x="296874" y="147246"/>
                  <a:pt x="295694" y="147394"/>
                </a:cubicBezTo>
                <a:cubicBezTo>
                  <a:pt x="294513" y="147541"/>
                  <a:pt x="293001" y="147615"/>
                  <a:pt x="291157" y="147615"/>
                </a:cubicBezTo>
                <a:cubicBezTo>
                  <a:pt x="289386" y="147615"/>
                  <a:pt x="287911" y="147541"/>
                  <a:pt x="286731" y="147394"/>
                </a:cubicBezTo>
                <a:cubicBezTo>
                  <a:pt x="285550" y="147246"/>
                  <a:pt x="284610" y="147025"/>
                  <a:pt x="283909" y="146730"/>
                </a:cubicBezTo>
                <a:cubicBezTo>
                  <a:pt x="283208" y="146435"/>
                  <a:pt x="282729" y="146084"/>
                  <a:pt x="282470" y="145679"/>
                </a:cubicBezTo>
                <a:cubicBezTo>
                  <a:pt x="282212" y="145273"/>
                  <a:pt x="282083" y="144775"/>
                  <a:pt x="282083" y="144185"/>
                </a:cubicBezTo>
                <a:lnTo>
                  <a:pt x="282083" y="44594"/>
                </a:lnTo>
                <a:cubicBezTo>
                  <a:pt x="282083" y="44004"/>
                  <a:pt x="282194" y="43506"/>
                  <a:pt x="282415" y="43101"/>
                </a:cubicBezTo>
                <a:cubicBezTo>
                  <a:pt x="282636" y="42695"/>
                  <a:pt x="283079" y="42326"/>
                  <a:pt x="283743" y="41994"/>
                </a:cubicBezTo>
                <a:cubicBezTo>
                  <a:pt x="284407" y="41662"/>
                  <a:pt x="285255" y="41441"/>
                  <a:pt x="286288" y="41330"/>
                </a:cubicBezTo>
                <a:cubicBezTo>
                  <a:pt x="287321" y="41219"/>
                  <a:pt x="288686" y="41164"/>
                  <a:pt x="290382" y="41164"/>
                </a:cubicBezTo>
                <a:cubicBezTo>
                  <a:pt x="292005" y="41164"/>
                  <a:pt x="293352" y="41219"/>
                  <a:pt x="294421" y="41330"/>
                </a:cubicBezTo>
                <a:cubicBezTo>
                  <a:pt x="295491" y="41441"/>
                  <a:pt x="296321" y="41662"/>
                  <a:pt x="296911" y="41994"/>
                </a:cubicBezTo>
                <a:cubicBezTo>
                  <a:pt x="297501" y="42326"/>
                  <a:pt x="297925" y="42695"/>
                  <a:pt x="298184" y="43101"/>
                </a:cubicBezTo>
                <a:cubicBezTo>
                  <a:pt x="298442" y="43506"/>
                  <a:pt x="298571" y="44004"/>
                  <a:pt x="298571" y="44594"/>
                </a:cubicBezTo>
                <a:lnTo>
                  <a:pt x="298571" y="57762"/>
                </a:lnTo>
                <a:cubicBezTo>
                  <a:pt x="304177" y="51492"/>
                  <a:pt x="309766" y="46900"/>
                  <a:pt x="315335" y="43986"/>
                </a:cubicBezTo>
                <a:cubicBezTo>
                  <a:pt x="320905" y="41072"/>
                  <a:pt x="326530" y="39615"/>
                  <a:pt x="332210" y="39615"/>
                </a:cubicBezTo>
                <a:cubicBezTo>
                  <a:pt x="338850" y="39615"/>
                  <a:pt x="344438" y="40740"/>
                  <a:pt x="348975" y="42990"/>
                </a:cubicBezTo>
                <a:cubicBezTo>
                  <a:pt x="353512" y="45240"/>
                  <a:pt x="357182" y="48246"/>
                  <a:pt x="359985" y="52008"/>
                </a:cubicBezTo>
                <a:cubicBezTo>
                  <a:pt x="362788" y="55771"/>
                  <a:pt x="364798" y="60178"/>
                  <a:pt x="366016" y="65232"/>
                </a:cubicBezTo>
                <a:cubicBezTo>
                  <a:pt x="367233" y="70285"/>
                  <a:pt x="367841" y="76353"/>
                  <a:pt x="367841" y="83435"/>
                </a:cubicBezTo>
                <a:lnTo>
                  <a:pt x="367841" y="144185"/>
                </a:lnTo>
                <a:close/>
                <a:moveTo>
                  <a:pt x="449901" y="136992"/>
                </a:moveTo>
                <a:cubicBezTo>
                  <a:pt x="449901" y="139131"/>
                  <a:pt x="449754" y="140828"/>
                  <a:pt x="449458" y="142082"/>
                </a:cubicBezTo>
                <a:cubicBezTo>
                  <a:pt x="449163" y="143336"/>
                  <a:pt x="448721" y="144259"/>
                  <a:pt x="448131" y="144849"/>
                </a:cubicBezTo>
                <a:cubicBezTo>
                  <a:pt x="447540" y="145439"/>
                  <a:pt x="446655" y="145992"/>
                  <a:pt x="445475" y="146509"/>
                </a:cubicBezTo>
                <a:cubicBezTo>
                  <a:pt x="444295" y="147025"/>
                  <a:pt x="442948" y="147449"/>
                  <a:pt x="441436" y="147781"/>
                </a:cubicBezTo>
                <a:cubicBezTo>
                  <a:pt x="439924" y="148113"/>
                  <a:pt x="438319" y="148390"/>
                  <a:pt x="436622" y="148611"/>
                </a:cubicBezTo>
                <a:cubicBezTo>
                  <a:pt x="434926" y="148832"/>
                  <a:pt x="433229" y="148943"/>
                  <a:pt x="431532" y="148943"/>
                </a:cubicBezTo>
                <a:cubicBezTo>
                  <a:pt x="426368" y="148943"/>
                  <a:pt x="421942" y="148259"/>
                  <a:pt x="418253" y="146892"/>
                </a:cubicBezTo>
                <a:cubicBezTo>
                  <a:pt x="414565" y="145523"/>
                  <a:pt x="411540" y="143452"/>
                  <a:pt x="409180" y="140678"/>
                </a:cubicBezTo>
                <a:cubicBezTo>
                  <a:pt x="406819" y="137905"/>
                  <a:pt x="405104" y="134393"/>
                  <a:pt x="404034" y="130142"/>
                </a:cubicBezTo>
                <a:cubicBezTo>
                  <a:pt x="402965" y="125891"/>
                  <a:pt x="402430" y="120881"/>
                  <a:pt x="402430" y="115113"/>
                </a:cubicBezTo>
                <a:lnTo>
                  <a:pt x="402430" y="56767"/>
                </a:lnTo>
                <a:lnTo>
                  <a:pt x="388487" y="56767"/>
                </a:lnTo>
                <a:cubicBezTo>
                  <a:pt x="387380" y="56767"/>
                  <a:pt x="386495" y="56176"/>
                  <a:pt x="385831" y="54996"/>
                </a:cubicBezTo>
                <a:cubicBezTo>
                  <a:pt x="385167" y="53816"/>
                  <a:pt x="384835" y="51898"/>
                  <a:pt x="384835" y="49242"/>
                </a:cubicBezTo>
                <a:cubicBezTo>
                  <a:pt x="384835" y="47840"/>
                  <a:pt x="384928" y="46660"/>
                  <a:pt x="385112" y="45701"/>
                </a:cubicBezTo>
                <a:cubicBezTo>
                  <a:pt x="385296" y="44742"/>
                  <a:pt x="385536" y="43949"/>
                  <a:pt x="385831" y="43322"/>
                </a:cubicBezTo>
                <a:cubicBezTo>
                  <a:pt x="386126" y="42695"/>
                  <a:pt x="386514" y="42252"/>
                  <a:pt x="386993" y="41994"/>
                </a:cubicBezTo>
                <a:cubicBezTo>
                  <a:pt x="387473" y="41736"/>
                  <a:pt x="388008" y="41607"/>
                  <a:pt x="388598" y="41607"/>
                </a:cubicBezTo>
                <a:lnTo>
                  <a:pt x="402430" y="41607"/>
                </a:lnTo>
                <a:lnTo>
                  <a:pt x="402430" y="17926"/>
                </a:lnTo>
                <a:cubicBezTo>
                  <a:pt x="402430" y="17410"/>
                  <a:pt x="402559" y="16930"/>
                  <a:pt x="402817" y="16488"/>
                </a:cubicBezTo>
                <a:cubicBezTo>
                  <a:pt x="403075" y="16045"/>
                  <a:pt x="403555" y="15658"/>
                  <a:pt x="404256" y="15326"/>
                </a:cubicBezTo>
                <a:cubicBezTo>
                  <a:pt x="404956" y="14994"/>
                  <a:pt x="405897" y="14754"/>
                  <a:pt x="407077" y="14607"/>
                </a:cubicBezTo>
                <a:cubicBezTo>
                  <a:pt x="408258" y="14459"/>
                  <a:pt x="409733" y="14385"/>
                  <a:pt x="411503" y="14385"/>
                </a:cubicBezTo>
                <a:cubicBezTo>
                  <a:pt x="413348" y="14385"/>
                  <a:pt x="414860" y="14459"/>
                  <a:pt x="416040" y="14607"/>
                </a:cubicBezTo>
                <a:cubicBezTo>
                  <a:pt x="417221" y="14754"/>
                  <a:pt x="418143" y="14994"/>
                  <a:pt x="418807" y="15326"/>
                </a:cubicBezTo>
                <a:cubicBezTo>
                  <a:pt x="419471" y="15658"/>
                  <a:pt x="419950" y="16045"/>
                  <a:pt x="420245" y="16488"/>
                </a:cubicBezTo>
                <a:cubicBezTo>
                  <a:pt x="420540" y="16930"/>
                  <a:pt x="420688" y="17410"/>
                  <a:pt x="420688" y="17926"/>
                </a:cubicBezTo>
                <a:lnTo>
                  <a:pt x="420688" y="41607"/>
                </a:lnTo>
                <a:lnTo>
                  <a:pt x="446249" y="41607"/>
                </a:lnTo>
                <a:cubicBezTo>
                  <a:pt x="446840" y="41607"/>
                  <a:pt x="447356" y="41736"/>
                  <a:pt x="447799" y="41994"/>
                </a:cubicBezTo>
                <a:cubicBezTo>
                  <a:pt x="448241" y="42252"/>
                  <a:pt x="448629" y="42695"/>
                  <a:pt x="448961" y="43322"/>
                </a:cubicBezTo>
                <a:cubicBezTo>
                  <a:pt x="449292" y="43949"/>
                  <a:pt x="449532" y="44742"/>
                  <a:pt x="449680" y="45701"/>
                </a:cubicBezTo>
                <a:cubicBezTo>
                  <a:pt x="449827" y="46660"/>
                  <a:pt x="449901" y="47840"/>
                  <a:pt x="449901" y="49242"/>
                </a:cubicBezTo>
                <a:cubicBezTo>
                  <a:pt x="449901" y="51898"/>
                  <a:pt x="449569" y="53816"/>
                  <a:pt x="448905" y="54996"/>
                </a:cubicBezTo>
                <a:cubicBezTo>
                  <a:pt x="448241" y="56176"/>
                  <a:pt x="447356" y="56767"/>
                  <a:pt x="446249" y="56767"/>
                </a:cubicBezTo>
                <a:lnTo>
                  <a:pt x="420688" y="56767"/>
                </a:lnTo>
                <a:lnTo>
                  <a:pt x="420688" y="112478"/>
                </a:lnTo>
                <a:cubicBezTo>
                  <a:pt x="420688" y="119357"/>
                  <a:pt x="421702" y="124555"/>
                  <a:pt x="423731" y="128070"/>
                </a:cubicBezTo>
                <a:cubicBezTo>
                  <a:pt x="425760" y="131584"/>
                  <a:pt x="429393" y="133340"/>
                  <a:pt x="434631" y="133340"/>
                </a:cubicBezTo>
                <a:cubicBezTo>
                  <a:pt x="436327" y="133340"/>
                  <a:pt x="437840" y="133174"/>
                  <a:pt x="439167" y="132843"/>
                </a:cubicBezTo>
                <a:cubicBezTo>
                  <a:pt x="440495" y="132511"/>
                  <a:pt x="441676" y="132160"/>
                  <a:pt x="442708" y="131791"/>
                </a:cubicBezTo>
                <a:cubicBezTo>
                  <a:pt x="443741" y="131422"/>
                  <a:pt x="444626" y="131072"/>
                  <a:pt x="445364" y="130740"/>
                </a:cubicBezTo>
                <a:cubicBezTo>
                  <a:pt x="446102" y="130408"/>
                  <a:pt x="446766" y="130242"/>
                  <a:pt x="447356" y="130242"/>
                </a:cubicBezTo>
                <a:cubicBezTo>
                  <a:pt x="447725" y="130242"/>
                  <a:pt x="448075" y="130334"/>
                  <a:pt x="448407" y="130519"/>
                </a:cubicBezTo>
                <a:cubicBezTo>
                  <a:pt x="448739" y="130703"/>
                  <a:pt x="448997" y="131054"/>
                  <a:pt x="449182" y="131570"/>
                </a:cubicBezTo>
                <a:cubicBezTo>
                  <a:pt x="449366" y="132086"/>
                  <a:pt x="449532" y="132787"/>
                  <a:pt x="449680" y="133672"/>
                </a:cubicBezTo>
                <a:cubicBezTo>
                  <a:pt x="449827" y="134558"/>
                  <a:pt x="449901" y="135664"/>
                  <a:pt x="449901" y="136992"/>
                </a:cubicBezTo>
                <a:close/>
                <a:moveTo>
                  <a:pt x="536554" y="117154"/>
                </a:moveTo>
                <a:cubicBezTo>
                  <a:pt x="536554" y="122248"/>
                  <a:pt x="535613" y="126790"/>
                  <a:pt x="533732" y="130778"/>
                </a:cubicBezTo>
                <a:cubicBezTo>
                  <a:pt x="531851" y="134764"/>
                  <a:pt x="529177" y="138124"/>
                  <a:pt x="525709" y="140858"/>
                </a:cubicBezTo>
                <a:cubicBezTo>
                  <a:pt x="522242" y="143590"/>
                  <a:pt x="518111" y="145657"/>
                  <a:pt x="513316" y="147058"/>
                </a:cubicBezTo>
                <a:cubicBezTo>
                  <a:pt x="508521" y="148462"/>
                  <a:pt x="503246" y="149164"/>
                  <a:pt x="497492" y="149164"/>
                </a:cubicBezTo>
                <a:cubicBezTo>
                  <a:pt x="493951" y="149164"/>
                  <a:pt x="490576" y="148888"/>
                  <a:pt x="487367" y="148334"/>
                </a:cubicBezTo>
                <a:cubicBezTo>
                  <a:pt x="484158" y="147781"/>
                  <a:pt x="481281" y="147080"/>
                  <a:pt x="478736" y="146232"/>
                </a:cubicBezTo>
                <a:cubicBezTo>
                  <a:pt x="476191" y="145384"/>
                  <a:pt x="474033" y="144498"/>
                  <a:pt x="472263" y="143576"/>
                </a:cubicBezTo>
                <a:cubicBezTo>
                  <a:pt x="470492" y="142654"/>
                  <a:pt x="469201" y="141824"/>
                  <a:pt x="468390" y="141086"/>
                </a:cubicBezTo>
                <a:cubicBezTo>
                  <a:pt x="467578" y="140349"/>
                  <a:pt x="466988" y="139316"/>
                  <a:pt x="466619" y="137988"/>
                </a:cubicBezTo>
                <a:cubicBezTo>
                  <a:pt x="466250" y="136660"/>
                  <a:pt x="466066" y="134853"/>
                  <a:pt x="466066" y="132566"/>
                </a:cubicBezTo>
                <a:cubicBezTo>
                  <a:pt x="466066" y="131164"/>
                  <a:pt x="466140" y="129984"/>
                  <a:pt x="466287" y="129025"/>
                </a:cubicBezTo>
                <a:cubicBezTo>
                  <a:pt x="466435" y="128066"/>
                  <a:pt x="466619" y="127291"/>
                  <a:pt x="466840" y="126701"/>
                </a:cubicBezTo>
                <a:cubicBezTo>
                  <a:pt x="467062" y="126111"/>
                  <a:pt x="467375" y="125687"/>
                  <a:pt x="467781" y="125429"/>
                </a:cubicBezTo>
                <a:cubicBezTo>
                  <a:pt x="468187" y="125170"/>
                  <a:pt x="468648" y="125041"/>
                  <a:pt x="469164" y="125041"/>
                </a:cubicBezTo>
                <a:cubicBezTo>
                  <a:pt x="469976" y="125041"/>
                  <a:pt x="471174" y="125539"/>
                  <a:pt x="472760" y="126535"/>
                </a:cubicBezTo>
                <a:cubicBezTo>
                  <a:pt x="474347" y="127531"/>
                  <a:pt x="476301" y="128619"/>
                  <a:pt x="478625" y="129799"/>
                </a:cubicBezTo>
                <a:cubicBezTo>
                  <a:pt x="480949" y="130980"/>
                  <a:pt x="483697" y="132068"/>
                  <a:pt x="486869" y="133064"/>
                </a:cubicBezTo>
                <a:cubicBezTo>
                  <a:pt x="490041" y="134060"/>
                  <a:pt x="493693" y="134558"/>
                  <a:pt x="497824" y="134558"/>
                </a:cubicBezTo>
                <a:cubicBezTo>
                  <a:pt x="500922" y="134558"/>
                  <a:pt x="503726" y="134226"/>
                  <a:pt x="506234" y="133562"/>
                </a:cubicBezTo>
                <a:cubicBezTo>
                  <a:pt x="508742" y="132896"/>
                  <a:pt x="510918" y="131916"/>
                  <a:pt x="512763" y="130622"/>
                </a:cubicBezTo>
                <a:cubicBezTo>
                  <a:pt x="514607" y="129329"/>
                  <a:pt x="516027" y="127684"/>
                  <a:pt x="517023" y="125688"/>
                </a:cubicBezTo>
                <a:cubicBezTo>
                  <a:pt x="518019" y="123691"/>
                  <a:pt x="518517" y="121326"/>
                  <a:pt x="518517" y="118592"/>
                </a:cubicBezTo>
                <a:cubicBezTo>
                  <a:pt x="518517" y="115787"/>
                  <a:pt x="517797" y="113424"/>
                  <a:pt x="516359" y="111503"/>
                </a:cubicBezTo>
                <a:cubicBezTo>
                  <a:pt x="514920" y="109583"/>
                  <a:pt x="513021" y="107885"/>
                  <a:pt x="510660" y="106410"/>
                </a:cubicBezTo>
                <a:cubicBezTo>
                  <a:pt x="508299" y="104932"/>
                  <a:pt x="505644" y="103621"/>
                  <a:pt x="502693" y="102478"/>
                </a:cubicBezTo>
                <a:cubicBezTo>
                  <a:pt x="499742" y="101332"/>
                  <a:pt x="496699" y="100132"/>
                  <a:pt x="493564" y="98878"/>
                </a:cubicBezTo>
                <a:cubicBezTo>
                  <a:pt x="490429" y="97622"/>
                  <a:pt x="487367" y="96199"/>
                  <a:pt x="484379" y="94611"/>
                </a:cubicBezTo>
                <a:cubicBezTo>
                  <a:pt x="481392" y="93022"/>
                  <a:pt x="478717" y="91084"/>
                  <a:pt x="476357" y="88795"/>
                </a:cubicBezTo>
                <a:cubicBezTo>
                  <a:pt x="473996" y="86505"/>
                  <a:pt x="472097" y="83773"/>
                  <a:pt x="470658" y="80599"/>
                </a:cubicBezTo>
                <a:cubicBezTo>
                  <a:pt x="469219" y="77425"/>
                  <a:pt x="468500" y="73622"/>
                  <a:pt x="468500" y="69191"/>
                </a:cubicBezTo>
                <a:cubicBezTo>
                  <a:pt x="468500" y="65277"/>
                  <a:pt x="469256" y="61529"/>
                  <a:pt x="470769" y="57949"/>
                </a:cubicBezTo>
                <a:cubicBezTo>
                  <a:pt x="472281" y="54367"/>
                  <a:pt x="474549" y="51228"/>
                  <a:pt x="477574" y="48533"/>
                </a:cubicBezTo>
                <a:cubicBezTo>
                  <a:pt x="480599" y="45836"/>
                  <a:pt x="484379" y="43676"/>
                  <a:pt x="488916" y="42053"/>
                </a:cubicBezTo>
                <a:cubicBezTo>
                  <a:pt x="493453" y="40427"/>
                  <a:pt x="498746" y="39615"/>
                  <a:pt x="504795" y="39615"/>
                </a:cubicBezTo>
                <a:cubicBezTo>
                  <a:pt x="507451" y="39615"/>
                  <a:pt x="510107" y="39840"/>
                  <a:pt x="512763" y="40289"/>
                </a:cubicBezTo>
                <a:cubicBezTo>
                  <a:pt x="515418" y="40739"/>
                  <a:pt x="517816" y="41300"/>
                  <a:pt x="519955" y="41973"/>
                </a:cubicBezTo>
                <a:cubicBezTo>
                  <a:pt x="522095" y="42646"/>
                  <a:pt x="523920" y="43376"/>
                  <a:pt x="525433" y="44162"/>
                </a:cubicBezTo>
                <a:cubicBezTo>
                  <a:pt x="526945" y="44948"/>
                  <a:pt x="528088" y="45641"/>
                  <a:pt x="528863" y="46240"/>
                </a:cubicBezTo>
                <a:cubicBezTo>
                  <a:pt x="529638" y="46840"/>
                  <a:pt x="530154" y="47361"/>
                  <a:pt x="530412" y="47803"/>
                </a:cubicBezTo>
                <a:cubicBezTo>
                  <a:pt x="530670" y="48246"/>
                  <a:pt x="530855" y="48744"/>
                  <a:pt x="530966" y="49297"/>
                </a:cubicBezTo>
                <a:cubicBezTo>
                  <a:pt x="531076" y="49851"/>
                  <a:pt x="531187" y="50533"/>
                  <a:pt x="531297" y="51344"/>
                </a:cubicBezTo>
                <a:cubicBezTo>
                  <a:pt x="531408" y="52156"/>
                  <a:pt x="531463" y="53152"/>
                  <a:pt x="531463" y="54332"/>
                </a:cubicBezTo>
                <a:cubicBezTo>
                  <a:pt x="531463" y="55586"/>
                  <a:pt x="531408" y="56674"/>
                  <a:pt x="531297" y="57596"/>
                </a:cubicBezTo>
                <a:cubicBezTo>
                  <a:pt x="531187" y="58519"/>
                  <a:pt x="531002" y="59275"/>
                  <a:pt x="530744" y="59865"/>
                </a:cubicBezTo>
                <a:cubicBezTo>
                  <a:pt x="530486" y="60455"/>
                  <a:pt x="530172" y="60879"/>
                  <a:pt x="529804" y="61137"/>
                </a:cubicBezTo>
                <a:cubicBezTo>
                  <a:pt x="529435" y="61396"/>
                  <a:pt x="529029" y="61525"/>
                  <a:pt x="528586" y="61525"/>
                </a:cubicBezTo>
                <a:cubicBezTo>
                  <a:pt x="527922" y="61525"/>
                  <a:pt x="526963" y="61113"/>
                  <a:pt x="525709" y="60290"/>
                </a:cubicBezTo>
                <a:cubicBezTo>
                  <a:pt x="524455" y="59467"/>
                  <a:pt x="522832" y="58588"/>
                  <a:pt x="520841" y="57652"/>
                </a:cubicBezTo>
                <a:cubicBezTo>
                  <a:pt x="518849" y="56716"/>
                  <a:pt x="516506" y="55836"/>
                  <a:pt x="513814" y="55013"/>
                </a:cubicBezTo>
                <a:cubicBezTo>
                  <a:pt x="511121" y="54190"/>
                  <a:pt x="508041" y="53779"/>
                  <a:pt x="504574" y="53779"/>
                </a:cubicBezTo>
                <a:cubicBezTo>
                  <a:pt x="501476" y="53779"/>
                  <a:pt x="498746" y="54130"/>
                  <a:pt x="496386" y="54833"/>
                </a:cubicBezTo>
                <a:cubicBezTo>
                  <a:pt x="494025" y="55534"/>
                  <a:pt x="492088" y="56531"/>
                  <a:pt x="490576" y="57825"/>
                </a:cubicBezTo>
                <a:cubicBezTo>
                  <a:pt x="489064" y="59118"/>
                  <a:pt x="487920" y="60652"/>
                  <a:pt x="487146" y="62427"/>
                </a:cubicBezTo>
                <a:cubicBezTo>
                  <a:pt x="486371" y="64200"/>
                  <a:pt x="485984" y="66122"/>
                  <a:pt x="485984" y="68192"/>
                </a:cubicBezTo>
                <a:cubicBezTo>
                  <a:pt x="485984" y="71071"/>
                  <a:pt x="486722" y="73489"/>
                  <a:pt x="488197" y="75447"/>
                </a:cubicBezTo>
                <a:cubicBezTo>
                  <a:pt x="489672" y="77404"/>
                  <a:pt x="491590" y="79121"/>
                  <a:pt x="493951" y="80599"/>
                </a:cubicBezTo>
                <a:cubicBezTo>
                  <a:pt x="496312" y="82074"/>
                  <a:pt x="499004" y="83403"/>
                  <a:pt x="502029" y="84586"/>
                </a:cubicBezTo>
                <a:cubicBezTo>
                  <a:pt x="505054" y="85766"/>
                  <a:pt x="508134" y="86985"/>
                  <a:pt x="511269" y="88241"/>
                </a:cubicBezTo>
                <a:cubicBezTo>
                  <a:pt x="514404" y="89495"/>
                  <a:pt x="517502" y="90898"/>
                  <a:pt x="520564" y="92450"/>
                </a:cubicBezTo>
                <a:cubicBezTo>
                  <a:pt x="523625" y="94001"/>
                  <a:pt x="526336" y="95885"/>
                  <a:pt x="528697" y="98100"/>
                </a:cubicBezTo>
                <a:cubicBezTo>
                  <a:pt x="531058" y="100315"/>
                  <a:pt x="532957" y="102975"/>
                  <a:pt x="534396" y="106078"/>
                </a:cubicBezTo>
                <a:cubicBezTo>
                  <a:pt x="535834" y="109178"/>
                  <a:pt x="536554" y="112870"/>
                  <a:pt x="536554" y="117154"/>
                </a:cubicBezTo>
                <a:close/>
                <a:moveTo>
                  <a:pt x="607236" y="91070"/>
                </a:moveTo>
                <a:cubicBezTo>
                  <a:pt x="607236" y="93947"/>
                  <a:pt x="606904" y="95939"/>
                  <a:pt x="606240" y="97045"/>
                </a:cubicBezTo>
                <a:cubicBezTo>
                  <a:pt x="605576" y="98152"/>
                  <a:pt x="604617" y="98705"/>
                  <a:pt x="603363" y="98705"/>
                </a:cubicBezTo>
                <a:lnTo>
                  <a:pt x="557109" y="98705"/>
                </a:lnTo>
                <a:cubicBezTo>
                  <a:pt x="555781" y="98705"/>
                  <a:pt x="554785" y="98133"/>
                  <a:pt x="554121" y="96990"/>
                </a:cubicBezTo>
                <a:cubicBezTo>
                  <a:pt x="553457" y="95847"/>
                  <a:pt x="553125" y="93873"/>
                  <a:pt x="553125" y="91070"/>
                </a:cubicBezTo>
                <a:cubicBezTo>
                  <a:pt x="553125" y="88267"/>
                  <a:pt x="553457" y="86312"/>
                  <a:pt x="554121" y="85205"/>
                </a:cubicBezTo>
                <a:cubicBezTo>
                  <a:pt x="554785" y="84099"/>
                  <a:pt x="555781" y="83545"/>
                  <a:pt x="557109" y="83545"/>
                </a:cubicBezTo>
                <a:lnTo>
                  <a:pt x="603363" y="83545"/>
                </a:lnTo>
                <a:cubicBezTo>
                  <a:pt x="603953" y="83545"/>
                  <a:pt x="604488" y="83656"/>
                  <a:pt x="604968" y="83877"/>
                </a:cubicBezTo>
                <a:cubicBezTo>
                  <a:pt x="605447" y="84099"/>
                  <a:pt x="605853" y="84523"/>
                  <a:pt x="606185" y="85150"/>
                </a:cubicBezTo>
                <a:cubicBezTo>
                  <a:pt x="606517" y="85777"/>
                  <a:pt x="606775" y="86570"/>
                  <a:pt x="606959" y="87529"/>
                </a:cubicBezTo>
                <a:cubicBezTo>
                  <a:pt x="607144" y="88488"/>
                  <a:pt x="607236" y="89668"/>
                  <a:pt x="607236" y="91070"/>
                </a:cubicBezTo>
                <a:close/>
                <a:moveTo>
                  <a:pt x="683415" y="136992"/>
                </a:moveTo>
                <a:cubicBezTo>
                  <a:pt x="683415" y="139131"/>
                  <a:pt x="683268" y="140828"/>
                  <a:pt x="682973" y="142082"/>
                </a:cubicBezTo>
                <a:cubicBezTo>
                  <a:pt x="682678" y="143336"/>
                  <a:pt x="682235" y="144259"/>
                  <a:pt x="681645" y="144849"/>
                </a:cubicBezTo>
                <a:cubicBezTo>
                  <a:pt x="681055" y="145439"/>
                  <a:pt x="680170" y="145992"/>
                  <a:pt x="678989" y="146509"/>
                </a:cubicBezTo>
                <a:cubicBezTo>
                  <a:pt x="677809" y="147025"/>
                  <a:pt x="676463" y="147449"/>
                  <a:pt x="674950" y="147781"/>
                </a:cubicBezTo>
                <a:cubicBezTo>
                  <a:pt x="673438" y="148113"/>
                  <a:pt x="671833" y="148390"/>
                  <a:pt x="670137" y="148611"/>
                </a:cubicBezTo>
                <a:cubicBezTo>
                  <a:pt x="668440" y="148832"/>
                  <a:pt x="666743" y="148943"/>
                  <a:pt x="665047" y="148943"/>
                </a:cubicBezTo>
                <a:cubicBezTo>
                  <a:pt x="659883" y="148943"/>
                  <a:pt x="655456" y="148259"/>
                  <a:pt x="651768" y="146892"/>
                </a:cubicBezTo>
                <a:cubicBezTo>
                  <a:pt x="648079" y="145523"/>
                  <a:pt x="645055" y="143452"/>
                  <a:pt x="642694" y="140678"/>
                </a:cubicBezTo>
                <a:cubicBezTo>
                  <a:pt x="640333" y="137905"/>
                  <a:pt x="638618" y="134393"/>
                  <a:pt x="637549" y="130142"/>
                </a:cubicBezTo>
                <a:cubicBezTo>
                  <a:pt x="636479" y="125891"/>
                  <a:pt x="635944" y="120881"/>
                  <a:pt x="635944" y="115113"/>
                </a:cubicBezTo>
                <a:lnTo>
                  <a:pt x="635944" y="56767"/>
                </a:lnTo>
                <a:lnTo>
                  <a:pt x="622001" y="56767"/>
                </a:lnTo>
                <a:cubicBezTo>
                  <a:pt x="620895" y="56767"/>
                  <a:pt x="620010" y="56176"/>
                  <a:pt x="619346" y="54996"/>
                </a:cubicBezTo>
                <a:cubicBezTo>
                  <a:pt x="618682" y="53816"/>
                  <a:pt x="618350" y="51898"/>
                  <a:pt x="618350" y="49242"/>
                </a:cubicBezTo>
                <a:cubicBezTo>
                  <a:pt x="618350" y="47840"/>
                  <a:pt x="618442" y="46660"/>
                  <a:pt x="618626" y="45701"/>
                </a:cubicBezTo>
                <a:cubicBezTo>
                  <a:pt x="618811" y="44742"/>
                  <a:pt x="619051" y="43949"/>
                  <a:pt x="619346" y="43322"/>
                </a:cubicBezTo>
                <a:cubicBezTo>
                  <a:pt x="619641" y="42695"/>
                  <a:pt x="620028" y="42252"/>
                  <a:pt x="620508" y="41994"/>
                </a:cubicBezTo>
                <a:cubicBezTo>
                  <a:pt x="620987" y="41736"/>
                  <a:pt x="621522" y="41607"/>
                  <a:pt x="622112" y="41607"/>
                </a:cubicBezTo>
                <a:lnTo>
                  <a:pt x="635944" y="41607"/>
                </a:lnTo>
                <a:lnTo>
                  <a:pt x="635944" y="17926"/>
                </a:lnTo>
                <a:cubicBezTo>
                  <a:pt x="635944" y="17410"/>
                  <a:pt x="636073" y="16930"/>
                  <a:pt x="636331" y="16488"/>
                </a:cubicBezTo>
                <a:cubicBezTo>
                  <a:pt x="636590" y="16045"/>
                  <a:pt x="637069" y="15658"/>
                  <a:pt x="637770" y="15326"/>
                </a:cubicBezTo>
                <a:cubicBezTo>
                  <a:pt x="638471" y="14994"/>
                  <a:pt x="639411" y="14754"/>
                  <a:pt x="640592" y="14607"/>
                </a:cubicBezTo>
                <a:cubicBezTo>
                  <a:pt x="641772" y="14459"/>
                  <a:pt x="643247" y="14385"/>
                  <a:pt x="645018" y="14385"/>
                </a:cubicBezTo>
                <a:cubicBezTo>
                  <a:pt x="646862" y="14385"/>
                  <a:pt x="648374" y="14459"/>
                  <a:pt x="649555" y="14607"/>
                </a:cubicBezTo>
                <a:cubicBezTo>
                  <a:pt x="650735" y="14754"/>
                  <a:pt x="651657" y="14994"/>
                  <a:pt x="652321" y="15326"/>
                </a:cubicBezTo>
                <a:cubicBezTo>
                  <a:pt x="652985" y="15658"/>
                  <a:pt x="653465" y="16045"/>
                  <a:pt x="653760" y="16488"/>
                </a:cubicBezTo>
                <a:cubicBezTo>
                  <a:pt x="654055" y="16930"/>
                  <a:pt x="654202" y="17410"/>
                  <a:pt x="654202" y="17926"/>
                </a:cubicBezTo>
                <a:lnTo>
                  <a:pt x="654202" y="41607"/>
                </a:lnTo>
                <a:lnTo>
                  <a:pt x="679764" y="41607"/>
                </a:lnTo>
                <a:cubicBezTo>
                  <a:pt x="680354" y="41607"/>
                  <a:pt x="680870" y="41736"/>
                  <a:pt x="681313" y="41994"/>
                </a:cubicBezTo>
                <a:cubicBezTo>
                  <a:pt x="681756" y="42252"/>
                  <a:pt x="682143" y="42695"/>
                  <a:pt x="682475" y="43322"/>
                </a:cubicBezTo>
                <a:cubicBezTo>
                  <a:pt x="682807" y="43949"/>
                  <a:pt x="683047" y="44742"/>
                  <a:pt x="683194" y="45701"/>
                </a:cubicBezTo>
                <a:cubicBezTo>
                  <a:pt x="683342" y="46660"/>
                  <a:pt x="683415" y="47840"/>
                  <a:pt x="683415" y="49242"/>
                </a:cubicBezTo>
                <a:cubicBezTo>
                  <a:pt x="683415" y="51898"/>
                  <a:pt x="683084" y="53816"/>
                  <a:pt x="682420" y="54996"/>
                </a:cubicBezTo>
                <a:cubicBezTo>
                  <a:pt x="681756" y="56176"/>
                  <a:pt x="680870" y="56767"/>
                  <a:pt x="679764" y="56767"/>
                </a:cubicBezTo>
                <a:lnTo>
                  <a:pt x="654202" y="56767"/>
                </a:lnTo>
                <a:lnTo>
                  <a:pt x="654202" y="112478"/>
                </a:lnTo>
                <a:cubicBezTo>
                  <a:pt x="654202" y="119357"/>
                  <a:pt x="655217" y="124555"/>
                  <a:pt x="657245" y="128070"/>
                </a:cubicBezTo>
                <a:cubicBezTo>
                  <a:pt x="659274" y="131584"/>
                  <a:pt x="662907" y="133340"/>
                  <a:pt x="668145" y="133340"/>
                </a:cubicBezTo>
                <a:cubicBezTo>
                  <a:pt x="669842" y="133340"/>
                  <a:pt x="671354" y="133174"/>
                  <a:pt x="672682" y="132843"/>
                </a:cubicBezTo>
                <a:cubicBezTo>
                  <a:pt x="674010" y="132511"/>
                  <a:pt x="675190" y="132160"/>
                  <a:pt x="676223" y="131791"/>
                </a:cubicBezTo>
                <a:cubicBezTo>
                  <a:pt x="677256" y="131422"/>
                  <a:pt x="678141" y="131072"/>
                  <a:pt x="678879" y="130740"/>
                </a:cubicBezTo>
                <a:cubicBezTo>
                  <a:pt x="679616" y="130408"/>
                  <a:pt x="680280" y="130242"/>
                  <a:pt x="680870" y="130242"/>
                </a:cubicBezTo>
                <a:cubicBezTo>
                  <a:pt x="681239" y="130242"/>
                  <a:pt x="681590" y="130334"/>
                  <a:pt x="681922" y="130519"/>
                </a:cubicBezTo>
                <a:cubicBezTo>
                  <a:pt x="682254" y="130703"/>
                  <a:pt x="682512" y="131054"/>
                  <a:pt x="682696" y="131570"/>
                </a:cubicBezTo>
                <a:cubicBezTo>
                  <a:pt x="682881" y="132086"/>
                  <a:pt x="683047" y="132787"/>
                  <a:pt x="683194" y="133672"/>
                </a:cubicBezTo>
                <a:cubicBezTo>
                  <a:pt x="683342" y="134558"/>
                  <a:pt x="683415" y="135664"/>
                  <a:pt x="683415" y="136992"/>
                </a:cubicBezTo>
                <a:close/>
                <a:moveTo>
                  <a:pt x="797900" y="93338"/>
                </a:moveTo>
                <a:cubicBezTo>
                  <a:pt x="797900" y="101460"/>
                  <a:pt x="796831" y="108936"/>
                  <a:pt x="794691" y="115767"/>
                </a:cubicBezTo>
                <a:cubicBezTo>
                  <a:pt x="792552" y="122598"/>
                  <a:pt x="789362" y="128488"/>
                  <a:pt x="785120" y="133437"/>
                </a:cubicBezTo>
                <a:cubicBezTo>
                  <a:pt x="780878" y="138385"/>
                  <a:pt x="775566" y="142243"/>
                  <a:pt x="769185" y="145011"/>
                </a:cubicBezTo>
                <a:cubicBezTo>
                  <a:pt x="762804" y="147780"/>
                  <a:pt x="755409" y="149164"/>
                  <a:pt x="746999" y="149164"/>
                </a:cubicBezTo>
                <a:cubicBezTo>
                  <a:pt x="738810" y="149164"/>
                  <a:pt x="731673" y="147946"/>
                  <a:pt x="725587" y="145509"/>
                </a:cubicBezTo>
                <a:cubicBezTo>
                  <a:pt x="719501" y="143072"/>
                  <a:pt x="714429" y="139528"/>
                  <a:pt x="710372" y="134876"/>
                </a:cubicBezTo>
                <a:cubicBezTo>
                  <a:pt x="706314" y="130224"/>
                  <a:pt x="703290" y="124574"/>
                  <a:pt x="701298" y="117928"/>
                </a:cubicBezTo>
                <a:cubicBezTo>
                  <a:pt x="699306" y="111282"/>
                  <a:pt x="698310" y="103749"/>
                  <a:pt x="698310" y="95330"/>
                </a:cubicBezTo>
                <a:cubicBezTo>
                  <a:pt x="698310" y="87208"/>
                  <a:pt x="699361" y="79732"/>
                  <a:pt x="701464" y="72902"/>
                </a:cubicBezTo>
                <a:cubicBezTo>
                  <a:pt x="703566" y="66071"/>
                  <a:pt x="706738" y="60182"/>
                  <a:pt x="710980" y="55235"/>
                </a:cubicBezTo>
                <a:cubicBezTo>
                  <a:pt x="715222" y="50285"/>
                  <a:pt x="720515" y="46444"/>
                  <a:pt x="726859" y="43713"/>
                </a:cubicBezTo>
                <a:cubicBezTo>
                  <a:pt x="733204" y="40981"/>
                  <a:pt x="740618" y="39615"/>
                  <a:pt x="749101" y="39615"/>
                </a:cubicBezTo>
                <a:cubicBezTo>
                  <a:pt x="757290" y="39615"/>
                  <a:pt x="764427" y="40833"/>
                  <a:pt x="770513" y="43270"/>
                </a:cubicBezTo>
                <a:cubicBezTo>
                  <a:pt x="776599" y="45707"/>
                  <a:pt x="781671" y="49251"/>
                  <a:pt x="785728" y="53903"/>
                </a:cubicBezTo>
                <a:cubicBezTo>
                  <a:pt x="789786" y="58555"/>
                  <a:pt x="792829" y="64205"/>
                  <a:pt x="794857" y="70851"/>
                </a:cubicBezTo>
                <a:cubicBezTo>
                  <a:pt x="796886" y="77497"/>
                  <a:pt x="797900" y="84993"/>
                  <a:pt x="797900" y="93338"/>
                </a:cubicBezTo>
                <a:moveTo>
                  <a:pt x="778646" y="94556"/>
                </a:moveTo>
                <a:cubicBezTo>
                  <a:pt x="778646" y="89163"/>
                  <a:pt x="778148" y="84066"/>
                  <a:pt x="777152" y="79264"/>
                </a:cubicBezTo>
                <a:cubicBezTo>
                  <a:pt x="776157" y="74462"/>
                  <a:pt x="774515" y="70252"/>
                  <a:pt x="772228" y="66632"/>
                </a:cubicBezTo>
                <a:cubicBezTo>
                  <a:pt x="769941" y="63013"/>
                  <a:pt x="766843" y="60151"/>
                  <a:pt x="762933" y="58046"/>
                </a:cubicBezTo>
                <a:cubicBezTo>
                  <a:pt x="759023" y="55939"/>
                  <a:pt x="754154" y="54885"/>
                  <a:pt x="748327" y="54885"/>
                </a:cubicBezTo>
                <a:cubicBezTo>
                  <a:pt x="742941" y="54885"/>
                  <a:pt x="738312" y="55846"/>
                  <a:pt x="734439" y="57766"/>
                </a:cubicBezTo>
                <a:cubicBezTo>
                  <a:pt x="730566" y="59686"/>
                  <a:pt x="727376" y="62402"/>
                  <a:pt x="724868" y="65913"/>
                </a:cubicBezTo>
                <a:cubicBezTo>
                  <a:pt x="722359" y="69422"/>
                  <a:pt x="720497" y="73577"/>
                  <a:pt x="719279" y="78379"/>
                </a:cubicBezTo>
                <a:cubicBezTo>
                  <a:pt x="718062" y="83179"/>
                  <a:pt x="717454" y="88423"/>
                  <a:pt x="717454" y="94113"/>
                </a:cubicBezTo>
                <a:cubicBezTo>
                  <a:pt x="717454" y="99579"/>
                  <a:pt x="717952" y="104713"/>
                  <a:pt x="718947" y="109515"/>
                </a:cubicBezTo>
                <a:cubicBezTo>
                  <a:pt x="719943" y="114317"/>
                  <a:pt x="721603" y="118509"/>
                  <a:pt x="723927" y="122092"/>
                </a:cubicBezTo>
                <a:cubicBezTo>
                  <a:pt x="726251" y="125674"/>
                  <a:pt x="729368" y="128519"/>
                  <a:pt x="733277" y="130626"/>
                </a:cubicBezTo>
                <a:cubicBezTo>
                  <a:pt x="737187" y="132731"/>
                  <a:pt x="742056" y="133783"/>
                  <a:pt x="747884" y="133783"/>
                </a:cubicBezTo>
                <a:cubicBezTo>
                  <a:pt x="753195" y="133783"/>
                  <a:pt x="757806" y="132823"/>
                  <a:pt x="761716" y="130903"/>
                </a:cubicBezTo>
                <a:cubicBezTo>
                  <a:pt x="765626" y="128982"/>
                  <a:pt x="768835" y="126286"/>
                  <a:pt x="771343" y="122814"/>
                </a:cubicBezTo>
                <a:cubicBezTo>
                  <a:pt x="773851" y="119340"/>
                  <a:pt x="775696" y="115203"/>
                  <a:pt x="776876" y="110404"/>
                </a:cubicBezTo>
                <a:cubicBezTo>
                  <a:pt x="778056" y="105602"/>
                  <a:pt x="778646" y="100319"/>
                  <a:pt x="778646" y="945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Relation">
            <a:extLst xmlns:a="http://schemas.openxmlformats.org/drawingml/2006/main">
              <a:ext uri="{FF2B5EF4-FFF2-40B4-BE49-F238E27FC236}">
                <a16:creationId xmlns:a16="http://schemas.microsoft.com/office/drawing/2014/main" id="{C262A0F3-157E-4116-A14E-D3D34812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420" y="2750436"/>
            <a:ext cx="720695" cy="156468"/>
          </a:xfrm>
          <a:custGeom xmlns:a="http://schemas.openxmlformats.org/drawingml/2006/main">
            <a:pathLst>
              <a:path w="720695" h="156468">
                <a:moveTo>
                  <a:pt x="95496" y="151377"/>
                </a:moveTo>
                <a:cubicBezTo>
                  <a:pt x="95496" y="151968"/>
                  <a:pt x="95385" y="152484"/>
                  <a:pt x="95164" y="152927"/>
                </a:cubicBezTo>
                <a:cubicBezTo>
                  <a:pt x="94943" y="153369"/>
                  <a:pt x="94463" y="153738"/>
                  <a:pt x="93726" y="154033"/>
                </a:cubicBezTo>
                <a:cubicBezTo>
                  <a:pt x="92988" y="154328"/>
                  <a:pt x="91955" y="154550"/>
                  <a:pt x="90627" y="154697"/>
                </a:cubicBezTo>
                <a:cubicBezTo>
                  <a:pt x="89299" y="154845"/>
                  <a:pt x="87529" y="154918"/>
                  <a:pt x="85316" y="154918"/>
                </a:cubicBezTo>
                <a:cubicBezTo>
                  <a:pt x="83398" y="154918"/>
                  <a:pt x="81830" y="154845"/>
                  <a:pt x="80613" y="154697"/>
                </a:cubicBezTo>
                <a:cubicBezTo>
                  <a:pt x="79396" y="154550"/>
                  <a:pt x="78418" y="154310"/>
                  <a:pt x="77681" y="153978"/>
                </a:cubicBezTo>
                <a:cubicBezTo>
                  <a:pt x="76943" y="153646"/>
                  <a:pt x="76371" y="153185"/>
                  <a:pt x="75965" y="152595"/>
                </a:cubicBezTo>
                <a:cubicBezTo>
                  <a:pt x="75560" y="152004"/>
                  <a:pt x="75209" y="151267"/>
                  <a:pt x="74914" y="150381"/>
                </a:cubicBezTo>
                <a:lnTo>
                  <a:pt x="61746" y="116631"/>
                </a:lnTo>
                <a:cubicBezTo>
                  <a:pt x="60197" y="112795"/>
                  <a:pt x="58592" y="109273"/>
                  <a:pt x="56933" y="106064"/>
                </a:cubicBezTo>
                <a:cubicBezTo>
                  <a:pt x="55273" y="102855"/>
                  <a:pt x="53299" y="100088"/>
                  <a:pt x="51012" y="97765"/>
                </a:cubicBezTo>
                <a:cubicBezTo>
                  <a:pt x="48726" y="95441"/>
                  <a:pt x="46033" y="93633"/>
                  <a:pt x="42935" y="92342"/>
                </a:cubicBezTo>
                <a:cubicBezTo>
                  <a:pt x="39836" y="91051"/>
                  <a:pt x="36111" y="90406"/>
                  <a:pt x="31758" y="90406"/>
                </a:cubicBezTo>
                <a:lnTo>
                  <a:pt x="19033" y="90406"/>
                </a:lnTo>
                <a:lnTo>
                  <a:pt x="19033" y="151377"/>
                </a:lnTo>
                <a:cubicBezTo>
                  <a:pt x="19033" y="151968"/>
                  <a:pt x="18867" y="152484"/>
                  <a:pt x="18535" y="152927"/>
                </a:cubicBezTo>
                <a:cubicBezTo>
                  <a:pt x="18203" y="153369"/>
                  <a:pt x="17687" y="153720"/>
                  <a:pt x="16986" y="153978"/>
                </a:cubicBezTo>
                <a:cubicBezTo>
                  <a:pt x="16285" y="154236"/>
                  <a:pt x="15326" y="154457"/>
                  <a:pt x="14109" y="154642"/>
                </a:cubicBezTo>
                <a:cubicBezTo>
                  <a:pt x="12891" y="154826"/>
                  <a:pt x="11361" y="154918"/>
                  <a:pt x="9516" y="154918"/>
                </a:cubicBezTo>
                <a:cubicBezTo>
                  <a:pt x="7672" y="154918"/>
                  <a:pt x="6141" y="154826"/>
                  <a:pt x="4924" y="154642"/>
                </a:cubicBezTo>
                <a:cubicBezTo>
                  <a:pt x="3707" y="154457"/>
                  <a:pt x="2730" y="154236"/>
                  <a:pt x="1992" y="153978"/>
                </a:cubicBezTo>
                <a:cubicBezTo>
                  <a:pt x="1254" y="153720"/>
                  <a:pt x="738" y="153369"/>
                  <a:pt x="443" y="152927"/>
                </a:cubicBezTo>
                <a:cubicBezTo>
                  <a:pt x="148" y="152484"/>
                  <a:pt x="0" y="151968"/>
                  <a:pt x="0" y="151377"/>
                </a:cubicBezTo>
                <a:lnTo>
                  <a:pt x="0" y="18812"/>
                </a:lnTo>
                <a:cubicBezTo>
                  <a:pt x="0" y="15934"/>
                  <a:pt x="756" y="13924"/>
                  <a:pt x="2268" y="12781"/>
                </a:cubicBezTo>
                <a:cubicBezTo>
                  <a:pt x="3781" y="11637"/>
                  <a:pt x="5385" y="11066"/>
                  <a:pt x="7082" y="11066"/>
                </a:cubicBezTo>
                <a:lnTo>
                  <a:pt x="37512" y="11066"/>
                </a:lnTo>
                <a:cubicBezTo>
                  <a:pt x="41127" y="11066"/>
                  <a:pt x="44133" y="11158"/>
                  <a:pt x="46531" y="11342"/>
                </a:cubicBezTo>
                <a:cubicBezTo>
                  <a:pt x="48928" y="11527"/>
                  <a:pt x="51086" y="11730"/>
                  <a:pt x="53004" y="11951"/>
                </a:cubicBezTo>
                <a:cubicBezTo>
                  <a:pt x="58537" y="12910"/>
                  <a:pt x="63424" y="14422"/>
                  <a:pt x="67666" y="16488"/>
                </a:cubicBezTo>
                <a:cubicBezTo>
                  <a:pt x="71908" y="18553"/>
                  <a:pt x="75467" y="21172"/>
                  <a:pt x="78344" y="24344"/>
                </a:cubicBezTo>
                <a:cubicBezTo>
                  <a:pt x="81221" y="27516"/>
                  <a:pt x="83379" y="31150"/>
                  <a:pt x="84818" y="35244"/>
                </a:cubicBezTo>
                <a:cubicBezTo>
                  <a:pt x="86256" y="39338"/>
                  <a:pt x="86976" y="43857"/>
                  <a:pt x="86976" y="48799"/>
                </a:cubicBezTo>
                <a:cubicBezTo>
                  <a:pt x="86976" y="53594"/>
                  <a:pt x="86330" y="57892"/>
                  <a:pt x="85039" y="61691"/>
                </a:cubicBezTo>
                <a:cubicBezTo>
                  <a:pt x="83748" y="65490"/>
                  <a:pt x="81885" y="68846"/>
                  <a:pt x="79451" y="71760"/>
                </a:cubicBezTo>
                <a:cubicBezTo>
                  <a:pt x="77017" y="74674"/>
                  <a:pt x="74103" y="77201"/>
                  <a:pt x="70709" y="79340"/>
                </a:cubicBezTo>
                <a:cubicBezTo>
                  <a:pt x="67316" y="81480"/>
                  <a:pt x="63517" y="83287"/>
                  <a:pt x="59312" y="84762"/>
                </a:cubicBezTo>
                <a:cubicBezTo>
                  <a:pt x="61672" y="85795"/>
                  <a:pt x="63812" y="87105"/>
                  <a:pt x="65730" y="88691"/>
                </a:cubicBezTo>
                <a:cubicBezTo>
                  <a:pt x="67648" y="90277"/>
                  <a:pt x="69437" y="92176"/>
                  <a:pt x="71096" y="94390"/>
                </a:cubicBezTo>
                <a:cubicBezTo>
                  <a:pt x="72756" y="96603"/>
                  <a:pt x="74324" y="99148"/>
                  <a:pt x="75799" y="102025"/>
                </a:cubicBezTo>
                <a:cubicBezTo>
                  <a:pt x="77275" y="104902"/>
                  <a:pt x="78750" y="108148"/>
                  <a:pt x="80226" y="111763"/>
                </a:cubicBezTo>
                <a:lnTo>
                  <a:pt x="93062" y="143300"/>
                </a:lnTo>
                <a:cubicBezTo>
                  <a:pt x="94094" y="145955"/>
                  <a:pt x="94758" y="147818"/>
                  <a:pt x="95053" y="148888"/>
                </a:cubicBezTo>
                <a:cubicBezTo>
                  <a:pt x="95349" y="149957"/>
                  <a:pt x="95496" y="150787"/>
                  <a:pt x="95496" y="151377"/>
                </a:cubicBezTo>
                <a:moveTo>
                  <a:pt x="66836" y="50791"/>
                </a:moveTo>
                <a:cubicBezTo>
                  <a:pt x="66836" y="45185"/>
                  <a:pt x="65582" y="40445"/>
                  <a:pt x="63074" y="36572"/>
                </a:cubicBezTo>
                <a:cubicBezTo>
                  <a:pt x="60566" y="32699"/>
                  <a:pt x="56361" y="29914"/>
                  <a:pt x="50459" y="28217"/>
                </a:cubicBezTo>
                <a:cubicBezTo>
                  <a:pt x="48615" y="27701"/>
                  <a:pt x="46531" y="27332"/>
                  <a:pt x="44207" y="27111"/>
                </a:cubicBezTo>
                <a:cubicBezTo>
                  <a:pt x="41883" y="26889"/>
                  <a:pt x="38840" y="26779"/>
                  <a:pt x="35078" y="26779"/>
                </a:cubicBezTo>
                <a:lnTo>
                  <a:pt x="19033" y="26779"/>
                </a:lnTo>
                <a:lnTo>
                  <a:pt x="19033" y="75025"/>
                </a:lnTo>
                <a:lnTo>
                  <a:pt x="37623" y="75025"/>
                </a:lnTo>
                <a:cubicBezTo>
                  <a:pt x="42639" y="75025"/>
                  <a:pt x="46973" y="74416"/>
                  <a:pt x="50625" y="73199"/>
                </a:cubicBezTo>
                <a:cubicBezTo>
                  <a:pt x="54277" y="71982"/>
                  <a:pt x="57320" y="70285"/>
                  <a:pt x="59754" y="68109"/>
                </a:cubicBezTo>
                <a:cubicBezTo>
                  <a:pt x="62189" y="65933"/>
                  <a:pt x="63978" y="63369"/>
                  <a:pt x="65121" y="60418"/>
                </a:cubicBezTo>
                <a:cubicBezTo>
                  <a:pt x="66264" y="57467"/>
                  <a:pt x="66836" y="54258"/>
                  <a:pt x="66836" y="50791"/>
                </a:cubicBezTo>
                <a:close/>
                <a:moveTo>
                  <a:pt x="202312" y="97377"/>
                </a:moveTo>
                <a:cubicBezTo>
                  <a:pt x="202312" y="100254"/>
                  <a:pt x="201593" y="102301"/>
                  <a:pt x="200154" y="103519"/>
                </a:cubicBezTo>
                <a:cubicBezTo>
                  <a:pt x="198716" y="104736"/>
                  <a:pt x="197074" y="105345"/>
                  <a:pt x="195230" y="105345"/>
                </a:cubicBezTo>
                <a:lnTo>
                  <a:pt x="129943" y="105345"/>
                </a:lnTo>
                <a:cubicBezTo>
                  <a:pt x="129943" y="110893"/>
                  <a:pt x="130496" y="115888"/>
                  <a:pt x="131603" y="120328"/>
                </a:cubicBezTo>
                <a:cubicBezTo>
                  <a:pt x="132709" y="124768"/>
                  <a:pt x="134554" y="128579"/>
                  <a:pt x="137136" y="131760"/>
                </a:cubicBezTo>
                <a:cubicBezTo>
                  <a:pt x="139718" y="134942"/>
                  <a:pt x="143074" y="137384"/>
                  <a:pt x="147205" y="139088"/>
                </a:cubicBezTo>
                <a:cubicBezTo>
                  <a:pt x="151336" y="140789"/>
                  <a:pt x="156390" y="141640"/>
                  <a:pt x="162365" y="141640"/>
                </a:cubicBezTo>
                <a:cubicBezTo>
                  <a:pt x="167086" y="141640"/>
                  <a:pt x="171291" y="141252"/>
                  <a:pt x="174980" y="140478"/>
                </a:cubicBezTo>
                <a:cubicBezTo>
                  <a:pt x="178668" y="139703"/>
                  <a:pt x="181859" y="138836"/>
                  <a:pt x="184552" y="137877"/>
                </a:cubicBezTo>
                <a:cubicBezTo>
                  <a:pt x="187244" y="136918"/>
                  <a:pt x="189457" y="136052"/>
                  <a:pt x="191191" y="135277"/>
                </a:cubicBezTo>
                <a:cubicBezTo>
                  <a:pt x="192925" y="134502"/>
                  <a:pt x="194234" y="134115"/>
                  <a:pt x="195119" y="134115"/>
                </a:cubicBezTo>
                <a:cubicBezTo>
                  <a:pt x="195636" y="134115"/>
                  <a:pt x="196097" y="134244"/>
                  <a:pt x="196503" y="134502"/>
                </a:cubicBezTo>
                <a:cubicBezTo>
                  <a:pt x="196908" y="134761"/>
                  <a:pt x="197222" y="135148"/>
                  <a:pt x="197443" y="135664"/>
                </a:cubicBezTo>
                <a:cubicBezTo>
                  <a:pt x="197664" y="136181"/>
                  <a:pt x="197830" y="136900"/>
                  <a:pt x="197941" y="137822"/>
                </a:cubicBezTo>
                <a:cubicBezTo>
                  <a:pt x="198052" y="138744"/>
                  <a:pt x="198107" y="139869"/>
                  <a:pt x="198107" y="141197"/>
                </a:cubicBezTo>
                <a:cubicBezTo>
                  <a:pt x="198107" y="142156"/>
                  <a:pt x="198070" y="142986"/>
                  <a:pt x="197996" y="143687"/>
                </a:cubicBezTo>
                <a:cubicBezTo>
                  <a:pt x="197923" y="144388"/>
                  <a:pt x="197830" y="145015"/>
                  <a:pt x="197720" y="145568"/>
                </a:cubicBezTo>
                <a:cubicBezTo>
                  <a:pt x="197609" y="146121"/>
                  <a:pt x="197425" y="146619"/>
                  <a:pt x="197166" y="147062"/>
                </a:cubicBezTo>
                <a:cubicBezTo>
                  <a:pt x="196908" y="147504"/>
                  <a:pt x="196576" y="147929"/>
                  <a:pt x="196171" y="148334"/>
                </a:cubicBezTo>
                <a:cubicBezTo>
                  <a:pt x="195765" y="148740"/>
                  <a:pt x="194566" y="149404"/>
                  <a:pt x="192574" y="150326"/>
                </a:cubicBezTo>
                <a:cubicBezTo>
                  <a:pt x="190582" y="151248"/>
                  <a:pt x="188000" y="152152"/>
                  <a:pt x="184828" y="153037"/>
                </a:cubicBezTo>
                <a:cubicBezTo>
                  <a:pt x="181656" y="153922"/>
                  <a:pt x="177986" y="154716"/>
                  <a:pt x="173818" y="155416"/>
                </a:cubicBezTo>
                <a:cubicBezTo>
                  <a:pt x="169650" y="156117"/>
                  <a:pt x="165205" y="156468"/>
                  <a:pt x="160484" y="156468"/>
                </a:cubicBezTo>
                <a:cubicBezTo>
                  <a:pt x="152295" y="156468"/>
                  <a:pt x="145121" y="155323"/>
                  <a:pt x="138961" y="153034"/>
                </a:cubicBezTo>
                <a:cubicBezTo>
                  <a:pt x="132802" y="150745"/>
                  <a:pt x="127619" y="147348"/>
                  <a:pt x="123414" y="142843"/>
                </a:cubicBezTo>
                <a:cubicBezTo>
                  <a:pt x="119209" y="138338"/>
                  <a:pt x="116037" y="132689"/>
                  <a:pt x="113898" y="125895"/>
                </a:cubicBezTo>
                <a:cubicBezTo>
                  <a:pt x="111758" y="119102"/>
                  <a:pt x="110689" y="111200"/>
                  <a:pt x="110689" y="102191"/>
                </a:cubicBezTo>
                <a:cubicBezTo>
                  <a:pt x="110689" y="93624"/>
                  <a:pt x="111795" y="85926"/>
                  <a:pt x="114008" y="79095"/>
                </a:cubicBezTo>
                <a:cubicBezTo>
                  <a:pt x="116222" y="72264"/>
                  <a:pt x="119412" y="66467"/>
                  <a:pt x="123580" y="61705"/>
                </a:cubicBezTo>
                <a:cubicBezTo>
                  <a:pt x="127748" y="56942"/>
                  <a:pt x="132783" y="53287"/>
                  <a:pt x="138685" y="50739"/>
                </a:cubicBezTo>
                <a:cubicBezTo>
                  <a:pt x="144586" y="48192"/>
                  <a:pt x="151189" y="46918"/>
                  <a:pt x="158492" y="46918"/>
                </a:cubicBezTo>
                <a:cubicBezTo>
                  <a:pt x="166312" y="46918"/>
                  <a:pt x="172970" y="48172"/>
                  <a:pt x="178466" y="50680"/>
                </a:cubicBezTo>
                <a:cubicBezTo>
                  <a:pt x="183962" y="53189"/>
                  <a:pt x="188480" y="56564"/>
                  <a:pt x="192021" y="60805"/>
                </a:cubicBezTo>
                <a:cubicBezTo>
                  <a:pt x="195562" y="65047"/>
                  <a:pt x="198162" y="70027"/>
                  <a:pt x="199822" y="75744"/>
                </a:cubicBezTo>
                <a:cubicBezTo>
                  <a:pt x="201482" y="81461"/>
                  <a:pt x="202312" y="87566"/>
                  <a:pt x="202312" y="94058"/>
                </a:cubicBezTo>
                <a:lnTo>
                  <a:pt x="202312" y="97377"/>
                </a:lnTo>
                <a:moveTo>
                  <a:pt x="183943" y="91955"/>
                </a:moveTo>
                <a:cubicBezTo>
                  <a:pt x="184164" y="82365"/>
                  <a:pt x="182043" y="74840"/>
                  <a:pt x="177580" y="69381"/>
                </a:cubicBezTo>
                <a:cubicBezTo>
                  <a:pt x="173117" y="63922"/>
                  <a:pt x="166496" y="61193"/>
                  <a:pt x="157718" y="61193"/>
                </a:cubicBezTo>
                <a:cubicBezTo>
                  <a:pt x="153218" y="61193"/>
                  <a:pt x="149271" y="62041"/>
                  <a:pt x="145877" y="63738"/>
                </a:cubicBezTo>
                <a:cubicBezTo>
                  <a:pt x="142484" y="65435"/>
                  <a:pt x="139644" y="67685"/>
                  <a:pt x="137357" y="70488"/>
                </a:cubicBezTo>
                <a:cubicBezTo>
                  <a:pt x="135070" y="73291"/>
                  <a:pt x="133300" y="76556"/>
                  <a:pt x="132045" y="80281"/>
                </a:cubicBezTo>
                <a:cubicBezTo>
                  <a:pt x="130791" y="84006"/>
                  <a:pt x="130091" y="87898"/>
                  <a:pt x="129943" y="91955"/>
                </a:cubicBezTo>
                <a:lnTo>
                  <a:pt x="183943" y="91955"/>
                </a:lnTo>
                <a:close/>
                <a:moveTo>
                  <a:pt x="248445" y="151485"/>
                </a:moveTo>
                <a:cubicBezTo>
                  <a:pt x="248445" y="152075"/>
                  <a:pt x="248298" y="152574"/>
                  <a:pt x="248002" y="152982"/>
                </a:cubicBezTo>
                <a:cubicBezTo>
                  <a:pt x="247707" y="153388"/>
                  <a:pt x="247228" y="153738"/>
                  <a:pt x="246564" y="154033"/>
                </a:cubicBezTo>
                <a:cubicBezTo>
                  <a:pt x="245900" y="154328"/>
                  <a:pt x="244978" y="154550"/>
                  <a:pt x="243798" y="154697"/>
                </a:cubicBezTo>
                <a:cubicBezTo>
                  <a:pt x="242617" y="154845"/>
                  <a:pt x="241105" y="154918"/>
                  <a:pt x="239261" y="154918"/>
                </a:cubicBezTo>
                <a:cubicBezTo>
                  <a:pt x="237490" y="154918"/>
                  <a:pt x="236015" y="154845"/>
                  <a:pt x="234834" y="154697"/>
                </a:cubicBezTo>
                <a:cubicBezTo>
                  <a:pt x="233654" y="154550"/>
                  <a:pt x="232713" y="154328"/>
                  <a:pt x="232013" y="154033"/>
                </a:cubicBezTo>
                <a:cubicBezTo>
                  <a:pt x="231312" y="153738"/>
                  <a:pt x="230832" y="153388"/>
                  <a:pt x="230574" y="152982"/>
                </a:cubicBezTo>
                <a:cubicBezTo>
                  <a:pt x="230316" y="152574"/>
                  <a:pt x="230187" y="152075"/>
                  <a:pt x="230187" y="151485"/>
                </a:cubicBezTo>
                <a:lnTo>
                  <a:pt x="230187" y="3544"/>
                </a:lnTo>
                <a:cubicBezTo>
                  <a:pt x="230187" y="2954"/>
                  <a:pt x="230316" y="2438"/>
                  <a:pt x="230574" y="1995"/>
                </a:cubicBezTo>
                <a:cubicBezTo>
                  <a:pt x="230832" y="1550"/>
                  <a:pt x="231312" y="1180"/>
                  <a:pt x="232013" y="885"/>
                </a:cubicBezTo>
                <a:cubicBezTo>
                  <a:pt x="232713" y="590"/>
                  <a:pt x="233654" y="369"/>
                  <a:pt x="234834" y="221"/>
                </a:cubicBezTo>
                <a:cubicBezTo>
                  <a:pt x="236015" y="74"/>
                  <a:pt x="237490" y="0"/>
                  <a:pt x="239261" y="0"/>
                </a:cubicBezTo>
                <a:cubicBezTo>
                  <a:pt x="241105" y="0"/>
                  <a:pt x="242617" y="74"/>
                  <a:pt x="243798" y="221"/>
                </a:cubicBezTo>
                <a:cubicBezTo>
                  <a:pt x="244978" y="369"/>
                  <a:pt x="245900" y="590"/>
                  <a:pt x="246564" y="885"/>
                </a:cubicBezTo>
                <a:cubicBezTo>
                  <a:pt x="247228" y="1180"/>
                  <a:pt x="247707" y="1550"/>
                  <a:pt x="248002" y="1995"/>
                </a:cubicBezTo>
                <a:cubicBezTo>
                  <a:pt x="248298" y="2438"/>
                  <a:pt x="248445" y="2954"/>
                  <a:pt x="248445" y="3544"/>
                </a:cubicBezTo>
                <a:lnTo>
                  <a:pt x="248445" y="151485"/>
                </a:lnTo>
                <a:close/>
                <a:moveTo>
                  <a:pt x="356655" y="151599"/>
                </a:moveTo>
                <a:cubicBezTo>
                  <a:pt x="356655" y="152484"/>
                  <a:pt x="356360" y="153148"/>
                  <a:pt x="355770" y="153591"/>
                </a:cubicBezTo>
                <a:cubicBezTo>
                  <a:pt x="355179" y="154033"/>
                  <a:pt x="354368" y="154365"/>
                  <a:pt x="353335" y="154586"/>
                </a:cubicBezTo>
                <a:cubicBezTo>
                  <a:pt x="352302" y="154808"/>
                  <a:pt x="350790" y="154918"/>
                  <a:pt x="348798" y="154918"/>
                </a:cubicBezTo>
                <a:cubicBezTo>
                  <a:pt x="346880" y="154918"/>
                  <a:pt x="345350" y="154808"/>
                  <a:pt x="344206" y="154586"/>
                </a:cubicBezTo>
                <a:cubicBezTo>
                  <a:pt x="343063" y="154365"/>
                  <a:pt x="342233" y="154033"/>
                  <a:pt x="341716" y="153591"/>
                </a:cubicBezTo>
                <a:cubicBezTo>
                  <a:pt x="341200" y="153148"/>
                  <a:pt x="340942" y="152484"/>
                  <a:pt x="340942" y="151599"/>
                </a:cubicBezTo>
                <a:lnTo>
                  <a:pt x="340942" y="141640"/>
                </a:lnTo>
                <a:cubicBezTo>
                  <a:pt x="336589" y="146287"/>
                  <a:pt x="331739" y="149920"/>
                  <a:pt x="326390" y="152539"/>
                </a:cubicBezTo>
                <a:cubicBezTo>
                  <a:pt x="321042" y="155158"/>
                  <a:pt x="315380" y="156468"/>
                  <a:pt x="309405" y="156468"/>
                </a:cubicBezTo>
                <a:cubicBezTo>
                  <a:pt x="304167" y="156468"/>
                  <a:pt x="299427" y="155783"/>
                  <a:pt x="295186" y="154414"/>
                </a:cubicBezTo>
                <a:cubicBezTo>
                  <a:pt x="290944" y="153044"/>
                  <a:pt x="287329" y="151064"/>
                  <a:pt x="284341" y="148473"/>
                </a:cubicBezTo>
                <a:cubicBezTo>
                  <a:pt x="281354" y="145881"/>
                  <a:pt x="279030" y="142699"/>
                  <a:pt x="277370" y="138925"/>
                </a:cubicBezTo>
                <a:cubicBezTo>
                  <a:pt x="275710" y="135149"/>
                  <a:pt x="274880" y="130854"/>
                  <a:pt x="274880" y="126041"/>
                </a:cubicBezTo>
                <a:cubicBezTo>
                  <a:pt x="274880" y="120416"/>
                  <a:pt x="276024" y="115531"/>
                  <a:pt x="278310" y="111386"/>
                </a:cubicBezTo>
                <a:cubicBezTo>
                  <a:pt x="280597" y="107238"/>
                  <a:pt x="283880" y="103795"/>
                  <a:pt x="288159" y="101057"/>
                </a:cubicBezTo>
                <a:cubicBezTo>
                  <a:pt x="292438" y="98318"/>
                  <a:pt x="297675" y="96264"/>
                  <a:pt x="303872" y="94894"/>
                </a:cubicBezTo>
                <a:cubicBezTo>
                  <a:pt x="310069" y="93525"/>
                  <a:pt x="317040" y="92840"/>
                  <a:pt x="324786" y="92840"/>
                </a:cubicBezTo>
                <a:lnTo>
                  <a:pt x="338507" y="92840"/>
                </a:lnTo>
                <a:lnTo>
                  <a:pt x="338507" y="85122"/>
                </a:lnTo>
                <a:cubicBezTo>
                  <a:pt x="338507" y="81300"/>
                  <a:pt x="338102" y="77919"/>
                  <a:pt x="337290" y="74980"/>
                </a:cubicBezTo>
                <a:cubicBezTo>
                  <a:pt x="336479" y="72038"/>
                  <a:pt x="335169" y="69593"/>
                  <a:pt x="333362" y="67645"/>
                </a:cubicBezTo>
                <a:cubicBezTo>
                  <a:pt x="331554" y="65697"/>
                  <a:pt x="329212" y="64228"/>
                  <a:pt x="326335" y="63236"/>
                </a:cubicBezTo>
                <a:cubicBezTo>
                  <a:pt x="323458" y="62243"/>
                  <a:pt x="319917" y="61746"/>
                  <a:pt x="315712" y="61746"/>
                </a:cubicBezTo>
                <a:cubicBezTo>
                  <a:pt x="311212" y="61746"/>
                  <a:pt x="307173" y="62275"/>
                  <a:pt x="303595" y="63333"/>
                </a:cubicBezTo>
                <a:cubicBezTo>
                  <a:pt x="300017" y="64391"/>
                  <a:pt x="296882" y="65559"/>
                  <a:pt x="294190" y="66836"/>
                </a:cubicBezTo>
                <a:cubicBezTo>
                  <a:pt x="291497" y="68113"/>
                  <a:pt x="289247" y="69281"/>
                  <a:pt x="287440" y="70339"/>
                </a:cubicBezTo>
                <a:cubicBezTo>
                  <a:pt x="285632" y="71397"/>
                  <a:pt x="284286" y="71926"/>
                  <a:pt x="283401" y="71926"/>
                </a:cubicBezTo>
                <a:cubicBezTo>
                  <a:pt x="282810" y="71926"/>
                  <a:pt x="282294" y="71779"/>
                  <a:pt x="281851" y="71484"/>
                </a:cubicBezTo>
                <a:cubicBezTo>
                  <a:pt x="281409" y="71189"/>
                  <a:pt x="281022" y="70746"/>
                  <a:pt x="280690" y="70156"/>
                </a:cubicBezTo>
                <a:cubicBezTo>
                  <a:pt x="280358" y="69566"/>
                  <a:pt x="280118" y="68810"/>
                  <a:pt x="279970" y="67887"/>
                </a:cubicBezTo>
                <a:cubicBezTo>
                  <a:pt x="279823" y="66965"/>
                  <a:pt x="279749" y="65951"/>
                  <a:pt x="279749" y="64844"/>
                </a:cubicBezTo>
                <a:cubicBezTo>
                  <a:pt x="279749" y="63000"/>
                  <a:pt x="279878" y="61543"/>
                  <a:pt x="280136" y="60474"/>
                </a:cubicBezTo>
                <a:cubicBezTo>
                  <a:pt x="280394" y="59404"/>
                  <a:pt x="281022" y="58389"/>
                  <a:pt x="282017" y="57430"/>
                </a:cubicBezTo>
                <a:cubicBezTo>
                  <a:pt x="283013" y="56471"/>
                  <a:pt x="284729" y="55355"/>
                  <a:pt x="287163" y="54080"/>
                </a:cubicBezTo>
                <a:cubicBezTo>
                  <a:pt x="289597" y="52803"/>
                  <a:pt x="292401" y="51636"/>
                  <a:pt x="295573" y="50580"/>
                </a:cubicBezTo>
                <a:cubicBezTo>
                  <a:pt x="298745" y="49524"/>
                  <a:pt x="302212" y="48651"/>
                  <a:pt x="305974" y="47959"/>
                </a:cubicBezTo>
                <a:cubicBezTo>
                  <a:pt x="309737" y="47265"/>
                  <a:pt x="313536" y="46918"/>
                  <a:pt x="317372" y="46918"/>
                </a:cubicBezTo>
                <a:cubicBezTo>
                  <a:pt x="324528" y="46918"/>
                  <a:pt x="330614" y="47730"/>
                  <a:pt x="335630" y="49353"/>
                </a:cubicBezTo>
                <a:cubicBezTo>
                  <a:pt x="340647" y="50976"/>
                  <a:pt x="344704" y="53355"/>
                  <a:pt x="347802" y="56490"/>
                </a:cubicBezTo>
                <a:cubicBezTo>
                  <a:pt x="350901" y="59625"/>
                  <a:pt x="353151" y="63517"/>
                  <a:pt x="354552" y="68164"/>
                </a:cubicBezTo>
                <a:cubicBezTo>
                  <a:pt x="355954" y="72812"/>
                  <a:pt x="356655" y="78234"/>
                  <a:pt x="356655" y="84431"/>
                </a:cubicBezTo>
                <a:lnTo>
                  <a:pt x="356655" y="151599"/>
                </a:lnTo>
                <a:moveTo>
                  <a:pt x="338507" y="106008"/>
                </a:moveTo>
                <a:lnTo>
                  <a:pt x="322905" y="106008"/>
                </a:lnTo>
                <a:cubicBezTo>
                  <a:pt x="317888" y="106008"/>
                  <a:pt x="313536" y="106436"/>
                  <a:pt x="309847" y="107291"/>
                </a:cubicBezTo>
                <a:cubicBezTo>
                  <a:pt x="306159" y="108144"/>
                  <a:pt x="303097" y="109405"/>
                  <a:pt x="300663" y="111074"/>
                </a:cubicBezTo>
                <a:cubicBezTo>
                  <a:pt x="298229" y="112743"/>
                  <a:pt x="296440" y="114748"/>
                  <a:pt x="295296" y="117088"/>
                </a:cubicBezTo>
                <a:cubicBezTo>
                  <a:pt x="294153" y="119425"/>
                  <a:pt x="293581" y="122116"/>
                  <a:pt x="293581" y="125159"/>
                </a:cubicBezTo>
                <a:cubicBezTo>
                  <a:pt x="293581" y="130355"/>
                  <a:pt x="295222" y="134493"/>
                  <a:pt x="298505" y="137573"/>
                </a:cubicBezTo>
                <a:cubicBezTo>
                  <a:pt x="301788" y="140653"/>
                  <a:pt x="306380" y="142193"/>
                  <a:pt x="312282" y="142193"/>
                </a:cubicBezTo>
                <a:cubicBezTo>
                  <a:pt x="317077" y="142193"/>
                  <a:pt x="321522" y="140969"/>
                  <a:pt x="325616" y="138521"/>
                </a:cubicBezTo>
                <a:cubicBezTo>
                  <a:pt x="329710" y="136070"/>
                  <a:pt x="334007" y="132322"/>
                  <a:pt x="338507" y="127275"/>
                </a:cubicBezTo>
                <a:lnTo>
                  <a:pt x="338507" y="106008"/>
                </a:lnTo>
                <a:close/>
                <a:moveTo>
                  <a:pt x="439250" y="144295"/>
                </a:moveTo>
                <a:cubicBezTo>
                  <a:pt x="439250" y="146435"/>
                  <a:pt x="439103" y="148131"/>
                  <a:pt x="438807" y="149386"/>
                </a:cubicBezTo>
                <a:cubicBezTo>
                  <a:pt x="438512" y="150640"/>
                  <a:pt x="438070" y="151562"/>
                  <a:pt x="437480" y="152152"/>
                </a:cubicBezTo>
                <a:cubicBezTo>
                  <a:pt x="436889" y="152742"/>
                  <a:pt x="436004" y="153295"/>
                  <a:pt x="434824" y="153812"/>
                </a:cubicBezTo>
                <a:cubicBezTo>
                  <a:pt x="433644" y="154328"/>
                  <a:pt x="432297" y="154752"/>
                  <a:pt x="430785" y="155084"/>
                </a:cubicBezTo>
                <a:cubicBezTo>
                  <a:pt x="429273" y="155416"/>
                  <a:pt x="427668" y="155693"/>
                  <a:pt x="425971" y="155914"/>
                </a:cubicBezTo>
                <a:cubicBezTo>
                  <a:pt x="424275" y="156136"/>
                  <a:pt x="422578" y="156246"/>
                  <a:pt x="420881" y="156246"/>
                </a:cubicBezTo>
                <a:cubicBezTo>
                  <a:pt x="415717" y="156246"/>
                  <a:pt x="411291" y="155563"/>
                  <a:pt x="407602" y="154196"/>
                </a:cubicBezTo>
                <a:cubicBezTo>
                  <a:pt x="403914" y="152826"/>
                  <a:pt x="400889" y="150755"/>
                  <a:pt x="398529" y="147982"/>
                </a:cubicBezTo>
                <a:cubicBezTo>
                  <a:pt x="396168" y="145208"/>
                  <a:pt x="394453" y="141696"/>
                  <a:pt x="393383" y="137445"/>
                </a:cubicBezTo>
                <a:cubicBezTo>
                  <a:pt x="392314" y="133194"/>
                  <a:pt x="391779" y="128185"/>
                  <a:pt x="391779" y="122417"/>
                </a:cubicBezTo>
                <a:lnTo>
                  <a:pt x="391779" y="64070"/>
                </a:lnTo>
                <a:lnTo>
                  <a:pt x="377836" y="64070"/>
                </a:lnTo>
                <a:cubicBezTo>
                  <a:pt x="376729" y="64070"/>
                  <a:pt x="375844" y="63480"/>
                  <a:pt x="375180" y="62299"/>
                </a:cubicBezTo>
                <a:cubicBezTo>
                  <a:pt x="374516" y="61119"/>
                  <a:pt x="374184" y="59201"/>
                  <a:pt x="374184" y="56545"/>
                </a:cubicBezTo>
                <a:cubicBezTo>
                  <a:pt x="374184" y="55144"/>
                  <a:pt x="374277" y="53963"/>
                  <a:pt x="374461" y="53004"/>
                </a:cubicBezTo>
                <a:cubicBezTo>
                  <a:pt x="374645" y="52045"/>
                  <a:pt x="374885" y="51252"/>
                  <a:pt x="375180" y="50625"/>
                </a:cubicBezTo>
                <a:cubicBezTo>
                  <a:pt x="375475" y="49998"/>
                  <a:pt x="375863" y="49555"/>
                  <a:pt x="376342" y="49297"/>
                </a:cubicBezTo>
                <a:cubicBezTo>
                  <a:pt x="376822" y="49039"/>
                  <a:pt x="377357" y="48910"/>
                  <a:pt x="377947" y="48910"/>
                </a:cubicBezTo>
                <a:lnTo>
                  <a:pt x="391779" y="48910"/>
                </a:lnTo>
                <a:lnTo>
                  <a:pt x="391779" y="25230"/>
                </a:lnTo>
                <a:cubicBezTo>
                  <a:pt x="391779" y="24713"/>
                  <a:pt x="391908" y="24234"/>
                  <a:pt x="392166" y="23791"/>
                </a:cubicBezTo>
                <a:cubicBezTo>
                  <a:pt x="392424" y="23348"/>
                  <a:pt x="392904" y="22961"/>
                  <a:pt x="393604" y="22629"/>
                </a:cubicBezTo>
                <a:cubicBezTo>
                  <a:pt x="394305" y="22297"/>
                  <a:pt x="395246" y="22057"/>
                  <a:pt x="396426" y="21910"/>
                </a:cubicBezTo>
                <a:cubicBezTo>
                  <a:pt x="397607" y="21762"/>
                  <a:pt x="399082" y="21689"/>
                  <a:pt x="400852" y="21689"/>
                </a:cubicBezTo>
                <a:cubicBezTo>
                  <a:pt x="402697" y="21689"/>
                  <a:pt x="404209" y="21762"/>
                  <a:pt x="405389" y="21910"/>
                </a:cubicBezTo>
                <a:cubicBezTo>
                  <a:pt x="406570" y="22057"/>
                  <a:pt x="407492" y="22297"/>
                  <a:pt x="408156" y="22629"/>
                </a:cubicBezTo>
                <a:cubicBezTo>
                  <a:pt x="408820" y="22961"/>
                  <a:pt x="409299" y="23348"/>
                  <a:pt x="409594" y="23791"/>
                </a:cubicBezTo>
                <a:cubicBezTo>
                  <a:pt x="409889" y="24234"/>
                  <a:pt x="410037" y="24713"/>
                  <a:pt x="410037" y="25230"/>
                </a:cubicBezTo>
                <a:lnTo>
                  <a:pt x="410037" y="48910"/>
                </a:lnTo>
                <a:lnTo>
                  <a:pt x="435598" y="48910"/>
                </a:lnTo>
                <a:cubicBezTo>
                  <a:pt x="436189" y="48910"/>
                  <a:pt x="436705" y="49039"/>
                  <a:pt x="437148" y="49297"/>
                </a:cubicBezTo>
                <a:cubicBezTo>
                  <a:pt x="437590" y="49555"/>
                  <a:pt x="437978" y="49998"/>
                  <a:pt x="438310" y="50625"/>
                </a:cubicBezTo>
                <a:cubicBezTo>
                  <a:pt x="438641" y="51252"/>
                  <a:pt x="438881" y="52045"/>
                  <a:pt x="439029" y="53004"/>
                </a:cubicBezTo>
                <a:cubicBezTo>
                  <a:pt x="439176" y="53963"/>
                  <a:pt x="439250" y="55144"/>
                  <a:pt x="439250" y="56545"/>
                </a:cubicBezTo>
                <a:cubicBezTo>
                  <a:pt x="439250" y="59201"/>
                  <a:pt x="438918" y="61119"/>
                  <a:pt x="438254" y="62299"/>
                </a:cubicBezTo>
                <a:cubicBezTo>
                  <a:pt x="437590" y="63480"/>
                  <a:pt x="436705" y="64070"/>
                  <a:pt x="435598" y="64070"/>
                </a:cubicBezTo>
                <a:lnTo>
                  <a:pt x="410037" y="64070"/>
                </a:lnTo>
                <a:lnTo>
                  <a:pt x="410037" y="119782"/>
                </a:lnTo>
                <a:cubicBezTo>
                  <a:pt x="410037" y="126661"/>
                  <a:pt x="411051" y="131858"/>
                  <a:pt x="413080" y="135374"/>
                </a:cubicBezTo>
                <a:cubicBezTo>
                  <a:pt x="415109" y="138887"/>
                  <a:pt x="418742" y="140644"/>
                  <a:pt x="423980" y="140644"/>
                </a:cubicBezTo>
                <a:cubicBezTo>
                  <a:pt x="425676" y="140644"/>
                  <a:pt x="427189" y="140478"/>
                  <a:pt x="428516" y="140146"/>
                </a:cubicBezTo>
                <a:cubicBezTo>
                  <a:pt x="429844" y="139814"/>
                  <a:pt x="431025" y="139463"/>
                  <a:pt x="432057" y="139095"/>
                </a:cubicBezTo>
                <a:cubicBezTo>
                  <a:pt x="433090" y="138726"/>
                  <a:pt x="433975" y="138375"/>
                  <a:pt x="434713" y="138043"/>
                </a:cubicBezTo>
                <a:cubicBezTo>
                  <a:pt x="435451" y="137711"/>
                  <a:pt x="436115" y="137545"/>
                  <a:pt x="436705" y="137545"/>
                </a:cubicBezTo>
                <a:cubicBezTo>
                  <a:pt x="437074" y="137545"/>
                  <a:pt x="437424" y="137638"/>
                  <a:pt x="437756" y="137822"/>
                </a:cubicBezTo>
                <a:cubicBezTo>
                  <a:pt x="438088" y="138006"/>
                  <a:pt x="438346" y="138357"/>
                  <a:pt x="438531" y="138873"/>
                </a:cubicBezTo>
                <a:cubicBezTo>
                  <a:pt x="438715" y="139390"/>
                  <a:pt x="438881" y="140090"/>
                  <a:pt x="439029" y="140976"/>
                </a:cubicBezTo>
                <a:cubicBezTo>
                  <a:pt x="439176" y="141861"/>
                  <a:pt x="439250" y="142968"/>
                  <a:pt x="439250" y="144295"/>
                </a:cubicBezTo>
                <a:close/>
                <a:moveTo>
                  <a:pt x="481640" y="151488"/>
                </a:moveTo>
                <a:cubicBezTo>
                  <a:pt x="481640" y="152078"/>
                  <a:pt x="481493" y="152576"/>
                  <a:pt x="481198" y="152982"/>
                </a:cubicBezTo>
                <a:cubicBezTo>
                  <a:pt x="480903" y="153388"/>
                  <a:pt x="480423" y="153738"/>
                  <a:pt x="479759" y="154033"/>
                </a:cubicBezTo>
                <a:cubicBezTo>
                  <a:pt x="479095" y="154328"/>
                  <a:pt x="478173" y="154550"/>
                  <a:pt x="476993" y="154697"/>
                </a:cubicBezTo>
                <a:cubicBezTo>
                  <a:pt x="475812" y="154845"/>
                  <a:pt x="474300" y="154918"/>
                  <a:pt x="472456" y="154918"/>
                </a:cubicBezTo>
                <a:cubicBezTo>
                  <a:pt x="470685" y="154918"/>
                  <a:pt x="469210" y="154845"/>
                  <a:pt x="468030" y="154697"/>
                </a:cubicBezTo>
                <a:cubicBezTo>
                  <a:pt x="466849" y="154550"/>
                  <a:pt x="465909" y="154328"/>
                  <a:pt x="465208" y="154033"/>
                </a:cubicBezTo>
                <a:cubicBezTo>
                  <a:pt x="464507" y="153738"/>
                  <a:pt x="464027" y="153388"/>
                  <a:pt x="463769" y="152982"/>
                </a:cubicBezTo>
                <a:cubicBezTo>
                  <a:pt x="463511" y="152576"/>
                  <a:pt x="463382" y="152078"/>
                  <a:pt x="463382" y="151488"/>
                </a:cubicBezTo>
                <a:lnTo>
                  <a:pt x="463382" y="51898"/>
                </a:lnTo>
                <a:cubicBezTo>
                  <a:pt x="463382" y="51381"/>
                  <a:pt x="463511" y="50902"/>
                  <a:pt x="463769" y="50459"/>
                </a:cubicBezTo>
                <a:cubicBezTo>
                  <a:pt x="464027" y="50017"/>
                  <a:pt x="464507" y="49648"/>
                  <a:pt x="465208" y="49353"/>
                </a:cubicBezTo>
                <a:cubicBezTo>
                  <a:pt x="465909" y="49057"/>
                  <a:pt x="466849" y="48836"/>
                  <a:pt x="468030" y="48689"/>
                </a:cubicBezTo>
                <a:cubicBezTo>
                  <a:pt x="469210" y="48541"/>
                  <a:pt x="470685" y="48467"/>
                  <a:pt x="472456" y="48467"/>
                </a:cubicBezTo>
                <a:cubicBezTo>
                  <a:pt x="474300" y="48467"/>
                  <a:pt x="475812" y="48541"/>
                  <a:pt x="476993" y="48689"/>
                </a:cubicBezTo>
                <a:cubicBezTo>
                  <a:pt x="478173" y="48836"/>
                  <a:pt x="479095" y="49057"/>
                  <a:pt x="479759" y="49353"/>
                </a:cubicBezTo>
                <a:cubicBezTo>
                  <a:pt x="480423" y="49648"/>
                  <a:pt x="480903" y="50017"/>
                  <a:pt x="481198" y="50459"/>
                </a:cubicBezTo>
                <a:cubicBezTo>
                  <a:pt x="481493" y="50902"/>
                  <a:pt x="481640" y="51381"/>
                  <a:pt x="481640" y="51898"/>
                </a:cubicBezTo>
                <a:lnTo>
                  <a:pt x="481640" y="151488"/>
                </a:lnTo>
                <a:moveTo>
                  <a:pt x="483743" y="18148"/>
                </a:moveTo>
                <a:cubicBezTo>
                  <a:pt x="483743" y="22426"/>
                  <a:pt x="482931" y="25340"/>
                  <a:pt x="481308" y="26889"/>
                </a:cubicBezTo>
                <a:cubicBezTo>
                  <a:pt x="479685" y="28439"/>
                  <a:pt x="476698" y="29213"/>
                  <a:pt x="472345" y="29213"/>
                </a:cubicBezTo>
                <a:cubicBezTo>
                  <a:pt x="468066" y="29213"/>
                  <a:pt x="465134" y="28457"/>
                  <a:pt x="463548" y="26945"/>
                </a:cubicBezTo>
                <a:cubicBezTo>
                  <a:pt x="461962" y="25432"/>
                  <a:pt x="461169" y="22574"/>
                  <a:pt x="461169" y="18369"/>
                </a:cubicBezTo>
                <a:cubicBezTo>
                  <a:pt x="461169" y="14090"/>
                  <a:pt x="461980" y="11176"/>
                  <a:pt x="463603" y="9627"/>
                </a:cubicBezTo>
                <a:cubicBezTo>
                  <a:pt x="465226" y="8078"/>
                  <a:pt x="468214" y="7303"/>
                  <a:pt x="472566" y="7303"/>
                </a:cubicBezTo>
                <a:cubicBezTo>
                  <a:pt x="476845" y="7303"/>
                  <a:pt x="479778" y="8059"/>
                  <a:pt x="481364" y="9572"/>
                </a:cubicBezTo>
                <a:cubicBezTo>
                  <a:pt x="482950" y="11084"/>
                  <a:pt x="483743" y="13943"/>
                  <a:pt x="483743" y="18148"/>
                </a:cubicBezTo>
                <a:close/>
                <a:moveTo>
                  <a:pt x="608125" y="100642"/>
                </a:moveTo>
                <a:cubicBezTo>
                  <a:pt x="608125" y="108763"/>
                  <a:pt x="607055" y="116240"/>
                  <a:pt x="604916" y="123070"/>
                </a:cubicBezTo>
                <a:cubicBezTo>
                  <a:pt x="602776" y="129901"/>
                  <a:pt x="599586" y="135791"/>
                  <a:pt x="595344" y="140741"/>
                </a:cubicBezTo>
                <a:cubicBezTo>
                  <a:pt x="591102" y="145688"/>
                  <a:pt x="585791" y="149546"/>
                  <a:pt x="579409" y="152315"/>
                </a:cubicBezTo>
                <a:cubicBezTo>
                  <a:pt x="573028" y="155083"/>
                  <a:pt x="565633" y="156468"/>
                  <a:pt x="557223" y="156468"/>
                </a:cubicBezTo>
                <a:cubicBezTo>
                  <a:pt x="549034" y="156468"/>
                  <a:pt x="541897" y="155249"/>
                  <a:pt x="535811" y="152812"/>
                </a:cubicBezTo>
                <a:cubicBezTo>
                  <a:pt x="529725" y="150376"/>
                  <a:pt x="524653" y="146831"/>
                  <a:pt x="520596" y="142179"/>
                </a:cubicBezTo>
                <a:cubicBezTo>
                  <a:pt x="516538" y="137527"/>
                  <a:pt x="513514" y="131878"/>
                  <a:pt x="511522" y="125231"/>
                </a:cubicBezTo>
                <a:cubicBezTo>
                  <a:pt x="509530" y="118585"/>
                  <a:pt x="508534" y="111053"/>
                  <a:pt x="508534" y="102633"/>
                </a:cubicBezTo>
                <a:cubicBezTo>
                  <a:pt x="508534" y="94512"/>
                  <a:pt x="509586" y="87036"/>
                  <a:pt x="511688" y="80205"/>
                </a:cubicBezTo>
                <a:cubicBezTo>
                  <a:pt x="513790" y="73374"/>
                  <a:pt x="516963" y="67485"/>
                  <a:pt x="521204" y="62538"/>
                </a:cubicBezTo>
                <a:cubicBezTo>
                  <a:pt x="525446" y="57588"/>
                  <a:pt x="530739" y="53748"/>
                  <a:pt x="537084" y="51016"/>
                </a:cubicBezTo>
                <a:cubicBezTo>
                  <a:pt x="543428" y="48284"/>
                  <a:pt x="550842" y="46918"/>
                  <a:pt x="559325" y="46918"/>
                </a:cubicBezTo>
                <a:cubicBezTo>
                  <a:pt x="567514" y="46918"/>
                  <a:pt x="574651" y="48137"/>
                  <a:pt x="580737" y="50573"/>
                </a:cubicBezTo>
                <a:cubicBezTo>
                  <a:pt x="586823" y="53010"/>
                  <a:pt x="591895" y="56554"/>
                  <a:pt x="595953" y="61207"/>
                </a:cubicBezTo>
                <a:cubicBezTo>
                  <a:pt x="600010" y="65859"/>
                  <a:pt x="603053" y="71508"/>
                  <a:pt x="605082" y="78154"/>
                </a:cubicBezTo>
                <a:cubicBezTo>
                  <a:pt x="607110" y="84801"/>
                  <a:pt x="608125" y="92296"/>
                  <a:pt x="608125" y="100642"/>
                </a:cubicBezTo>
                <a:moveTo>
                  <a:pt x="588871" y="101859"/>
                </a:moveTo>
                <a:cubicBezTo>
                  <a:pt x="588871" y="96467"/>
                  <a:pt x="588373" y="91370"/>
                  <a:pt x="587377" y="86568"/>
                </a:cubicBezTo>
                <a:cubicBezTo>
                  <a:pt x="586381" y="81766"/>
                  <a:pt x="584739" y="77555"/>
                  <a:pt x="582453" y="73935"/>
                </a:cubicBezTo>
                <a:cubicBezTo>
                  <a:pt x="580166" y="70316"/>
                  <a:pt x="577067" y="67454"/>
                  <a:pt x="573157" y="65349"/>
                </a:cubicBezTo>
                <a:cubicBezTo>
                  <a:pt x="569248" y="63242"/>
                  <a:pt x="564379" y="62189"/>
                  <a:pt x="558551" y="62189"/>
                </a:cubicBezTo>
                <a:cubicBezTo>
                  <a:pt x="553166" y="62189"/>
                  <a:pt x="548536" y="63149"/>
                  <a:pt x="544663" y="65069"/>
                </a:cubicBezTo>
                <a:cubicBezTo>
                  <a:pt x="540791" y="66990"/>
                  <a:pt x="537600" y="69705"/>
                  <a:pt x="535092" y="73216"/>
                </a:cubicBezTo>
                <a:cubicBezTo>
                  <a:pt x="532584" y="76725"/>
                  <a:pt x="530721" y="80880"/>
                  <a:pt x="529504" y="85682"/>
                </a:cubicBezTo>
                <a:cubicBezTo>
                  <a:pt x="528286" y="90482"/>
                  <a:pt x="527678" y="95727"/>
                  <a:pt x="527678" y="101416"/>
                </a:cubicBezTo>
                <a:cubicBezTo>
                  <a:pt x="527678" y="106882"/>
                  <a:pt x="528176" y="112016"/>
                  <a:pt x="529172" y="116818"/>
                </a:cubicBezTo>
                <a:cubicBezTo>
                  <a:pt x="530168" y="121620"/>
                  <a:pt x="531827" y="125812"/>
                  <a:pt x="534151" y="129395"/>
                </a:cubicBezTo>
                <a:cubicBezTo>
                  <a:pt x="536475" y="132977"/>
                  <a:pt x="539592" y="135822"/>
                  <a:pt x="543502" y="137929"/>
                </a:cubicBezTo>
                <a:cubicBezTo>
                  <a:pt x="547411" y="140034"/>
                  <a:pt x="552280" y="141086"/>
                  <a:pt x="558108" y="141086"/>
                </a:cubicBezTo>
                <a:cubicBezTo>
                  <a:pt x="563420" y="141086"/>
                  <a:pt x="568030" y="140126"/>
                  <a:pt x="571940" y="138206"/>
                </a:cubicBezTo>
                <a:cubicBezTo>
                  <a:pt x="575850" y="136286"/>
                  <a:pt x="579059" y="133589"/>
                  <a:pt x="581567" y="130118"/>
                </a:cubicBezTo>
                <a:cubicBezTo>
                  <a:pt x="584075" y="126643"/>
                  <a:pt x="585920" y="122507"/>
                  <a:pt x="587100" y="117707"/>
                </a:cubicBezTo>
                <a:cubicBezTo>
                  <a:pt x="588280" y="112905"/>
                  <a:pt x="588871" y="107622"/>
                  <a:pt x="588871" y="101859"/>
                </a:cubicBezTo>
                <a:close/>
                <a:moveTo>
                  <a:pt x="720695" y="151488"/>
                </a:moveTo>
                <a:cubicBezTo>
                  <a:pt x="720695" y="152078"/>
                  <a:pt x="720547" y="152576"/>
                  <a:pt x="720252" y="152982"/>
                </a:cubicBezTo>
                <a:cubicBezTo>
                  <a:pt x="719957" y="153388"/>
                  <a:pt x="719477" y="153738"/>
                  <a:pt x="718814" y="154033"/>
                </a:cubicBezTo>
                <a:cubicBezTo>
                  <a:pt x="718150" y="154328"/>
                  <a:pt x="717227" y="154550"/>
                  <a:pt x="716047" y="154697"/>
                </a:cubicBezTo>
                <a:cubicBezTo>
                  <a:pt x="714867" y="154845"/>
                  <a:pt x="713391" y="154918"/>
                  <a:pt x="711621" y="154918"/>
                </a:cubicBezTo>
                <a:cubicBezTo>
                  <a:pt x="709777" y="154918"/>
                  <a:pt x="708264" y="154845"/>
                  <a:pt x="707084" y="154697"/>
                </a:cubicBezTo>
                <a:cubicBezTo>
                  <a:pt x="705904" y="154550"/>
                  <a:pt x="704982" y="154328"/>
                  <a:pt x="704318" y="154033"/>
                </a:cubicBezTo>
                <a:cubicBezTo>
                  <a:pt x="703654" y="153738"/>
                  <a:pt x="703174" y="153388"/>
                  <a:pt x="702879" y="152982"/>
                </a:cubicBezTo>
                <a:cubicBezTo>
                  <a:pt x="702584" y="152576"/>
                  <a:pt x="702436" y="152078"/>
                  <a:pt x="702436" y="151488"/>
                </a:cubicBezTo>
                <a:lnTo>
                  <a:pt x="702436" y="93172"/>
                </a:lnTo>
                <a:cubicBezTo>
                  <a:pt x="702436" y="87492"/>
                  <a:pt x="701994" y="82918"/>
                  <a:pt x="701109" y="79451"/>
                </a:cubicBezTo>
                <a:cubicBezTo>
                  <a:pt x="700223" y="75984"/>
                  <a:pt x="698932" y="72996"/>
                  <a:pt x="697236" y="70488"/>
                </a:cubicBezTo>
                <a:cubicBezTo>
                  <a:pt x="695539" y="67980"/>
                  <a:pt x="693344" y="66062"/>
                  <a:pt x="690652" y="64734"/>
                </a:cubicBezTo>
                <a:cubicBezTo>
                  <a:pt x="687959" y="63406"/>
                  <a:pt x="684842" y="62742"/>
                  <a:pt x="681301" y="62742"/>
                </a:cubicBezTo>
                <a:cubicBezTo>
                  <a:pt x="676727" y="62742"/>
                  <a:pt x="672154" y="64365"/>
                  <a:pt x="667580" y="67611"/>
                </a:cubicBezTo>
                <a:cubicBezTo>
                  <a:pt x="663006" y="70857"/>
                  <a:pt x="658211" y="75615"/>
                  <a:pt x="653195" y="81885"/>
                </a:cubicBezTo>
                <a:lnTo>
                  <a:pt x="653195" y="151488"/>
                </a:lnTo>
                <a:cubicBezTo>
                  <a:pt x="653195" y="152078"/>
                  <a:pt x="653047" y="152576"/>
                  <a:pt x="652752" y="152982"/>
                </a:cubicBezTo>
                <a:cubicBezTo>
                  <a:pt x="652457" y="153388"/>
                  <a:pt x="651977" y="153738"/>
                  <a:pt x="651313" y="154033"/>
                </a:cubicBezTo>
                <a:cubicBezTo>
                  <a:pt x="650649" y="154328"/>
                  <a:pt x="649727" y="154550"/>
                  <a:pt x="648547" y="154697"/>
                </a:cubicBezTo>
                <a:cubicBezTo>
                  <a:pt x="647367" y="154845"/>
                  <a:pt x="645854" y="154918"/>
                  <a:pt x="644010" y="154918"/>
                </a:cubicBezTo>
                <a:cubicBezTo>
                  <a:pt x="642240" y="154918"/>
                  <a:pt x="640764" y="154845"/>
                  <a:pt x="639584" y="154697"/>
                </a:cubicBezTo>
                <a:cubicBezTo>
                  <a:pt x="638403" y="154550"/>
                  <a:pt x="637463" y="154328"/>
                  <a:pt x="636762" y="154033"/>
                </a:cubicBezTo>
                <a:cubicBezTo>
                  <a:pt x="636061" y="153738"/>
                  <a:pt x="635582" y="153388"/>
                  <a:pt x="635324" y="152982"/>
                </a:cubicBezTo>
                <a:cubicBezTo>
                  <a:pt x="635065" y="152576"/>
                  <a:pt x="634936" y="152078"/>
                  <a:pt x="634936" y="151488"/>
                </a:cubicBezTo>
                <a:lnTo>
                  <a:pt x="634936" y="51898"/>
                </a:lnTo>
                <a:cubicBezTo>
                  <a:pt x="634936" y="51308"/>
                  <a:pt x="635047" y="50810"/>
                  <a:pt x="635268" y="50404"/>
                </a:cubicBezTo>
                <a:cubicBezTo>
                  <a:pt x="635490" y="49998"/>
                  <a:pt x="635932" y="49629"/>
                  <a:pt x="636596" y="49297"/>
                </a:cubicBezTo>
                <a:cubicBezTo>
                  <a:pt x="637260" y="48965"/>
                  <a:pt x="638108" y="48744"/>
                  <a:pt x="639141" y="48633"/>
                </a:cubicBezTo>
                <a:cubicBezTo>
                  <a:pt x="640174" y="48523"/>
                  <a:pt x="641539" y="48467"/>
                  <a:pt x="643235" y="48467"/>
                </a:cubicBezTo>
                <a:cubicBezTo>
                  <a:pt x="644858" y="48467"/>
                  <a:pt x="646205" y="48523"/>
                  <a:pt x="647274" y="48633"/>
                </a:cubicBezTo>
                <a:cubicBezTo>
                  <a:pt x="648344" y="48744"/>
                  <a:pt x="649174" y="48965"/>
                  <a:pt x="649764" y="49297"/>
                </a:cubicBezTo>
                <a:cubicBezTo>
                  <a:pt x="650354" y="49629"/>
                  <a:pt x="650779" y="49998"/>
                  <a:pt x="651037" y="50404"/>
                </a:cubicBezTo>
                <a:cubicBezTo>
                  <a:pt x="651295" y="50810"/>
                  <a:pt x="651424" y="51308"/>
                  <a:pt x="651424" y="51898"/>
                </a:cubicBezTo>
                <a:lnTo>
                  <a:pt x="651424" y="65066"/>
                </a:lnTo>
                <a:cubicBezTo>
                  <a:pt x="657031" y="58795"/>
                  <a:pt x="662619" y="54203"/>
                  <a:pt x="668188" y="51289"/>
                </a:cubicBezTo>
                <a:cubicBezTo>
                  <a:pt x="673758" y="48375"/>
                  <a:pt x="679383" y="46918"/>
                  <a:pt x="685063" y="46918"/>
                </a:cubicBezTo>
                <a:cubicBezTo>
                  <a:pt x="691703" y="46918"/>
                  <a:pt x="697291" y="48043"/>
                  <a:pt x="701828" y="50293"/>
                </a:cubicBezTo>
                <a:cubicBezTo>
                  <a:pt x="706365" y="52543"/>
                  <a:pt x="710035" y="55549"/>
                  <a:pt x="712838" y="59312"/>
                </a:cubicBezTo>
                <a:cubicBezTo>
                  <a:pt x="715641" y="63074"/>
                  <a:pt x="717652" y="67482"/>
                  <a:pt x="718869" y="72535"/>
                </a:cubicBezTo>
                <a:cubicBezTo>
                  <a:pt x="720086" y="77588"/>
                  <a:pt x="720695" y="83656"/>
                  <a:pt x="720695" y="90738"/>
                </a:cubicBezTo>
                <a:lnTo>
                  <a:pt x="720695" y="151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96BB2-7665-4A4C-ADF2-F1041E47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56" y="1771573"/>
            <a:ext cx="2490144" cy="388110"/>
          </a:xfrm>
          <a:custGeom xmlns:a="http://schemas.openxmlformats.org/drawingml/2006/main">
            <a:pathLst>
              <a:path w="2490144" h="388110">
                <a:moveTo>
                  <a:pt x="0" y="64685"/>
                </a:moveTo>
                <a:cubicBezTo>
                  <a:pt x="0" y="28950"/>
                  <a:pt x="28950" y="0"/>
                  <a:pt x="64685" y="0"/>
                </a:cubicBezTo>
                <a:lnTo>
                  <a:pt x="2425459" y="0"/>
                </a:lnTo>
                <a:cubicBezTo>
                  <a:pt x="2461194" y="0"/>
                  <a:pt x="2490144" y="28950"/>
                  <a:pt x="2490144" y="64685"/>
                </a:cubicBezTo>
                <a:lnTo>
                  <a:pt x="2490144" y="323425"/>
                </a:lnTo>
                <a:cubicBezTo>
                  <a:pt x="2490144" y="359160"/>
                  <a:pt x="2461194" y="388110"/>
                  <a:pt x="2425459" y="388110"/>
                </a:cubicBezTo>
                <a:lnTo>
                  <a:pt x="64685" y="388110"/>
                </a:lnTo>
                <a:cubicBezTo>
                  <a:pt x="28950" y="388110"/>
                  <a:pt x="0" y="359160"/>
                  <a:pt x="0" y="323425"/>
                </a:cubicBezTo>
                <a:lnTo>
                  <a:pt x="0" y="64685"/>
                </a:lnTo>
                <a:close/>
              </a:path>
            </a:pathLst>
          </a:custGeom>
          <a:solidFill xmlns:a="http://schemas.openxmlformats.org/drawingml/2006/main">
            <a:srgbClr val="C4C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4514B-2ED1-4B72-89DD-6CBF4400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56" y="1771573"/>
            <a:ext cx="2490144" cy="388110"/>
          </a:xfrm>
          <a:custGeom xmlns:a="http://schemas.openxmlformats.org/drawingml/2006/main">
            <a:pathLst>
              <a:path w="2490144" h="388110" fill="none">
                <a:moveTo>
                  <a:pt x="0" y="64685"/>
                </a:moveTo>
                <a:cubicBezTo>
                  <a:pt x="0" y="28950"/>
                  <a:pt x="28950" y="0"/>
                  <a:pt x="64685" y="0"/>
                </a:cubicBezTo>
                <a:lnTo>
                  <a:pt x="2425459" y="0"/>
                </a:lnTo>
                <a:cubicBezTo>
                  <a:pt x="2461194" y="0"/>
                  <a:pt x="2490144" y="28950"/>
                  <a:pt x="2490144" y="64685"/>
                </a:cubicBezTo>
                <a:lnTo>
                  <a:pt x="2490144" y="323425"/>
                </a:lnTo>
                <a:cubicBezTo>
                  <a:pt x="2490144" y="359160"/>
                  <a:pt x="2461194" y="388110"/>
                  <a:pt x="2425459" y="388110"/>
                </a:cubicBezTo>
                <a:lnTo>
                  <a:pt x="64685" y="388110"/>
                </a:lnTo>
                <a:cubicBezTo>
                  <a:pt x="28950" y="388110"/>
                  <a:pt x="0" y="359160"/>
                  <a:pt x="0" y="323425"/>
                </a:cubicBezTo>
                <a:lnTo>
                  <a:pt x="0" y="646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24" name="Text PointerAnalysisCore">
            <a:extLst xmlns:a="http://schemas.openxmlformats.org/drawingml/2006/main">
              <a:ext uri="{FF2B5EF4-FFF2-40B4-BE49-F238E27FC236}">
                <a16:creationId xmlns:a16="http://schemas.microsoft.com/office/drawing/2014/main" id="{51D8B60B-99D5-4968-BB95-DFF98E8B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27" y="1880956"/>
            <a:ext cx="2094148" cy="213171"/>
          </a:xfrm>
          <a:custGeom xmlns:a="http://schemas.openxmlformats.org/drawingml/2006/main">
            <a:pathLst>
              <a:path w="2094148" h="213171">
                <a:moveTo>
                  <a:pt x="96400" y="58082"/>
                </a:moveTo>
                <a:cubicBezTo>
                  <a:pt x="96400" y="65924"/>
                  <a:pt x="95106" y="72997"/>
                  <a:pt x="92520" y="79303"/>
                </a:cubicBezTo>
                <a:cubicBezTo>
                  <a:pt x="89933" y="85608"/>
                  <a:pt x="86234" y="90984"/>
                  <a:pt x="81425" y="95430"/>
                </a:cubicBezTo>
                <a:cubicBezTo>
                  <a:pt x="76615" y="99876"/>
                  <a:pt x="70713" y="103312"/>
                  <a:pt x="63721" y="105737"/>
                </a:cubicBezTo>
                <a:cubicBezTo>
                  <a:pt x="56728" y="108162"/>
                  <a:pt x="48382" y="109374"/>
                  <a:pt x="38681" y="109374"/>
                </a:cubicBezTo>
                <a:lnTo>
                  <a:pt x="20856" y="109374"/>
                </a:lnTo>
                <a:lnTo>
                  <a:pt x="20856" y="165881"/>
                </a:lnTo>
                <a:cubicBezTo>
                  <a:pt x="20856" y="166527"/>
                  <a:pt x="20674" y="167093"/>
                  <a:pt x="20311" y="167578"/>
                </a:cubicBezTo>
                <a:cubicBezTo>
                  <a:pt x="19947" y="168063"/>
                  <a:pt x="19381" y="168447"/>
                  <a:pt x="18613" y="168730"/>
                </a:cubicBezTo>
                <a:cubicBezTo>
                  <a:pt x="17845" y="169013"/>
                  <a:pt x="16794" y="169256"/>
                  <a:pt x="15460" y="169458"/>
                </a:cubicBezTo>
                <a:cubicBezTo>
                  <a:pt x="14127" y="169660"/>
                  <a:pt x="12449" y="169761"/>
                  <a:pt x="10428" y="169761"/>
                </a:cubicBezTo>
                <a:cubicBezTo>
                  <a:pt x="8407" y="169761"/>
                  <a:pt x="6730" y="169660"/>
                  <a:pt x="5396" y="169458"/>
                </a:cubicBezTo>
                <a:cubicBezTo>
                  <a:pt x="4062" y="169256"/>
                  <a:pt x="2991" y="169013"/>
                  <a:pt x="2183" y="168730"/>
                </a:cubicBezTo>
                <a:cubicBezTo>
                  <a:pt x="1374" y="168447"/>
                  <a:pt x="808" y="168063"/>
                  <a:pt x="485" y="167578"/>
                </a:cubicBezTo>
                <a:cubicBezTo>
                  <a:pt x="162" y="167093"/>
                  <a:pt x="0" y="166527"/>
                  <a:pt x="0" y="165881"/>
                </a:cubicBezTo>
                <a:lnTo>
                  <a:pt x="0" y="21099"/>
                </a:lnTo>
                <a:cubicBezTo>
                  <a:pt x="0" y="17865"/>
                  <a:pt x="849" y="15561"/>
                  <a:pt x="2546" y="14187"/>
                </a:cubicBezTo>
                <a:cubicBezTo>
                  <a:pt x="4244" y="12813"/>
                  <a:pt x="6144" y="12126"/>
                  <a:pt x="8246" y="12126"/>
                </a:cubicBezTo>
                <a:lnTo>
                  <a:pt x="41834" y="12126"/>
                </a:lnTo>
                <a:cubicBezTo>
                  <a:pt x="45229" y="12126"/>
                  <a:pt x="48483" y="12267"/>
                  <a:pt x="51595" y="12550"/>
                </a:cubicBezTo>
                <a:cubicBezTo>
                  <a:pt x="54707" y="12833"/>
                  <a:pt x="58386" y="13439"/>
                  <a:pt x="62630" y="14369"/>
                </a:cubicBezTo>
                <a:cubicBezTo>
                  <a:pt x="66874" y="15299"/>
                  <a:pt x="71199" y="17037"/>
                  <a:pt x="75604" y="19583"/>
                </a:cubicBezTo>
                <a:cubicBezTo>
                  <a:pt x="80010" y="22130"/>
                  <a:pt x="83749" y="25262"/>
                  <a:pt x="86821" y="28981"/>
                </a:cubicBezTo>
                <a:cubicBezTo>
                  <a:pt x="89892" y="32699"/>
                  <a:pt x="92257" y="37004"/>
                  <a:pt x="93914" y="41895"/>
                </a:cubicBezTo>
                <a:cubicBezTo>
                  <a:pt x="95571" y="46785"/>
                  <a:pt x="96400" y="52181"/>
                  <a:pt x="96400" y="58082"/>
                </a:cubicBezTo>
                <a:moveTo>
                  <a:pt x="74452" y="59780"/>
                </a:moveTo>
                <a:cubicBezTo>
                  <a:pt x="74452" y="53394"/>
                  <a:pt x="73260" y="48058"/>
                  <a:pt x="70875" y="43774"/>
                </a:cubicBezTo>
                <a:cubicBezTo>
                  <a:pt x="68490" y="39490"/>
                  <a:pt x="65540" y="36296"/>
                  <a:pt x="62023" y="34195"/>
                </a:cubicBezTo>
                <a:cubicBezTo>
                  <a:pt x="58507" y="32093"/>
                  <a:pt x="54869" y="30759"/>
                  <a:pt x="51110" y="30193"/>
                </a:cubicBezTo>
                <a:cubicBezTo>
                  <a:pt x="47351" y="29627"/>
                  <a:pt x="43693" y="29344"/>
                  <a:pt x="40136" y="29344"/>
                </a:cubicBezTo>
                <a:lnTo>
                  <a:pt x="20856" y="29344"/>
                </a:lnTo>
                <a:lnTo>
                  <a:pt x="20856" y="92277"/>
                </a:lnTo>
                <a:lnTo>
                  <a:pt x="39651" y="92277"/>
                </a:lnTo>
                <a:cubicBezTo>
                  <a:pt x="45957" y="92277"/>
                  <a:pt x="51191" y="91469"/>
                  <a:pt x="55354" y="89852"/>
                </a:cubicBezTo>
                <a:cubicBezTo>
                  <a:pt x="59517" y="88235"/>
                  <a:pt x="63014" y="85992"/>
                  <a:pt x="65843" y="83122"/>
                </a:cubicBezTo>
                <a:cubicBezTo>
                  <a:pt x="68672" y="80252"/>
                  <a:pt x="70815" y="76817"/>
                  <a:pt x="72270" y="72815"/>
                </a:cubicBezTo>
                <a:cubicBezTo>
                  <a:pt x="73725" y="68814"/>
                  <a:pt x="74452" y="64469"/>
                  <a:pt x="74452" y="59780"/>
                </a:cubicBezTo>
                <a:close/>
                <a:moveTo>
                  <a:pt x="222612" y="110284"/>
                </a:moveTo>
                <a:cubicBezTo>
                  <a:pt x="222612" y="119184"/>
                  <a:pt x="221440" y="127376"/>
                  <a:pt x="219096" y="134861"/>
                </a:cubicBezTo>
                <a:cubicBezTo>
                  <a:pt x="216751" y="142346"/>
                  <a:pt x="213255" y="148801"/>
                  <a:pt x="208607" y="154225"/>
                </a:cubicBezTo>
                <a:cubicBezTo>
                  <a:pt x="203959" y="159646"/>
                  <a:pt x="198138" y="163874"/>
                  <a:pt x="191146" y="166908"/>
                </a:cubicBezTo>
                <a:cubicBezTo>
                  <a:pt x="184153" y="169941"/>
                  <a:pt x="176049" y="171458"/>
                  <a:pt x="166834" y="171458"/>
                </a:cubicBezTo>
                <a:cubicBezTo>
                  <a:pt x="157861" y="171458"/>
                  <a:pt x="150040" y="170123"/>
                  <a:pt x="143370" y="167453"/>
                </a:cubicBezTo>
                <a:cubicBezTo>
                  <a:pt x="136701" y="164783"/>
                  <a:pt x="131144" y="160899"/>
                  <a:pt x="126697" y="155801"/>
                </a:cubicBezTo>
                <a:cubicBezTo>
                  <a:pt x="122251" y="150703"/>
                  <a:pt x="118937" y="144513"/>
                  <a:pt x="116754" y="137230"/>
                </a:cubicBezTo>
                <a:cubicBezTo>
                  <a:pt x="114572" y="129947"/>
                  <a:pt x="113480" y="121692"/>
                  <a:pt x="113480" y="112467"/>
                </a:cubicBezTo>
                <a:cubicBezTo>
                  <a:pt x="113480" y="103567"/>
                  <a:pt x="114632" y="95374"/>
                  <a:pt x="116936" y="87889"/>
                </a:cubicBezTo>
                <a:cubicBezTo>
                  <a:pt x="119240" y="80404"/>
                  <a:pt x="122716" y="73951"/>
                  <a:pt x="127364" y="68530"/>
                </a:cubicBezTo>
                <a:cubicBezTo>
                  <a:pt x="132013" y="63106"/>
                  <a:pt x="137813" y="58897"/>
                  <a:pt x="144765" y="55904"/>
                </a:cubicBezTo>
                <a:cubicBezTo>
                  <a:pt x="151717" y="52910"/>
                  <a:pt x="159841" y="51413"/>
                  <a:pt x="169138" y="51413"/>
                </a:cubicBezTo>
                <a:cubicBezTo>
                  <a:pt x="178111" y="51413"/>
                  <a:pt x="185932" y="52748"/>
                  <a:pt x="192601" y="55419"/>
                </a:cubicBezTo>
                <a:cubicBezTo>
                  <a:pt x="199270" y="58089"/>
                  <a:pt x="204828" y="61973"/>
                  <a:pt x="209274" y="67071"/>
                </a:cubicBezTo>
                <a:cubicBezTo>
                  <a:pt x="213720" y="72169"/>
                  <a:pt x="217055" y="78359"/>
                  <a:pt x="219278" y="85642"/>
                </a:cubicBezTo>
                <a:cubicBezTo>
                  <a:pt x="221501" y="92925"/>
                  <a:pt x="222612" y="101139"/>
                  <a:pt x="222612" y="110284"/>
                </a:cubicBezTo>
                <a:moveTo>
                  <a:pt x="201513" y="111618"/>
                </a:moveTo>
                <a:cubicBezTo>
                  <a:pt x="201513" y="105709"/>
                  <a:pt x="200968" y="100124"/>
                  <a:pt x="199876" y="94861"/>
                </a:cubicBezTo>
                <a:cubicBezTo>
                  <a:pt x="198785" y="89599"/>
                  <a:pt x="196986" y="84985"/>
                  <a:pt x="194480" y="81019"/>
                </a:cubicBezTo>
                <a:cubicBezTo>
                  <a:pt x="191974" y="77053"/>
                  <a:pt x="188579" y="73917"/>
                  <a:pt x="184295" y="71610"/>
                </a:cubicBezTo>
                <a:cubicBezTo>
                  <a:pt x="180010" y="69301"/>
                  <a:pt x="174675" y="68147"/>
                  <a:pt x="168289" y="68147"/>
                </a:cubicBezTo>
                <a:cubicBezTo>
                  <a:pt x="162388" y="68147"/>
                  <a:pt x="157315" y="69199"/>
                  <a:pt x="153071" y="71303"/>
                </a:cubicBezTo>
                <a:cubicBezTo>
                  <a:pt x="148827" y="73408"/>
                  <a:pt x="145331" y="76384"/>
                  <a:pt x="142582" y="80231"/>
                </a:cubicBezTo>
                <a:cubicBezTo>
                  <a:pt x="139834" y="84076"/>
                  <a:pt x="137792" y="88629"/>
                  <a:pt x="136459" y="93891"/>
                </a:cubicBezTo>
                <a:cubicBezTo>
                  <a:pt x="135125" y="99151"/>
                  <a:pt x="134458" y="104898"/>
                  <a:pt x="134458" y="111133"/>
                </a:cubicBezTo>
                <a:cubicBezTo>
                  <a:pt x="134458" y="117122"/>
                  <a:pt x="135004" y="122748"/>
                  <a:pt x="136095" y="128010"/>
                </a:cubicBezTo>
                <a:cubicBezTo>
                  <a:pt x="137186" y="133272"/>
                  <a:pt x="139005" y="137866"/>
                  <a:pt x="141551" y="141792"/>
                </a:cubicBezTo>
                <a:cubicBezTo>
                  <a:pt x="144098" y="145718"/>
                  <a:pt x="147513" y="148835"/>
                  <a:pt x="151798" y="151144"/>
                </a:cubicBezTo>
                <a:cubicBezTo>
                  <a:pt x="156082" y="153450"/>
                  <a:pt x="161418" y="154604"/>
                  <a:pt x="167804" y="154604"/>
                </a:cubicBezTo>
                <a:cubicBezTo>
                  <a:pt x="173624" y="154604"/>
                  <a:pt x="178677" y="153551"/>
                  <a:pt x="182961" y="151447"/>
                </a:cubicBezTo>
                <a:cubicBezTo>
                  <a:pt x="187245" y="149343"/>
                  <a:pt x="190762" y="146388"/>
                  <a:pt x="193510" y="142584"/>
                </a:cubicBezTo>
                <a:cubicBezTo>
                  <a:pt x="196259" y="138777"/>
                  <a:pt x="198280" y="134244"/>
                  <a:pt x="199573" y="128984"/>
                </a:cubicBezTo>
                <a:cubicBezTo>
                  <a:pt x="200867" y="123722"/>
                  <a:pt x="201513" y="117933"/>
                  <a:pt x="201513" y="111618"/>
                </a:cubicBezTo>
                <a:close/>
                <a:moveTo>
                  <a:pt x="272497" y="166002"/>
                </a:moveTo>
                <a:cubicBezTo>
                  <a:pt x="272497" y="166649"/>
                  <a:pt x="272336" y="167194"/>
                  <a:pt x="272012" y="167639"/>
                </a:cubicBezTo>
                <a:cubicBezTo>
                  <a:pt x="271689" y="168083"/>
                  <a:pt x="271163" y="168467"/>
                  <a:pt x="270436" y="168791"/>
                </a:cubicBezTo>
                <a:cubicBezTo>
                  <a:pt x="269708" y="169114"/>
                  <a:pt x="268698" y="169357"/>
                  <a:pt x="267404" y="169518"/>
                </a:cubicBezTo>
                <a:cubicBezTo>
                  <a:pt x="266111" y="169680"/>
                  <a:pt x="264454" y="169761"/>
                  <a:pt x="262433" y="169761"/>
                </a:cubicBezTo>
                <a:cubicBezTo>
                  <a:pt x="260493" y="169761"/>
                  <a:pt x="258876" y="169680"/>
                  <a:pt x="257582" y="169518"/>
                </a:cubicBezTo>
                <a:cubicBezTo>
                  <a:pt x="256289" y="169357"/>
                  <a:pt x="255258" y="169114"/>
                  <a:pt x="254490" y="168791"/>
                </a:cubicBezTo>
                <a:cubicBezTo>
                  <a:pt x="253722" y="168467"/>
                  <a:pt x="253197" y="168083"/>
                  <a:pt x="252914" y="167639"/>
                </a:cubicBezTo>
                <a:cubicBezTo>
                  <a:pt x="252631" y="167194"/>
                  <a:pt x="252490" y="166649"/>
                  <a:pt x="252490" y="166002"/>
                </a:cubicBezTo>
                <a:lnTo>
                  <a:pt x="252490" y="56870"/>
                </a:lnTo>
                <a:cubicBezTo>
                  <a:pt x="252490" y="56304"/>
                  <a:pt x="252631" y="55779"/>
                  <a:pt x="252914" y="55294"/>
                </a:cubicBezTo>
                <a:cubicBezTo>
                  <a:pt x="253197" y="54809"/>
                  <a:pt x="253722" y="54404"/>
                  <a:pt x="254490" y="54081"/>
                </a:cubicBezTo>
                <a:cubicBezTo>
                  <a:pt x="255258" y="53758"/>
                  <a:pt x="256289" y="53515"/>
                  <a:pt x="257582" y="53353"/>
                </a:cubicBezTo>
                <a:cubicBezTo>
                  <a:pt x="258876" y="53192"/>
                  <a:pt x="260493" y="53111"/>
                  <a:pt x="262433" y="53111"/>
                </a:cubicBezTo>
                <a:cubicBezTo>
                  <a:pt x="264454" y="53111"/>
                  <a:pt x="266111" y="53192"/>
                  <a:pt x="267404" y="53353"/>
                </a:cubicBezTo>
                <a:cubicBezTo>
                  <a:pt x="268698" y="53515"/>
                  <a:pt x="269708" y="53758"/>
                  <a:pt x="270436" y="54081"/>
                </a:cubicBezTo>
                <a:cubicBezTo>
                  <a:pt x="271163" y="54404"/>
                  <a:pt x="271689" y="54809"/>
                  <a:pt x="272012" y="55294"/>
                </a:cubicBezTo>
                <a:cubicBezTo>
                  <a:pt x="272336" y="55779"/>
                  <a:pt x="272497" y="56304"/>
                  <a:pt x="272497" y="56870"/>
                </a:cubicBezTo>
                <a:lnTo>
                  <a:pt x="272497" y="166002"/>
                </a:lnTo>
                <a:moveTo>
                  <a:pt x="274801" y="19886"/>
                </a:moveTo>
                <a:cubicBezTo>
                  <a:pt x="274801" y="24575"/>
                  <a:pt x="273912" y="27768"/>
                  <a:pt x="272133" y="29466"/>
                </a:cubicBezTo>
                <a:cubicBezTo>
                  <a:pt x="270355" y="31163"/>
                  <a:pt x="267081" y="32012"/>
                  <a:pt x="262312" y="32012"/>
                </a:cubicBezTo>
                <a:cubicBezTo>
                  <a:pt x="257623" y="32012"/>
                  <a:pt x="254410" y="31183"/>
                  <a:pt x="252672" y="29526"/>
                </a:cubicBezTo>
                <a:cubicBezTo>
                  <a:pt x="250934" y="27869"/>
                  <a:pt x="250065" y="24737"/>
                  <a:pt x="250065" y="20129"/>
                </a:cubicBezTo>
                <a:cubicBezTo>
                  <a:pt x="250065" y="15440"/>
                  <a:pt x="250954" y="12247"/>
                  <a:pt x="252732" y="10549"/>
                </a:cubicBezTo>
                <a:cubicBezTo>
                  <a:pt x="254511" y="8852"/>
                  <a:pt x="257785" y="8003"/>
                  <a:pt x="262554" y="8003"/>
                </a:cubicBezTo>
                <a:cubicBezTo>
                  <a:pt x="267243" y="8003"/>
                  <a:pt x="270456" y="8832"/>
                  <a:pt x="272194" y="10489"/>
                </a:cubicBezTo>
                <a:cubicBezTo>
                  <a:pt x="273932" y="12146"/>
                  <a:pt x="274801" y="15278"/>
                  <a:pt x="274801" y="19886"/>
                </a:cubicBezTo>
                <a:close/>
                <a:moveTo>
                  <a:pt x="403581" y="166002"/>
                </a:moveTo>
                <a:cubicBezTo>
                  <a:pt x="403581" y="166649"/>
                  <a:pt x="403419" y="167194"/>
                  <a:pt x="403096" y="167639"/>
                </a:cubicBezTo>
                <a:cubicBezTo>
                  <a:pt x="402773" y="168083"/>
                  <a:pt x="402247" y="168467"/>
                  <a:pt x="401520" y="168791"/>
                </a:cubicBezTo>
                <a:cubicBezTo>
                  <a:pt x="400792" y="169114"/>
                  <a:pt x="399782" y="169357"/>
                  <a:pt x="398488" y="169518"/>
                </a:cubicBezTo>
                <a:cubicBezTo>
                  <a:pt x="397195" y="169680"/>
                  <a:pt x="395578" y="169761"/>
                  <a:pt x="393638" y="169761"/>
                </a:cubicBezTo>
                <a:cubicBezTo>
                  <a:pt x="391617" y="169761"/>
                  <a:pt x="389960" y="169680"/>
                  <a:pt x="388666" y="169518"/>
                </a:cubicBezTo>
                <a:cubicBezTo>
                  <a:pt x="387373" y="169357"/>
                  <a:pt x="386362" y="169114"/>
                  <a:pt x="385635" y="168791"/>
                </a:cubicBezTo>
                <a:cubicBezTo>
                  <a:pt x="384907" y="168467"/>
                  <a:pt x="384382" y="168083"/>
                  <a:pt x="384058" y="167639"/>
                </a:cubicBezTo>
                <a:cubicBezTo>
                  <a:pt x="383735" y="167194"/>
                  <a:pt x="383573" y="166649"/>
                  <a:pt x="383573" y="166002"/>
                </a:cubicBezTo>
                <a:lnTo>
                  <a:pt x="383573" y="102099"/>
                </a:lnTo>
                <a:cubicBezTo>
                  <a:pt x="383573" y="95874"/>
                  <a:pt x="383088" y="90862"/>
                  <a:pt x="382118" y="87063"/>
                </a:cubicBezTo>
                <a:cubicBezTo>
                  <a:pt x="381148" y="83264"/>
                  <a:pt x="379734" y="79990"/>
                  <a:pt x="377874" y="77241"/>
                </a:cubicBezTo>
                <a:cubicBezTo>
                  <a:pt x="376015" y="74493"/>
                  <a:pt x="373610" y="72391"/>
                  <a:pt x="370660" y="70936"/>
                </a:cubicBezTo>
                <a:cubicBezTo>
                  <a:pt x="367709" y="69481"/>
                  <a:pt x="364293" y="68753"/>
                  <a:pt x="360413" y="68753"/>
                </a:cubicBezTo>
                <a:cubicBezTo>
                  <a:pt x="355401" y="68753"/>
                  <a:pt x="350389" y="70532"/>
                  <a:pt x="345377" y="74088"/>
                </a:cubicBezTo>
                <a:cubicBezTo>
                  <a:pt x="340365" y="77645"/>
                  <a:pt x="335111" y="82859"/>
                  <a:pt x="329614" y="89731"/>
                </a:cubicBezTo>
                <a:lnTo>
                  <a:pt x="329614" y="166002"/>
                </a:lnTo>
                <a:cubicBezTo>
                  <a:pt x="329614" y="166649"/>
                  <a:pt x="329452" y="167194"/>
                  <a:pt x="329129" y="167639"/>
                </a:cubicBezTo>
                <a:cubicBezTo>
                  <a:pt x="328805" y="168083"/>
                  <a:pt x="328280" y="168467"/>
                  <a:pt x="327552" y="168791"/>
                </a:cubicBezTo>
                <a:cubicBezTo>
                  <a:pt x="326825" y="169114"/>
                  <a:pt x="325814" y="169357"/>
                  <a:pt x="324521" y="169518"/>
                </a:cubicBezTo>
                <a:cubicBezTo>
                  <a:pt x="323228" y="169680"/>
                  <a:pt x="321570" y="169761"/>
                  <a:pt x="319549" y="169761"/>
                </a:cubicBezTo>
                <a:cubicBezTo>
                  <a:pt x="317609" y="169761"/>
                  <a:pt x="315992" y="169680"/>
                  <a:pt x="314699" y="169518"/>
                </a:cubicBezTo>
                <a:cubicBezTo>
                  <a:pt x="313406" y="169357"/>
                  <a:pt x="312375" y="169114"/>
                  <a:pt x="311607" y="168791"/>
                </a:cubicBezTo>
                <a:cubicBezTo>
                  <a:pt x="310839" y="168467"/>
                  <a:pt x="310314" y="168083"/>
                  <a:pt x="310031" y="167639"/>
                </a:cubicBezTo>
                <a:cubicBezTo>
                  <a:pt x="309748" y="167194"/>
                  <a:pt x="309606" y="166649"/>
                  <a:pt x="309606" y="166002"/>
                </a:cubicBezTo>
                <a:lnTo>
                  <a:pt x="309606" y="56870"/>
                </a:lnTo>
                <a:cubicBezTo>
                  <a:pt x="309606" y="56223"/>
                  <a:pt x="309727" y="55678"/>
                  <a:pt x="309970" y="55233"/>
                </a:cubicBezTo>
                <a:cubicBezTo>
                  <a:pt x="310213" y="54788"/>
                  <a:pt x="310698" y="54384"/>
                  <a:pt x="311425" y="54020"/>
                </a:cubicBezTo>
                <a:cubicBezTo>
                  <a:pt x="312153" y="53657"/>
                  <a:pt x="313082" y="53414"/>
                  <a:pt x="314214" y="53293"/>
                </a:cubicBezTo>
                <a:cubicBezTo>
                  <a:pt x="315346" y="53172"/>
                  <a:pt x="316841" y="53111"/>
                  <a:pt x="318701" y="53111"/>
                </a:cubicBezTo>
                <a:cubicBezTo>
                  <a:pt x="320479" y="53111"/>
                  <a:pt x="321954" y="53172"/>
                  <a:pt x="323126" y="53293"/>
                </a:cubicBezTo>
                <a:cubicBezTo>
                  <a:pt x="324299" y="53414"/>
                  <a:pt x="325208" y="53657"/>
                  <a:pt x="325855" y="54020"/>
                </a:cubicBezTo>
                <a:cubicBezTo>
                  <a:pt x="326501" y="54384"/>
                  <a:pt x="326966" y="54788"/>
                  <a:pt x="327249" y="55233"/>
                </a:cubicBezTo>
                <a:cubicBezTo>
                  <a:pt x="327532" y="55678"/>
                  <a:pt x="327674" y="56223"/>
                  <a:pt x="327674" y="56870"/>
                </a:cubicBezTo>
                <a:lnTo>
                  <a:pt x="327674" y="71300"/>
                </a:lnTo>
                <a:cubicBezTo>
                  <a:pt x="333817" y="64428"/>
                  <a:pt x="339941" y="59396"/>
                  <a:pt x="346044" y="56203"/>
                </a:cubicBezTo>
                <a:cubicBezTo>
                  <a:pt x="352147" y="53010"/>
                  <a:pt x="358311" y="51413"/>
                  <a:pt x="364536" y="51413"/>
                </a:cubicBezTo>
                <a:cubicBezTo>
                  <a:pt x="371811" y="51413"/>
                  <a:pt x="377935" y="52646"/>
                  <a:pt x="382907" y="55112"/>
                </a:cubicBezTo>
                <a:cubicBezTo>
                  <a:pt x="387878" y="57577"/>
                  <a:pt x="391900" y="60871"/>
                  <a:pt x="394972" y="64994"/>
                </a:cubicBezTo>
                <a:cubicBezTo>
                  <a:pt x="398044" y="69117"/>
                  <a:pt x="400246" y="73947"/>
                  <a:pt x="401580" y="79484"/>
                </a:cubicBezTo>
                <a:cubicBezTo>
                  <a:pt x="402914" y="85022"/>
                  <a:pt x="403581" y="91671"/>
                  <a:pt x="403581" y="99431"/>
                </a:cubicBezTo>
                <a:lnTo>
                  <a:pt x="403581" y="166002"/>
                </a:lnTo>
                <a:close/>
                <a:moveTo>
                  <a:pt x="493751" y="158120"/>
                </a:moveTo>
                <a:cubicBezTo>
                  <a:pt x="493751" y="160464"/>
                  <a:pt x="493589" y="162324"/>
                  <a:pt x="493266" y="163698"/>
                </a:cubicBezTo>
                <a:cubicBezTo>
                  <a:pt x="492942" y="165072"/>
                  <a:pt x="492457" y="166083"/>
                  <a:pt x="491811" y="166729"/>
                </a:cubicBezTo>
                <a:cubicBezTo>
                  <a:pt x="491164" y="167376"/>
                  <a:pt x="490194" y="167982"/>
                  <a:pt x="488900" y="168548"/>
                </a:cubicBezTo>
                <a:cubicBezTo>
                  <a:pt x="487607" y="169114"/>
                  <a:pt x="486132" y="169579"/>
                  <a:pt x="484475" y="169943"/>
                </a:cubicBezTo>
                <a:cubicBezTo>
                  <a:pt x="482817" y="170307"/>
                  <a:pt x="481059" y="170610"/>
                  <a:pt x="479200" y="170852"/>
                </a:cubicBezTo>
                <a:cubicBezTo>
                  <a:pt x="477341" y="171095"/>
                  <a:pt x="475481" y="171216"/>
                  <a:pt x="473622" y="171216"/>
                </a:cubicBezTo>
                <a:cubicBezTo>
                  <a:pt x="467963" y="171216"/>
                  <a:pt x="463113" y="170467"/>
                  <a:pt x="459071" y="168969"/>
                </a:cubicBezTo>
                <a:cubicBezTo>
                  <a:pt x="455029" y="167468"/>
                  <a:pt x="451715" y="165199"/>
                  <a:pt x="449128" y="162160"/>
                </a:cubicBezTo>
                <a:cubicBezTo>
                  <a:pt x="446541" y="159120"/>
                  <a:pt x="444662" y="155272"/>
                  <a:pt x="443489" y="150613"/>
                </a:cubicBezTo>
                <a:cubicBezTo>
                  <a:pt x="442317" y="145955"/>
                  <a:pt x="441731" y="140466"/>
                  <a:pt x="441731" y="134145"/>
                </a:cubicBezTo>
                <a:lnTo>
                  <a:pt x="441731" y="70208"/>
                </a:lnTo>
                <a:lnTo>
                  <a:pt x="426453" y="70208"/>
                </a:lnTo>
                <a:cubicBezTo>
                  <a:pt x="425240" y="70208"/>
                  <a:pt x="424270" y="69562"/>
                  <a:pt x="423543" y="68268"/>
                </a:cubicBezTo>
                <a:cubicBezTo>
                  <a:pt x="422815" y="66975"/>
                  <a:pt x="422451" y="64873"/>
                  <a:pt x="422451" y="61963"/>
                </a:cubicBezTo>
                <a:cubicBezTo>
                  <a:pt x="422451" y="60427"/>
                  <a:pt x="422552" y="59133"/>
                  <a:pt x="422754" y="58082"/>
                </a:cubicBezTo>
                <a:cubicBezTo>
                  <a:pt x="422956" y="57032"/>
                  <a:pt x="423219" y="56163"/>
                  <a:pt x="423543" y="55475"/>
                </a:cubicBezTo>
                <a:cubicBezTo>
                  <a:pt x="423866" y="54788"/>
                  <a:pt x="424290" y="54303"/>
                  <a:pt x="424816" y="54020"/>
                </a:cubicBezTo>
                <a:cubicBezTo>
                  <a:pt x="425341" y="53737"/>
                  <a:pt x="425927" y="53596"/>
                  <a:pt x="426574" y="53596"/>
                </a:cubicBezTo>
                <a:lnTo>
                  <a:pt x="441731" y="53596"/>
                </a:lnTo>
                <a:lnTo>
                  <a:pt x="441731" y="27647"/>
                </a:lnTo>
                <a:cubicBezTo>
                  <a:pt x="441731" y="27081"/>
                  <a:pt x="441873" y="26555"/>
                  <a:pt x="442156" y="26070"/>
                </a:cubicBezTo>
                <a:cubicBezTo>
                  <a:pt x="442439" y="25585"/>
                  <a:pt x="442964" y="25161"/>
                  <a:pt x="443732" y="24797"/>
                </a:cubicBezTo>
                <a:cubicBezTo>
                  <a:pt x="444500" y="24433"/>
                  <a:pt x="445531" y="24171"/>
                  <a:pt x="446824" y="24009"/>
                </a:cubicBezTo>
                <a:cubicBezTo>
                  <a:pt x="448117" y="23847"/>
                  <a:pt x="449734" y="23767"/>
                  <a:pt x="451674" y="23767"/>
                </a:cubicBezTo>
                <a:cubicBezTo>
                  <a:pt x="453695" y="23767"/>
                  <a:pt x="455352" y="23847"/>
                  <a:pt x="456646" y="24009"/>
                </a:cubicBezTo>
                <a:cubicBezTo>
                  <a:pt x="457939" y="24171"/>
                  <a:pt x="458950" y="24433"/>
                  <a:pt x="459677" y="24797"/>
                </a:cubicBezTo>
                <a:cubicBezTo>
                  <a:pt x="460405" y="25161"/>
                  <a:pt x="460930" y="25585"/>
                  <a:pt x="461254" y="26070"/>
                </a:cubicBezTo>
                <a:cubicBezTo>
                  <a:pt x="461577" y="26555"/>
                  <a:pt x="461739" y="27081"/>
                  <a:pt x="461739" y="27647"/>
                </a:cubicBezTo>
                <a:lnTo>
                  <a:pt x="461739" y="53596"/>
                </a:lnTo>
                <a:lnTo>
                  <a:pt x="489749" y="53596"/>
                </a:lnTo>
                <a:cubicBezTo>
                  <a:pt x="490396" y="53596"/>
                  <a:pt x="490962" y="53737"/>
                  <a:pt x="491447" y="54020"/>
                </a:cubicBezTo>
                <a:cubicBezTo>
                  <a:pt x="491932" y="54303"/>
                  <a:pt x="492356" y="54788"/>
                  <a:pt x="492720" y="55475"/>
                </a:cubicBezTo>
                <a:cubicBezTo>
                  <a:pt x="493084" y="56163"/>
                  <a:pt x="493347" y="57032"/>
                  <a:pt x="493508" y="58082"/>
                </a:cubicBezTo>
                <a:cubicBezTo>
                  <a:pt x="493670" y="59133"/>
                  <a:pt x="493751" y="60427"/>
                  <a:pt x="493751" y="61963"/>
                </a:cubicBezTo>
                <a:cubicBezTo>
                  <a:pt x="493751" y="64873"/>
                  <a:pt x="493387" y="66975"/>
                  <a:pt x="492659" y="68268"/>
                </a:cubicBezTo>
                <a:cubicBezTo>
                  <a:pt x="491932" y="69562"/>
                  <a:pt x="490962" y="70208"/>
                  <a:pt x="489749" y="70208"/>
                </a:cubicBezTo>
                <a:lnTo>
                  <a:pt x="461739" y="70208"/>
                </a:lnTo>
                <a:lnTo>
                  <a:pt x="461739" y="131258"/>
                </a:lnTo>
                <a:cubicBezTo>
                  <a:pt x="461739" y="138796"/>
                  <a:pt x="462850" y="144491"/>
                  <a:pt x="465073" y="148344"/>
                </a:cubicBezTo>
                <a:cubicBezTo>
                  <a:pt x="467296" y="152194"/>
                  <a:pt x="471278" y="154119"/>
                  <a:pt x="477017" y="154119"/>
                </a:cubicBezTo>
                <a:cubicBezTo>
                  <a:pt x="478876" y="154119"/>
                  <a:pt x="480534" y="153937"/>
                  <a:pt x="481989" y="153573"/>
                </a:cubicBezTo>
                <a:cubicBezTo>
                  <a:pt x="483444" y="153209"/>
                  <a:pt x="484737" y="152825"/>
                  <a:pt x="485869" y="152421"/>
                </a:cubicBezTo>
                <a:cubicBezTo>
                  <a:pt x="487001" y="152017"/>
                  <a:pt x="487971" y="151633"/>
                  <a:pt x="488779" y="151269"/>
                </a:cubicBezTo>
                <a:cubicBezTo>
                  <a:pt x="489588" y="150905"/>
                  <a:pt x="490315" y="150723"/>
                  <a:pt x="490962" y="150723"/>
                </a:cubicBezTo>
                <a:cubicBezTo>
                  <a:pt x="491366" y="150723"/>
                  <a:pt x="491750" y="150824"/>
                  <a:pt x="492114" y="151027"/>
                </a:cubicBezTo>
                <a:cubicBezTo>
                  <a:pt x="492478" y="151229"/>
                  <a:pt x="492761" y="151613"/>
                  <a:pt x="492963" y="152178"/>
                </a:cubicBezTo>
                <a:cubicBezTo>
                  <a:pt x="493165" y="152744"/>
                  <a:pt x="493347" y="153512"/>
                  <a:pt x="493508" y="154482"/>
                </a:cubicBezTo>
                <a:cubicBezTo>
                  <a:pt x="493670" y="155452"/>
                  <a:pt x="493751" y="156665"/>
                  <a:pt x="493751" y="158120"/>
                </a:cubicBezTo>
                <a:close/>
                <a:moveTo>
                  <a:pt x="610093" y="106707"/>
                </a:moveTo>
                <a:cubicBezTo>
                  <a:pt x="610093" y="109860"/>
                  <a:pt x="609305" y="112103"/>
                  <a:pt x="607728" y="113437"/>
                </a:cubicBezTo>
                <a:cubicBezTo>
                  <a:pt x="606152" y="114770"/>
                  <a:pt x="604353" y="115437"/>
                  <a:pt x="602332" y="115437"/>
                </a:cubicBezTo>
                <a:lnTo>
                  <a:pt x="530790" y="115437"/>
                </a:lnTo>
                <a:cubicBezTo>
                  <a:pt x="530790" y="121518"/>
                  <a:pt x="531397" y="126991"/>
                  <a:pt x="532609" y="131856"/>
                </a:cubicBezTo>
                <a:cubicBezTo>
                  <a:pt x="533822" y="136722"/>
                  <a:pt x="535843" y="140898"/>
                  <a:pt x="538672" y="144384"/>
                </a:cubicBezTo>
                <a:cubicBezTo>
                  <a:pt x="541501" y="147870"/>
                  <a:pt x="545180" y="150547"/>
                  <a:pt x="549707" y="152413"/>
                </a:cubicBezTo>
                <a:cubicBezTo>
                  <a:pt x="554234" y="154278"/>
                  <a:pt x="559771" y="155210"/>
                  <a:pt x="566319" y="155210"/>
                </a:cubicBezTo>
                <a:cubicBezTo>
                  <a:pt x="571493" y="155210"/>
                  <a:pt x="576100" y="154786"/>
                  <a:pt x="580142" y="153937"/>
                </a:cubicBezTo>
                <a:cubicBezTo>
                  <a:pt x="584184" y="153088"/>
                  <a:pt x="587680" y="152138"/>
                  <a:pt x="590631" y="151087"/>
                </a:cubicBezTo>
                <a:cubicBezTo>
                  <a:pt x="593582" y="150036"/>
                  <a:pt x="596007" y="149086"/>
                  <a:pt x="597907" y="148238"/>
                </a:cubicBezTo>
                <a:cubicBezTo>
                  <a:pt x="599806" y="147389"/>
                  <a:pt x="601241" y="146964"/>
                  <a:pt x="602211" y="146964"/>
                </a:cubicBezTo>
                <a:cubicBezTo>
                  <a:pt x="602777" y="146964"/>
                  <a:pt x="603282" y="147106"/>
                  <a:pt x="603727" y="147389"/>
                </a:cubicBezTo>
                <a:cubicBezTo>
                  <a:pt x="604172" y="147672"/>
                  <a:pt x="604515" y="148096"/>
                  <a:pt x="604758" y="148662"/>
                </a:cubicBezTo>
                <a:cubicBezTo>
                  <a:pt x="605000" y="149228"/>
                  <a:pt x="605182" y="150016"/>
                  <a:pt x="605303" y="151027"/>
                </a:cubicBezTo>
                <a:cubicBezTo>
                  <a:pt x="605425" y="152037"/>
                  <a:pt x="605485" y="153270"/>
                  <a:pt x="605485" y="154725"/>
                </a:cubicBezTo>
                <a:cubicBezTo>
                  <a:pt x="605485" y="155776"/>
                  <a:pt x="605445" y="156685"/>
                  <a:pt x="605364" y="157453"/>
                </a:cubicBezTo>
                <a:cubicBezTo>
                  <a:pt x="605283" y="158221"/>
                  <a:pt x="605182" y="158908"/>
                  <a:pt x="605061" y="159515"/>
                </a:cubicBezTo>
                <a:cubicBezTo>
                  <a:pt x="604940" y="160121"/>
                  <a:pt x="604737" y="160667"/>
                  <a:pt x="604454" y="161152"/>
                </a:cubicBezTo>
                <a:cubicBezTo>
                  <a:pt x="604172" y="161637"/>
                  <a:pt x="603808" y="162101"/>
                  <a:pt x="603363" y="162546"/>
                </a:cubicBezTo>
                <a:cubicBezTo>
                  <a:pt x="602919" y="162991"/>
                  <a:pt x="601605" y="163718"/>
                  <a:pt x="599422" y="164729"/>
                </a:cubicBezTo>
                <a:cubicBezTo>
                  <a:pt x="597240" y="165739"/>
                  <a:pt x="594410" y="166729"/>
                  <a:pt x="590934" y="167699"/>
                </a:cubicBezTo>
                <a:cubicBezTo>
                  <a:pt x="587458" y="168670"/>
                  <a:pt x="583436" y="169539"/>
                  <a:pt x="578869" y="170307"/>
                </a:cubicBezTo>
                <a:cubicBezTo>
                  <a:pt x="574302" y="171074"/>
                  <a:pt x="569431" y="171458"/>
                  <a:pt x="564258" y="171458"/>
                </a:cubicBezTo>
                <a:cubicBezTo>
                  <a:pt x="555284" y="171458"/>
                  <a:pt x="547423" y="170204"/>
                  <a:pt x="540673" y="167696"/>
                </a:cubicBezTo>
                <a:cubicBezTo>
                  <a:pt x="533923" y="165187"/>
                  <a:pt x="528244" y="161465"/>
                  <a:pt x="523636" y="156529"/>
                </a:cubicBezTo>
                <a:cubicBezTo>
                  <a:pt x="519028" y="151592"/>
                  <a:pt x="515552" y="145402"/>
                  <a:pt x="513208" y="137957"/>
                </a:cubicBezTo>
                <a:cubicBezTo>
                  <a:pt x="510864" y="130512"/>
                  <a:pt x="509692" y="121854"/>
                  <a:pt x="509692" y="111982"/>
                </a:cubicBezTo>
                <a:cubicBezTo>
                  <a:pt x="509692" y="102594"/>
                  <a:pt x="510904" y="94158"/>
                  <a:pt x="513329" y="86673"/>
                </a:cubicBezTo>
                <a:cubicBezTo>
                  <a:pt x="515754" y="79188"/>
                  <a:pt x="519251" y="72835"/>
                  <a:pt x="523818" y="67616"/>
                </a:cubicBezTo>
                <a:cubicBezTo>
                  <a:pt x="528385" y="62397"/>
                  <a:pt x="533903" y="58392"/>
                  <a:pt x="540370" y="55600"/>
                </a:cubicBezTo>
                <a:cubicBezTo>
                  <a:pt x="546837" y="52809"/>
                  <a:pt x="554072" y="51413"/>
                  <a:pt x="562075" y="51413"/>
                </a:cubicBezTo>
                <a:cubicBezTo>
                  <a:pt x="570644" y="51413"/>
                  <a:pt x="577939" y="52788"/>
                  <a:pt x="583962" y="55536"/>
                </a:cubicBezTo>
                <a:cubicBezTo>
                  <a:pt x="589984" y="58285"/>
                  <a:pt x="594936" y="61983"/>
                  <a:pt x="598816" y="66631"/>
                </a:cubicBezTo>
                <a:cubicBezTo>
                  <a:pt x="602696" y="71279"/>
                  <a:pt x="605546" y="76736"/>
                  <a:pt x="607365" y="83001"/>
                </a:cubicBezTo>
                <a:cubicBezTo>
                  <a:pt x="609184" y="89266"/>
                  <a:pt x="610093" y="95955"/>
                  <a:pt x="610093" y="103069"/>
                </a:cubicBezTo>
                <a:lnTo>
                  <a:pt x="610093" y="106707"/>
                </a:lnTo>
                <a:moveTo>
                  <a:pt x="589964" y="100765"/>
                </a:moveTo>
                <a:cubicBezTo>
                  <a:pt x="590207" y="90256"/>
                  <a:pt x="587883" y="82011"/>
                  <a:pt x="582992" y="76029"/>
                </a:cubicBezTo>
                <a:cubicBezTo>
                  <a:pt x="578101" y="70047"/>
                  <a:pt x="570846" y="67056"/>
                  <a:pt x="561226" y="67056"/>
                </a:cubicBezTo>
                <a:cubicBezTo>
                  <a:pt x="556295" y="67056"/>
                  <a:pt x="551970" y="67985"/>
                  <a:pt x="548252" y="69844"/>
                </a:cubicBezTo>
                <a:cubicBezTo>
                  <a:pt x="544533" y="71704"/>
                  <a:pt x="541421" y="74169"/>
                  <a:pt x="538915" y="77241"/>
                </a:cubicBezTo>
                <a:cubicBezTo>
                  <a:pt x="536409" y="80313"/>
                  <a:pt x="534469" y="83890"/>
                  <a:pt x="533094" y="87972"/>
                </a:cubicBezTo>
                <a:cubicBezTo>
                  <a:pt x="531720" y="92055"/>
                  <a:pt x="530952" y="96319"/>
                  <a:pt x="530790" y="100765"/>
                </a:cubicBezTo>
                <a:lnTo>
                  <a:pt x="589964" y="100765"/>
                </a:lnTo>
                <a:close/>
                <a:moveTo>
                  <a:pt x="704420" y="64024"/>
                </a:moveTo>
                <a:cubicBezTo>
                  <a:pt x="704420" y="65803"/>
                  <a:pt x="704380" y="67298"/>
                  <a:pt x="704299" y="68511"/>
                </a:cubicBezTo>
                <a:cubicBezTo>
                  <a:pt x="704218" y="69723"/>
                  <a:pt x="704056" y="70673"/>
                  <a:pt x="703814" y="71360"/>
                </a:cubicBezTo>
                <a:cubicBezTo>
                  <a:pt x="703571" y="72047"/>
                  <a:pt x="703268" y="72573"/>
                  <a:pt x="702904" y="72937"/>
                </a:cubicBezTo>
                <a:cubicBezTo>
                  <a:pt x="702541" y="73300"/>
                  <a:pt x="702035" y="73482"/>
                  <a:pt x="701389" y="73482"/>
                </a:cubicBezTo>
                <a:cubicBezTo>
                  <a:pt x="700742" y="73482"/>
                  <a:pt x="699954" y="73300"/>
                  <a:pt x="699024" y="72937"/>
                </a:cubicBezTo>
                <a:cubicBezTo>
                  <a:pt x="698094" y="72573"/>
                  <a:pt x="697044" y="72209"/>
                  <a:pt x="695871" y="71845"/>
                </a:cubicBezTo>
                <a:cubicBezTo>
                  <a:pt x="694699" y="71481"/>
                  <a:pt x="693386" y="71138"/>
                  <a:pt x="691930" y="70815"/>
                </a:cubicBezTo>
                <a:cubicBezTo>
                  <a:pt x="690475" y="70491"/>
                  <a:pt x="688899" y="70329"/>
                  <a:pt x="687201" y="70329"/>
                </a:cubicBezTo>
                <a:cubicBezTo>
                  <a:pt x="685180" y="70329"/>
                  <a:pt x="683200" y="70734"/>
                  <a:pt x="681260" y="71542"/>
                </a:cubicBezTo>
                <a:cubicBezTo>
                  <a:pt x="679320" y="72350"/>
                  <a:pt x="677279" y="73684"/>
                  <a:pt x="675136" y="75544"/>
                </a:cubicBezTo>
                <a:cubicBezTo>
                  <a:pt x="672994" y="77403"/>
                  <a:pt x="670751" y="79868"/>
                  <a:pt x="668406" y="82940"/>
                </a:cubicBezTo>
                <a:cubicBezTo>
                  <a:pt x="666062" y="86012"/>
                  <a:pt x="663475" y="89771"/>
                  <a:pt x="660646" y="94217"/>
                </a:cubicBezTo>
                <a:lnTo>
                  <a:pt x="660646" y="166002"/>
                </a:lnTo>
                <a:cubicBezTo>
                  <a:pt x="660646" y="166649"/>
                  <a:pt x="660484" y="167194"/>
                  <a:pt x="660161" y="167639"/>
                </a:cubicBezTo>
                <a:cubicBezTo>
                  <a:pt x="659838" y="168083"/>
                  <a:pt x="659312" y="168467"/>
                  <a:pt x="658585" y="168791"/>
                </a:cubicBezTo>
                <a:cubicBezTo>
                  <a:pt x="657857" y="169114"/>
                  <a:pt x="656847" y="169357"/>
                  <a:pt x="655553" y="169518"/>
                </a:cubicBezTo>
                <a:cubicBezTo>
                  <a:pt x="654260" y="169680"/>
                  <a:pt x="652603" y="169761"/>
                  <a:pt x="650582" y="169761"/>
                </a:cubicBezTo>
                <a:cubicBezTo>
                  <a:pt x="648641" y="169761"/>
                  <a:pt x="647025" y="169680"/>
                  <a:pt x="645731" y="169518"/>
                </a:cubicBezTo>
                <a:cubicBezTo>
                  <a:pt x="644438" y="169357"/>
                  <a:pt x="643407" y="169114"/>
                  <a:pt x="642639" y="168791"/>
                </a:cubicBezTo>
                <a:cubicBezTo>
                  <a:pt x="641871" y="168467"/>
                  <a:pt x="641346" y="168083"/>
                  <a:pt x="641063" y="167639"/>
                </a:cubicBezTo>
                <a:cubicBezTo>
                  <a:pt x="640780" y="167194"/>
                  <a:pt x="640638" y="166649"/>
                  <a:pt x="640638" y="166002"/>
                </a:cubicBezTo>
                <a:lnTo>
                  <a:pt x="640638" y="56870"/>
                </a:lnTo>
                <a:cubicBezTo>
                  <a:pt x="640638" y="56223"/>
                  <a:pt x="640760" y="55678"/>
                  <a:pt x="641002" y="55233"/>
                </a:cubicBezTo>
                <a:cubicBezTo>
                  <a:pt x="641245" y="54788"/>
                  <a:pt x="641730" y="54384"/>
                  <a:pt x="642457" y="54020"/>
                </a:cubicBezTo>
                <a:cubicBezTo>
                  <a:pt x="643185" y="53657"/>
                  <a:pt x="644115" y="53414"/>
                  <a:pt x="645246" y="53293"/>
                </a:cubicBezTo>
                <a:cubicBezTo>
                  <a:pt x="646378" y="53172"/>
                  <a:pt x="647874" y="53111"/>
                  <a:pt x="649733" y="53111"/>
                </a:cubicBezTo>
                <a:cubicBezTo>
                  <a:pt x="651511" y="53111"/>
                  <a:pt x="652987" y="53172"/>
                  <a:pt x="654159" y="53293"/>
                </a:cubicBezTo>
                <a:cubicBezTo>
                  <a:pt x="655331" y="53414"/>
                  <a:pt x="656240" y="53657"/>
                  <a:pt x="656887" y="54020"/>
                </a:cubicBezTo>
                <a:cubicBezTo>
                  <a:pt x="657534" y="54384"/>
                  <a:pt x="657999" y="54788"/>
                  <a:pt x="658281" y="55233"/>
                </a:cubicBezTo>
                <a:cubicBezTo>
                  <a:pt x="658564" y="55678"/>
                  <a:pt x="658706" y="56223"/>
                  <a:pt x="658706" y="56870"/>
                </a:cubicBezTo>
                <a:lnTo>
                  <a:pt x="658706" y="72755"/>
                </a:lnTo>
                <a:cubicBezTo>
                  <a:pt x="661697" y="68389"/>
                  <a:pt x="664506" y="64832"/>
                  <a:pt x="667133" y="62084"/>
                </a:cubicBezTo>
                <a:cubicBezTo>
                  <a:pt x="669761" y="59335"/>
                  <a:pt x="672246" y="57173"/>
                  <a:pt x="674591" y="55597"/>
                </a:cubicBezTo>
                <a:cubicBezTo>
                  <a:pt x="676935" y="54020"/>
                  <a:pt x="679259" y="52929"/>
                  <a:pt x="681563" y="52323"/>
                </a:cubicBezTo>
                <a:cubicBezTo>
                  <a:pt x="683867" y="51716"/>
                  <a:pt x="686191" y="51413"/>
                  <a:pt x="688535" y="51413"/>
                </a:cubicBezTo>
                <a:cubicBezTo>
                  <a:pt x="689586" y="51413"/>
                  <a:pt x="690779" y="51474"/>
                  <a:pt x="692112" y="51595"/>
                </a:cubicBezTo>
                <a:cubicBezTo>
                  <a:pt x="693446" y="51716"/>
                  <a:pt x="694841" y="51939"/>
                  <a:pt x="696296" y="52262"/>
                </a:cubicBezTo>
                <a:cubicBezTo>
                  <a:pt x="697751" y="52585"/>
                  <a:pt x="699064" y="52949"/>
                  <a:pt x="700237" y="53353"/>
                </a:cubicBezTo>
                <a:cubicBezTo>
                  <a:pt x="701409" y="53758"/>
                  <a:pt x="702237" y="54162"/>
                  <a:pt x="702722" y="54566"/>
                </a:cubicBezTo>
                <a:cubicBezTo>
                  <a:pt x="703207" y="54970"/>
                  <a:pt x="703531" y="55354"/>
                  <a:pt x="703692" y="55718"/>
                </a:cubicBezTo>
                <a:cubicBezTo>
                  <a:pt x="703854" y="56082"/>
                  <a:pt x="703996" y="56547"/>
                  <a:pt x="704117" y="57112"/>
                </a:cubicBezTo>
                <a:cubicBezTo>
                  <a:pt x="704238" y="57678"/>
                  <a:pt x="704319" y="58507"/>
                  <a:pt x="704359" y="59598"/>
                </a:cubicBezTo>
                <a:cubicBezTo>
                  <a:pt x="704400" y="60690"/>
                  <a:pt x="704420" y="62165"/>
                  <a:pt x="704420" y="64024"/>
                </a:cubicBezTo>
                <a:close/>
                <a:moveTo>
                  <a:pt x="903979" y="161637"/>
                </a:moveTo>
                <a:cubicBezTo>
                  <a:pt x="904626" y="163415"/>
                  <a:pt x="904970" y="164850"/>
                  <a:pt x="905010" y="165941"/>
                </a:cubicBezTo>
                <a:cubicBezTo>
                  <a:pt x="905050" y="167033"/>
                  <a:pt x="904747" y="167861"/>
                  <a:pt x="904101" y="168427"/>
                </a:cubicBezTo>
                <a:cubicBezTo>
                  <a:pt x="903454" y="168993"/>
                  <a:pt x="902383" y="169357"/>
                  <a:pt x="900887" y="169518"/>
                </a:cubicBezTo>
                <a:cubicBezTo>
                  <a:pt x="899392" y="169680"/>
                  <a:pt x="897391" y="169761"/>
                  <a:pt x="894885" y="169761"/>
                </a:cubicBezTo>
                <a:cubicBezTo>
                  <a:pt x="892379" y="169761"/>
                  <a:pt x="890378" y="169700"/>
                  <a:pt x="888883" y="169579"/>
                </a:cubicBezTo>
                <a:cubicBezTo>
                  <a:pt x="887387" y="169458"/>
                  <a:pt x="886255" y="169256"/>
                  <a:pt x="885488" y="168973"/>
                </a:cubicBezTo>
                <a:cubicBezTo>
                  <a:pt x="884720" y="168690"/>
                  <a:pt x="884154" y="168306"/>
                  <a:pt x="883790" y="167821"/>
                </a:cubicBezTo>
                <a:cubicBezTo>
                  <a:pt x="883426" y="167336"/>
                  <a:pt x="883083" y="166729"/>
                  <a:pt x="882759" y="166002"/>
                </a:cubicBezTo>
                <a:lnTo>
                  <a:pt x="869300" y="127806"/>
                </a:lnTo>
                <a:lnTo>
                  <a:pt x="804063" y="127806"/>
                </a:lnTo>
                <a:lnTo>
                  <a:pt x="791210" y="165517"/>
                </a:lnTo>
                <a:cubicBezTo>
                  <a:pt x="790967" y="166244"/>
                  <a:pt x="790644" y="166871"/>
                  <a:pt x="790240" y="167396"/>
                </a:cubicBezTo>
                <a:cubicBezTo>
                  <a:pt x="789835" y="167922"/>
                  <a:pt x="789249" y="168366"/>
                  <a:pt x="788481" y="168730"/>
                </a:cubicBezTo>
                <a:cubicBezTo>
                  <a:pt x="787713" y="169094"/>
                  <a:pt x="786622" y="169357"/>
                  <a:pt x="785207" y="169518"/>
                </a:cubicBezTo>
                <a:cubicBezTo>
                  <a:pt x="783793" y="169680"/>
                  <a:pt x="781954" y="169761"/>
                  <a:pt x="779690" y="169761"/>
                </a:cubicBezTo>
                <a:cubicBezTo>
                  <a:pt x="777346" y="169761"/>
                  <a:pt x="775426" y="169660"/>
                  <a:pt x="773930" y="169458"/>
                </a:cubicBezTo>
                <a:cubicBezTo>
                  <a:pt x="772435" y="169256"/>
                  <a:pt x="771384" y="168872"/>
                  <a:pt x="770778" y="168306"/>
                </a:cubicBezTo>
                <a:cubicBezTo>
                  <a:pt x="770171" y="167740"/>
                  <a:pt x="769888" y="166911"/>
                  <a:pt x="769929" y="165820"/>
                </a:cubicBezTo>
                <a:cubicBezTo>
                  <a:pt x="769969" y="164729"/>
                  <a:pt x="770313" y="163294"/>
                  <a:pt x="770960" y="161515"/>
                </a:cubicBezTo>
                <a:lnTo>
                  <a:pt x="823585" y="15764"/>
                </a:lnTo>
                <a:cubicBezTo>
                  <a:pt x="823909" y="14874"/>
                  <a:pt x="824333" y="14147"/>
                  <a:pt x="824859" y="13581"/>
                </a:cubicBezTo>
                <a:cubicBezTo>
                  <a:pt x="825384" y="13015"/>
                  <a:pt x="826152" y="12570"/>
                  <a:pt x="827163" y="12247"/>
                </a:cubicBezTo>
                <a:cubicBezTo>
                  <a:pt x="828173" y="11924"/>
                  <a:pt x="829466" y="11701"/>
                  <a:pt x="831043" y="11580"/>
                </a:cubicBezTo>
                <a:cubicBezTo>
                  <a:pt x="832619" y="11459"/>
                  <a:pt x="834620" y="11398"/>
                  <a:pt x="837045" y="11398"/>
                </a:cubicBezTo>
                <a:cubicBezTo>
                  <a:pt x="839632" y="11398"/>
                  <a:pt x="841774" y="11459"/>
                  <a:pt x="843472" y="11580"/>
                </a:cubicBezTo>
                <a:cubicBezTo>
                  <a:pt x="845169" y="11701"/>
                  <a:pt x="846544" y="11924"/>
                  <a:pt x="847594" y="12247"/>
                </a:cubicBezTo>
                <a:cubicBezTo>
                  <a:pt x="848645" y="12570"/>
                  <a:pt x="849454" y="13035"/>
                  <a:pt x="850020" y="13642"/>
                </a:cubicBezTo>
                <a:cubicBezTo>
                  <a:pt x="850586" y="14248"/>
                  <a:pt x="851030" y="14996"/>
                  <a:pt x="851353" y="15885"/>
                </a:cubicBezTo>
                <a:lnTo>
                  <a:pt x="903979" y="161637"/>
                </a:lnTo>
                <a:moveTo>
                  <a:pt x="836439" y="32982"/>
                </a:moveTo>
                <a:lnTo>
                  <a:pt x="836318" y="32982"/>
                </a:lnTo>
                <a:lnTo>
                  <a:pt x="809277" y="111193"/>
                </a:lnTo>
                <a:lnTo>
                  <a:pt x="863843" y="111193"/>
                </a:lnTo>
                <a:lnTo>
                  <a:pt x="836439" y="32982"/>
                </a:lnTo>
                <a:close/>
                <a:moveTo>
                  <a:pt x="1021938" y="166002"/>
                </a:moveTo>
                <a:cubicBezTo>
                  <a:pt x="1021938" y="166649"/>
                  <a:pt x="1021776" y="167194"/>
                  <a:pt x="1021453" y="167639"/>
                </a:cubicBezTo>
                <a:cubicBezTo>
                  <a:pt x="1021129" y="168083"/>
                  <a:pt x="1020604" y="168467"/>
                  <a:pt x="1019876" y="168791"/>
                </a:cubicBezTo>
                <a:cubicBezTo>
                  <a:pt x="1019149" y="169114"/>
                  <a:pt x="1018138" y="169357"/>
                  <a:pt x="1016845" y="169518"/>
                </a:cubicBezTo>
                <a:cubicBezTo>
                  <a:pt x="1015551" y="169680"/>
                  <a:pt x="1013935" y="169761"/>
                  <a:pt x="1011995" y="169761"/>
                </a:cubicBezTo>
                <a:cubicBezTo>
                  <a:pt x="1009974" y="169761"/>
                  <a:pt x="1008316" y="169680"/>
                  <a:pt x="1007023" y="169518"/>
                </a:cubicBezTo>
                <a:cubicBezTo>
                  <a:pt x="1005730" y="169357"/>
                  <a:pt x="1004719" y="169114"/>
                  <a:pt x="1003992" y="168791"/>
                </a:cubicBezTo>
                <a:cubicBezTo>
                  <a:pt x="1003264" y="168467"/>
                  <a:pt x="1002739" y="168083"/>
                  <a:pt x="1002415" y="167639"/>
                </a:cubicBezTo>
                <a:cubicBezTo>
                  <a:pt x="1002092" y="167194"/>
                  <a:pt x="1001930" y="166649"/>
                  <a:pt x="1001930" y="166002"/>
                </a:cubicBezTo>
                <a:lnTo>
                  <a:pt x="1001930" y="102099"/>
                </a:lnTo>
                <a:cubicBezTo>
                  <a:pt x="1001930" y="95874"/>
                  <a:pt x="1001445" y="90862"/>
                  <a:pt x="1000475" y="87063"/>
                </a:cubicBezTo>
                <a:cubicBezTo>
                  <a:pt x="999505" y="83264"/>
                  <a:pt x="998090" y="79990"/>
                  <a:pt x="996231" y="77241"/>
                </a:cubicBezTo>
                <a:cubicBezTo>
                  <a:pt x="994372" y="74493"/>
                  <a:pt x="991967" y="72391"/>
                  <a:pt x="989016" y="70936"/>
                </a:cubicBezTo>
                <a:cubicBezTo>
                  <a:pt x="986066" y="69481"/>
                  <a:pt x="982650" y="68753"/>
                  <a:pt x="978770" y="68753"/>
                </a:cubicBezTo>
                <a:cubicBezTo>
                  <a:pt x="973758" y="68753"/>
                  <a:pt x="968746" y="70532"/>
                  <a:pt x="963734" y="74088"/>
                </a:cubicBezTo>
                <a:cubicBezTo>
                  <a:pt x="958722" y="77645"/>
                  <a:pt x="953467" y="82859"/>
                  <a:pt x="947970" y="89731"/>
                </a:cubicBezTo>
                <a:lnTo>
                  <a:pt x="947970" y="166002"/>
                </a:lnTo>
                <a:cubicBezTo>
                  <a:pt x="947970" y="166649"/>
                  <a:pt x="947809" y="167194"/>
                  <a:pt x="947485" y="167639"/>
                </a:cubicBezTo>
                <a:cubicBezTo>
                  <a:pt x="947162" y="168083"/>
                  <a:pt x="946637" y="168467"/>
                  <a:pt x="945909" y="168791"/>
                </a:cubicBezTo>
                <a:cubicBezTo>
                  <a:pt x="945182" y="169114"/>
                  <a:pt x="944171" y="169357"/>
                  <a:pt x="942878" y="169518"/>
                </a:cubicBezTo>
                <a:cubicBezTo>
                  <a:pt x="941584" y="169680"/>
                  <a:pt x="939927" y="169761"/>
                  <a:pt x="937906" y="169761"/>
                </a:cubicBezTo>
                <a:cubicBezTo>
                  <a:pt x="935966" y="169761"/>
                  <a:pt x="934349" y="169680"/>
                  <a:pt x="933056" y="169518"/>
                </a:cubicBezTo>
                <a:cubicBezTo>
                  <a:pt x="931762" y="169357"/>
                  <a:pt x="930732" y="169114"/>
                  <a:pt x="929964" y="168791"/>
                </a:cubicBezTo>
                <a:cubicBezTo>
                  <a:pt x="929196" y="168467"/>
                  <a:pt x="928670" y="168083"/>
                  <a:pt x="928387" y="167639"/>
                </a:cubicBezTo>
                <a:cubicBezTo>
                  <a:pt x="928104" y="167194"/>
                  <a:pt x="927963" y="166649"/>
                  <a:pt x="927963" y="166002"/>
                </a:cubicBezTo>
                <a:lnTo>
                  <a:pt x="927963" y="56870"/>
                </a:lnTo>
                <a:cubicBezTo>
                  <a:pt x="927963" y="56223"/>
                  <a:pt x="928084" y="55678"/>
                  <a:pt x="928327" y="55233"/>
                </a:cubicBezTo>
                <a:cubicBezTo>
                  <a:pt x="928569" y="54788"/>
                  <a:pt x="929054" y="54384"/>
                  <a:pt x="929782" y="54020"/>
                </a:cubicBezTo>
                <a:cubicBezTo>
                  <a:pt x="930509" y="53657"/>
                  <a:pt x="931439" y="53414"/>
                  <a:pt x="932571" y="53293"/>
                </a:cubicBezTo>
                <a:cubicBezTo>
                  <a:pt x="933702" y="53172"/>
                  <a:pt x="935198" y="53111"/>
                  <a:pt x="937057" y="53111"/>
                </a:cubicBezTo>
                <a:cubicBezTo>
                  <a:pt x="938836" y="53111"/>
                  <a:pt x="940311" y="53172"/>
                  <a:pt x="941483" y="53293"/>
                </a:cubicBezTo>
                <a:cubicBezTo>
                  <a:pt x="942655" y="53414"/>
                  <a:pt x="943565" y="53657"/>
                  <a:pt x="944211" y="54020"/>
                </a:cubicBezTo>
                <a:cubicBezTo>
                  <a:pt x="944858" y="54384"/>
                  <a:pt x="945323" y="54788"/>
                  <a:pt x="945606" y="55233"/>
                </a:cubicBezTo>
                <a:cubicBezTo>
                  <a:pt x="945889" y="55678"/>
                  <a:pt x="946030" y="56223"/>
                  <a:pt x="946030" y="56870"/>
                </a:cubicBezTo>
                <a:lnTo>
                  <a:pt x="946030" y="71300"/>
                </a:lnTo>
                <a:cubicBezTo>
                  <a:pt x="952174" y="64428"/>
                  <a:pt x="958298" y="59396"/>
                  <a:pt x="964401" y="56203"/>
                </a:cubicBezTo>
                <a:cubicBezTo>
                  <a:pt x="970504" y="53010"/>
                  <a:pt x="976668" y="51413"/>
                  <a:pt x="982893" y="51413"/>
                </a:cubicBezTo>
                <a:cubicBezTo>
                  <a:pt x="990168" y="51413"/>
                  <a:pt x="996292" y="52646"/>
                  <a:pt x="1001263" y="55112"/>
                </a:cubicBezTo>
                <a:cubicBezTo>
                  <a:pt x="1006235" y="57577"/>
                  <a:pt x="1010257" y="60871"/>
                  <a:pt x="1013328" y="64994"/>
                </a:cubicBezTo>
                <a:cubicBezTo>
                  <a:pt x="1016400" y="69117"/>
                  <a:pt x="1018603" y="73947"/>
                  <a:pt x="1019937" y="79484"/>
                </a:cubicBezTo>
                <a:cubicBezTo>
                  <a:pt x="1021271" y="85022"/>
                  <a:pt x="1021938" y="91671"/>
                  <a:pt x="1021938" y="99431"/>
                </a:cubicBezTo>
                <a:lnTo>
                  <a:pt x="1021938" y="166002"/>
                </a:lnTo>
                <a:close/>
                <a:moveTo>
                  <a:pt x="1140552" y="166123"/>
                </a:moveTo>
                <a:cubicBezTo>
                  <a:pt x="1140552" y="167093"/>
                  <a:pt x="1140228" y="167821"/>
                  <a:pt x="1139582" y="168306"/>
                </a:cubicBezTo>
                <a:cubicBezTo>
                  <a:pt x="1138935" y="168791"/>
                  <a:pt x="1138046" y="169155"/>
                  <a:pt x="1136914" y="169397"/>
                </a:cubicBezTo>
                <a:cubicBezTo>
                  <a:pt x="1135782" y="169640"/>
                  <a:pt x="1134125" y="169761"/>
                  <a:pt x="1131942" y="169761"/>
                </a:cubicBezTo>
                <a:cubicBezTo>
                  <a:pt x="1129841" y="169761"/>
                  <a:pt x="1128163" y="169640"/>
                  <a:pt x="1126910" y="169397"/>
                </a:cubicBezTo>
                <a:cubicBezTo>
                  <a:pt x="1125657" y="169155"/>
                  <a:pt x="1124748" y="168791"/>
                  <a:pt x="1124182" y="168306"/>
                </a:cubicBezTo>
                <a:cubicBezTo>
                  <a:pt x="1123616" y="167821"/>
                  <a:pt x="1123333" y="167093"/>
                  <a:pt x="1123333" y="166123"/>
                </a:cubicBezTo>
                <a:lnTo>
                  <a:pt x="1123333" y="155210"/>
                </a:lnTo>
                <a:cubicBezTo>
                  <a:pt x="1118564" y="160303"/>
                  <a:pt x="1113249" y="164284"/>
                  <a:pt x="1107388" y="167154"/>
                </a:cubicBezTo>
                <a:cubicBezTo>
                  <a:pt x="1101527" y="170024"/>
                  <a:pt x="1095323" y="171458"/>
                  <a:pt x="1088775" y="171458"/>
                </a:cubicBezTo>
                <a:cubicBezTo>
                  <a:pt x="1083035" y="171458"/>
                  <a:pt x="1077841" y="170708"/>
                  <a:pt x="1073193" y="169208"/>
                </a:cubicBezTo>
                <a:cubicBezTo>
                  <a:pt x="1068545" y="167707"/>
                  <a:pt x="1064584" y="165537"/>
                  <a:pt x="1061310" y="162698"/>
                </a:cubicBezTo>
                <a:cubicBezTo>
                  <a:pt x="1058036" y="159858"/>
                  <a:pt x="1055489" y="156371"/>
                  <a:pt x="1053671" y="152235"/>
                </a:cubicBezTo>
                <a:cubicBezTo>
                  <a:pt x="1051852" y="148097"/>
                  <a:pt x="1050942" y="143391"/>
                  <a:pt x="1050942" y="138116"/>
                </a:cubicBezTo>
                <a:cubicBezTo>
                  <a:pt x="1050942" y="131952"/>
                  <a:pt x="1052195" y="126599"/>
                  <a:pt x="1054701" y="122057"/>
                </a:cubicBezTo>
                <a:cubicBezTo>
                  <a:pt x="1057207" y="117513"/>
                  <a:pt x="1060805" y="113740"/>
                  <a:pt x="1065493" y="110739"/>
                </a:cubicBezTo>
                <a:cubicBezTo>
                  <a:pt x="1070182" y="107738"/>
                  <a:pt x="1075921" y="105487"/>
                  <a:pt x="1082712" y="103986"/>
                </a:cubicBezTo>
                <a:cubicBezTo>
                  <a:pt x="1089502" y="102486"/>
                  <a:pt x="1097141" y="101735"/>
                  <a:pt x="1105629" y="101735"/>
                </a:cubicBezTo>
                <a:lnTo>
                  <a:pt x="1120665" y="101735"/>
                </a:lnTo>
                <a:lnTo>
                  <a:pt x="1120665" y="93278"/>
                </a:lnTo>
                <a:cubicBezTo>
                  <a:pt x="1120665" y="89089"/>
                  <a:pt x="1120221" y="85384"/>
                  <a:pt x="1119332" y="82163"/>
                </a:cubicBezTo>
                <a:cubicBezTo>
                  <a:pt x="1118442" y="78940"/>
                  <a:pt x="1117007" y="76261"/>
                  <a:pt x="1115027" y="74126"/>
                </a:cubicBezTo>
                <a:cubicBezTo>
                  <a:pt x="1113046" y="71992"/>
                  <a:pt x="1110480" y="70381"/>
                  <a:pt x="1107327" y="69295"/>
                </a:cubicBezTo>
                <a:cubicBezTo>
                  <a:pt x="1104174" y="68206"/>
                  <a:pt x="1100294" y="67662"/>
                  <a:pt x="1095686" y="67662"/>
                </a:cubicBezTo>
                <a:cubicBezTo>
                  <a:pt x="1090755" y="67662"/>
                  <a:pt x="1086329" y="68242"/>
                  <a:pt x="1082409" y="69401"/>
                </a:cubicBezTo>
                <a:cubicBezTo>
                  <a:pt x="1078488" y="70561"/>
                  <a:pt x="1075052" y="71840"/>
                  <a:pt x="1072102" y="73240"/>
                </a:cubicBezTo>
                <a:cubicBezTo>
                  <a:pt x="1069151" y="74639"/>
                  <a:pt x="1066686" y="75919"/>
                  <a:pt x="1064705" y="77078"/>
                </a:cubicBezTo>
                <a:cubicBezTo>
                  <a:pt x="1062724" y="78238"/>
                  <a:pt x="1061249" y="78818"/>
                  <a:pt x="1060279" y="78818"/>
                </a:cubicBezTo>
                <a:cubicBezTo>
                  <a:pt x="1059632" y="78818"/>
                  <a:pt x="1059066" y="78656"/>
                  <a:pt x="1058581" y="78333"/>
                </a:cubicBezTo>
                <a:cubicBezTo>
                  <a:pt x="1058096" y="78009"/>
                  <a:pt x="1057672" y="77524"/>
                  <a:pt x="1057308" y="76877"/>
                </a:cubicBezTo>
                <a:cubicBezTo>
                  <a:pt x="1056944" y="76231"/>
                  <a:pt x="1056682" y="75402"/>
                  <a:pt x="1056520" y="74392"/>
                </a:cubicBezTo>
                <a:cubicBezTo>
                  <a:pt x="1056358" y="73381"/>
                  <a:pt x="1056278" y="72270"/>
                  <a:pt x="1056278" y="71057"/>
                </a:cubicBezTo>
                <a:cubicBezTo>
                  <a:pt x="1056278" y="69036"/>
                  <a:pt x="1056419" y="67440"/>
                  <a:pt x="1056702" y="66267"/>
                </a:cubicBezTo>
                <a:cubicBezTo>
                  <a:pt x="1056985" y="65095"/>
                  <a:pt x="1057672" y="63984"/>
                  <a:pt x="1058763" y="62933"/>
                </a:cubicBezTo>
                <a:cubicBezTo>
                  <a:pt x="1059855" y="61882"/>
                  <a:pt x="1061734" y="60658"/>
                  <a:pt x="1064402" y="59261"/>
                </a:cubicBezTo>
                <a:cubicBezTo>
                  <a:pt x="1067070" y="57861"/>
                  <a:pt x="1070141" y="56583"/>
                  <a:pt x="1073617" y="55426"/>
                </a:cubicBezTo>
                <a:cubicBezTo>
                  <a:pt x="1077093" y="54269"/>
                  <a:pt x="1080893" y="53312"/>
                  <a:pt x="1085016" y="52554"/>
                </a:cubicBezTo>
                <a:cubicBezTo>
                  <a:pt x="1089138" y="51793"/>
                  <a:pt x="1093302" y="51413"/>
                  <a:pt x="1097505" y="51413"/>
                </a:cubicBezTo>
                <a:cubicBezTo>
                  <a:pt x="1105347" y="51413"/>
                  <a:pt x="1112016" y="52303"/>
                  <a:pt x="1117513" y="54081"/>
                </a:cubicBezTo>
                <a:cubicBezTo>
                  <a:pt x="1123010" y="55859"/>
                  <a:pt x="1127456" y="58466"/>
                  <a:pt x="1130851" y="61902"/>
                </a:cubicBezTo>
                <a:cubicBezTo>
                  <a:pt x="1134246" y="65338"/>
                  <a:pt x="1136712" y="69602"/>
                  <a:pt x="1138248" y="74695"/>
                </a:cubicBezTo>
                <a:cubicBezTo>
                  <a:pt x="1139784" y="79788"/>
                  <a:pt x="1140552" y="85729"/>
                  <a:pt x="1140552" y="92520"/>
                </a:cubicBezTo>
                <a:lnTo>
                  <a:pt x="1140552" y="166123"/>
                </a:lnTo>
                <a:moveTo>
                  <a:pt x="1120665" y="116165"/>
                </a:moveTo>
                <a:lnTo>
                  <a:pt x="1103568" y="116165"/>
                </a:lnTo>
                <a:cubicBezTo>
                  <a:pt x="1098071" y="116165"/>
                  <a:pt x="1093302" y="116634"/>
                  <a:pt x="1089260" y="117571"/>
                </a:cubicBezTo>
                <a:cubicBezTo>
                  <a:pt x="1085218" y="118505"/>
                  <a:pt x="1081863" y="119887"/>
                  <a:pt x="1079195" y="121716"/>
                </a:cubicBezTo>
                <a:cubicBezTo>
                  <a:pt x="1076528" y="123545"/>
                  <a:pt x="1074567" y="125742"/>
                  <a:pt x="1073314" y="128306"/>
                </a:cubicBezTo>
                <a:cubicBezTo>
                  <a:pt x="1072061" y="130867"/>
                  <a:pt x="1071435" y="133816"/>
                  <a:pt x="1071435" y="137150"/>
                </a:cubicBezTo>
                <a:cubicBezTo>
                  <a:pt x="1071435" y="142844"/>
                  <a:pt x="1073233" y="147379"/>
                  <a:pt x="1076831" y="150754"/>
                </a:cubicBezTo>
                <a:cubicBezTo>
                  <a:pt x="1080428" y="154129"/>
                  <a:pt x="1085460" y="155816"/>
                  <a:pt x="1091927" y="155816"/>
                </a:cubicBezTo>
                <a:cubicBezTo>
                  <a:pt x="1097182" y="155816"/>
                  <a:pt x="1102052" y="154475"/>
                  <a:pt x="1106539" y="151792"/>
                </a:cubicBezTo>
                <a:cubicBezTo>
                  <a:pt x="1111025" y="149107"/>
                  <a:pt x="1115734" y="144999"/>
                  <a:pt x="1120665" y="139469"/>
                </a:cubicBezTo>
                <a:lnTo>
                  <a:pt x="1120665" y="116165"/>
                </a:lnTo>
                <a:close/>
                <a:moveTo>
                  <a:pt x="1197300" y="165998"/>
                </a:moveTo>
                <a:cubicBezTo>
                  <a:pt x="1197300" y="166645"/>
                  <a:pt x="1197138" y="167192"/>
                  <a:pt x="1196815" y="167639"/>
                </a:cubicBezTo>
                <a:cubicBezTo>
                  <a:pt x="1196491" y="168083"/>
                  <a:pt x="1195966" y="168467"/>
                  <a:pt x="1195238" y="168791"/>
                </a:cubicBezTo>
                <a:cubicBezTo>
                  <a:pt x="1194511" y="169114"/>
                  <a:pt x="1193500" y="169357"/>
                  <a:pt x="1192207" y="169518"/>
                </a:cubicBezTo>
                <a:cubicBezTo>
                  <a:pt x="1190913" y="169680"/>
                  <a:pt x="1189256" y="169761"/>
                  <a:pt x="1187235" y="169761"/>
                </a:cubicBezTo>
                <a:cubicBezTo>
                  <a:pt x="1185295" y="169761"/>
                  <a:pt x="1183678" y="169680"/>
                  <a:pt x="1182385" y="169518"/>
                </a:cubicBezTo>
                <a:cubicBezTo>
                  <a:pt x="1181092" y="169357"/>
                  <a:pt x="1180061" y="169114"/>
                  <a:pt x="1179293" y="168791"/>
                </a:cubicBezTo>
                <a:cubicBezTo>
                  <a:pt x="1178525" y="168467"/>
                  <a:pt x="1177999" y="168083"/>
                  <a:pt x="1177717" y="167639"/>
                </a:cubicBezTo>
                <a:cubicBezTo>
                  <a:pt x="1177434" y="167192"/>
                  <a:pt x="1177292" y="166645"/>
                  <a:pt x="1177292" y="165998"/>
                </a:cubicBezTo>
                <a:lnTo>
                  <a:pt x="1177292" y="3884"/>
                </a:lnTo>
                <a:cubicBezTo>
                  <a:pt x="1177292" y="3237"/>
                  <a:pt x="1177434" y="2671"/>
                  <a:pt x="1177717" y="2186"/>
                </a:cubicBezTo>
                <a:cubicBezTo>
                  <a:pt x="1177999" y="1699"/>
                  <a:pt x="1178525" y="1293"/>
                  <a:pt x="1179293" y="970"/>
                </a:cubicBezTo>
                <a:cubicBezTo>
                  <a:pt x="1180061" y="647"/>
                  <a:pt x="1181092" y="404"/>
                  <a:pt x="1182385" y="243"/>
                </a:cubicBezTo>
                <a:cubicBezTo>
                  <a:pt x="1183678" y="81"/>
                  <a:pt x="1185295" y="0"/>
                  <a:pt x="1187235" y="0"/>
                </a:cubicBezTo>
                <a:cubicBezTo>
                  <a:pt x="1189256" y="0"/>
                  <a:pt x="1190913" y="81"/>
                  <a:pt x="1192207" y="243"/>
                </a:cubicBezTo>
                <a:cubicBezTo>
                  <a:pt x="1193500" y="404"/>
                  <a:pt x="1194511" y="647"/>
                  <a:pt x="1195238" y="970"/>
                </a:cubicBezTo>
                <a:cubicBezTo>
                  <a:pt x="1195966" y="1293"/>
                  <a:pt x="1196491" y="1699"/>
                  <a:pt x="1196815" y="2186"/>
                </a:cubicBezTo>
                <a:cubicBezTo>
                  <a:pt x="1197138" y="2671"/>
                  <a:pt x="1197300" y="3237"/>
                  <a:pt x="1197300" y="3884"/>
                </a:cubicBezTo>
                <a:lnTo>
                  <a:pt x="1197300" y="165998"/>
                </a:lnTo>
                <a:close/>
                <a:moveTo>
                  <a:pt x="1284125" y="169033"/>
                </a:moveTo>
                <a:lnTo>
                  <a:pt x="1269575" y="209170"/>
                </a:lnTo>
                <a:cubicBezTo>
                  <a:pt x="1269090" y="210463"/>
                  <a:pt x="1267857" y="211453"/>
                  <a:pt x="1265876" y="212140"/>
                </a:cubicBezTo>
                <a:cubicBezTo>
                  <a:pt x="1263896" y="212828"/>
                  <a:pt x="1260884" y="213171"/>
                  <a:pt x="1256842" y="213171"/>
                </a:cubicBezTo>
                <a:cubicBezTo>
                  <a:pt x="1254741" y="213171"/>
                  <a:pt x="1253043" y="213070"/>
                  <a:pt x="1251750" y="212868"/>
                </a:cubicBezTo>
                <a:cubicBezTo>
                  <a:pt x="1250456" y="212666"/>
                  <a:pt x="1249466" y="212322"/>
                  <a:pt x="1248779" y="211837"/>
                </a:cubicBezTo>
                <a:cubicBezTo>
                  <a:pt x="1248092" y="211352"/>
                  <a:pt x="1247708" y="210706"/>
                  <a:pt x="1247627" y="209897"/>
                </a:cubicBezTo>
                <a:cubicBezTo>
                  <a:pt x="1247546" y="209089"/>
                  <a:pt x="1247748" y="208119"/>
                  <a:pt x="1248233" y="206987"/>
                </a:cubicBezTo>
                <a:lnTo>
                  <a:pt x="1263269" y="169033"/>
                </a:lnTo>
                <a:cubicBezTo>
                  <a:pt x="1262542" y="168710"/>
                  <a:pt x="1261854" y="168185"/>
                  <a:pt x="1261208" y="167457"/>
                </a:cubicBezTo>
                <a:cubicBezTo>
                  <a:pt x="1260561" y="166729"/>
                  <a:pt x="1260116" y="165961"/>
                  <a:pt x="1259874" y="165153"/>
                </a:cubicBezTo>
                <a:lnTo>
                  <a:pt x="1220950" y="60871"/>
                </a:lnTo>
                <a:cubicBezTo>
                  <a:pt x="1220303" y="59174"/>
                  <a:pt x="1219980" y="57840"/>
                  <a:pt x="1219980" y="56870"/>
                </a:cubicBezTo>
                <a:cubicBezTo>
                  <a:pt x="1219980" y="55900"/>
                  <a:pt x="1220303" y="55132"/>
                  <a:pt x="1220950" y="54566"/>
                </a:cubicBezTo>
                <a:cubicBezTo>
                  <a:pt x="1221597" y="54000"/>
                  <a:pt x="1222648" y="53616"/>
                  <a:pt x="1224103" y="53414"/>
                </a:cubicBezTo>
                <a:cubicBezTo>
                  <a:pt x="1225558" y="53212"/>
                  <a:pt x="1227498" y="53111"/>
                  <a:pt x="1229923" y="53111"/>
                </a:cubicBezTo>
                <a:cubicBezTo>
                  <a:pt x="1232348" y="53111"/>
                  <a:pt x="1234248" y="53172"/>
                  <a:pt x="1235622" y="53293"/>
                </a:cubicBezTo>
                <a:cubicBezTo>
                  <a:pt x="1236997" y="53414"/>
                  <a:pt x="1238088" y="53636"/>
                  <a:pt x="1238896" y="53960"/>
                </a:cubicBezTo>
                <a:cubicBezTo>
                  <a:pt x="1239705" y="54283"/>
                  <a:pt x="1240291" y="54748"/>
                  <a:pt x="1240655" y="55354"/>
                </a:cubicBezTo>
                <a:cubicBezTo>
                  <a:pt x="1241018" y="55960"/>
                  <a:pt x="1241402" y="56789"/>
                  <a:pt x="1241807" y="57840"/>
                </a:cubicBezTo>
                <a:lnTo>
                  <a:pt x="1272970" y="145388"/>
                </a:lnTo>
                <a:lnTo>
                  <a:pt x="1273334" y="145388"/>
                </a:lnTo>
                <a:lnTo>
                  <a:pt x="1303405" y="57355"/>
                </a:lnTo>
                <a:cubicBezTo>
                  <a:pt x="1303891" y="55819"/>
                  <a:pt x="1304477" y="54829"/>
                  <a:pt x="1305164" y="54384"/>
                </a:cubicBezTo>
                <a:cubicBezTo>
                  <a:pt x="1305851" y="53939"/>
                  <a:pt x="1306882" y="53616"/>
                  <a:pt x="1308256" y="53414"/>
                </a:cubicBezTo>
                <a:cubicBezTo>
                  <a:pt x="1309630" y="53212"/>
                  <a:pt x="1311611" y="53111"/>
                  <a:pt x="1314197" y="53111"/>
                </a:cubicBezTo>
                <a:cubicBezTo>
                  <a:pt x="1316461" y="53111"/>
                  <a:pt x="1318320" y="53212"/>
                  <a:pt x="1319775" y="53414"/>
                </a:cubicBezTo>
                <a:cubicBezTo>
                  <a:pt x="1321230" y="53616"/>
                  <a:pt x="1322301" y="54000"/>
                  <a:pt x="1322989" y="54566"/>
                </a:cubicBezTo>
                <a:cubicBezTo>
                  <a:pt x="1323676" y="55132"/>
                  <a:pt x="1324019" y="55900"/>
                  <a:pt x="1324019" y="56870"/>
                </a:cubicBezTo>
                <a:cubicBezTo>
                  <a:pt x="1324019" y="57840"/>
                  <a:pt x="1323777" y="59053"/>
                  <a:pt x="1323292" y="60508"/>
                </a:cubicBezTo>
                <a:lnTo>
                  <a:pt x="1284125" y="169033"/>
                </a:lnTo>
                <a:close/>
                <a:moveTo>
                  <a:pt x="1413181" y="136381"/>
                </a:moveTo>
                <a:cubicBezTo>
                  <a:pt x="1413181" y="141964"/>
                  <a:pt x="1412151" y="146940"/>
                  <a:pt x="1410089" y="151311"/>
                </a:cubicBezTo>
                <a:cubicBezTo>
                  <a:pt x="1408028" y="155679"/>
                  <a:pt x="1405098" y="159360"/>
                  <a:pt x="1401298" y="162357"/>
                </a:cubicBezTo>
                <a:cubicBezTo>
                  <a:pt x="1397499" y="165350"/>
                  <a:pt x="1392972" y="167615"/>
                  <a:pt x="1387717" y="169151"/>
                </a:cubicBezTo>
                <a:cubicBezTo>
                  <a:pt x="1382463" y="170689"/>
                  <a:pt x="1376683" y="171458"/>
                  <a:pt x="1370377" y="171458"/>
                </a:cubicBezTo>
                <a:cubicBezTo>
                  <a:pt x="1366497" y="171458"/>
                  <a:pt x="1362799" y="171155"/>
                  <a:pt x="1359282" y="170549"/>
                </a:cubicBezTo>
                <a:cubicBezTo>
                  <a:pt x="1355766" y="169943"/>
                  <a:pt x="1352613" y="169175"/>
                  <a:pt x="1349824" y="168245"/>
                </a:cubicBezTo>
                <a:cubicBezTo>
                  <a:pt x="1347035" y="167315"/>
                  <a:pt x="1344671" y="166345"/>
                  <a:pt x="1342731" y="165335"/>
                </a:cubicBezTo>
                <a:cubicBezTo>
                  <a:pt x="1340790" y="164324"/>
                  <a:pt x="1339376" y="163415"/>
                  <a:pt x="1338487" y="162607"/>
                </a:cubicBezTo>
                <a:cubicBezTo>
                  <a:pt x="1337597" y="161798"/>
                  <a:pt x="1336951" y="160667"/>
                  <a:pt x="1336546" y="159211"/>
                </a:cubicBezTo>
                <a:cubicBezTo>
                  <a:pt x="1336142" y="157756"/>
                  <a:pt x="1335940" y="155776"/>
                  <a:pt x="1335940" y="153270"/>
                </a:cubicBezTo>
                <a:cubicBezTo>
                  <a:pt x="1335940" y="151734"/>
                  <a:pt x="1336021" y="150440"/>
                  <a:pt x="1336183" y="149390"/>
                </a:cubicBezTo>
                <a:cubicBezTo>
                  <a:pt x="1336344" y="148339"/>
                  <a:pt x="1336546" y="147490"/>
                  <a:pt x="1336789" y="146843"/>
                </a:cubicBezTo>
                <a:cubicBezTo>
                  <a:pt x="1337032" y="146196"/>
                  <a:pt x="1337375" y="145732"/>
                  <a:pt x="1337820" y="145449"/>
                </a:cubicBezTo>
                <a:cubicBezTo>
                  <a:pt x="1338264" y="145166"/>
                  <a:pt x="1338770" y="145024"/>
                  <a:pt x="1339335" y="145024"/>
                </a:cubicBezTo>
                <a:cubicBezTo>
                  <a:pt x="1340225" y="145024"/>
                  <a:pt x="1341538" y="145570"/>
                  <a:pt x="1343276" y="146661"/>
                </a:cubicBezTo>
                <a:cubicBezTo>
                  <a:pt x="1345014" y="147753"/>
                  <a:pt x="1347157" y="148945"/>
                  <a:pt x="1349703" y="150238"/>
                </a:cubicBezTo>
                <a:cubicBezTo>
                  <a:pt x="1352249" y="151532"/>
                  <a:pt x="1355261" y="152724"/>
                  <a:pt x="1358737" y="153815"/>
                </a:cubicBezTo>
                <a:cubicBezTo>
                  <a:pt x="1362213" y="154907"/>
                  <a:pt x="1366214" y="155452"/>
                  <a:pt x="1370741" y="155452"/>
                </a:cubicBezTo>
                <a:cubicBezTo>
                  <a:pt x="1374136" y="155452"/>
                  <a:pt x="1377208" y="155089"/>
                  <a:pt x="1379957" y="154361"/>
                </a:cubicBezTo>
                <a:cubicBezTo>
                  <a:pt x="1382705" y="153631"/>
                  <a:pt x="1385090" y="152557"/>
                  <a:pt x="1387111" y="151140"/>
                </a:cubicBezTo>
                <a:cubicBezTo>
                  <a:pt x="1389132" y="149723"/>
                  <a:pt x="1390688" y="147921"/>
                  <a:pt x="1391779" y="145733"/>
                </a:cubicBezTo>
                <a:cubicBezTo>
                  <a:pt x="1392871" y="143545"/>
                  <a:pt x="1393416" y="140953"/>
                  <a:pt x="1393416" y="137957"/>
                </a:cubicBezTo>
                <a:cubicBezTo>
                  <a:pt x="1393416" y="134883"/>
                  <a:pt x="1392628" y="132293"/>
                  <a:pt x="1391052" y="130189"/>
                </a:cubicBezTo>
                <a:cubicBezTo>
                  <a:pt x="1389475" y="128085"/>
                  <a:pt x="1387394" y="126224"/>
                  <a:pt x="1384807" y="124607"/>
                </a:cubicBezTo>
                <a:cubicBezTo>
                  <a:pt x="1382220" y="122988"/>
                  <a:pt x="1379310" y="121552"/>
                  <a:pt x="1376076" y="120299"/>
                </a:cubicBezTo>
                <a:cubicBezTo>
                  <a:pt x="1372843" y="119044"/>
                  <a:pt x="1369508" y="117729"/>
                  <a:pt x="1366073" y="116354"/>
                </a:cubicBezTo>
                <a:cubicBezTo>
                  <a:pt x="1362637" y="114978"/>
                  <a:pt x="1359282" y="113419"/>
                  <a:pt x="1356008" y="111678"/>
                </a:cubicBezTo>
                <a:cubicBezTo>
                  <a:pt x="1352734" y="109938"/>
                  <a:pt x="1349804" y="107813"/>
                  <a:pt x="1347217" y="105305"/>
                </a:cubicBezTo>
                <a:cubicBezTo>
                  <a:pt x="1344630" y="102796"/>
                  <a:pt x="1342549" y="99803"/>
                  <a:pt x="1340972" y="96324"/>
                </a:cubicBezTo>
                <a:cubicBezTo>
                  <a:pt x="1339396" y="92846"/>
                  <a:pt x="1338608" y="88679"/>
                  <a:pt x="1338608" y="83823"/>
                </a:cubicBezTo>
                <a:cubicBezTo>
                  <a:pt x="1338608" y="79534"/>
                  <a:pt x="1339436" y="75427"/>
                  <a:pt x="1341094" y="71504"/>
                </a:cubicBezTo>
                <a:cubicBezTo>
                  <a:pt x="1342751" y="67578"/>
                  <a:pt x="1345237" y="64139"/>
                  <a:pt x="1348551" y="61186"/>
                </a:cubicBezTo>
                <a:cubicBezTo>
                  <a:pt x="1351865" y="58230"/>
                  <a:pt x="1356008" y="55863"/>
                  <a:pt x="1360980" y="54085"/>
                </a:cubicBezTo>
                <a:cubicBezTo>
                  <a:pt x="1365951" y="52304"/>
                  <a:pt x="1371752" y="51413"/>
                  <a:pt x="1378380" y="51413"/>
                </a:cubicBezTo>
                <a:cubicBezTo>
                  <a:pt x="1381291" y="51413"/>
                  <a:pt x="1384201" y="51660"/>
                  <a:pt x="1387111" y="52152"/>
                </a:cubicBezTo>
                <a:cubicBezTo>
                  <a:pt x="1390021" y="52645"/>
                  <a:pt x="1392648" y="53260"/>
                  <a:pt x="1394993" y="53998"/>
                </a:cubicBezTo>
                <a:cubicBezTo>
                  <a:pt x="1397337" y="54735"/>
                  <a:pt x="1399338" y="55535"/>
                  <a:pt x="1400995" y="56396"/>
                </a:cubicBezTo>
                <a:cubicBezTo>
                  <a:pt x="1402652" y="57258"/>
                  <a:pt x="1403905" y="58017"/>
                  <a:pt x="1404754" y="58674"/>
                </a:cubicBezTo>
                <a:cubicBezTo>
                  <a:pt x="1405603" y="59330"/>
                  <a:pt x="1406169" y="59901"/>
                  <a:pt x="1406452" y="60386"/>
                </a:cubicBezTo>
                <a:cubicBezTo>
                  <a:pt x="1406734" y="60871"/>
                  <a:pt x="1406937" y="61417"/>
                  <a:pt x="1407058" y="62023"/>
                </a:cubicBezTo>
                <a:cubicBezTo>
                  <a:pt x="1407179" y="62630"/>
                  <a:pt x="1407300" y="63377"/>
                  <a:pt x="1407422" y="64267"/>
                </a:cubicBezTo>
                <a:cubicBezTo>
                  <a:pt x="1407543" y="65156"/>
                  <a:pt x="1407604" y="66247"/>
                  <a:pt x="1407604" y="67541"/>
                </a:cubicBezTo>
                <a:cubicBezTo>
                  <a:pt x="1407604" y="68915"/>
                  <a:pt x="1407543" y="70107"/>
                  <a:pt x="1407422" y="71118"/>
                </a:cubicBezTo>
                <a:cubicBezTo>
                  <a:pt x="1407300" y="72128"/>
                  <a:pt x="1407098" y="72957"/>
                  <a:pt x="1406815" y="73603"/>
                </a:cubicBezTo>
                <a:cubicBezTo>
                  <a:pt x="1406532" y="74250"/>
                  <a:pt x="1406189" y="74715"/>
                  <a:pt x="1405785" y="74998"/>
                </a:cubicBezTo>
                <a:cubicBezTo>
                  <a:pt x="1405380" y="75281"/>
                  <a:pt x="1404936" y="75422"/>
                  <a:pt x="1404451" y="75422"/>
                </a:cubicBezTo>
                <a:cubicBezTo>
                  <a:pt x="1403723" y="75422"/>
                  <a:pt x="1402672" y="74971"/>
                  <a:pt x="1401298" y="74070"/>
                </a:cubicBezTo>
                <a:cubicBezTo>
                  <a:pt x="1399924" y="73168"/>
                  <a:pt x="1398145" y="72204"/>
                  <a:pt x="1395963" y="71178"/>
                </a:cubicBezTo>
                <a:cubicBezTo>
                  <a:pt x="1393780" y="70153"/>
                  <a:pt x="1391214" y="69189"/>
                  <a:pt x="1388263" y="68287"/>
                </a:cubicBezTo>
                <a:cubicBezTo>
                  <a:pt x="1385312" y="67385"/>
                  <a:pt x="1381937" y="66934"/>
                  <a:pt x="1378138" y="66934"/>
                </a:cubicBezTo>
                <a:cubicBezTo>
                  <a:pt x="1374743" y="66934"/>
                  <a:pt x="1371752" y="67320"/>
                  <a:pt x="1369165" y="68090"/>
                </a:cubicBezTo>
                <a:cubicBezTo>
                  <a:pt x="1366578" y="68858"/>
                  <a:pt x="1364456" y="69951"/>
                  <a:pt x="1362799" y="71368"/>
                </a:cubicBezTo>
                <a:cubicBezTo>
                  <a:pt x="1361142" y="72785"/>
                  <a:pt x="1359889" y="74466"/>
                  <a:pt x="1359040" y="76411"/>
                </a:cubicBezTo>
                <a:cubicBezTo>
                  <a:pt x="1358191" y="78354"/>
                  <a:pt x="1357767" y="80460"/>
                  <a:pt x="1357767" y="82728"/>
                </a:cubicBezTo>
                <a:cubicBezTo>
                  <a:pt x="1357767" y="85883"/>
                  <a:pt x="1358575" y="88533"/>
                  <a:pt x="1360192" y="90678"/>
                </a:cubicBezTo>
                <a:cubicBezTo>
                  <a:pt x="1361809" y="92823"/>
                  <a:pt x="1363910" y="94705"/>
                  <a:pt x="1366497" y="96324"/>
                </a:cubicBezTo>
                <a:cubicBezTo>
                  <a:pt x="1369084" y="97941"/>
                  <a:pt x="1372035" y="99397"/>
                  <a:pt x="1375349" y="100693"/>
                </a:cubicBezTo>
                <a:cubicBezTo>
                  <a:pt x="1378663" y="101987"/>
                  <a:pt x="1382038" y="103322"/>
                  <a:pt x="1385474" y="104698"/>
                </a:cubicBezTo>
                <a:cubicBezTo>
                  <a:pt x="1388910" y="106073"/>
                  <a:pt x="1392305" y="107610"/>
                  <a:pt x="1395660" y="109310"/>
                </a:cubicBezTo>
                <a:cubicBezTo>
                  <a:pt x="1399014" y="111010"/>
                  <a:pt x="1401985" y="113074"/>
                  <a:pt x="1404572" y="115502"/>
                </a:cubicBezTo>
                <a:cubicBezTo>
                  <a:pt x="1407159" y="117929"/>
                  <a:pt x="1409240" y="120843"/>
                  <a:pt x="1410817" y="124244"/>
                </a:cubicBezTo>
                <a:cubicBezTo>
                  <a:pt x="1412393" y="127641"/>
                  <a:pt x="1413181" y="131687"/>
                  <a:pt x="1413181" y="136381"/>
                </a:cubicBezTo>
                <a:close/>
                <a:moveTo>
                  <a:pt x="1461778" y="166002"/>
                </a:moveTo>
                <a:cubicBezTo>
                  <a:pt x="1461778" y="166649"/>
                  <a:pt x="1461616" y="167194"/>
                  <a:pt x="1461293" y="167639"/>
                </a:cubicBezTo>
                <a:cubicBezTo>
                  <a:pt x="1460970" y="168083"/>
                  <a:pt x="1460444" y="168467"/>
                  <a:pt x="1459717" y="168791"/>
                </a:cubicBezTo>
                <a:cubicBezTo>
                  <a:pt x="1458989" y="169114"/>
                  <a:pt x="1457979" y="169357"/>
                  <a:pt x="1456685" y="169518"/>
                </a:cubicBezTo>
                <a:cubicBezTo>
                  <a:pt x="1455392" y="169680"/>
                  <a:pt x="1453735" y="169761"/>
                  <a:pt x="1451714" y="169761"/>
                </a:cubicBezTo>
                <a:cubicBezTo>
                  <a:pt x="1449774" y="169761"/>
                  <a:pt x="1448157" y="169680"/>
                  <a:pt x="1446863" y="169518"/>
                </a:cubicBezTo>
                <a:cubicBezTo>
                  <a:pt x="1445570" y="169357"/>
                  <a:pt x="1444539" y="169114"/>
                  <a:pt x="1443771" y="168791"/>
                </a:cubicBezTo>
                <a:cubicBezTo>
                  <a:pt x="1443003" y="168467"/>
                  <a:pt x="1442478" y="168083"/>
                  <a:pt x="1442195" y="167639"/>
                </a:cubicBezTo>
                <a:cubicBezTo>
                  <a:pt x="1441912" y="167194"/>
                  <a:pt x="1441771" y="166649"/>
                  <a:pt x="1441771" y="166002"/>
                </a:cubicBezTo>
                <a:lnTo>
                  <a:pt x="1441771" y="56870"/>
                </a:lnTo>
                <a:cubicBezTo>
                  <a:pt x="1441771" y="56304"/>
                  <a:pt x="1441912" y="55779"/>
                  <a:pt x="1442195" y="55294"/>
                </a:cubicBezTo>
                <a:cubicBezTo>
                  <a:pt x="1442478" y="54809"/>
                  <a:pt x="1443003" y="54404"/>
                  <a:pt x="1443771" y="54081"/>
                </a:cubicBezTo>
                <a:cubicBezTo>
                  <a:pt x="1444539" y="53758"/>
                  <a:pt x="1445570" y="53515"/>
                  <a:pt x="1446863" y="53353"/>
                </a:cubicBezTo>
                <a:cubicBezTo>
                  <a:pt x="1448157" y="53192"/>
                  <a:pt x="1449774" y="53111"/>
                  <a:pt x="1451714" y="53111"/>
                </a:cubicBezTo>
                <a:cubicBezTo>
                  <a:pt x="1453735" y="53111"/>
                  <a:pt x="1455392" y="53192"/>
                  <a:pt x="1456685" y="53353"/>
                </a:cubicBezTo>
                <a:cubicBezTo>
                  <a:pt x="1457979" y="53515"/>
                  <a:pt x="1458989" y="53758"/>
                  <a:pt x="1459717" y="54081"/>
                </a:cubicBezTo>
                <a:cubicBezTo>
                  <a:pt x="1460444" y="54404"/>
                  <a:pt x="1460970" y="54809"/>
                  <a:pt x="1461293" y="55294"/>
                </a:cubicBezTo>
                <a:cubicBezTo>
                  <a:pt x="1461616" y="55779"/>
                  <a:pt x="1461778" y="56304"/>
                  <a:pt x="1461778" y="56870"/>
                </a:cubicBezTo>
                <a:lnTo>
                  <a:pt x="1461778" y="166002"/>
                </a:lnTo>
                <a:moveTo>
                  <a:pt x="1464082" y="19886"/>
                </a:moveTo>
                <a:cubicBezTo>
                  <a:pt x="1464082" y="24575"/>
                  <a:pt x="1463193" y="27768"/>
                  <a:pt x="1461414" y="29466"/>
                </a:cubicBezTo>
                <a:cubicBezTo>
                  <a:pt x="1459636" y="31163"/>
                  <a:pt x="1456362" y="32012"/>
                  <a:pt x="1451592" y="32012"/>
                </a:cubicBezTo>
                <a:cubicBezTo>
                  <a:pt x="1446904" y="32012"/>
                  <a:pt x="1443691" y="31183"/>
                  <a:pt x="1441952" y="29526"/>
                </a:cubicBezTo>
                <a:cubicBezTo>
                  <a:pt x="1440214" y="27869"/>
                  <a:pt x="1439345" y="24737"/>
                  <a:pt x="1439345" y="20129"/>
                </a:cubicBezTo>
                <a:cubicBezTo>
                  <a:pt x="1439345" y="15440"/>
                  <a:pt x="1440235" y="12247"/>
                  <a:pt x="1442013" y="10549"/>
                </a:cubicBezTo>
                <a:cubicBezTo>
                  <a:pt x="1443792" y="8852"/>
                  <a:pt x="1447066" y="8003"/>
                  <a:pt x="1451835" y="8003"/>
                </a:cubicBezTo>
                <a:cubicBezTo>
                  <a:pt x="1456524" y="8003"/>
                  <a:pt x="1459737" y="8832"/>
                  <a:pt x="1461475" y="10489"/>
                </a:cubicBezTo>
                <a:cubicBezTo>
                  <a:pt x="1463213" y="12146"/>
                  <a:pt x="1464082" y="15278"/>
                  <a:pt x="1464082" y="19886"/>
                </a:cubicBezTo>
                <a:close/>
                <a:moveTo>
                  <a:pt x="1567398" y="136381"/>
                </a:moveTo>
                <a:cubicBezTo>
                  <a:pt x="1567398" y="141964"/>
                  <a:pt x="1566367" y="146940"/>
                  <a:pt x="1564306" y="151311"/>
                </a:cubicBezTo>
                <a:cubicBezTo>
                  <a:pt x="1562245" y="155679"/>
                  <a:pt x="1559314" y="159360"/>
                  <a:pt x="1555515" y="162357"/>
                </a:cubicBezTo>
                <a:cubicBezTo>
                  <a:pt x="1551715" y="165350"/>
                  <a:pt x="1547188" y="167615"/>
                  <a:pt x="1541934" y="169151"/>
                </a:cubicBezTo>
                <a:cubicBezTo>
                  <a:pt x="1536679" y="170689"/>
                  <a:pt x="1530899" y="171458"/>
                  <a:pt x="1524594" y="171458"/>
                </a:cubicBezTo>
                <a:cubicBezTo>
                  <a:pt x="1520714" y="171458"/>
                  <a:pt x="1517015" y="171155"/>
                  <a:pt x="1513499" y="170549"/>
                </a:cubicBezTo>
                <a:cubicBezTo>
                  <a:pt x="1509983" y="169943"/>
                  <a:pt x="1506830" y="169175"/>
                  <a:pt x="1504041" y="168245"/>
                </a:cubicBezTo>
                <a:cubicBezTo>
                  <a:pt x="1501252" y="167315"/>
                  <a:pt x="1498887" y="166345"/>
                  <a:pt x="1496947" y="165335"/>
                </a:cubicBezTo>
                <a:cubicBezTo>
                  <a:pt x="1495007" y="164324"/>
                  <a:pt x="1493593" y="163415"/>
                  <a:pt x="1492703" y="162607"/>
                </a:cubicBezTo>
                <a:cubicBezTo>
                  <a:pt x="1491814" y="161798"/>
                  <a:pt x="1491167" y="160667"/>
                  <a:pt x="1490763" y="159211"/>
                </a:cubicBezTo>
                <a:cubicBezTo>
                  <a:pt x="1490359" y="157756"/>
                  <a:pt x="1490157" y="155776"/>
                  <a:pt x="1490157" y="153270"/>
                </a:cubicBezTo>
                <a:cubicBezTo>
                  <a:pt x="1490157" y="151734"/>
                  <a:pt x="1490238" y="150440"/>
                  <a:pt x="1490399" y="149390"/>
                </a:cubicBezTo>
                <a:cubicBezTo>
                  <a:pt x="1490561" y="148339"/>
                  <a:pt x="1490763" y="147490"/>
                  <a:pt x="1491006" y="146843"/>
                </a:cubicBezTo>
                <a:cubicBezTo>
                  <a:pt x="1491248" y="146196"/>
                  <a:pt x="1491592" y="145732"/>
                  <a:pt x="1492036" y="145449"/>
                </a:cubicBezTo>
                <a:cubicBezTo>
                  <a:pt x="1492481" y="145166"/>
                  <a:pt x="1492986" y="145024"/>
                  <a:pt x="1493552" y="145024"/>
                </a:cubicBezTo>
                <a:cubicBezTo>
                  <a:pt x="1494441" y="145024"/>
                  <a:pt x="1495755" y="145570"/>
                  <a:pt x="1497493" y="146661"/>
                </a:cubicBezTo>
                <a:cubicBezTo>
                  <a:pt x="1499231" y="147753"/>
                  <a:pt x="1501373" y="148945"/>
                  <a:pt x="1503920" y="150238"/>
                </a:cubicBezTo>
                <a:cubicBezTo>
                  <a:pt x="1506466" y="151532"/>
                  <a:pt x="1509477" y="152724"/>
                  <a:pt x="1512953" y="153815"/>
                </a:cubicBezTo>
                <a:cubicBezTo>
                  <a:pt x="1516429" y="154907"/>
                  <a:pt x="1520431" y="155452"/>
                  <a:pt x="1524958" y="155452"/>
                </a:cubicBezTo>
                <a:cubicBezTo>
                  <a:pt x="1528353" y="155452"/>
                  <a:pt x="1531425" y="155089"/>
                  <a:pt x="1534173" y="154361"/>
                </a:cubicBezTo>
                <a:cubicBezTo>
                  <a:pt x="1536922" y="153631"/>
                  <a:pt x="1539307" y="152557"/>
                  <a:pt x="1541328" y="151140"/>
                </a:cubicBezTo>
                <a:cubicBezTo>
                  <a:pt x="1543349" y="149723"/>
                  <a:pt x="1544905" y="147921"/>
                  <a:pt x="1545996" y="145733"/>
                </a:cubicBezTo>
                <a:cubicBezTo>
                  <a:pt x="1547087" y="143545"/>
                  <a:pt x="1547633" y="140953"/>
                  <a:pt x="1547633" y="137957"/>
                </a:cubicBezTo>
                <a:cubicBezTo>
                  <a:pt x="1547633" y="134883"/>
                  <a:pt x="1546845" y="132293"/>
                  <a:pt x="1545269" y="130189"/>
                </a:cubicBezTo>
                <a:cubicBezTo>
                  <a:pt x="1543692" y="128085"/>
                  <a:pt x="1541611" y="126224"/>
                  <a:pt x="1539024" y="124607"/>
                </a:cubicBezTo>
                <a:cubicBezTo>
                  <a:pt x="1536437" y="122988"/>
                  <a:pt x="1533527" y="121552"/>
                  <a:pt x="1530293" y="120299"/>
                </a:cubicBezTo>
                <a:cubicBezTo>
                  <a:pt x="1527060" y="119044"/>
                  <a:pt x="1523725" y="117729"/>
                  <a:pt x="1520289" y="116354"/>
                </a:cubicBezTo>
                <a:cubicBezTo>
                  <a:pt x="1516854" y="114978"/>
                  <a:pt x="1513499" y="113419"/>
                  <a:pt x="1510225" y="111678"/>
                </a:cubicBezTo>
                <a:cubicBezTo>
                  <a:pt x="1506951" y="109938"/>
                  <a:pt x="1504021" y="107813"/>
                  <a:pt x="1501434" y="105305"/>
                </a:cubicBezTo>
                <a:cubicBezTo>
                  <a:pt x="1498847" y="102796"/>
                  <a:pt x="1496765" y="99803"/>
                  <a:pt x="1495189" y="96324"/>
                </a:cubicBezTo>
                <a:cubicBezTo>
                  <a:pt x="1493613" y="92846"/>
                  <a:pt x="1492825" y="88679"/>
                  <a:pt x="1492825" y="83823"/>
                </a:cubicBezTo>
                <a:cubicBezTo>
                  <a:pt x="1492825" y="79534"/>
                  <a:pt x="1493653" y="75427"/>
                  <a:pt x="1495310" y="71504"/>
                </a:cubicBezTo>
                <a:cubicBezTo>
                  <a:pt x="1496968" y="67578"/>
                  <a:pt x="1499453" y="64139"/>
                  <a:pt x="1502768" y="61186"/>
                </a:cubicBezTo>
                <a:cubicBezTo>
                  <a:pt x="1506082" y="58230"/>
                  <a:pt x="1510225" y="55863"/>
                  <a:pt x="1515197" y="54085"/>
                </a:cubicBezTo>
                <a:cubicBezTo>
                  <a:pt x="1520168" y="52304"/>
                  <a:pt x="1525968" y="51413"/>
                  <a:pt x="1532597" y="51413"/>
                </a:cubicBezTo>
                <a:cubicBezTo>
                  <a:pt x="1535507" y="51413"/>
                  <a:pt x="1538417" y="51660"/>
                  <a:pt x="1541328" y="52152"/>
                </a:cubicBezTo>
                <a:cubicBezTo>
                  <a:pt x="1544238" y="52645"/>
                  <a:pt x="1546865" y="53260"/>
                  <a:pt x="1549209" y="53998"/>
                </a:cubicBezTo>
                <a:cubicBezTo>
                  <a:pt x="1551554" y="54735"/>
                  <a:pt x="1553554" y="55535"/>
                  <a:pt x="1555212" y="56396"/>
                </a:cubicBezTo>
                <a:cubicBezTo>
                  <a:pt x="1556869" y="57258"/>
                  <a:pt x="1558122" y="58017"/>
                  <a:pt x="1558971" y="58674"/>
                </a:cubicBezTo>
                <a:cubicBezTo>
                  <a:pt x="1559819" y="59330"/>
                  <a:pt x="1560385" y="59901"/>
                  <a:pt x="1560668" y="60386"/>
                </a:cubicBezTo>
                <a:cubicBezTo>
                  <a:pt x="1560951" y="60871"/>
                  <a:pt x="1561153" y="61417"/>
                  <a:pt x="1561275" y="62023"/>
                </a:cubicBezTo>
                <a:cubicBezTo>
                  <a:pt x="1561396" y="62630"/>
                  <a:pt x="1561517" y="63377"/>
                  <a:pt x="1561638" y="64267"/>
                </a:cubicBezTo>
                <a:cubicBezTo>
                  <a:pt x="1561760" y="65156"/>
                  <a:pt x="1561820" y="66247"/>
                  <a:pt x="1561820" y="67541"/>
                </a:cubicBezTo>
                <a:cubicBezTo>
                  <a:pt x="1561820" y="68915"/>
                  <a:pt x="1561760" y="70107"/>
                  <a:pt x="1561638" y="71118"/>
                </a:cubicBezTo>
                <a:cubicBezTo>
                  <a:pt x="1561517" y="72128"/>
                  <a:pt x="1561315" y="72957"/>
                  <a:pt x="1561032" y="73603"/>
                </a:cubicBezTo>
                <a:cubicBezTo>
                  <a:pt x="1560749" y="74250"/>
                  <a:pt x="1560406" y="74715"/>
                  <a:pt x="1560001" y="74998"/>
                </a:cubicBezTo>
                <a:cubicBezTo>
                  <a:pt x="1559597" y="75281"/>
                  <a:pt x="1559153" y="75422"/>
                  <a:pt x="1558668" y="75422"/>
                </a:cubicBezTo>
                <a:cubicBezTo>
                  <a:pt x="1557940" y="75422"/>
                  <a:pt x="1556889" y="74971"/>
                  <a:pt x="1555515" y="74070"/>
                </a:cubicBezTo>
                <a:cubicBezTo>
                  <a:pt x="1554141" y="73168"/>
                  <a:pt x="1552362" y="72204"/>
                  <a:pt x="1550179" y="71178"/>
                </a:cubicBezTo>
                <a:cubicBezTo>
                  <a:pt x="1547997" y="70153"/>
                  <a:pt x="1545430" y="69189"/>
                  <a:pt x="1542480" y="68287"/>
                </a:cubicBezTo>
                <a:cubicBezTo>
                  <a:pt x="1539529" y="67385"/>
                  <a:pt x="1536154" y="66934"/>
                  <a:pt x="1532355" y="66934"/>
                </a:cubicBezTo>
                <a:cubicBezTo>
                  <a:pt x="1528959" y="66934"/>
                  <a:pt x="1525968" y="67320"/>
                  <a:pt x="1523382" y="68090"/>
                </a:cubicBezTo>
                <a:cubicBezTo>
                  <a:pt x="1520795" y="68858"/>
                  <a:pt x="1518673" y="69951"/>
                  <a:pt x="1517015" y="71368"/>
                </a:cubicBezTo>
                <a:cubicBezTo>
                  <a:pt x="1515358" y="72785"/>
                  <a:pt x="1514105" y="74466"/>
                  <a:pt x="1513256" y="76411"/>
                </a:cubicBezTo>
                <a:cubicBezTo>
                  <a:pt x="1512408" y="78354"/>
                  <a:pt x="1511983" y="80460"/>
                  <a:pt x="1511983" y="82728"/>
                </a:cubicBezTo>
                <a:cubicBezTo>
                  <a:pt x="1511983" y="85883"/>
                  <a:pt x="1512792" y="88533"/>
                  <a:pt x="1514408" y="90678"/>
                </a:cubicBezTo>
                <a:cubicBezTo>
                  <a:pt x="1516025" y="92823"/>
                  <a:pt x="1518127" y="94705"/>
                  <a:pt x="1520714" y="96324"/>
                </a:cubicBezTo>
                <a:cubicBezTo>
                  <a:pt x="1523301" y="97941"/>
                  <a:pt x="1526251" y="99397"/>
                  <a:pt x="1529566" y="100693"/>
                </a:cubicBezTo>
                <a:cubicBezTo>
                  <a:pt x="1532880" y="101987"/>
                  <a:pt x="1536255" y="103322"/>
                  <a:pt x="1539691" y="104698"/>
                </a:cubicBezTo>
                <a:cubicBezTo>
                  <a:pt x="1543126" y="106073"/>
                  <a:pt x="1546522" y="107610"/>
                  <a:pt x="1549876" y="109310"/>
                </a:cubicBezTo>
                <a:cubicBezTo>
                  <a:pt x="1553231" y="111010"/>
                  <a:pt x="1556202" y="113074"/>
                  <a:pt x="1558789" y="115502"/>
                </a:cubicBezTo>
                <a:cubicBezTo>
                  <a:pt x="1561376" y="117929"/>
                  <a:pt x="1563457" y="120843"/>
                  <a:pt x="1565034" y="124244"/>
                </a:cubicBezTo>
                <a:cubicBezTo>
                  <a:pt x="1566610" y="127641"/>
                  <a:pt x="1567398" y="131687"/>
                  <a:pt x="1567398" y="136381"/>
                </a:cubicBezTo>
                <a:close/>
                <a:moveTo>
                  <a:pt x="1759925" y="146722"/>
                </a:moveTo>
                <a:cubicBezTo>
                  <a:pt x="1759925" y="148015"/>
                  <a:pt x="1759885" y="149147"/>
                  <a:pt x="1759804" y="150117"/>
                </a:cubicBezTo>
                <a:cubicBezTo>
                  <a:pt x="1759723" y="151087"/>
                  <a:pt x="1759582" y="151936"/>
                  <a:pt x="1759380" y="152664"/>
                </a:cubicBezTo>
                <a:cubicBezTo>
                  <a:pt x="1759178" y="153391"/>
                  <a:pt x="1758915" y="154038"/>
                  <a:pt x="1758591" y="154604"/>
                </a:cubicBezTo>
                <a:cubicBezTo>
                  <a:pt x="1758268" y="155170"/>
                  <a:pt x="1757702" y="155860"/>
                  <a:pt x="1756894" y="156676"/>
                </a:cubicBezTo>
                <a:cubicBezTo>
                  <a:pt x="1756085" y="157490"/>
                  <a:pt x="1754388" y="158731"/>
                  <a:pt x="1751801" y="160401"/>
                </a:cubicBezTo>
                <a:cubicBezTo>
                  <a:pt x="1749214" y="162071"/>
                  <a:pt x="1746001" y="163700"/>
                  <a:pt x="1742161" y="165289"/>
                </a:cubicBezTo>
                <a:cubicBezTo>
                  <a:pt x="1738321" y="166878"/>
                  <a:pt x="1733915" y="168222"/>
                  <a:pt x="1728944" y="169321"/>
                </a:cubicBezTo>
                <a:cubicBezTo>
                  <a:pt x="1723972" y="170423"/>
                  <a:pt x="1718536" y="170973"/>
                  <a:pt x="1712635" y="170973"/>
                </a:cubicBezTo>
                <a:cubicBezTo>
                  <a:pt x="1702449" y="170973"/>
                  <a:pt x="1693254" y="169276"/>
                  <a:pt x="1685049" y="165881"/>
                </a:cubicBezTo>
                <a:cubicBezTo>
                  <a:pt x="1676844" y="162485"/>
                  <a:pt x="1669851" y="157473"/>
                  <a:pt x="1664071" y="150845"/>
                </a:cubicBezTo>
                <a:cubicBezTo>
                  <a:pt x="1658291" y="144216"/>
                  <a:pt x="1653845" y="136031"/>
                  <a:pt x="1650733" y="126290"/>
                </a:cubicBezTo>
                <a:cubicBezTo>
                  <a:pt x="1647620" y="116549"/>
                  <a:pt x="1646064" y="105333"/>
                  <a:pt x="1646064" y="92641"/>
                </a:cubicBezTo>
                <a:cubicBezTo>
                  <a:pt x="1646064" y="79626"/>
                  <a:pt x="1647742" y="68026"/>
                  <a:pt x="1651096" y="57840"/>
                </a:cubicBezTo>
                <a:cubicBezTo>
                  <a:pt x="1654451" y="47654"/>
                  <a:pt x="1659160" y="39025"/>
                  <a:pt x="1665223" y="31951"/>
                </a:cubicBezTo>
                <a:cubicBezTo>
                  <a:pt x="1671286" y="24878"/>
                  <a:pt x="1678541" y="19482"/>
                  <a:pt x="1686989" y="15764"/>
                </a:cubicBezTo>
                <a:cubicBezTo>
                  <a:pt x="1695436" y="12045"/>
                  <a:pt x="1704793" y="10186"/>
                  <a:pt x="1715060" y="10186"/>
                </a:cubicBezTo>
                <a:cubicBezTo>
                  <a:pt x="1719587" y="10186"/>
                  <a:pt x="1723993" y="10614"/>
                  <a:pt x="1728277" y="11470"/>
                </a:cubicBezTo>
                <a:cubicBezTo>
                  <a:pt x="1732561" y="12327"/>
                  <a:pt x="1736523" y="13407"/>
                  <a:pt x="1740160" y="14710"/>
                </a:cubicBezTo>
                <a:cubicBezTo>
                  <a:pt x="1743798" y="16014"/>
                  <a:pt x="1747032" y="17522"/>
                  <a:pt x="1749861" y="19235"/>
                </a:cubicBezTo>
                <a:cubicBezTo>
                  <a:pt x="1752690" y="20945"/>
                  <a:pt x="1754651" y="22351"/>
                  <a:pt x="1755742" y="23452"/>
                </a:cubicBezTo>
                <a:cubicBezTo>
                  <a:pt x="1756833" y="24551"/>
                  <a:pt x="1757541" y="25383"/>
                  <a:pt x="1757864" y="25949"/>
                </a:cubicBezTo>
                <a:cubicBezTo>
                  <a:pt x="1758187" y="26515"/>
                  <a:pt x="1758450" y="27182"/>
                  <a:pt x="1758652" y="27950"/>
                </a:cubicBezTo>
                <a:cubicBezTo>
                  <a:pt x="1758854" y="28718"/>
                  <a:pt x="1759016" y="29627"/>
                  <a:pt x="1759137" y="30678"/>
                </a:cubicBezTo>
                <a:cubicBezTo>
                  <a:pt x="1759258" y="31729"/>
                  <a:pt x="1759319" y="32982"/>
                  <a:pt x="1759319" y="34437"/>
                </a:cubicBezTo>
                <a:cubicBezTo>
                  <a:pt x="1759319" y="36054"/>
                  <a:pt x="1759238" y="37428"/>
                  <a:pt x="1759076" y="38560"/>
                </a:cubicBezTo>
                <a:cubicBezTo>
                  <a:pt x="1758915" y="39692"/>
                  <a:pt x="1758672" y="40642"/>
                  <a:pt x="1758349" y="41410"/>
                </a:cubicBezTo>
                <a:cubicBezTo>
                  <a:pt x="1758026" y="42177"/>
                  <a:pt x="1757642" y="42743"/>
                  <a:pt x="1757197" y="43107"/>
                </a:cubicBezTo>
                <a:cubicBezTo>
                  <a:pt x="1756752" y="43471"/>
                  <a:pt x="1756207" y="43653"/>
                  <a:pt x="1755560" y="43653"/>
                </a:cubicBezTo>
                <a:cubicBezTo>
                  <a:pt x="1754428" y="43653"/>
                  <a:pt x="1752852" y="42858"/>
                  <a:pt x="1750831" y="41269"/>
                </a:cubicBezTo>
                <a:cubicBezTo>
                  <a:pt x="1748810" y="39680"/>
                  <a:pt x="1746203" y="37928"/>
                  <a:pt x="1743010" y="36014"/>
                </a:cubicBezTo>
                <a:cubicBezTo>
                  <a:pt x="1739817" y="34099"/>
                  <a:pt x="1735936" y="32347"/>
                  <a:pt x="1731369" y="30758"/>
                </a:cubicBezTo>
                <a:cubicBezTo>
                  <a:pt x="1726802" y="29169"/>
                  <a:pt x="1721325" y="28374"/>
                  <a:pt x="1714939" y="28374"/>
                </a:cubicBezTo>
                <a:cubicBezTo>
                  <a:pt x="1707987" y="28374"/>
                  <a:pt x="1701661" y="29769"/>
                  <a:pt x="1695962" y="32558"/>
                </a:cubicBezTo>
                <a:cubicBezTo>
                  <a:pt x="1690263" y="35347"/>
                  <a:pt x="1685392" y="39449"/>
                  <a:pt x="1681350" y="44865"/>
                </a:cubicBezTo>
                <a:cubicBezTo>
                  <a:pt x="1677308" y="50282"/>
                  <a:pt x="1674176" y="56890"/>
                  <a:pt x="1671953" y="64691"/>
                </a:cubicBezTo>
                <a:cubicBezTo>
                  <a:pt x="1669730" y="72492"/>
                  <a:pt x="1668618" y="81404"/>
                  <a:pt x="1668618" y="91428"/>
                </a:cubicBezTo>
                <a:cubicBezTo>
                  <a:pt x="1668618" y="101371"/>
                  <a:pt x="1669689" y="110163"/>
                  <a:pt x="1671832" y="117802"/>
                </a:cubicBezTo>
                <a:cubicBezTo>
                  <a:pt x="1673974" y="125441"/>
                  <a:pt x="1677046" y="131827"/>
                  <a:pt x="1681047" y="136961"/>
                </a:cubicBezTo>
                <a:cubicBezTo>
                  <a:pt x="1685049" y="142094"/>
                  <a:pt x="1689960" y="145974"/>
                  <a:pt x="1695780" y="148601"/>
                </a:cubicBezTo>
                <a:cubicBezTo>
                  <a:pt x="1701600" y="151229"/>
                  <a:pt x="1708189" y="152542"/>
                  <a:pt x="1715545" y="152542"/>
                </a:cubicBezTo>
                <a:cubicBezTo>
                  <a:pt x="1721770" y="152542"/>
                  <a:pt x="1727206" y="151768"/>
                  <a:pt x="1731854" y="150219"/>
                </a:cubicBezTo>
                <a:cubicBezTo>
                  <a:pt x="1736502" y="148671"/>
                  <a:pt x="1740463" y="146939"/>
                  <a:pt x="1743737" y="145024"/>
                </a:cubicBezTo>
                <a:cubicBezTo>
                  <a:pt x="1747011" y="143109"/>
                  <a:pt x="1749699" y="141378"/>
                  <a:pt x="1751801" y="139829"/>
                </a:cubicBezTo>
                <a:cubicBezTo>
                  <a:pt x="1753903" y="138281"/>
                  <a:pt x="1755560" y="137506"/>
                  <a:pt x="1756773" y="137506"/>
                </a:cubicBezTo>
                <a:cubicBezTo>
                  <a:pt x="1757338" y="137506"/>
                  <a:pt x="1757823" y="137628"/>
                  <a:pt x="1758228" y="137870"/>
                </a:cubicBezTo>
                <a:cubicBezTo>
                  <a:pt x="1758632" y="138113"/>
                  <a:pt x="1758955" y="138577"/>
                  <a:pt x="1759198" y="139265"/>
                </a:cubicBezTo>
                <a:cubicBezTo>
                  <a:pt x="1759440" y="139952"/>
                  <a:pt x="1759622" y="140902"/>
                  <a:pt x="1759743" y="142114"/>
                </a:cubicBezTo>
                <a:cubicBezTo>
                  <a:pt x="1759865" y="143327"/>
                  <a:pt x="1759925" y="144863"/>
                  <a:pt x="1759925" y="146722"/>
                </a:cubicBezTo>
                <a:close/>
                <a:moveTo>
                  <a:pt x="1886711" y="110284"/>
                </a:moveTo>
                <a:cubicBezTo>
                  <a:pt x="1886711" y="119184"/>
                  <a:pt x="1885539" y="127376"/>
                  <a:pt x="1883194" y="134861"/>
                </a:cubicBezTo>
                <a:cubicBezTo>
                  <a:pt x="1880850" y="142346"/>
                  <a:pt x="1877354" y="148801"/>
                  <a:pt x="1872706" y="154225"/>
                </a:cubicBezTo>
                <a:cubicBezTo>
                  <a:pt x="1868057" y="159646"/>
                  <a:pt x="1862237" y="163874"/>
                  <a:pt x="1855244" y="166908"/>
                </a:cubicBezTo>
                <a:cubicBezTo>
                  <a:pt x="1848252" y="169941"/>
                  <a:pt x="1840148" y="171458"/>
                  <a:pt x="1830932" y="171458"/>
                </a:cubicBezTo>
                <a:cubicBezTo>
                  <a:pt x="1821959" y="171458"/>
                  <a:pt x="1814138" y="170123"/>
                  <a:pt x="1807469" y="167453"/>
                </a:cubicBezTo>
                <a:cubicBezTo>
                  <a:pt x="1800800" y="164783"/>
                  <a:pt x="1795242" y="160899"/>
                  <a:pt x="1790796" y="155801"/>
                </a:cubicBezTo>
                <a:cubicBezTo>
                  <a:pt x="1786350" y="150703"/>
                  <a:pt x="1783035" y="144513"/>
                  <a:pt x="1780853" y="137230"/>
                </a:cubicBezTo>
                <a:cubicBezTo>
                  <a:pt x="1778670" y="129947"/>
                  <a:pt x="1777579" y="121692"/>
                  <a:pt x="1777579" y="112467"/>
                </a:cubicBezTo>
                <a:cubicBezTo>
                  <a:pt x="1777579" y="103567"/>
                  <a:pt x="1778731" y="95374"/>
                  <a:pt x="1781035" y="87889"/>
                </a:cubicBezTo>
                <a:cubicBezTo>
                  <a:pt x="1783339" y="80404"/>
                  <a:pt x="1786815" y="73951"/>
                  <a:pt x="1791463" y="68530"/>
                </a:cubicBezTo>
                <a:cubicBezTo>
                  <a:pt x="1796111" y="63106"/>
                  <a:pt x="1801911" y="58897"/>
                  <a:pt x="1808863" y="55904"/>
                </a:cubicBezTo>
                <a:cubicBezTo>
                  <a:pt x="1815815" y="52910"/>
                  <a:pt x="1823940" y="51413"/>
                  <a:pt x="1833236" y="51413"/>
                </a:cubicBezTo>
                <a:cubicBezTo>
                  <a:pt x="1842209" y="51413"/>
                  <a:pt x="1850030" y="52748"/>
                  <a:pt x="1856700" y="55419"/>
                </a:cubicBezTo>
                <a:cubicBezTo>
                  <a:pt x="1863369" y="58089"/>
                  <a:pt x="1868926" y="61973"/>
                  <a:pt x="1873372" y="67071"/>
                </a:cubicBezTo>
                <a:cubicBezTo>
                  <a:pt x="1877819" y="72169"/>
                  <a:pt x="1881153" y="78359"/>
                  <a:pt x="1883376" y="85642"/>
                </a:cubicBezTo>
                <a:cubicBezTo>
                  <a:pt x="1885599" y="92925"/>
                  <a:pt x="1886711" y="101139"/>
                  <a:pt x="1886711" y="110284"/>
                </a:cubicBezTo>
                <a:moveTo>
                  <a:pt x="1865612" y="111618"/>
                </a:moveTo>
                <a:cubicBezTo>
                  <a:pt x="1865612" y="105709"/>
                  <a:pt x="1865066" y="100124"/>
                  <a:pt x="1863975" y="94861"/>
                </a:cubicBezTo>
                <a:cubicBezTo>
                  <a:pt x="1862884" y="89599"/>
                  <a:pt x="1861085" y="84985"/>
                  <a:pt x="1858579" y="81019"/>
                </a:cubicBezTo>
                <a:cubicBezTo>
                  <a:pt x="1856073" y="77053"/>
                  <a:pt x="1852678" y="73917"/>
                  <a:pt x="1848393" y="71610"/>
                </a:cubicBezTo>
                <a:cubicBezTo>
                  <a:pt x="1844109" y="69301"/>
                  <a:pt x="1838774" y="68147"/>
                  <a:pt x="1832387" y="68147"/>
                </a:cubicBezTo>
                <a:cubicBezTo>
                  <a:pt x="1826486" y="68147"/>
                  <a:pt x="1821414" y="69199"/>
                  <a:pt x="1817170" y="71303"/>
                </a:cubicBezTo>
                <a:cubicBezTo>
                  <a:pt x="1812925" y="73408"/>
                  <a:pt x="1809429" y="76384"/>
                  <a:pt x="1806681" y="80231"/>
                </a:cubicBezTo>
                <a:cubicBezTo>
                  <a:pt x="1803932" y="84076"/>
                  <a:pt x="1801891" y="88629"/>
                  <a:pt x="1800557" y="93891"/>
                </a:cubicBezTo>
                <a:cubicBezTo>
                  <a:pt x="1799223" y="99151"/>
                  <a:pt x="1798556" y="104898"/>
                  <a:pt x="1798556" y="111133"/>
                </a:cubicBezTo>
                <a:cubicBezTo>
                  <a:pt x="1798556" y="117122"/>
                  <a:pt x="1799102" y="122748"/>
                  <a:pt x="1800193" y="128010"/>
                </a:cubicBezTo>
                <a:cubicBezTo>
                  <a:pt x="1801285" y="133272"/>
                  <a:pt x="1803104" y="137866"/>
                  <a:pt x="1805650" y="141792"/>
                </a:cubicBezTo>
                <a:cubicBezTo>
                  <a:pt x="1808196" y="145718"/>
                  <a:pt x="1811612" y="148835"/>
                  <a:pt x="1815896" y="151144"/>
                </a:cubicBezTo>
                <a:cubicBezTo>
                  <a:pt x="1820181" y="153450"/>
                  <a:pt x="1825516" y="154604"/>
                  <a:pt x="1831902" y="154604"/>
                </a:cubicBezTo>
                <a:cubicBezTo>
                  <a:pt x="1837723" y="154604"/>
                  <a:pt x="1842775" y="153551"/>
                  <a:pt x="1847060" y="151447"/>
                </a:cubicBezTo>
                <a:cubicBezTo>
                  <a:pt x="1851344" y="149343"/>
                  <a:pt x="1854860" y="146388"/>
                  <a:pt x="1857609" y="142584"/>
                </a:cubicBezTo>
                <a:cubicBezTo>
                  <a:pt x="1860357" y="138777"/>
                  <a:pt x="1862378" y="134244"/>
                  <a:pt x="1863672" y="128984"/>
                </a:cubicBezTo>
                <a:cubicBezTo>
                  <a:pt x="1864965" y="123722"/>
                  <a:pt x="1865612" y="117933"/>
                  <a:pt x="1865612" y="111618"/>
                </a:cubicBezTo>
                <a:close/>
                <a:moveTo>
                  <a:pt x="1980618" y="64024"/>
                </a:moveTo>
                <a:cubicBezTo>
                  <a:pt x="1980618" y="65803"/>
                  <a:pt x="1980577" y="67298"/>
                  <a:pt x="1980496" y="68511"/>
                </a:cubicBezTo>
                <a:cubicBezTo>
                  <a:pt x="1980415" y="69723"/>
                  <a:pt x="1980254" y="70673"/>
                  <a:pt x="1980011" y="71360"/>
                </a:cubicBezTo>
                <a:cubicBezTo>
                  <a:pt x="1979769" y="72047"/>
                  <a:pt x="1979466" y="72573"/>
                  <a:pt x="1979102" y="72937"/>
                </a:cubicBezTo>
                <a:cubicBezTo>
                  <a:pt x="1978738" y="73300"/>
                  <a:pt x="1978233" y="73482"/>
                  <a:pt x="1977586" y="73482"/>
                </a:cubicBezTo>
                <a:cubicBezTo>
                  <a:pt x="1976939" y="73482"/>
                  <a:pt x="1976151" y="73300"/>
                  <a:pt x="1975222" y="72937"/>
                </a:cubicBezTo>
                <a:cubicBezTo>
                  <a:pt x="1974292" y="72573"/>
                  <a:pt x="1973241" y="72209"/>
                  <a:pt x="1972069" y="71845"/>
                </a:cubicBezTo>
                <a:cubicBezTo>
                  <a:pt x="1970897" y="71481"/>
                  <a:pt x="1969583" y="71138"/>
                  <a:pt x="1968128" y="70815"/>
                </a:cubicBezTo>
                <a:cubicBezTo>
                  <a:pt x="1966673" y="70491"/>
                  <a:pt x="1965097" y="70329"/>
                  <a:pt x="1963399" y="70329"/>
                </a:cubicBezTo>
                <a:cubicBezTo>
                  <a:pt x="1961378" y="70329"/>
                  <a:pt x="1959397" y="70734"/>
                  <a:pt x="1957457" y="71542"/>
                </a:cubicBezTo>
                <a:cubicBezTo>
                  <a:pt x="1955517" y="72350"/>
                  <a:pt x="1953476" y="73684"/>
                  <a:pt x="1951334" y="75544"/>
                </a:cubicBezTo>
                <a:cubicBezTo>
                  <a:pt x="1949192" y="77403"/>
                  <a:pt x="1946948" y="79868"/>
                  <a:pt x="1944604" y="82940"/>
                </a:cubicBezTo>
                <a:cubicBezTo>
                  <a:pt x="1942260" y="86012"/>
                  <a:pt x="1939673" y="89771"/>
                  <a:pt x="1936843" y="94217"/>
                </a:cubicBezTo>
                <a:lnTo>
                  <a:pt x="1936843" y="166002"/>
                </a:lnTo>
                <a:cubicBezTo>
                  <a:pt x="1936843" y="166649"/>
                  <a:pt x="1936682" y="167194"/>
                  <a:pt x="1936358" y="167639"/>
                </a:cubicBezTo>
                <a:cubicBezTo>
                  <a:pt x="1936035" y="168083"/>
                  <a:pt x="1935510" y="168467"/>
                  <a:pt x="1934782" y="168791"/>
                </a:cubicBezTo>
                <a:cubicBezTo>
                  <a:pt x="1934055" y="169114"/>
                  <a:pt x="1933044" y="169357"/>
                  <a:pt x="1931751" y="169518"/>
                </a:cubicBezTo>
                <a:cubicBezTo>
                  <a:pt x="1930457" y="169680"/>
                  <a:pt x="1928800" y="169761"/>
                  <a:pt x="1926779" y="169761"/>
                </a:cubicBezTo>
                <a:cubicBezTo>
                  <a:pt x="1924839" y="169761"/>
                  <a:pt x="1923222" y="169680"/>
                  <a:pt x="1921929" y="169518"/>
                </a:cubicBezTo>
                <a:cubicBezTo>
                  <a:pt x="1920635" y="169357"/>
                  <a:pt x="1919605" y="169114"/>
                  <a:pt x="1918837" y="168791"/>
                </a:cubicBezTo>
                <a:cubicBezTo>
                  <a:pt x="1918069" y="168467"/>
                  <a:pt x="1917543" y="168083"/>
                  <a:pt x="1917260" y="167639"/>
                </a:cubicBezTo>
                <a:cubicBezTo>
                  <a:pt x="1916977" y="167194"/>
                  <a:pt x="1916836" y="166649"/>
                  <a:pt x="1916836" y="166002"/>
                </a:cubicBezTo>
                <a:lnTo>
                  <a:pt x="1916836" y="56870"/>
                </a:lnTo>
                <a:cubicBezTo>
                  <a:pt x="1916836" y="56223"/>
                  <a:pt x="1916957" y="55678"/>
                  <a:pt x="1917200" y="55233"/>
                </a:cubicBezTo>
                <a:cubicBezTo>
                  <a:pt x="1917442" y="54788"/>
                  <a:pt x="1917927" y="54384"/>
                  <a:pt x="1918655" y="54020"/>
                </a:cubicBezTo>
                <a:cubicBezTo>
                  <a:pt x="1919382" y="53657"/>
                  <a:pt x="1920312" y="53414"/>
                  <a:pt x="1921444" y="53293"/>
                </a:cubicBezTo>
                <a:cubicBezTo>
                  <a:pt x="1922575" y="53172"/>
                  <a:pt x="1924071" y="53111"/>
                  <a:pt x="1925930" y="53111"/>
                </a:cubicBezTo>
                <a:cubicBezTo>
                  <a:pt x="1927709" y="53111"/>
                  <a:pt x="1929184" y="53172"/>
                  <a:pt x="1930356" y="53293"/>
                </a:cubicBezTo>
                <a:cubicBezTo>
                  <a:pt x="1931528" y="53414"/>
                  <a:pt x="1932438" y="53657"/>
                  <a:pt x="1933085" y="54020"/>
                </a:cubicBezTo>
                <a:cubicBezTo>
                  <a:pt x="1933731" y="54384"/>
                  <a:pt x="1934196" y="54788"/>
                  <a:pt x="1934479" y="55233"/>
                </a:cubicBezTo>
                <a:cubicBezTo>
                  <a:pt x="1934762" y="55678"/>
                  <a:pt x="1934903" y="56223"/>
                  <a:pt x="1934903" y="56870"/>
                </a:cubicBezTo>
                <a:lnTo>
                  <a:pt x="1934903" y="72755"/>
                </a:lnTo>
                <a:cubicBezTo>
                  <a:pt x="1937894" y="68389"/>
                  <a:pt x="1940704" y="64832"/>
                  <a:pt x="1943331" y="62084"/>
                </a:cubicBezTo>
                <a:cubicBezTo>
                  <a:pt x="1945958" y="59335"/>
                  <a:pt x="1948444" y="57173"/>
                  <a:pt x="1950788" y="55597"/>
                </a:cubicBezTo>
                <a:cubicBezTo>
                  <a:pt x="1953132" y="54020"/>
                  <a:pt x="1955457" y="52929"/>
                  <a:pt x="1957760" y="52323"/>
                </a:cubicBezTo>
                <a:cubicBezTo>
                  <a:pt x="1960064" y="51716"/>
                  <a:pt x="1962388" y="51413"/>
                  <a:pt x="1964733" y="51413"/>
                </a:cubicBezTo>
                <a:cubicBezTo>
                  <a:pt x="1965784" y="51413"/>
                  <a:pt x="1966976" y="51474"/>
                  <a:pt x="1968310" y="51595"/>
                </a:cubicBezTo>
                <a:cubicBezTo>
                  <a:pt x="1969644" y="51716"/>
                  <a:pt x="1971038" y="51939"/>
                  <a:pt x="1972493" y="52262"/>
                </a:cubicBezTo>
                <a:cubicBezTo>
                  <a:pt x="1973948" y="52585"/>
                  <a:pt x="1975262" y="52949"/>
                  <a:pt x="1976434" y="53353"/>
                </a:cubicBezTo>
                <a:cubicBezTo>
                  <a:pt x="1977606" y="53758"/>
                  <a:pt x="1978435" y="54162"/>
                  <a:pt x="1978920" y="54566"/>
                </a:cubicBezTo>
                <a:cubicBezTo>
                  <a:pt x="1979405" y="54970"/>
                  <a:pt x="1979728" y="55354"/>
                  <a:pt x="1979890" y="55718"/>
                </a:cubicBezTo>
                <a:cubicBezTo>
                  <a:pt x="1980052" y="56082"/>
                  <a:pt x="1980193" y="56547"/>
                  <a:pt x="1980314" y="57112"/>
                </a:cubicBezTo>
                <a:cubicBezTo>
                  <a:pt x="1980436" y="57678"/>
                  <a:pt x="1980516" y="58507"/>
                  <a:pt x="1980557" y="59598"/>
                </a:cubicBezTo>
                <a:cubicBezTo>
                  <a:pt x="1980597" y="60690"/>
                  <a:pt x="1980618" y="62165"/>
                  <a:pt x="1980618" y="64024"/>
                </a:cubicBezTo>
                <a:close/>
                <a:moveTo>
                  <a:pt x="2094148" y="106707"/>
                </a:moveTo>
                <a:cubicBezTo>
                  <a:pt x="2094148" y="109860"/>
                  <a:pt x="2093360" y="112103"/>
                  <a:pt x="2091783" y="113437"/>
                </a:cubicBezTo>
                <a:cubicBezTo>
                  <a:pt x="2090207" y="114770"/>
                  <a:pt x="2088408" y="115437"/>
                  <a:pt x="2086387" y="115437"/>
                </a:cubicBezTo>
                <a:lnTo>
                  <a:pt x="2014845" y="115437"/>
                </a:lnTo>
                <a:cubicBezTo>
                  <a:pt x="2014845" y="121518"/>
                  <a:pt x="2015452" y="126991"/>
                  <a:pt x="2016664" y="131856"/>
                </a:cubicBezTo>
                <a:cubicBezTo>
                  <a:pt x="2017877" y="136722"/>
                  <a:pt x="2019898" y="140898"/>
                  <a:pt x="2022727" y="144384"/>
                </a:cubicBezTo>
                <a:cubicBezTo>
                  <a:pt x="2025556" y="147870"/>
                  <a:pt x="2029235" y="150547"/>
                  <a:pt x="2033762" y="152413"/>
                </a:cubicBezTo>
                <a:cubicBezTo>
                  <a:pt x="2038288" y="154278"/>
                  <a:pt x="2043826" y="155210"/>
                  <a:pt x="2050374" y="155210"/>
                </a:cubicBezTo>
                <a:cubicBezTo>
                  <a:pt x="2055547" y="155210"/>
                  <a:pt x="2060155" y="154786"/>
                  <a:pt x="2064197" y="153937"/>
                </a:cubicBezTo>
                <a:cubicBezTo>
                  <a:pt x="2068239" y="153088"/>
                  <a:pt x="2071735" y="152138"/>
                  <a:pt x="2074686" y="151087"/>
                </a:cubicBezTo>
                <a:cubicBezTo>
                  <a:pt x="2077637" y="150036"/>
                  <a:pt x="2080062" y="149086"/>
                  <a:pt x="2081961" y="148238"/>
                </a:cubicBezTo>
                <a:cubicBezTo>
                  <a:pt x="2083861" y="147389"/>
                  <a:pt x="2085296" y="146964"/>
                  <a:pt x="2086266" y="146964"/>
                </a:cubicBezTo>
                <a:cubicBezTo>
                  <a:pt x="2086832" y="146964"/>
                  <a:pt x="2087337" y="147106"/>
                  <a:pt x="2087782" y="147389"/>
                </a:cubicBezTo>
                <a:cubicBezTo>
                  <a:pt x="2088226" y="147672"/>
                  <a:pt x="2088570" y="148096"/>
                  <a:pt x="2088813" y="148662"/>
                </a:cubicBezTo>
                <a:cubicBezTo>
                  <a:pt x="2089055" y="149228"/>
                  <a:pt x="2089237" y="150016"/>
                  <a:pt x="2089358" y="151027"/>
                </a:cubicBezTo>
                <a:cubicBezTo>
                  <a:pt x="2089479" y="152037"/>
                  <a:pt x="2089540" y="153270"/>
                  <a:pt x="2089540" y="154725"/>
                </a:cubicBezTo>
                <a:cubicBezTo>
                  <a:pt x="2089540" y="155776"/>
                  <a:pt x="2089500" y="156685"/>
                  <a:pt x="2089419" y="157453"/>
                </a:cubicBezTo>
                <a:cubicBezTo>
                  <a:pt x="2089338" y="158221"/>
                  <a:pt x="2089237" y="158908"/>
                  <a:pt x="2089116" y="159515"/>
                </a:cubicBezTo>
                <a:cubicBezTo>
                  <a:pt x="2088994" y="160121"/>
                  <a:pt x="2088792" y="160667"/>
                  <a:pt x="2088509" y="161152"/>
                </a:cubicBezTo>
                <a:cubicBezTo>
                  <a:pt x="2088226" y="161637"/>
                  <a:pt x="2087863" y="162101"/>
                  <a:pt x="2087418" y="162546"/>
                </a:cubicBezTo>
                <a:cubicBezTo>
                  <a:pt x="2086973" y="162991"/>
                  <a:pt x="2085660" y="163718"/>
                  <a:pt x="2083477" y="164729"/>
                </a:cubicBezTo>
                <a:cubicBezTo>
                  <a:pt x="2081295" y="165739"/>
                  <a:pt x="2078465" y="166729"/>
                  <a:pt x="2074989" y="167699"/>
                </a:cubicBezTo>
                <a:cubicBezTo>
                  <a:pt x="2071513" y="168670"/>
                  <a:pt x="2067491" y="169539"/>
                  <a:pt x="2062924" y="170307"/>
                </a:cubicBezTo>
                <a:cubicBezTo>
                  <a:pt x="2058357" y="171074"/>
                  <a:pt x="2053486" y="171458"/>
                  <a:pt x="2048312" y="171458"/>
                </a:cubicBezTo>
                <a:cubicBezTo>
                  <a:pt x="2039339" y="171458"/>
                  <a:pt x="2031478" y="170204"/>
                  <a:pt x="2024728" y="167696"/>
                </a:cubicBezTo>
                <a:cubicBezTo>
                  <a:pt x="2017978" y="165187"/>
                  <a:pt x="2012299" y="161465"/>
                  <a:pt x="2007691" y="156529"/>
                </a:cubicBezTo>
                <a:cubicBezTo>
                  <a:pt x="2003083" y="151592"/>
                  <a:pt x="1999607" y="145402"/>
                  <a:pt x="1997263" y="137957"/>
                </a:cubicBezTo>
                <a:cubicBezTo>
                  <a:pt x="1994919" y="130512"/>
                  <a:pt x="1993746" y="121854"/>
                  <a:pt x="1993746" y="111982"/>
                </a:cubicBezTo>
                <a:cubicBezTo>
                  <a:pt x="1993746" y="102594"/>
                  <a:pt x="1994959" y="94158"/>
                  <a:pt x="1997384" y="86673"/>
                </a:cubicBezTo>
                <a:cubicBezTo>
                  <a:pt x="1999809" y="79188"/>
                  <a:pt x="2003306" y="72835"/>
                  <a:pt x="2007873" y="67616"/>
                </a:cubicBezTo>
                <a:cubicBezTo>
                  <a:pt x="2012440" y="62397"/>
                  <a:pt x="2017958" y="58392"/>
                  <a:pt x="2024425" y="55600"/>
                </a:cubicBezTo>
                <a:cubicBezTo>
                  <a:pt x="2030892" y="52809"/>
                  <a:pt x="2038127" y="51413"/>
                  <a:pt x="2046130" y="51413"/>
                </a:cubicBezTo>
                <a:cubicBezTo>
                  <a:pt x="2054699" y="51413"/>
                  <a:pt x="2061994" y="52788"/>
                  <a:pt x="2068017" y="55536"/>
                </a:cubicBezTo>
                <a:cubicBezTo>
                  <a:pt x="2074039" y="58285"/>
                  <a:pt x="2078991" y="61983"/>
                  <a:pt x="2082871" y="66631"/>
                </a:cubicBezTo>
                <a:cubicBezTo>
                  <a:pt x="2086751" y="71279"/>
                  <a:pt x="2089601" y="76736"/>
                  <a:pt x="2091420" y="83001"/>
                </a:cubicBezTo>
                <a:cubicBezTo>
                  <a:pt x="2093238" y="89266"/>
                  <a:pt x="2094148" y="95955"/>
                  <a:pt x="2094148" y="103069"/>
                </a:cubicBezTo>
                <a:lnTo>
                  <a:pt x="2094148" y="106707"/>
                </a:lnTo>
                <a:moveTo>
                  <a:pt x="2074019" y="100765"/>
                </a:moveTo>
                <a:cubicBezTo>
                  <a:pt x="2074262" y="90256"/>
                  <a:pt x="2071937" y="82011"/>
                  <a:pt x="2067047" y="76029"/>
                </a:cubicBezTo>
                <a:cubicBezTo>
                  <a:pt x="2062156" y="70047"/>
                  <a:pt x="2054901" y="67056"/>
                  <a:pt x="2045281" y="67056"/>
                </a:cubicBezTo>
                <a:cubicBezTo>
                  <a:pt x="2040350" y="67056"/>
                  <a:pt x="2036025" y="67985"/>
                  <a:pt x="2032306" y="69844"/>
                </a:cubicBezTo>
                <a:cubicBezTo>
                  <a:pt x="2028588" y="71704"/>
                  <a:pt x="2025476" y="74169"/>
                  <a:pt x="2022970" y="77241"/>
                </a:cubicBezTo>
                <a:cubicBezTo>
                  <a:pt x="2020464" y="80313"/>
                  <a:pt x="2018523" y="83890"/>
                  <a:pt x="2017149" y="87972"/>
                </a:cubicBezTo>
                <a:cubicBezTo>
                  <a:pt x="2015775" y="92055"/>
                  <a:pt x="2015007" y="96319"/>
                  <a:pt x="2014845" y="100765"/>
                </a:cubicBezTo>
                <a:lnTo>
                  <a:pt x="2074019" y="100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71F86-F4A2-45F3-A30B-5398CCB4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56" y="3188309"/>
            <a:ext cx="2490144" cy="4744166"/>
          </a:xfrm>
          <a:custGeom xmlns:a="http://schemas.openxmlformats.org/drawingml/2006/main">
            <a:pathLst>
              <a:path w="2490144" h="4744166">
                <a:moveTo>
                  <a:pt x="0" y="415024"/>
                </a:moveTo>
                <a:cubicBezTo>
                  <a:pt x="0" y="185800"/>
                  <a:pt x="185800" y="0"/>
                  <a:pt x="415024" y="0"/>
                </a:cubicBezTo>
                <a:lnTo>
                  <a:pt x="2075120" y="0"/>
                </a:lnTo>
                <a:cubicBezTo>
                  <a:pt x="2304345" y="0"/>
                  <a:pt x="2490144" y="185800"/>
                  <a:pt x="2490144" y="415024"/>
                </a:cubicBezTo>
                <a:lnTo>
                  <a:pt x="2490144" y="4329142"/>
                </a:lnTo>
                <a:cubicBezTo>
                  <a:pt x="2490144" y="4558366"/>
                  <a:pt x="2304345" y="4744166"/>
                  <a:pt x="2075120" y="4744166"/>
                </a:cubicBezTo>
                <a:lnTo>
                  <a:pt x="415024" y="4744166"/>
                </a:lnTo>
                <a:cubicBezTo>
                  <a:pt x="185800" y="4744166"/>
                  <a:pt x="0" y="4558366"/>
                  <a:pt x="0" y="4329142"/>
                </a:cubicBezTo>
                <a:lnTo>
                  <a:pt x="0" y="415024"/>
                </a:lnTo>
                <a:close/>
              </a:path>
            </a:pathLst>
          </a:custGeom>
          <a:solidFill xmlns:a="http://schemas.openxmlformats.org/drawingml/2006/main">
            <a:srgbClr val="E7CF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D5B45-A574-49D2-BB9B-57E5493D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56" y="3188309"/>
            <a:ext cx="2490144" cy="4744166"/>
          </a:xfrm>
          <a:custGeom xmlns:a="http://schemas.openxmlformats.org/drawingml/2006/main">
            <a:pathLst>
              <a:path w="2490144" h="4744166" fill="none">
                <a:moveTo>
                  <a:pt x="0" y="415024"/>
                </a:moveTo>
                <a:cubicBezTo>
                  <a:pt x="0" y="185800"/>
                  <a:pt x="185800" y="0"/>
                  <a:pt x="415024" y="0"/>
                </a:cubicBezTo>
                <a:lnTo>
                  <a:pt x="2075120" y="0"/>
                </a:lnTo>
                <a:cubicBezTo>
                  <a:pt x="2304345" y="0"/>
                  <a:pt x="2490144" y="185800"/>
                  <a:pt x="2490144" y="415024"/>
                </a:cubicBezTo>
                <a:lnTo>
                  <a:pt x="2490144" y="4329142"/>
                </a:lnTo>
                <a:cubicBezTo>
                  <a:pt x="2490144" y="4558366"/>
                  <a:pt x="2304345" y="4744166"/>
                  <a:pt x="2075120" y="4744166"/>
                </a:cubicBezTo>
                <a:lnTo>
                  <a:pt x="415024" y="4744166"/>
                </a:lnTo>
                <a:cubicBezTo>
                  <a:pt x="185800" y="4744166"/>
                  <a:pt x="0" y="4558366"/>
                  <a:pt x="0" y="4329142"/>
                </a:cubicBezTo>
                <a:lnTo>
                  <a:pt x="0" y="4150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3F75B-5AE1-4581-AD2D-60648E8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123" y="2157647"/>
            <a:ext cx="113086" cy="1031340"/>
          </a:xfrm>
          <a:custGeom xmlns:a="http://schemas.openxmlformats.org/drawingml/2006/main">
            <a:pathLst>
              <a:path w="113086" h="1031340">
                <a:moveTo>
                  <a:pt x="67851" y="0"/>
                </a:moveTo>
                <a:lnTo>
                  <a:pt x="45234" y="0"/>
                </a:lnTo>
                <a:lnTo>
                  <a:pt x="45234" y="918255"/>
                </a:lnTo>
                <a:lnTo>
                  <a:pt x="0" y="918255"/>
                </a:lnTo>
                <a:lnTo>
                  <a:pt x="56543" y="1031340"/>
                </a:lnTo>
                <a:lnTo>
                  <a:pt x="113086" y="918255"/>
                </a:lnTo>
                <a:lnTo>
                  <a:pt x="67851" y="918255"/>
                </a:lnTo>
                <a:lnTo>
                  <a:pt x="678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JNI">
            <a:extLst xmlns:a="http://schemas.openxmlformats.org/drawingml/2006/main">
              <a:ext uri="{FF2B5EF4-FFF2-40B4-BE49-F238E27FC236}">
                <a16:creationId xmlns:a16="http://schemas.microsoft.com/office/drawing/2014/main" id="{C2074C56-1197-4ED1-AD7E-1D2C346C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655" y="2358027"/>
            <a:ext cx="255983" cy="145845"/>
          </a:xfrm>
          <a:custGeom xmlns:a="http://schemas.openxmlformats.org/drawingml/2006/main">
            <a:pathLst>
              <a:path w="255983" h="145845">
                <a:moveTo>
                  <a:pt x="52783" y="107779"/>
                </a:moveTo>
                <a:cubicBezTo>
                  <a:pt x="52783" y="113459"/>
                  <a:pt x="52267" y="118660"/>
                  <a:pt x="51234" y="123381"/>
                </a:cubicBezTo>
                <a:cubicBezTo>
                  <a:pt x="50201" y="128103"/>
                  <a:pt x="48430" y="132123"/>
                  <a:pt x="45922" y="135443"/>
                </a:cubicBezTo>
                <a:cubicBezTo>
                  <a:pt x="43414" y="138763"/>
                  <a:pt x="40113" y="141326"/>
                  <a:pt x="36019" y="143134"/>
                </a:cubicBezTo>
                <a:cubicBezTo>
                  <a:pt x="31924" y="144941"/>
                  <a:pt x="26853" y="145845"/>
                  <a:pt x="20803" y="145845"/>
                </a:cubicBezTo>
                <a:cubicBezTo>
                  <a:pt x="18738" y="145845"/>
                  <a:pt x="16691" y="145679"/>
                  <a:pt x="14662" y="145347"/>
                </a:cubicBezTo>
                <a:cubicBezTo>
                  <a:pt x="12633" y="145015"/>
                  <a:pt x="10771" y="144572"/>
                  <a:pt x="9074" y="144019"/>
                </a:cubicBezTo>
                <a:cubicBezTo>
                  <a:pt x="7377" y="143465"/>
                  <a:pt x="5902" y="142875"/>
                  <a:pt x="4648" y="142248"/>
                </a:cubicBezTo>
                <a:cubicBezTo>
                  <a:pt x="3393" y="141621"/>
                  <a:pt x="2564" y="141086"/>
                  <a:pt x="2158" y="140644"/>
                </a:cubicBezTo>
                <a:cubicBezTo>
                  <a:pt x="1752" y="140201"/>
                  <a:pt x="1420" y="139759"/>
                  <a:pt x="1162" y="139316"/>
                </a:cubicBezTo>
                <a:cubicBezTo>
                  <a:pt x="904" y="138873"/>
                  <a:pt x="682" y="138338"/>
                  <a:pt x="498" y="137711"/>
                </a:cubicBezTo>
                <a:cubicBezTo>
                  <a:pt x="314" y="137084"/>
                  <a:pt x="184" y="136310"/>
                  <a:pt x="111" y="135388"/>
                </a:cubicBezTo>
                <a:cubicBezTo>
                  <a:pt x="37" y="134465"/>
                  <a:pt x="0" y="133340"/>
                  <a:pt x="0" y="132013"/>
                </a:cubicBezTo>
                <a:cubicBezTo>
                  <a:pt x="0" y="130390"/>
                  <a:pt x="55" y="129043"/>
                  <a:pt x="166" y="127974"/>
                </a:cubicBezTo>
                <a:cubicBezTo>
                  <a:pt x="277" y="126904"/>
                  <a:pt x="480" y="126056"/>
                  <a:pt x="775" y="125429"/>
                </a:cubicBezTo>
                <a:cubicBezTo>
                  <a:pt x="1070" y="124802"/>
                  <a:pt x="1420" y="124359"/>
                  <a:pt x="1826" y="124101"/>
                </a:cubicBezTo>
                <a:cubicBezTo>
                  <a:pt x="2232" y="123842"/>
                  <a:pt x="2730" y="123713"/>
                  <a:pt x="3320" y="123713"/>
                </a:cubicBezTo>
                <a:cubicBezTo>
                  <a:pt x="3910" y="123713"/>
                  <a:pt x="4666" y="123990"/>
                  <a:pt x="5588" y="124543"/>
                </a:cubicBezTo>
                <a:cubicBezTo>
                  <a:pt x="6510" y="125097"/>
                  <a:pt x="7617" y="125705"/>
                  <a:pt x="8908" y="126369"/>
                </a:cubicBezTo>
                <a:cubicBezTo>
                  <a:pt x="10199" y="127033"/>
                  <a:pt x="11693" y="127642"/>
                  <a:pt x="13389" y="128195"/>
                </a:cubicBezTo>
                <a:cubicBezTo>
                  <a:pt x="15086" y="128748"/>
                  <a:pt x="17078" y="129025"/>
                  <a:pt x="19365" y="129025"/>
                </a:cubicBezTo>
                <a:cubicBezTo>
                  <a:pt x="21873" y="129025"/>
                  <a:pt x="24012" y="128711"/>
                  <a:pt x="25783" y="128084"/>
                </a:cubicBezTo>
                <a:cubicBezTo>
                  <a:pt x="27553" y="127457"/>
                  <a:pt x="29029" y="126295"/>
                  <a:pt x="30209" y="124599"/>
                </a:cubicBezTo>
                <a:cubicBezTo>
                  <a:pt x="31389" y="122902"/>
                  <a:pt x="32275" y="120560"/>
                  <a:pt x="32865" y="117572"/>
                </a:cubicBezTo>
                <a:cubicBezTo>
                  <a:pt x="33455" y="114584"/>
                  <a:pt x="33750" y="110693"/>
                  <a:pt x="33750" y="105898"/>
                </a:cubicBezTo>
                <a:lnTo>
                  <a:pt x="33750" y="3430"/>
                </a:lnTo>
                <a:cubicBezTo>
                  <a:pt x="33750" y="2914"/>
                  <a:pt x="33898" y="2434"/>
                  <a:pt x="34193" y="1992"/>
                </a:cubicBezTo>
                <a:cubicBezTo>
                  <a:pt x="34488" y="1549"/>
                  <a:pt x="35004" y="1180"/>
                  <a:pt x="35742" y="885"/>
                </a:cubicBezTo>
                <a:cubicBezTo>
                  <a:pt x="36480" y="590"/>
                  <a:pt x="37457" y="369"/>
                  <a:pt x="38674" y="221"/>
                </a:cubicBezTo>
                <a:cubicBezTo>
                  <a:pt x="39891" y="74"/>
                  <a:pt x="41422" y="0"/>
                  <a:pt x="43266" y="0"/>
                </a:cubicBezTo>
                <a:cubicBezTo>
                  <a:pt x="45037" y="0"/>
                  <a:pt x="46549" y="74"/>
                  <a:pt x="47803" y="221"/>
                </a:cubicBezTo>
                <a:cubicBezTo>
                  <a:pt x="49057" y="369"/>
                  <a:pt x="50035" y="590"/>
                  <a:pt x="50736" y="885"/>
                </a:cubicBezTo>
                <a:cubicBezTo>
                  <a:pt x="51437" y="1180"/>
                  <a:pt x="51953" y="1549"/>
                  <a:pt x="52285" y="1992"/>
                </a:cubicBezTo>
                <a:cubicBezTo>
                  <a:pt x="52617" y="2434"/>
                  <a:pt x="52783" y="2914"/>
                  <a:pt x="52783" y="3430"/>
                </a:cubicBezTo>
                <a:lnTo>
                  <a:pt x="52783" y="107779"/>
                </a:lnTo>
                <a:close/>
                <a:moveTo>
                  <a:pt x="198773" y="136093"/>
                </a:moveTo>
                <a:cubicBezTo>
                  <a:pt x="198773" y="137571"/>
                  <a:pt x="198533" y="138827"/>
                  <a:pt x="198053" y="139862"/>
                </a:cubicBezTo>
                <a:cubicBezTo>
                  <a:pt x="197574" y="140897"/>
                  <a:pt x="196947" y="141748"/>
                  <a:pt x="196172" y="142414"/>
                </a:cubicBezTo>
                <a:cubicBezTo>
                  <a:pt x="195398" y="143078"/>
                  <a:pt x="194531" y="143558"/>
                  <a:pt x="193572" y="143853"/>
                </a:cubicBezTo>
                <a:cubicBezTo>
                  <a:pt x="192613" y="144148"/>
                  <a:pt x="191654" y="144295"/>
                  <a:pt x="190695" y="144295"/>
                </a:cubicBezTo>
                <a:lnTo>
                  <a:pt x="184609" y="144295"/>
                </a:lnTo>
                <a:cubicBezTo>
                  <a:pt x="182691" y="144295"/>
                  <a:pt x="181012" y="144090"/>
                  <a:pt x="179574" y="143680"/>
                </a:cubicBezTo>
                <a:cubicBezTo>
                  <a:pt x="178135" y="143270"/>
                  <a:pt x="176770" y="142524"/>
                  <a:pt x="175479" y="141443"/>
                </a:cubicBezTo>
                <a:cubicBezTo>
                  <a:pt x="174188" y="140361"/>
                  <a:pt x="172897" y="138888"/>
                  <a:pt x="171607" y="137023"/>
                </a:cubicBezTo>
                <a:cubicBezTo>
                  <a:pt x="170316" y="135158"/>
                  <a:pt x="168895" y="132787"/>
                  <a:pt x="167346" y="129910"/>
                </a:cubicBezTo>
                <a:lnTo>
                  <a:pt x="122199" y="48467"/>
                </a:lnTo>
                <a:cubicBezTo>
                  <a:pt x="119838" y="44262"/>
                  <a:pt x="117459" y="39855"/>
                  <a:pt x="115061" y="35244"/>
                </a:cubicBezTo>
                <a:cubicBezTo>
                  <a:pt x="112664" y="30633"/>
                  <a:pt x="110432" y="26152"/>
                  <a:pt x="108367" y="21799"/>
                </a:cubicBezTo>
                <a:lnTo>
                  <a:pt x="108145" y="21799"/>
                </a:lnTo>
                <a:cubicBezTo>
                  <a:pt x="108293" y="27111"/>
                  <a:pt x="108403" y="32533"/>
                  <a:pt x="108477" y="38066"/>
                </a:cubicBezTo>
                <a:cubicBezTo>
                  <a:pt x="108551" y="43598"/>
                  <a:pt x="108588" y="49094"/>
                  <a:pt x="108588" y="54553"/>
                </a:cubicBezTo>
                <a:lnTo>
                  <a:pt x="108588" y="140976"/>
                </a:lnTo>
                <a:cubicBezTo>
                  <a:pt x="108588" y="141492"/>
                  <a:pt x="108440" y="141990"/>
                  <a:pt x="108145" y="142470"/>
                </a:cubicBezTo>
                <a:cubicBezTo>
                  <a:pt x="107850" y="142949"/>
                  <a:pt x="107352" y="143318"/>
                  <a:pt x="106651" y="143576"/>
                </a:cubicBezTo>
                <a:cubicBezTo>
                  <a:pt x="105951" y="143834"/>
                  <a:pt x="105028" y="144056"/>
                  <a:pt x="103885" y="144240"/>
                </a:cubicBezTo>
                <a:cubicBezTo>
                  <a:pt x="102742" y="144425"/>
                  <a:pt x="101285" y="144517"/>
                  <a:pt x="99514" y="144517"/>
                </a:cubicBezTo>
                <a:cubicBezTo>
                  <a:pt x="97744" y="144517"/>
                  <a:pt x="96287" y="144425"/>
                  <a:pt x="95143" y="144240"/>
                </a:cubicBezTo>
                <a:cubicBezTo>
                  <a:pt x="94000" y="144056"/>
                  <a:pt x="93096" y="143834"/>
                  <a:pt x="92432" y="143576"/>
                </a:cubicBezTo>
                <a:cubicBezTo>
                  <a:pt x="91768" y="143318"/>
                  <a:pt x="91289" y="142949"/>
                  <a:pt x="90994" y="142470"/>
                </a:cubicBezTo>
                <a:cubicBezTo>
                  <a:pt x="90699" y="141990"/>
                  <a:pt x="90551" y="141492"/>
                  <a:pt x="90551" y="140976"/>
                </a:cubicBezTo>
                <a:lnTo>
                  <a:pt x="90551" y="8852"/>
                </a:lnTo>
                <a:cubicBezTo>
                  <a:pt x="90551" y="5902"/>
                  <a:pt x="91362" y="3799"/>
                  <a:pt x="92985" y="2545"/>
                </a:cubicBezTo>
                <a:cubicBezTo>
                  <a:pt x="94608" y="1291"/>
                  <a:pt x="96379" y="664"/>
                  <a:pt x="98297" y="664"/>
                </a:cubicBezTo>
                <a:lnTo>
                  <a:pt x="107371" y="664"/>
                </a:lnTo>
                <a:cubicBezTo>
                  <a:pt x="109510" y="664"/>
                  <a:pt x="111299" y="848"/>
                  <a:pt x="112738" y="1217"/>
                </a:cubicBezTo>
                <a:cubicBezTo>
                  <a:pt x="114176" y="1586"/>
                  <a:pt x="115467" y="2195"/>
                  <a:pt x="116610" y="3043"/>
                </a:cubicBezTo>
                <a:cubicBezTo>
                  <a:pt x="117754" y="3891"/>
                  <a:pt x="118860" y="5072"/>
                  <a:pt x="119930" y="6584"/>
                </a:cubicBezTo>
                <a:cubicBezTo>
                  <a:pt x="121000" y="8096"/>
                  <a:pt x="122162" y="9996"/>
                  <a:pt x="123416" y="12283"/>
                </a:cubicBezTo>
                <a:lnTo>
                  <a:pt x="158162" y="75135"/>
                </a:lnTo>
                <a:cubicBezTo>
                  <a:pt x="160301" y="78971"/>
                  <a:pt x="162367" y="82715"/>
                  <a:pt x="164359" y="86367"/>
                </a:cubicBezTo>
                <a:cubicBezTo>
                  <a:pt x="166350" y="90019"/>
                  <a:pt x="168268" y="93615"/>
                  <a:pt x="170113" y="97156"/>
                </a:cubicBezTo>
                <a:cubicBezTo>
                  <a:pt x="171957" y="100697"/>
                  <a:pt x="173783" y="104183"/>
                  <a:pt x="175590" y="107613"/>
                </a:cubicBezTo>
                <a:cubicBezTo>
                  <a:pt x="177397" y="111043"/>
                  <a:pt x="179186" y="114492"/>
                  <a:pt x="180957" y="117959"/>
                </a:cubicBezTo>
                <a:lnTo>
                  <a:pt x="181068" y="117959"/>
                </a:lnTo>
                <a:cubicBezTo>
                  <a:pt x="180920" y="112127"/>
                  <a:pt x="180828" y="106053"/>
                  <a:pt x="180791" y="99739"/>
                </a:cubicBezTo>
                <a:cubicBezTo>
                  <a:pt x="180754" y="93425"/>
                  <a:pt x="180736" y="87351"/>
                  <a:pt x="180736" y="81519"/>
                </a:cubicBezTo>
                <a:lnTo>
                  <a:pt x="180736" y="3766"/>
                </a:lnTo>
                <a:cubicBezTo>
                  <a:pt x="180736" y="3249"/>
                  <a:pt x="180883" y="2770"/>
                  <a:pt x="181178" y="2327"/>
                </a:cubicBezTo>
                <a:cubicBezTo>
                  <a:pt x="181473" y="1882"/>
                  <a:pt x="181971" y="1494"/>
                  <a:pt x="182672" y="1162"/>
                </a:cubicBezTo>
                <a:cubicBezTo>
                  <a:pt x="183373" y="830"/>
                  <a:pt x="184295" y="590"/>
                  <a:pt x="185439" y="443"/>
                </a:cubicBezTo>
                <a:cubicBezTo>
                  <a:pt x="186582" y="295"/>
                  <a:pt x="188076" y="221"/>
                  <a:pt x="189920" y="221"/>
                </a:cubicBezTo>
                <a:cubicBezTo>
                  <a:pt x="191543" y="221"/>
                  <a:pt x="192945" y="295"/>
                  <a:pt x="194125" y="443"/>
                </a:cubicBezTo>
                <a:cubicBezTo>
                  <a:pt x="195305" y="590"/>
                  <a:pt x="196227" y="831"/>
                  <a:pt x="196891" y="1165"/>
                </a:cubicBezTo>
                <a:cubicBezTo>
                  <a:pt x="197555" y="1497"/>
                  <a:pt x="198035" y="1885"/>
                  <a:pt x="198330" y="2327"/>
                </a:cubicBezTo>
                <a:cubicBezTo>
                  <a:pt x="198625" y="2770"/>
                  <a:pt x="198773" y="3251"/>
                  <a:pt x="198773" y="3769"/>
                </a:cubicBezTo>
                <a:lnTo>
                  <a:pt x="198773" y="136093"/>
                </a:lnTo>
                <a:close/>
                <a:moveTo>
                  <a:pt x="255983" y="140976"/>
                </a:moveTo>
                <a:cubicBezTo>
                  <a:pt x="255983" y="141566"/>
                  <a:pt x="255836" y="142082"/>
                  <a:pt x="255541" y="142525"/>
                </a:cubicBezTo>
                <a:cubicBezTo>
                  <a:pt x="255246" y="142968"/>
                  <a:pt x="254729" y="143318"/>
                  <a:pt x="253991" y="143576"/>
                </a:cubicBezTo>
                <a:cubicBezTo>
                  <a:pt x="253254" y="143834"/>
                  <a:pt x="252276" y="144056"/>
                  <a:pt x="251059" y="144240"/>
                </a:cubicBezTo>
                <a:cubicBezTo>
                  <a:pt x="249842" y="144425"/>
                  <a:pt x="248311" y="144517"/>
                  <a:pt x="246467" y="144517"/>
                </a:cubicBezTo>
                <a:cubicBezTo>
                  <a:pt x="244696" y="144517"/>
                  <a:pt x="243184" y="144425"/>
                  <a:pt x="241930" y="144240"/>
                </a:cubicBezTo>
                <a:cubicBezTo>
                  <a:pt x="240676" y="144056"/>
                  <a:pt x="239680" y="143834"/>
                  <a:pt x="238942" y="143576"/>
                </a:cubicBezTo>
                <a:cubicBezTo>
                  <a:pt x="238205" y="143318"/>
                  <a:pt x="237688" y="142968"/>
                  <a:pt x="237393" y="142525"/>
                </a:cubicBezTo>
                <a:cubicBezTo>
                  <a:pt x="237098" y="142082"/>
                  <a:pt x="236950" y="141566"/>
                  <a:pt x="236950" y="140976"/>
                </a:cubicBezTo>
                <a:lnTo>
                  <a:pt x="236950" y="3541"/>
                </a:lnTo>
                <a:cubicBezTo>
                  <a:pt x="236950" y="2951"/>
                  <a:pt x="237116" y="2434"/>
                  <a:pt x="237448" y="1992"/>
                </a:cubicBezTo>
                <a:cubicBezTo>
                  <a:pt x="237780" y="1549"/>
                  <a:pt x="238334" y="1199"/>
                  <a:pt x="239108" y="941"/>
                </a:cubicBezTo>
                <a:cubicBezTo>
                  <a:pt x="239883" y="682"/>
                  <a:pt x="240879" y="461"/>
                  <a:pt x="242096" y="277"/>
                </a:cubicBezTo>
                <a:cubicBezTo>
                  <a:pt x="243313" y="92"/>
                  <a:pt x="244770" y="0"/>
                  <a:pt x="246467" y="0"/>
                </a:cubicBezTo>
                <a:cubicBezTo>
                  <a:pt x="248311" y="0"/>
                  <a:pt x="249842" y="92"/>
                  <a:pt x="251059" y="277"/>
                </a:cubicBezTo>
                <a:cubicBezTo>
                  <a:pt x="252276" y="461"/>
                  <a:pt x="253254" y="682"/>
                  <a:pt x="253991" y="941"/>
                </a:cubicBezTo>
                <a:cubicBezTo>
                  <a:pt x="254729" y="1199"/>
                  <a:pt x="255246" y="1549"/>
                  <a:pt x="255541" y="1992"/>
                </a:cubicBezTo>
                <a:cubicBezTo>
                  <a:pt x="255836" y="2434"/>
                  <a:pt x="255983" y="2951"/>
                  <a:pt x="255983" y="3541"/>
                </a:cubicBezTo>
                <a:lnTo>
                  <a:pt x="255983" y="140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Function">
            <a:extLst xmlns:a="http://schemas.openxmlformats.org/drawingml/2006/main">
              <a:ext uri="{FF2B5EF4-FFF2-40B4-BE49-F238E27FC236}">
                <a16:creationId xmlns:a16="http://schemas.microsoft.com/office/drawing/2014/main" id="{80E6EA8C-2AD6-4CBD-9DCC-436E12F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294" y="2626334"/>
            <a:ext cx="770325" cy="149164"/>
          </a:xfrm>
          <a:custGeom xmlns:a="http://schemas.openxmlformats.org/drawingml/2006/main">
            <a:pathLst>
              <a:path w="770325" h="149164">
                <a:moveTo>
                  <a:pt x="75246" y="11951"/>
                </a:moveTo>
                <a:cubicBezTo>
                  <a:pt x="75246" y="13352"/>
                  <a:pt x="75172" y="14570"/>
                  <a:pt x="75025" y="15602"/>
                </a:cubicBezTo>
                <a:cubicBezTo>
                  <a:pt x="74877" y="16635"/>
                  <a:pt x="74619" y="17465"/>
                  <a:pt x="74250" y="18092"/>
                </a:cubicBezTo>
                <a:cubicBezTo>
                  <a:pt x="73881" y="18719"/>
                  <a:pt x="73457" y="19180"/>
                  <a:pt x="72978" y="19475"/>
                </a:cubicBezTo>
                <a:cubicBezTo>
                  <a:pt x="72498" y="19771"/>
                  <a:pt x="72000" y="19918"/>
                  <a:pt x="71484" y="19918"/>
                </a:cubicBezTo>
                <a:lnTo>
                  <a:pt x="19033" y="19918"/>
                </a:lnTo>
                <a:lnTo>
                  <a:pt x="19033" y="68496"/>
                </a:lnTo>
                <a:lnTo>
                  <a:pt x="68607" y="68496"/>
                </a:lnTo>
                <a:cubicBezTo>
                  <a:pt x="69123" y="68496"/>
                  <a:pt x="69621" y="68625"/>
                  <a:pt x="70101" y="68883"/>
                </a:cubicBezTo>
                <a:cubicBezTo>
                  <a:pt x="70580" y="69142"/>
                  <a:pt x="71004" y="69566"/>
                  <a:pt x="71373" y="70156"/>
                </a:cubicBezTo>
                <a:cubicBezTo>
                  <a:pt x="71742" y="70746"/>
                  <a:pt x="72000" y="71539"/>
                  <a:pt x="72148" y="72535"/>
                </a:cubicBezTo>
                <a:cubicBezTo>
                  <a:pt x="72295" y="73531"/>
                  <a:pt x="72369" y="74803"/>
                  <a:pt x="72369" y="76353"/>
                </a:cubicBezTo>
                <a:cubicBezTo>
                  <a:pt x="72369" y="77754"/>
                  <a:pt x="72295" y="78953"/>
                  <a:pt x="72148" y="79949"/>
                </a:cubicBezTo>
                <a:cubicBezTo>
                  <a:pt x="72000" y="80945"/>
                  <a:pt x="71742" y="81756"/>
                  <a:pt x="71373" y="82383"/>
                </a:cubicBezTo>
                <a:cubicBezTo>
                  <a:pt x="71004" y="83010"/>
                  <a:pt x="70580" y="83490"/>
                  <a:pt x="70101" y="83822"/>
                </a:cubicBezTo>
                <a:cubicBezTo>
                  <a:pt x="69621" y="84154"/>
                  <a:pt x="69123" y="84320"/>
                  <a:pt x="68607" y="84320"/>
                </a:cubicBezTo>
                <a:lnTo>
                  <a:pt x="19033" y="84320"/>
                </a:lnTo>
                <a:lnTo>
                  <a:pt x="19033" y="144067"/>
                </a:lnTo>
                <a:cubicBezTo>
                  <a:pt x="19033" y="144586"/>
                  <a:pt x="18885" y="145085"/>
                  <a:pt x="18590" y="145564"/>
                </a:cubicBezTo>
                <a:cubicBezTo>
                  <a:pt x="18295" y="146044"/>
                  <a:pt x="17779" y="146414"/>
                  <a:pt x="17041" y="146675"/>
                </a:cubicBezTo>
                <a:cubicBezTo>
                  <a:pt x="16303" y="146933"/>
                  <a:pt x="15344" y="147154"/>
                  <a:pt x="14164" y="147338"/>
                </a:cubicBezTo>
                <a:cubicBezTo>
                  <a:pt x="12984" y="147523"/>
                  <a:pt x="11434" y="147615"/>
                  <a:pt x="9516" y="147615"/>
                </a:cubicBezTo>
                <a:cubicBezTo>
                  <a:pt x="7746" y="147615"/>
                  <a:pt x="6234" y="147523"/>
                  <a:pt x="4980" y="147338"/>
                </a:cubicBezTo>
                <a:cubicBezTo>
                  <a:pt x="3725" y="147154"/>
                  <a:pt x="2730" y="146933"/>
                  <a:pt x="1992" y="146675"/>
                </a:cubicBezTo>
                <a:cubicBezTo>
                  <a:pt x="1254" y="146416"/>
                  <a:pt x="738" y="146047"/>
                  <a:pt x="443" y="145568"/>
                </a:cubicBezTo>
                <a:cubicBezTo>
                  <a:pt x="148" y="145088"/>
                  <a:pt x="0" y="144590"/>
                  <a:pt x="0" y="144074"/>
                </a:cubicBezTo>
                <a:lnTo>
                  <a:pt x="0" y="11508"/>
                </a:lnTo>
                <a:cubicBezTo>
                  <a:pt x="0" y="8631"/>
                  <a:pt x="756" y="6621"/>
                  <a:pt x="2268" y="5477"/>
                </a:cubicBezTo>
                <a:cubicBezTo>
                  <a:pt x="3781" y="4334"/>
                  <a:pt x="5385" y="3762"/>
                  <a:pt x="7082" y="3762"/>
                </a:cubicBezTo>
                <a:lnTo>
                  <a:pt x="71484" y="3762"/>
                </a:lnTo>
                <a:cubicBezTo>
                  <a:pt x="72000" y="3762"/>
                  <a:pt x="72498" y="3910"/>
                  <a:pt x="72978" y="4205"/>
                </a:cubicBezTo>
                <a:cubicBezTo>
                  <a:pt x="73457" y="4500"/>
                  <a:pt x="73881" y="4980"/>
                  <a:pt x="74250" y="5643"/>
                </a:cubicBezTo>
                <a:cubicBezTo>
                  <a:pt x="74619" y="6307"/>
                  <a:pt x="74877" y="7174"/>
                  <a:pt x="75025" y="8244"/>
                </a:cubicBezTo>
                <a:cubicBezTo>
                  <a:pt x="75172" y="9314"/>
                  <a:pt x="75246" y="10549"/>
                  <a:pt x="75246" y="11951"/>
                </a:cubicBezTo>
                <a:close/>
                <a:moveTo>
                  <a:pt x="187234" y="144185"/>
                </a:moveTo>
                <a:cubicBezTo>
                  <a:pt x="187234" y="144775"/>
                  <a:pt x="187105" y="145273"/>
                  <a:pt x="186846" y="145679"/>
                </a:cubicBezTo>
                <a:cubicBezTo>
                  <a:pt x="186588" y="146084"/>
                  <a:pt x="186127" y="146435"/>
                  <a:pt x="185463" y="146730"/>
                </a:cubicBezTo>
                <a:cubicBezTo>
                  <a:pt x="184799" y="147025"/>
                  <a:pt x="183933" y="147246"/>
                  <a:pt x="182863" y="147394"/>
                </a:cubicBezTo>
                <a:cubicBezTo>
                  <a:pt x="181793" y="147541"/>
                  <a:pt x="180484" y="147615"/>
                  <a:pt x="178935" y="147615"/>
                </a:cubicBezTo>
                <a:cubicBezTo>
                  <a:pt x="177238" y="147615"/>
                  <a:pt x="175855" y="147541"/>
                  <a:pt x="174785" y="147394"/>
                </a:cubicBezTo>
                <a:cubicBezTo>
                  <a:pt x="173715" y="147246"/>
                  <a:pt x="172867" y="147025"/>
                  <a:pt x="172240" y="146730"/>
                </a:cubicBezTo>
                <a:cubicBezTo>
                  <a:pt x="171613" y="146435"/>
                  <a:pt x="171189" y="146084"/>
                  <a:pt x="170967" y="145679"/>
                </a:cubicBezTo>
                <a:cubicBezTo>
                  <a:pt x="170746" y="145273"/>
                  <a:pt x="170635" y="144775"/>
                  <a:pt x="170635" y="144185"/>
                </a:cubicBezTo>
                <a:lnTo>
                  <a:pt x="170635" y="131017"/>
                </a:lnTo>
                <a:cubicBezTo>
                  <a:pt x="164955" y="137326"/>
                  <a:pt x="159348" y="141929"/>
                  <a:pt x="153816" y="144824"/>
                </a:cubicBezTo>
                <a:cubicBezTo>
                  <a:pt x="148283" y="147718"/>
                  <a:pt x="142676" y="149164"/>
                  <a:pt x="136996" y="149164"/>
                </a:cubicBezTo>
                <a:cubicBezTo>
                  <a:pt x="130357" y="149164"/>
                  <a:pt x="124768" y="148057"/>
                  <a:pt x="120232" y="145841"/>
                </a:cubicBezTo>
                <a:cubicBezTo>
                  <a:pt x="115695" y="143626"/>
                  <a:pt x="112025" y="140617"/>
                  <a:pt x="109221" y="136816"/>
                </a:cubicBezTo>
                <a:cubicBezTo>
                  <a:pt x="106418" y="133012"/>
                  <a:pt x="104408" y="128581"/>
                  <a:pt x="103191" y="123523"/>
                </a:cubicBezTo>
                <a:cubicBezTo>
                  <a:pt x="101973" y="118463"/>
                  <a:pt x="101365" y="112315"/>
                  <a:pt x="101365" y="105078"/>
                </a:cubicBezTo>
                <a:lnTo>
                  <a:pt x="101365" y="44598"/>
                </a:lnTo>
                <a:cubicBezTo>
                  <a:pt x="101365" y="44008"/>
                  <a:pt x="101494" y="43510"/>
                  <a:pt x="101752" y="43104"/>
                </a:cubicBezTo>
                <a:cubicBezTo>
                  <a:pt x="102010" y="42696"/>
                  <a:pt x="102508" y="42326"/>
                  <a:pt x="103246" y="41994"/>
                </a:cubicBezTo>
                <a:cubicBezTo>
                  <a:pt x="103984" y="41662"/>
                  <a:pt x="104943" y="41441"/>
                  <a:pt x="106123" y="41330"/>
                </a:cubicBezTo>
                <a:cubicBezTo>
                  <a:pt x="107303" y="41219"/>
                  <a:pt x="108779" y="41164"/>
                  <a:pt x="110549" y="41164"/>
                </a:cubicBezTo>
                <a:cubicBezTo>
                  <a:pt x="112320" y="41164"/>
                  <a:pt x="113795" y="41219"/>
                  <a:pt x="114975" y="41330"/>
                </a:cubicBezTo>
                <a:cubicBezTo>
                  <a:pt x="116156" y="41441"/>
                  <a:pt x="117096" y="41662"/>
                  <a:pt x="117797" y="41994"/>
                </a:cubicBezTo>
                <a:cubicBezTo>
                  <a:pt x="118498" y="42326"/>
                  <a:pt x="118996" y="42696"/>
                  <a:pt x="119291" y="43104"/>
                </a:cubicBezTo>
                <a:cubicBezTo>
                  <a:pt x="119586" y="43510"/>
                  <a:pt x="119734" y="44008"/>
                  <a:pt x="119734" y="44598"/>
                </a:cubicBezTo>
                <a:lnTo>
                  <a:pt x="119734" y="102651"/>
                </a:lnTo>
                <a:cubicBezTo>
                  <a:pt x="119734" y="108486"/>
                  <a:pt x="120158" y="113157"/>
                  <a:pt x="121006" y="116666"/>
                </a:cubicBezTo>
                <a:cubicBezTo>
                  <a:pt x="121854" y="120175"/>
                  <a:pt x="123145" y="123167"/>
                  <a:pt x="124879" y="125643"/>
                </a:cubicBezTo>
                <a:cubicBezTo>
                  <a:pt x="126613" y="128117"/>
                  <a:pt x="128807" y="130037"/>
                  <a:pt x="131463" y="131404"/>
                </a:cubicBezTo>
                <a:cubicBezTo>
                  <a:pt x="134119" y="132769"/>
                  <a:pt x="137217" y="133451"/>
                  <a:pt x="140758" y="133451"/>
                </a:cubicBezTo>
                <a:cubicBezTo>
                  <a:pt x="145332" y="133451"/>
                  <a:pt x="149887" y="131819"/>
                  <a:pt x="154424" y="128555"/>
                </a:cubicBezTo>
                <a:cubicBezTo>
                  <a:pt x="158961" y="125290"/>
                  <a:pt x="163775" y="120504"/>
                  <a:pt x="168865" y="114197"/>
                </a:cubicBezTo>
                <a:lnTo>
                  <a:pt x="168865" y="44594"/>
                </a:lnTo>
                <a:cubicBezTo>
                  <a:pt x="168865" y="44004"/>
                  <a:pt x="168994" y="43506"/>
                  <a:pt x="169252" y="43101"/>
                </a:cubicBezTo>
                <a:cubicBezTo>
                  <a:pt x="169510" y="42695"/>
                  <a:pt x="170008" y="42326"/>
                  <a:pt x="170746" y="41994"/>
                </a:cubicBezTo>
                <a:cubicBezTo>
                  <a:pt x="171484" y="41662"/>
                  <a:pt x="172424" y="41441"/>
                  <a:pt x="173568" y="41330"/>
                </a:cubicBezTo>
                <a:cubicBezTo>
                  <a:pt x="174711" y="41219"/>
                  <a:pt x="176205" y="41164"/>
                  <a:pt x="178049" y="41164"/>
                </a:cubicBezTo>
                <a:cubicBezTo>
                  <a:pt x="179820" y="41164"/>
                  <a:pt x="181295" y="41219"/>
                  <a:pt x="182476" y="41330"/>
                </a:cubicBezTo>
                <a:cubicBezTo>
                  <a:pt x="183656" y="41441"/>
                  <a:pt x="184578" y="41662"/>
                  <a:pt x="185242" y="41994"/>
                </a:cubicBezTo>
                <a:cubicBezTo>
                  <a:pt x="185906" y="42326"/>
                  <a:pt x="186404" y="42695"/>
                  <a:pt x="186736" y="43101"/>
                </a:cubicBezTo>
                <a:cubicBezTo>
                  <a:pt x="187068" y="43506"/>
                  <a:pt x="187234" y="44004"/>
                  <a:pt x="187234" y="44594"/>
                </a:cubicBezTo>
                <a:lnTo>
                  <a:pt x="187234" y="144185"/>
                </a:lnTo>
                <a:close/>
                <a:moveTo>
                  <a:pt x="307333" y="144185"/>
                </a:moveTo>
                <a:cubicBezTo>
                  <a:pt x="307333" y="144775"/>
                  <a:pt x="307186" y="145273"/>
                  <a:pt x="306891" y="145679"/>
                </a:cubicBezTo>
                <a:cubicBezTo>
                  <a:pt x="306596" y="146084"/>
                  <a:pt x="306116" y="146435"/>
                  <a:pt x="305452" y="146730"/>
                </a:cubicBezTo>
                <a:cubicBezTo>
                  <a:pt x="304788" y="147025"/>
                  <a:pt x="303866" y="147246"/>
                  <a:pt x="302686" y="147394"/>
                </a:cubicBezTo>
                <a:cubicBezTo>
                  <a:pt x="301505" y="147541"/>
                  <a:pt x="300030" y="147615"/>
                  <a:pt x="298260" y="147615"/>
                </a:cubicBezTo>
                <a:cubicBezTo>
                  <a:pt x="296415" y="147615"/>
                  <a:pt x="294903" y="147541"/>
                  <a:pt x="293723" y="147394"/>
                </a:cubicBezTo>
                <a:cubicBezTo>
                  <a:pt x="292542" y="147246"/>
                  <a:pt x="291620" y="147025"/>
                  <a:pt x="290956" y="146730"/>
                </a:cubicBezTo>
                <a:cubicBezTo>
                  <a:pt x="290292" y="146435"/>
                  <a:pt x="289813" y="146084"/>
                  <a:pt x="289518" y="145679"/>
                </a:cubicBezTo>
                <a:cubicBezTo>
                  <a:pt x="289223" y="145273"/>
                  <a:pt x="289075" y="144775"/>
                  <a:pt x="289075" y="144185"/>
                </a:cubicBezTo>
                <a:lnTo>
                  <a:pt x="289075" y="85869"/>
                </a:lnTo>
                <a:cubicBezTo>
                  <a:pt x="289075" y="80189"/>
                  <a:pt x="288632" y="75615"/>
                  <a:pt x="287747" y="72148"/>
                </a:cubicBezTo>
                <a:cubicBezTo>
                  <a:pt x="286862" y="68680"/>
                  <a:pt x="285571" y="65693"/>
                  <a:pt x="283874" y="63185"/>
                </a:cubicBezTo>
                <a:cubicBezTo>
                  <a:pt x="282178" y="60676"/>
                  <a:pt x="279983" y="58758"/>
                  <a:pt x="277290" y="57430"/>
                </a:cubicBezTo>
                <a:cubicBezTo>
                  <a:pt x="274598" y="56103"/>
                  <a:pt x="271481" y="55439"/>
                  <a:pt x="267940" y="55439"/>
                </a:cubicBezTo>
                <a:cubicBezTo>
                  <a:pt x="263366" y="55439"/>
                  <a:pt x="258792" y="57062"/>
                  <a:pt x="254218" y="60308"/>
                </a:cubicBezTo>
                <a:cubicBezTo>
                  <a:pt x="249645" y="63553"/>
                  <a:pt x="244850" y="68312"/>
                  <a:pt x="239833" y="74582"/>
                </a:cubicBezTo>
                <a:lnTo>
                  <a:pt x="239833" y="144185"/>
                </a:lnTo>
                <a:cubicBezTo>
                  <a:pt x="239833" y="144775"/>
                  <a:pt x="239686" y="145273"/>
                  <a:pt x="239391" y="145679"/>
                </a:cubicBezTo>
                <a:cubicBezTo>
                  <a:pt x="239095" y="146084"/>
                  <a:pt x="238616" y="146435"/>
                  <a:pt x="237952" y="146730"/>
                </a:cubicBezTo>
                <a:cubicBezTo>
                  <a:pt x="237288" y="147025"/>
                  <a:pt x="236366" y="147246"/>
                  <a:pt x="235186" y="147394"/>
                </a:cubicBezTo>
                <a:cubicBezTo>
                  <a:pt x="234005" y="147541"/>
                  <a:pt x="232493" y="147615"/>
                  <a:pt x="230649" y="147615"/>
                </a:cubicBezTo>
                <a:cubicBezTo>
                  <a:pt x="228878" y="147615"/>
                  <a:pt x="227403" y="147541"/>
                  <a:pt x="226222" y="147394"/>
                </a:cubicBezTo>
                <a:cubicBezTo>
                  <a:pt x="225042" y="147246"/>
                  <a:pt x="224102" y="147025"/>
                  <a:pt x="223401" y="146730"/>
                </a:cubicBezTo>
                <a:cubicBezTo>
                  <a:pt x="222700" y="146435"/>
                  <a:pt x="222220" y="146084"/>
                  <a:pt x="221962" y="145679"/>
                </a:cubicBezTo>
                <a:cubicBezTo>
                  <a:pt x="221704" y="145273"/>
                  <a:pt x="221575" y="144775"/>
                  <a:pt x="221575" y="144185"/>
                </a:cubicBezTo>
                <a:lnTo>
                  <a:pt x="221575" y="44594"/>
                </a:lnTo>
                <a:cubicBezTo>
                  <a:pt x="221575" y="44004"/>
                  <a:pt x="221686" y="43506"/>
                  <a:pt x="221907" y="43101"/>
                </a:cubicBezTo>
                <a:cubicBezTo>
                  <a:pt x="222128" y="42695"/>
                  <a:pt x="222571" y="42326"/>
                  <a:pt x="223235" y="41994"/>
                </a:cubicBezTo>
                <a:cubicBezTo>
                  <a:pt x="223899" y="41662"/>
                  <a:pt x="224747" y="41441"/>
                  <a:pt x="225780" y="41330"/>
                </a:cubicBezTo>
                <a:cubicBezTo>
                  <a:pt x="226813" y="41219"/>
                  <a:pt x="228177" y="41164"/>
                  <a:pt x="229874" y="41164"/>
                </a:cubicBezTo>
                <a:cubicBezTo>
                  <a:pt x="231497" y="41164"/>
                  <a:pt x="232843" y="41219"/>
                  <a:pt x="233913" y="41330"/>
                </a:cubicBezTo>
                <a:cubicBezTo>
                  <a:pt x="234983" y="41441"/>
                  <a:pt x="235813" y="41662"/>
                  <a:pt x="236403" y="41994"/>
                </a:cubicBezTo>
                <a:cubicBezTo>
                  <a:pt x="236993" y="42326"/>
                  <a:pt x="237417" y="42695"/>
                  <a:pt x="237675" y="43101"/>
                </a:cubicBezTo>
                <a:cubicBezTo>
                  <a:pt x="237934" y="43506"/>
                  <a:pt x="238063" y="44004"/>
                  <a:pt x="238063" y="44594"/>
                </a:cubicBezTo>
                <a:lnTo>
                  <a:pt x="238063" y="57762"/>
                </a:lnTo>
                <a:cubicBezTo>
                  <a:pt x="243669" y="51492"/>
                  <a:pt x="249257" y="46900"/>
                  <a:pt x="254827" y="43986"/>
                </a:cubicBezTo>
                <a:cubicBezTo>
                  <a:pt x="260397" y="41072"/>
                  <a:pt x="266022" y="39615"/>
                  <a:pt x="271702" y="39615"/>
                </a:cubicBezTo>
                <a:cubicBezTo>
                  <a:pt x="278341" y="39615"/>
                  <a:pt x="283930" y="40740"/>
                  <a:pt x="288466" y="42990"/>
                </a:cubicBezTo>
                <a:cubicBezTo>
                  <a:pt x="293003" y="45240"/>
                  <a:pt x="296673" y="48246"/>
                  <a:pt x="299477" y="52008"/>
                </a:cubicBezTo>
                <a:cubicBezTo>
                  <a:pt x="302280" y="55771"/>
                  <a:pt x="304290" y="60178"/>
                  <a:pt x="305507" y="65232"/>
                </a:cubicBezTo>
                <a:cubicBezTo>
                  <a:pt x="306725" y="70285"/>
                  <a:pt x="307333" y="76353"/>
                  <a:pt x="307333" y="83435"/>
                </a:cubicBezTo>
                <a:lnTo>
                  <a:pt x="307333" y="144185"/>
                </a:lnTo>
                <a:close/>
                <a:moveTo>
                  <a:pt x="412147" y="129136"/>
                </a:moveTo>
                <a:cubicBezTo>
                  <a:pt x="412147" y="130390"/>
                  <a:pt x="412110" y="131478"/>
                  <a:pt x="412036" y="132400"/>
                </a:cubicBezTo>
                <a:cubicBezTo>
                  <a:pt x="411962" y="133322"/>
                  <a:pt x="411833" y="134097"/>
                  <a:pt x="411649" y="134724"/>
                </a:cubicBezTo>
                <a:cubicBezTo>
                  <a:pt x="411464" y="135351"/>
                  <a:pt x="411243" y="135904"/>
                  <a:pt x="410985" y="136384"/>
                </a:cubicBezTo>
                <a:cubicBezTo>
                  <a:pt x="410726" y="136863"/>
                  <a:pt x="410136" y="137564"/>
                  <a:pt x="409214" y="138486"/>
                </a:cubicBezTo>
                <a:cubicBezTo>
                  <a:pt x="408292" y="139408"/>
                  <a:pt x="406724" y="140552"/>
                  <a:pt x="404511" y="141916"/>
                </a:cubicBezTo>
                <a:cubicBezTo>
                  <a:pt x="402298" y="143281"/>
                  <a:pt x="399808" y="144498"/>
                  <a:pt x="397042" y="145568"/>
                </a:cubicBezTo>
                <a:cubicBezTo>
                  <a:pt x="394276" y="146638"/>
                  <a:pt x="391269" y="147504"/>
                  <a:pt x="388023" y="148168"/>
                </a:cubicBezTo>
                <a:cubicBezTo>
                  <a:pt x="384778" y="148832"/>
                  <a:pt x="381421" y="149164"/>
                  <a:pt x="377954" y="149164"/>
                </a:cubicBezTo>
                <a:cubicBezTo>
                  <a:pt x="370798" y="149164"/>
                  <a:pt x="364454" y="147982"/>
                  <a:pt x="358921" y="145616"/>
                </a:cubicBezTo>
                <a:cubicBezTo>
                  <a:pt x="353388" y="143251"/>
                  <a:pt x="348759" y="139795"/>
                  <a:pt x="345034" y="135249"/>
                </a:cubicBezTo>
                <a:cubicBezTo>
                  <a:pt x="341308" y="130703"/>
                  <a:pt x="338468" y="125122"/>
                  <a:pt x="336513" y="118506"/>
                </a:cubicBezTo>
                <a:cubicBezTo>
                  <a:pt x="334558" y="111889"/>
                  <a:pt x="333581" y="104258"/>
                  <a:pt x="333581" y="95610"/>
                </a:cubicBezTo>
                <a:cubicBezTo>
                  <a:pt x="333581" y="85778"/>
                  <a:pt x="334780" y="77332"/>
                  <a:pt x="337177" y="70273"/>
                </a:cubicBezTo>
                <a:cubicBezTo>
                  <a:pt x="339575" y="63215"/>
                  <a:pt x="342857" y="57430"/>
                  <a:pt x="347025" y="52921"/>
                </a:cubicBezTo>
                <a:cubicBezTo>
                  <a:pt x="351193" y="48412"/>
                  <a:pt x="356099" y="45067"/>
                  <a:pt x="361743" y="42886"/>
                </a:cubicBezTo>
                <a:cubicBezTo>
                  <a:pt x="367386" y="40705"/>
                  <a:pt x="373491" y="39615"/>
                  <a:pt x="380056" y="39615"/>
                </a:cubicBezTo>
                <a:cubicBezTo>
                  <a:pt x="383228" y="39615"/>
                  <a:pt x="386308" y="39910"/>
                  <a:pt x="389296" y="40500"/>
                </a:cubicBezTo>
                <a:cubicBezTo>
                  <a:pt x="392284" y="41090"/>
                  <a:pt x="395032" y="41865"/>
                  <a:pt x="397540" y="42824"/>
                </a:cubicBezTo>
                <a:cubicBezTo>
                  <a:pt x="400048" y="43783"/>
                  <a:pt x="402280" y="44889"/>
                  <a:pt x="404235" y="46144"/>
                </a:cubicBezTo>
                <a:cubicBezTo>
                  <a:pt x="406190" y="47398"/>
                  <a:pt x="407610" y="48467"/>
                  <a:pt x="408495" y="49353"/>
                </a:cubicBezTo>
                <a:cubicBezTo>
                  <a:pt x="409380" y="50238"/>
                  <a:pt x="409989" y="50939"/>
                  <a:pt x="410321" y="51455"/>
                </a:cubicBezTo>
                <a:cubicBezTo>
                  <a:pt x="410653" y="51971"/>
                  <a:pt x="410929" y="52580"/>
                  <a:pt x="411151" y="53281"/>
                </a:cubicBezTo>
                <a:cubicBezTo>
                  <a:pt x="411372" y="53982"/>
                  <a:pt x="411519" y="54775"/>
                  <a:pt x="411593" y="55660"/>
                </a:cubicBezTo>
                <a:cubicBezTo>
                  <a:pt x="411667" y="56545"/>
                  <a:pt x="411704" y="57652"/>
                  <a:pt x="411704" y="58980"/>
                </a:cubicBezTo>
                <a:cubicBezTo>
                  <a:pt x="411704" y="61857"/>
                  <a:pt x="411372" y="63867"/>
                  <a:pt x="410708" y="65010"/>
                </a:cubicBezTo>
                <a:cubicBezTo>
                  <a:pt x="410044" y="66154"/>
                  <a:pt x="409233" y="66726"/>
                  <a:pt x="408274" y="66726"/>
                </a:cubicBezTo>
                <a:cubicBezTo>
                  <a:pt x="407167" y="66726"/>
                  <a:pt x="405894" y="66117"/>
                  <a:pt x="404456" y="64900"/>
                </a:cubicBezTo>
                <a:cubicBezTo>
                  <a:pt x="403017" y="63683"/>
                  <a:pt x="401192" y="62336"/>
                  <a:pt x="398978" y="60861"/>
                </a:cubicBezTo>
                <a:cubicBezTo>
                  <a:pt x="396765" y="59385"/>
                  <a:pt x="394091" y="58039"/>
                  <a:pt x="390956" y="56822"/>
                </a:cubicBezTo>
                <a:cubicBezTo>
                  <a:pt x="387821" y="55605"/>
                  <a:pt x="384114" y="54996"/>
                  <a:pt x="379835" y="54996"/>
                </a:cubicBezTo>
                <a:cubicBezTo>
                  <a:pt x="371056" y="54996"/>
                  <a:pt x="364325" y="58381"/>
                  <a:pt x="359640" y="65152"/>
                </a:cubicBezTo>
                <a:cubicBezTo>
                  <a:pt x="354956" y="71921"/>
                  <a:pt x="352614" y="81740"/>
                  <a:pt x="352614" y="94611"/>
                </a:cubicBezTo>
                <a:cubicBezTo>
                  <a:pt x="352614" y="101047"/>
                  <a:pt x="353222" y="106689"/>
                  <a:pt x="354439" y="111534"/>
                </a:cubicBezTo>
                <a:cubicBezTo>
                  <a:pt x="355657" y="116380"/>
                  <a:pt x="357446" y="120431"/>
                  <a:pt x="359806" y="123686"/>
                </a:cubicBezTo>
                <a:cubicBezTo>
                  <a:pt x="362167" y="126941"/>
                  <a:pt x="365062" y="129364"/>
                  <a:pt x="368493" y="130954"/>
                </a:cubicBezTo>
                <a:cubicBezTo>
                  <a:pt x="371923" y="132545"/>
                  <a:pt x="375851" y="133340"/>
                  <a:pt x="380278" y="133340"/>
                </a:cubicBezTo>
                <a:cubicBezTo>
                  <a:pt x="384483" y="133340"/>
                  <a:pt x="388171" y="132677"/>
                  <a:pt x="391343" y="131349"/>
                </a:cubicBezTo>
                <a:cubicBezTo>
                  <a:pt x="394515" y="130021"/>
                  <a:pt x="397263" y="128564"/>
                  <a:pt x="399587" y="126978"/>
                </a:cubicBezTo>
                <a:cubicBezTo>
                  <a:pt x="401911" y="125392"/>
                  <a:pt x="403866" y="123953"/>
                  <a:pt x="405452" y="122662"/>
                </a:cubicBezTo>
                <a:cubicBezTo>
                  <a:pt x="407038" y="121371"/>
                  <a:pt x="408274" y="120726"/>
                  <a:pt x="409159" y="120726"/>
                </a:cubicBezTo>
                <a:cubicBezTo>
                  <a:pt x="409675" y="120726"/>
                  <a:pt x="410118" y="120873"/>
                  <a:pt x="410487" y="121168"/>
                </a:cubicBezTo>
                <a:cubicBezTo>
                  <a:pt x="410856" y="121463"/>
                  <a:pt x="411169" y="121961"/>
                  <a:pt x="411427" y="122662"/>
                </a:cubicBezTo>
                <a:cubicBezTo>
                  <a:pt x="411685" y="123363"/>
                  <a:pt x="411870" y="124248"/>
                  <a:pt x="411981" y="125318"/>
                </a:cubicBezTo>
                <a:cubicBezTo>
                  <a:pt x="412091" y="126388"/>
                  <a:pt x="412147" y="127660"/>
                  <a:pt x="412147" y="129136"/>
                </a:cubicBezTo>
                <a:close/>
                <a:moveTo>
                  <a:pt x="488881" y="136992"/>
                </a:moveTo>
                <a:cubicBezTo>
                  <a:pt x="488881" y="139131"/>
                  <a:pt x="488733" y="140828"/>
                  <a:pt x="488438" y="142082"/>
                </a:cubicBezTo>
                <a:cubicBezTo>
                  <a:pt x="488143" y="143336"/>
                  <a:pt x="487701" y="144259"/>
                  <a:pt x="487110" y="144849"/>
                </a:cubicBezTo>
                <a:cubicBezTo>
                  <a:pt x="486520" y="145439"/>
                  <a:pt x="485635" y="145992"/>
                  <a:pt x="484455" y="146509"/>
                </a:cubicBezTo>
                <a:cubicBezTo>
                  <a:pt x="483274" y="147025"/>
                  <a:pt x="481928" y="147449"/>
                  <a:pt x="480416" y="147781"/>
                </a:cubicBezTo>
                <a:cubicBezTo>
                  <a:pt x="478903" y="148113"/>
                  <a:pt x="477299" y="148390"/>
                  <a:pt x="475602" y="148611"/>
                </a:cubicBezTo>
                <a:cubicBezTo>
                  <a:pt x="473905" y="148832"/>
                  <a:pt x="472209" y="148943"/>
                  <a:pt x="470512" y="148943"/>
                </a:cubicBezTo>
                <a:cubicBezTo>
                  <a:pt x="465348" y="148943"/>
                  <a:pt x="460922" y="148259"/>
                  <a:pt x="457233" y="146892"/>
                </a:cubicBezTo>
                <a:cubicBezTo>
                  <a:pt x="453545" y="145523"/>
                  <a:pt x="450520" y="143452"/>
                  <a:pt x="448159" y="140678"/>
                </a:cubicBezTo>
                <a:cubicBezTo>
                  <a:pt x="445799" y="137905"/>
                  <a:pt x="444084" y="134393"/>
                  <a:pt x="443014" y="130142"/>
                </a:cubicBezTo>
                <a:cubicBezTo>
                  <a:pt x="441944" y="125891"/>
                  <a:pt x="441409" y="120881"/>
                  <a:pt x="441409" y="115113"/>
                </a:cubicBezTo>
                <a:lnTo>
                  <a:pt x="441409" y="56767"/>
                </a:lnTo>
                <a:lnTo>
                  <a:pt x="427467" y="56767"/>
                </a:lnTo>
                <a:cubicBezTo>
                  <a:pt x="426360" y="56767"/>
                  <a:pt x="425475" y="56176"/>
                  <a:pt x="424811" y="54996"/>
                </a:cubicBezTo>
                <a:cubicBezTo>
                  <a:pt x="424147" y="53816"/>
                  <a:pt x="423815" y="51898"/>
                  <a:pt x="423815" y="49242"/>
                </a:cubicBezTo>
                <a:cubicBezTo>
                  <a:pt x="423815" y="47840"/>
                  <a:pt x="423907" y="46660"/>
                  <a:pt x="424092" y="45701"/>
                </a:cubicBezTo>
                <a:cubicBezTo>
                  <a:pt x="424276" y="44742"/>
                  <a:pt x="424516" y="43949"/>
                  <a:pt x="424811" y="43322"/>
                </a:cubicBezTo>
                <a:cubicBezTo>
                  <a:pt x="425106" y="42695"/>
                  <a:pt x="425493" y="42252"/>
                  <a:pt x="425973" y="41994"/>
                </a:cubicBezTo>
                <a:cubicBezTo>
                  <a:pt x="426452" y="41736"/>
                  <a:pt x="426987" y="41607"/>
                  <a:pt x="427577" y="41607"/>
                </a:cubicBezTo>
                <a:lnTo>
                  <a:pt x="441409" y="41607"/>
                </a:lnTo>
                <a:lnTo>
                  <a:pt x="441409" y="17926"/>
                </a:lnTo>
                <a:cubicBezTo>
                  <a:pt x="441409" y="17410"/>
                  <a:pt x="441539" y="16930"/>
                  <a:pt x="441797" y="16488"/>
                </a:cubicBezTo>
                <a:cubicBezTo>
                  <a:pt x="442055" y="16045"/>
                  <a:pt x="442534" y="15658"/>
                  <a:pt x="443235" y="15326"/>
                </a:cubicBezTo>
                <a:cubicBezTo>
                  <a:pt x="443936" y="14994"/>
                  <a:pt x="444877" y="14754"/>
                  <a:pt x="446057" y="14607"/>
                </a:cubicBezTo>
                <a:cubicBezTo>
                  <a:pt x="447237" y="14459"/>
                  <a:pt x="448713" y="14385"/>
                  <a:pt x="450483" y="14385"/>
                </a:cubicBezTo>
                <a:cubicBezTo>
                  <a:pt x="452327" y="14385"/>
                  <a:pt x="453840" y="14459"/>
                  <a:pt x="455020" y="14607"/>
                </a:cubicBezTo>
                <a:cubicBezTo>
                  <a:pt x="456200" y="14754"/>
                  <a:pt x="457123" y="14994"/>
                  <a:pt x="457787" y="15326"/>
                </a:cubicBezTo>
                <a:cubicBezTo>
                  <a:pt x="458450" y="15658"/>
                  <a:pt x="458930" y="16045"/>
                  <a:pt x="459225" y="16488"/>
                </a:cubicBezTo>
                <a:cubicBezTo>
                  <a:pt x="459520" y="16930"/>
                  <a:pt x="459668" y="17410"/>
                  <a:pt x="459668" y="17926"/>
                </a:cubicBezTo>
                <a:lnTo>
                  <a:pt x="459668" y="41607"/>
                </a:lnTo>
                <a:lnTo>
                  <a:pt x="485229" y="41607"/>
                </a:lnTo>
                <a:cubicBezTo>
                  <a:pt x="485819" y="41607"/>
                  <a:pt x="486336" y="41736"/>
                  <a:pt x="486778" y="41994"/>
                </a:cubicBezTo>
                <a:cubicBezTo>
                  <a:pt x="487221" y="42252"/>
                  <a:pt x="487608" y="42695"/>
                  <a:pt x="487940" y="43322"/>
                </a:cubicBezTo>
                <a:cubicBezTo>
                  <a:pt x="488272" y="43949"/>
                  <a:pt x="488512" y="44742"/>
                  <a:pt x="488660" y="45701"/>
                </a:cubicBezTo>
                <a:cubicBezTo>
                  <a:pt x="488807" y="46660"/>
                  <a:pt x="488881" y="47840"/>
                  <a:pt x="488881" y="49242"/>
                </a:cubicBezTo>
                <a:cubicBezTo>
                  <a:pt x="488881" y="51898"/>
                  <a:pt x="488549" y="53816"/>
                  <a:pt x="487885" y="54996"/>
                </a:cubicBezTo>
                <a:cubicBezTo>
                  <a:pt x="487221" y="56176"/>
                  <a:pt x="486336" y="56767"/>
                  <a:pt x="485229" y="56767"/>
                </a:cubicBezTo>
                <a:lnTo>
                  <a:pt x="459668" y="56767"/>
                </a:lnTo>
                <a:lnTo>
                  <a:pt x="459668" y="112478"/>
                </a:lnTo>
                <a:cubicBezTo>
                  <a:pt x="459668" y="119357"/>
                  <a:pt x="460682" y="124555"/>
                  <a:pt x="462711" y="128070"/>
                </a:cubicBezTo>
                <a:cubicBezTo>
                  <a:pt x="464739" y="131584"/>
                  <a:pt x="468373" y="133340"/>
                  <a:pt x="473610" y="133340"/>
                </a:cubicBezTo>
                <a:cubicBezTo>
                  <a:pt x="475307" y="133340"/>
                  <a:pt x="476819" y="133174"/>
                  <a:pt x="478147" y="132843"/>
                </a:cubicBezTo>
                <a:cubicBezTo>
                  <a:pt x="479475" y="132511"/>
                  <a:pt x="480655" y="132160"/>
                  <a:pt x="481688" y="131791"/>
                </a:cubicBezTo>
                <a:cubicBezTo>
                  <a:pt x="482721" y="131422"/>
                  <a:pt x="483606" y="131072"/>
                  <a:pt x="484344" y="130740"/>
                </a:cubicBezTo>
                <a:cubicBezTo>
                  <a:pt x="485082" y="130408"/>
                  <a:pt x="485746" y="130242"/>
                  <a:pt x="486336" y="130242"/>
                </a:cubicBezTo>
                <a:cubicBezTo>
                  <a:pt x="486705" y="130242"/>
                  <a:pt x="487055" y="130334"/>
                  <a:pt x="487387" y="130519"/>
                </a:cubicBezTo>
                <a:cubicBezTo>
                  <a:pt x="487719" y="130703"/>
                  <a:pt x="487977" y="131054"/>
                  <a:pt x="488162" y="131570"/>
                </a:cubicBezTo>
                <a:cubicBezTo>
                  <a:pt x="488346" y="132086"/>
                  <a:pt x="488512" y="132787"/>
                  <a:pt x="488660" y="133672"/>
                </a:cubicBezTo>
                <a:cubicBezTo>
                  <a:pt x="488807" y="134558"/>
                  <a:pt x="488881" y="135664"/>
                  <a:pt x="488881" y="136992"/>
                </a:cubicBezTo>
                <a:close/>
                <a:moveTo>
                  <a:pt x="531270" y="144185"/>
                </a:moveTo>
                <a:cubicBezTo>
                  <a:pt x="531270" y="144775"/>
                  <a:pt x="531123" y="145273"/>
                  <a:pt x="530828" y="145679"/>
                </a:cubicBezTo>
                <a:cubicBezTo>
                  <a:pt x="530533" y="146084"/>
                  <a:pt x="530053" y="146435"/>
                  <a:pt x="529389" y="146730"/>
                </a:cubicBezTo>
                <a:cubicBezTo>
                  <a:pt x="528725" y="147025"/>
                  <a:pt x="527803" y="147246"/>
                  <a:pt x="526623" y="147394"/>
                </a:cubicBezTo>
                <a:cubicBezTo>
                  <a:pt x="525443" y="147541"/>
                  <a:pt x="523930" y="147615"/>
                  <a:pt x="522086" y="147615"/>
                </a:cubicBezTo>
                <a:cubicBezTo>
                  <a:pt x="520315" y="147615"/>
                  <a:pt x="518840" y="147541"/>
                  <a:pt x="517660" y="147394"/>
                </a:cubicBezTo>
                <a:cubicBezTo>
                  <a:pt x="516479" y="147246"/>
                  <a:pt x="515539" y="147025"/>
                  <a:pt x="514838" y="146730"/>
                </a:cubicBezTo>
                <a:cubicBezTo>
                  <a:pt x="514137" y="146435"/>
                  <a:pt x="513658" y="146084"/>
                  <a:pt x="513399" y="145679"/>
                </a:cubicBezTo>
                <a:cubicBezTo>
                  <a:pt x="513141" y="145273"/>
                  <a:pt x="513012" y="144775"/>
                  <a:pt x="513012" y="144185"/>
                </a:cubicBezTo>
                <a:lnTo>
                  <a:pt x="513012" y="44594"/>
                </a:lnTo>
                <a:cubicBezTo>
                  <a:pt x="513012" y="44078"/>
                  <a:pt x="513141" y="43598"/>
                  <a:pt x="513399" y="43156"/>
                </a:cubicBezTo>
                <a:cubicBezTo>
                  <a:pt x="513658" y="42713"/>
                  <a:pt x="514137" y="42344"/>
                  <a:pt x="514838" y="42049"/>
                </a:cubicBezTo>
                <a:cubicBezTo>
                  <a:pt x="515539" y="41754"/>
                  <a:pt x="516479" y="41533"/>
                  <a:pt x="517660" y="41385"/>
                </a:cubicBezTo>
                <a:cubicBezTo>
                  <a:pt x="518840" y="41238"/>
                  <a:pt x="520315" y="41164"/>
                  <a:pt x="522086" y="41164"/>
                </a:cubicBezTo>
                <a:cubicBezTo>
                  <a:pt x="523930" y="41164"/>
                  <a:pt x="525443" y="41238"/>
                  <a:pt x="526623" y="41385"/>
                </a:cubicBezTo>
                <a:cubicBezTo>
                  <a:pt x="527803" y="41533"/>
                  <a:pt x="528725" y="41754"/>
                  <a:pt x="529389" y="42049"/>
                </a:cubicBezTo>
                <a:cubicBezTo>
                  <a:pt x="530053" y="42344"/>
                  <a:pt x="530533" y="42713"/>
                  <a:pt x="530828" y="43156"/>
                </a:cubicBezTo>
                <a:cubicBezTo>
                  <a:pt x="531123" y="43598"/>
                  <a:pt x="531270" y="44078"/>
                  <a:pt x="531270" y="44594"/>
                </a:cubicBezTo>
                <a:lnTo>
                  <a:pt x="531270" y="144185"/>
                </a:lnTo>
                <a:moveTo>
                  <a:pt x="533373" y="10844"/>
                </a:moveTo>
                <a:cubicBezTo>
                  <a:pt x="533373" y="15123"/>
                  <a:pt x="532561" y="18037"/>
                  <a:pt x="530938" y="19586"/>
                </a:cubicBezTo>
                <a:cubicBezTo>
                  <a:pt x="529316" y="21135"/>
                  <a:pt x="526328" y="21910"/>
                  <a:pt x="521975" y="21910"/>
                </a:cubicBezTo>
                <a:cubicBezTo>
                  <a:pt x="517697" y="21910"/>
                  <a:pt x="514764" y="21154"/>
                  <a:pt x="513178" y="19641"/>
                </a:cubicBezTo>
                <a:cubicBezTo>
                  <a:pt x="511592" y="18129"/>
                  <a:pt x="510799" y="15271"/>
                  <a:pt x="510799" y="11066"/>
                </a:cubicBezTo>
                <a:cubicBezTo>
                  <a:pt x="510799" y="6787"/>
                  <a:pt x="511611" y="3873"/>
                  <a:pt x="513234" y="2324"/>
                </a:cubicBezTo>
                <a:cubicBezTo>
                  <a:pt x="514856" y="775"/>
                  <a:pt x="517844" y="0"/>
                  <a:pt x="522197" y="0"/>
                </a:cubicBezTo>
                <a:cubicBezTo>
                  <a:pt x="526475" y="0"/>
                  <a:pt x="529408" y="756"/>
                  <a:pt x="530994" y="2268"/>
                </a:cubicBezTo>
                <a:cubicBezTo>
                  <a:pt x="532580" y="3781"/>
                  <a:pt x="533373" y="6639"/>
                  <a:pt x="533373" y="10844"/>
                </a:cubicBezTo>
                <a:close/>
                <a:moveTo>
                  <a:pt x="657755" y="93338"/>
                </a:moveTo>
                <a:cubicBezTo>
                  <a:pt x="657755" y="101460"/>
                  <a:pt x="656685" y="108936"/>
                  <a:pt x="654546" y="115767"/>
                </a:cubicBezTo>
                <a:cubicBezTo>
                  <a:pt x="652407" y="122598"/>
                  <a:pt x="649216" y="128488"/>
                  <a:pt x="644974" y="133437"/>
                </a:cubicBezTo>
                <a:cubicBezTo>
                  <a:pt x="640732" y="138385"/>
                  <a:pt x="635421" y="142243"/>
                  <a:pt x="629040" y="145011"/>
                </a:cubicBezTo>
                <a:cubicBezTo>
                  <a:pt x="622659" y="147780"/>
                  <a:pt x="615263" y="149164"/>
                  <a:pt x="606853" y="149164"/>
                </a:cubicBezTo>
                <a:cubicBezTo>
                  <a:pt x="598665" y="149164"/>
                  <a:pt x="591527" y="147946"/>
                  <a:pt x="585441" y="145509"/>
                </a:cubicBezTo>
                <a:cubicBezTo>
                  <a:pt x="579355" y="143072"/>
                  <a:pt x="574283" y="139528"/>
                  <a:pt x="570226" y="134876"/>
                </a:cubicBezTo>
                <a:cubicBezTo>
                  <a:pt x="566169" y="130224"/>
                  <a:pt x="563144" y="124574"/>
                  <a:pt x="561152" y="117928"/>
                </a:cubicBezTo>
                <a:cubicBezTo>
                  <a:pt x="559160" y="111282"/>
                  <a:pt x="558165" y="103749"/>
                  <a:pt x="558165" y="95330"/>
                </a:cubicBezTo>
                <a:cubicBezTo>
                  <a:pt x="558165" y="87208"/>
                  <a:pt x="559216" y="79732"/>
                  <a:pt x="561318" y="72902"/>
                </a:cubicBezTo>
                <a:cubicBezTo>
                  <a:pt x="563421" y="66071"/>
                  <a:pt x="566593" y="60182"/>
                  <a:pt x="570835" y="55235"/>
                </a:cubicBezTo>
                <a:cubicBezTo>
                  <a:pt x="575076" y="50285"/>
                  <a:pt x="580370" y="46444"/>
                  <a:pt x="586714" y="43713"/>
                </a:cubicBezTo>
                <a:cubicBezTo>
                  <a:pt x="593058" y="40981"/>
                  <a:pt x="600472" y="39615"/>
                  <a:pt x="608956" y="39615"/>
                </a:cubicBezTo>
                <a:cubicBezTo>
                  <a:pt x="617144" y="39615"/>
                  <a:pt x="624281" y="40833"/>
                  <a:pt x="630368" y="43270"/>
                </a:cubicBezTo>
                <a:cubicBezTo>
                  <a:pt x="636454" y="45707"/>
                  <a:pt x="641525" y="49251"/>
                  <a:pt x="645583" y="53903"/>
                </a:cubicBezTo>
                <a:cubicBezTo>
                  <a:pt x="649640" y="58555"/>
                  <a:pt x="652683" y="64205"/>
                  <a:pt x="654712" y="70851"/>
                </a:cubicBezTo>
                <a:cubicBezTo>
                  <a:pt x="656741" y="77497"/>
                  <a:pt x="657755" y="84993"/>
                  <a:pt x="657755" y="93338"/>
                </a:cubicBezTo>
                <a:moveTo>
                  <a:pt x="638501" y="94556"/>
                </a:moveTo>
                <a:cubicBezTo>
                  <a:pt x="638501" y="89163"/>
                  <a:pt x="638003" y="84066"/>
                  <a:pt x="637007" y="79264"/>
                </a:cubicBezTo>
                <a:cubicBezTo>
                  <a:pt x="636011" y="74462"/>
                  <a:pt x="634370" y="70252"/>
                  <a:pt x="632083" y="66632"/>
                </a:cubicBezTo>
                <a:cubicBezTo>
                  <a:pt x="629796" y="63013"/>
                  <a:pt x="626697" y="60151"/>
                  <a:pt x="622788" y="58046"/>
                </a:cubicBezTo>
                <a:cubicBezTo>
                  <a:pt x="618878" y="55939"/>
                  <a:pt x="614009" y="54885"/>
                  <a:pt x="608181" y="54885"/>
                </a:cubicBezTo>
                <a:cubicBezTo>
                  <a:pt x="602796" y="54885"/>
                  <a:pt x="598167" y="55846"/>
                  <a:pt x="594294" y="57766"/>
                </a:cubicBezTo>
                <a:cubicBezTo>
                  <a:pt x="590421" y="59686"/>
                  <a:pt x="587230" y="62402"/>
                  <a:pt x="584722" y="65913"/>
                </a:cubicBezTo>
                <a:cubicBezTo>
                  <a:pt x="582214" y="69422"/>
                  <a:pt x="580351" y="73577"/>
                  <a:pt x="579134" y="78379"/>
                </a:cubicBezTo>
                <a:cubicBezTo>
                  <a:pt x="577917" y="83179"/>
                  <a:pt x="577308" y="88423"/>
                  <a:pt x="577308" y="94113"/>
                </a:cubicBezTo>
                <a:cubicBezTo>
                  <a:pt x="577308" y="99579"/>
                  <a:pt x="577806" y="104713"/>
                  <a:pt x="578802" y="109515"/>
                </a:cubicBezTo>
                <a:cubicBezTo>
                  <a:pt x="579798" y="114317"/>
                  <a:pt x="581458" y="118509"/>
                  <a:pt x="583781" y="122092"/>
                </a:cubicBezTo>
                <a:cubicBezTo>
                  <a:pt x="586105" y="125674"/>
                  <a:pt x="589222" y="128519"/>
                  <a:pt x="593132" y="130626"/>
                </a:cubicBezTo>
                <a:cubicBezTo>
                  <a:pt x="597042" y="132731"/>
                  <a:pt x="601911" y="133783"/>
                  <a:pt x="607738" y="133783"/>
                </a:cubicBezTo>
                <a:cubicBezTo>
                  <a:pt x="613050" y="133783"/>
                  <a:pt x="617661" y="132823"/>
                  <a:pt x="621570" y="130903"/>
                </a:cubicBezTo>
                <a:cubicBezTo>
                  <a:pt x="625480" y="128982"/>
                  <a:pt x="628689" y="126286"/>
                  <a:pt x="631197" y="122814"/>
                </a:cubicBezTo>
                <a:cubicBezTo>
                  <a:pt x="633706" y="119340"/>
                  <a:pt x="635550" y="115203"/>
                  <a:pt x="636730" y="110404"/>
                </a:cubicBezTo>
                <a:cubicBezTo>
                  <a:pt x="637911" y="105602"/>
                  <a:pt x="638501" y="100319"/>
                  <a:pt x="638501" y="94556"/>
                </a:cubicBezTo>
                <a:close/>
                <a:moveTo>
                  <a:pt x="770325" y="144185"/>
                </a:moveTo>
                <a:cubicBezTo>
                  <a:pt x="770325" y="144775"/>
                  <a:pt x="770177" y="145273"/>
                  <a:pt x="769882" y="145679"/>
                </a:cubicBezTo>
                <a:cubicBezTo>
                  <a:pt x="769587" y="146084"/>
                  <a:pt x="769108" y="146435"/>
                  <a:pt x="768444" y="146730"/>
                </a:cubicBezTo>
                <a:cubicBezTo>
                  <a:pt x="767780" y="147025"/>
                  <a:pt x="766858" y="147246"/>
                  <a:pt x="765677" y="147394"/>
                </a:cubicBezTo>
                <a:cubicBezTo>
                  <a:pt x="764497" y="147541"/>
                  <a:pt x="763022" y="147615"/>
                  <a:pt x="761251" y="147615"/>
                </a:cubicBezTo>
                <a:cubicBezTo>
                  <a:pt x="759407" y="147615"/>
                  <a:pt x="757895" y="147541"/>
                  <a:pt x="756714" y="147394"/>
                </a:cubicBezTo>
                <a:cubicBezTo>
                  <a:pt x="755534" y="147246"/>
                  <a:pt x="754612" y="147025"/>
                  <a:pt x="753948" y="146730"/>
                </a:cubicBezTo>
                <a:cubicBezTo>
                  <a:pt x="753284" y="146435"/>
                  <a:pt x="752804" y="146084"/>
                  <a:pt x="752509" y="145679"/>
                </a:cubicBezTo>
                <a:cubicBezTo>
                  <a:pt x="752214" y="145273"/>
                  <a:pt x="752067" y="144775"/>
                  <a:pt x="752067" y="144185"/>
                </a:cubicBezTo>
                <a:lnTo>
                  <a:pt x="752067" y="85869"/>
                </a:lnTo>
                <a:cubicBezTo>
                  <a:pt x="752067" y="80189"/>
                  <a:pt x="751624" y="75615"/>
                  <a:pt x="750739" y="72148"/>
                </a:cubicBezTo>
                <a:cubicBezTo>
                  <a:pt x="749854" y="68680"/>
                  <a:pt x="748563" y="65693"/>
                  <a:pt x="746866" y="63185"/>
                </a:cubicBezTo>
                <a:cubicBezTo>
                  <a:pt x="745169" y="60676"/>
                  <a:pt x="742974" y="58758"/>
                  <a:pt x="740282" y="57430"/>
                </a:cubicBezTo>
                <a:cubicBezTo>
                  <a:pt x="737589" y="56103"/>
                  <a:pt x="734472" y="55439"/>
                  <a:pt x="730931" y="55439"/>
                </a:cubicBezTo>
                <a:cubicBezTo>
                  <a:pt x="726358" y="55439"/>
                  <a:pt x="721784" y="57062"/>
                  <a:pt x="717210" y="60308"/>
                </a:cubicBezTo>
                <a:cubicBezTo>
                  <a:pt x="712636" y="63553"/>
                  <a:pt x="707841" y="68312"/>
                  <a:pt x="702825" y="74582"/>
                </a:cubicBezTo>
                <a:lnTo>
                  <a:pt x="702825" y="144185"/>
                </a:lnTo>
                <a:cubicBezTo>
                  <a:pt x="702825" y="144775"/>
                  <a:pt x="702677" y="145273"/>
                  <a:pt x="702382" y="145679"/>
                </a:cubicBezTo>
                <a:cubicBezTo>
                  <a:pt x="702087" y="146084"/>
                  <a:pt x="701608" y="146435"/>
                  <a:pt x="700944" y="146730"/>
                </a:cubicBezTo>
                <a:cubicBezTo>
                  <a:pt x="700280" y="147025"/>
                  <a:pt x="699358" y="147246"/>
                  <a:pt x="698177" y="147394"/>
                </a:cubicBezTo>
                <a:cubicBezTo>
                  <a:pt x="696997" y="147541"/>
                  <a:pt x="695485" y="147615"/>
                  <a:pt x="693640" y="147615"/>
                </a:cubicBezTo>
                <a:cubicBezTo>
                  <a:pt x="691870" y="147615"/>
                  <a:pt x="690394" y="147541"/>
                  <a:pt x="689214" y="147394"/>
                </a:cubicBezTo>
                <a:cubicBezTo>
                  <a:pt x="688034" y="147246"/>
                  <a:pt x="687093" y="147025"/>
                  <a:pt x="686392" y="146730"/>
                </a:cubicBezTo>
                <a:cubicBezTo>
                  <a:pt x="685692" y="146435"/>
                  <a:pt x="685212" y="146084"/>
                  <a:pt x="684954" y="145679"/>
                </a:cubicBezTo>
                <a:cubicBezTo>
                  <a:pt x="684696" y="145273"/>
                  <a:pt x="684567" y="144775"/>
                  <a:pt x="684567" y="144185"/>
                </a:cubicBezTo>
                <a:lnTo>
                  <a:pt x="684567" y="44594"/>
                </a:lnTo>
                <a:cubicBezTo>
                  <a:pt x="684567" y="44004"/>
                  <a:pt x="684677" y="43506"/>
                  <a:pt x="684898" y="43101"/>
                </a:cubicBezTo>
                <a:cubicBezTo>
                  <a:pt x="685120" y="42695"/>
                  <a:pt x="685562" y="42326"/>
                  <a:pt x="686226" y="41994"/>
                </a:cubicBezTo>
                <a:cubicBezTo>
                  <a:pt x="686890" y="41662"/>
                  <a:pt x="687739" y="41441"/>
                  <a:pt x="688771" y="41330"/>
                </a:cubicBezTo>
                <a:cubicBezTo>
                  <a:pt x="689804" y="41219"/>
                  <a:pt x="691169" y="41164"/>
                  <a:pt x="692866" y="41164"/>
                </a:cubicBezTo>
                <a:cubicBezTo>
                  <a:pt x="694489" y="41164"/>
                  <a:pt x="695835" y="41219"/>
                  <a:pt x="696905" y="41330"/>
                </a:cubicBezTo>
                <a:cubicBezTo>
                  <a:pt x="697974" y="41441"/>
                  <a:pt x="698804" y="41662"/>
                  <a:pt x="699394" y="41994"/>
                </a:cubicBezTo>
                <a:cubicBezTo>
                  <a:pt x="699985" y="42326"/>
                  <a:pt x="700409" y="42695"/>
                  <a:pt x="700667" y="43101"/>
                </a:cubicBezTo>
                <a:cubicBezTo>
                  <a:pt x="700925" y="43506"/>
                  <a:pt x="701054" y="44004"/>
                  <a:pt x="701054" y="44594"/>
                </a:cubicBezTo>
                <a:lnTo>
                  <a:pt x="701054" y="57762"/>
                </a:lnTo>
                <a:cubicBezTo>
                  <a:pt x="706661" y="51492"/>
                  <a:pt x="712249" y="46900"/>
                  <a:pt x="717819" y="43986"/>
                </a:cubicBezTo>
                <a:cubicBezTo>
                  <a:pt x="723388" y="41072"/>
                  <a:pt x="729013" y="39615"/>
                  <a:pt x="734694" y="39615"/>
                </a:cubicBezTo>
                <a:cubicBezTo>
                  <a:pt x="741333" y="39615"/>
                  <a:pt x="746921" y="40740"/>
                  <a:pt x="751458" y="42990"/>
                </a:cubicBezTo>
                <a:cubicBezTo>
                  <a:pt x="755995" y="45240"/>
                  <a:pt x="759665" y="48246"/>
                  <a:pt x="762468" y="52008"/>
                </a:cubicBezTo>
                <a:cubicBezTo>
                  <a:pt x="765272" y="55771"/>
                  <a:pt x="767282" y="60178"/>
                  <a:pt x="768499" y="65232"/>
                </a:cubicBezTo>
                <a:cubicBezTo>
                  <a:pt x="769716" y="70285"/>
                  <a:pt x="770325" y="76353"/>
                  <a:pt x="770325" y="83435"/>
                </a:cubicBezTo>
                <a:lnTo>
                  <a:pt x="770325" y="1441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Call">
            <a:extLst xmlns:a="http://schemas.openxmlformats.org/drawingml/2006/main">
              <a:ext uri="{FF2B5EF4-FFF2-40B4-BE49-F238E27FC236}">
                <a16:creationId xmlns:a16="http://schemas.microsoft.com/office/drawing/2014/main" id="{F4B95BB5-D78B-466A-A62E-F251E64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117" y="2890436"/>
            <a:ext cx="305922" cy="156468"/>
          </a:xfrm>
          <a:custGeom xmlns:a="http://schemas.openxmlformats.org/drawingml/2006/main">
            <a:pathLst>
              <a:path w="305922" h="156468">
                <a:moveTo>
                  <a:pt x="103906" y="133894"/>
                </a:moveTo>
                <a:cubicBezTo>
                  <a:pt x="103906" y="135074"/>
                  <a:pt x="103869" y="136107"/>
                  <a:pt x="103795" y="136992"/>
                </a:cubicBezTo>
                <a:cubicBezTo>
                  <a:pt x="103722" y="137877"/>
                  <a:pt x="103592" y="138652"/>
                  <a:pt x="103408" y="139316"/>
                </a:cubicBezTo>
                <a:cubicBezTo>
                  <a:pt x="103224" y="139980"/>
                  <a:pt x="102984" y="140570"/>
                  <a:pt x="102689" y="141086"/>
                </a:cubicBezTo>
                <a:cubicBezTo>
                  <a:pt x="102394" y="141603"/>
                  <a:pt x="101877" y="142233"/>
                  <a:pt x="101140" y="142978"/>
                </a:cubicBezTo>
                <a:cubicBezTo>
                  <a:pt x="100402" y="143720"/>
                  <a:pt x="98853" y="144853"/>
                  <a:pt x="96492" y="146377"/>
                </a:cubicBezTo>
                <a:cubicBezTo>
                  <a:pt x="94131" y="147901"/>
                  <a:pt x="91199" y="149388"/>
                  <a:pt x="87695" y="150838"/>
                </a:cubicBezTo>
                <a:cubicBezTo>
                  <a:pt x="84191" y="152288"/>
                  <a:pt x="80170" y="153514"/>
                  <a:pt x="75633" y="154517"/>
                </a:cubicBezTo>
                <a:cubicBezTo>
                  <a:pt x="71096" y="155522"/>
                  <a:pt x="66135" y="156025"/>
                  <a:pt x="60750" y="156025"/>
                </a:cubicBezTo>
                <a:cubicBezTo>
                  <a:pt x="51455" y="156025"/>
                  <a:pt x="43064" y="154476"/>
                  <a:pt x="35576" y="151377"/>
                </a:cubicBezTo>
                <a:cubicBezTo>
                  <a:pt x="28088" y="148279"/>
                  <a:pt x="21707" y="143705"/>
                  <a:pt x="16432" y="137656"/>
                </a:cubicBezTo>
                <a:cubicBezTo>
                  <a:pt x="11158" y="131607"/>
                  <a:pt x="7100" y="124138"/>
                  <a:pt x="4260" y="115248"/>
                </a:cubicBezTo>
                <a:cubicBezTo>
                  <a:pt x="1420" y="106359"/>
                  <a:pt x="0" y="96123"/>
                  <a:pt x="0" y="84541"/>
                </a:cubicBezTo>
                <a:cubicBezTo>
                  <a:pt x="0" y="72664"/>
                  <a:pt x="1531" y="62078"/>
                  <a:pt x="4592" y="52783"/>
                </a:cubicBezTo>
                <a:cubicBezTo>
                  <a:pt x="7654" y="43488"/>
                  <a:pt x="11951" y="35613"/>
                  <a:pt x="17484" y="29158"/>
                </a:cubicBezTo>
                <a:cubicBezTo>
                  <a:pt x="23016" y="22703"/>
                  <a:pt x="29637" y="17779"/>
                  <a:pt x="37346" y="14385"/>
                </a:cubicBezTo>
                <a:cubicBezTo>
                  <a:pt x="45055" y="10992"/>
                  <a:pt x="53594" y="9295"/>
                  <a:pt x="62963" y="9295"/>
                </a:cubicBezTo>
                <a:cubicBezTo>
                  <a:pt x="67094" y="9295"/>
                  <a:pt x="71115" y="9686"/>
                  <a:pt x="75025" y="10467"/>
                </a:cubicBezTo>
                <a:cubicBezTo>
                  <a:pt x="78935" y="11249"/>
                  <a:pt x="82549" y="12234"/>
                  <a:pt x="85869" y="13424"/>
                </a:cubicBezTo>
                <a:cubicBezTo>
                  <a:pt x="89189" y="14614"/>
                  <a:pt x="92140" y="15990"/>
                  <a:pt x="94722" y="17553"/>
                </a:cubicBezTo>
                <a:cubicBezTo>
                  <a:pt x="97304" y="19114"/>
                  <a:pt x="99092" y="20396"/>
                  <a:pt x="100088" y="21402"/>
                </a:cubicBezTo>
                <a:cubicBezTo>
                  <a:pt x="101084" y="22404"/>
                  <a:pt x="101730" y="23164"/>
                  <a:pt x="102025" y="23680"/>
                </a:cubicBezTo>
                <a:cubicBezTo>
                  <a:pt x="102320" y="24197"/>
                  <a:pt x="102560" y="24805"/>
                  <a:pt x="102744" y="25506"/>
                </a:cubicBezTo>
                <a:cubicBezTo>
                  <a:pt x="102929" y="26207"/>
                  <a:pt x="103076" y="27037"/>
                  <a:pt x="103187" y="27996"/>
                </a:cubicBezTo>
                <a:cubicBezTo>
                  <a:pt x="103297" y="28955"/>
                  <a:pt x="103353" y="30098"/>
                  <a:pt x="103353" y="31426"/>
                </a:cubicBezTo>
                <a:cubicBezTo>
                  <a:pt x="103353" y="32902"/>
                  <a:pt x="103279" y="34156"/>
                  <a:pt x="103131" y="35189"/>
                </a:cubicBezTo>
                <a:cubicBezTo>
                  <a:pt x="102984" y="36221"/>
                  <a:pt x="102763" y="37088"/>
                  <a:pt x="102467" y="37789"/>
                </a:cubicBezTo>
                <a:cubicBezTo>
                  <a:pt x="102172" y="38490"/>
                  <a:pt x="101822" y="39006"/>
                  <a:pt x="101416" y="39338"/>
                </a:cubicBezTo>
                <a:cubicBezTo>
                  <a:pt x="101010" y="39670"/>
                  <a:pt x="100513" y="39836"/>
                  <a:pt x="99922" y="39836"/>
                </a:cubicBezTo>
                <a:cubicBezTo>
                  <a:pt x="98890" y="39836"/>
                  <a:pt x="97451" y="39111"/>
                  <a:pt x="95607" y="37661"/>
                </a:cubicBezTo>
                <a:cubicBezTo>
                  <a:pt x="93763" y="36211"/>
                  <a:pt x="91383" y="34612"/>
                  <a:pt x="88469" y="32865"/>
                </a:cubicBezTo>
                <a:cubicBezTo>
                  <a:pt x="85556" y="31117"/>
                  <a:pt x="82015" y="29519"/>
                  <a:pt x="77846" y="28069"/>
                </a:cubicBezTo>
                <a:cubicBezTo>
                  <a:pt x="73678" y="26619"/>
                  <a:pt x="68680" y="25894"/>
                  <a:pt x="62853" y="25894"/>
                </a:cubicBezTo>
                <a:cubicBezTo>
                  <a:pt x="56508" y="25894"/>
                  <a:pt x="50736" y="27166"/>
                  <a:pt x="45535" y="29711"/>
                </a:cubicBezTo>
                <a:cubicBezTo>
                  <a:pt x="40334" y="32256"/>
                  <a:pt x="35889" y="36000"/>
                  <a:pt x="32201" y="40943"/>
                </a:cubicBezTo>
                <a:cubicBezTo>
                  <a:pt x="28512" y="45885"/>
                  <a:pt x="25654" y="51916"/>
                  <a:pt x="23625" y="59035"/>
                </a:cubicBezTo>
                <a:cubicBezTo>
                  <a:pt x="21596" y="66154"/>
                  <a:pt x="20582" y="74287"/>
                  <a:pt x="20582" y="83435"/>
                </a:cubicBezTo>
                <a:cubicBezTo>
                  <a:pt x="20582" y="92508"/>
                  <a:pt x="21559" y="100531"/>
                  <a:pt x="23514" y="107502"/>
                </a:cubicBezTo>
                <a:cubicBezTo>
                  <a:pt x="25469" y="114474"/>
                  <a:pt x="28273" y="120302"/>
                  <a:pt x="31924" y="124986"/>
                </a:cubicBezTo>
                <a:cubicBezTo>
                  <a:pt x="35576" y="129670"/>
                  <a:pt x="40057" y="133211"/>
                  <a:pt x="45369" y="135609"/>
                </a:cubicBezTo>
                <a:cubicBezTo>
                  <a:pt x="50680" y="138006"/>
                  <a:pt x="56693" y="139205"/>
                  <a:pt x="63406" y="139205"/>
                </a:cubicBezTo>
                <a:cubicBezTo>
                  <a:pt x="69086" y="139205"/>
                  <a:pt x="74047" y="138499"/>
                  <a:pt x="78289" y="137085"/>
                </a:cubicBezTo>
                <a:cubicBezTo>
                  <a:pt x="82531" y="135672"/>
                  <a:pt x="86146" y="134092"/>
                  <a:pt x="89133" y="132345"/>
                </a:cubicBezTo>
                <a:cubicBezTo>
                  <a:pt x="92121" y="130597"/>
                  <a:pt x="94574" y="129017"/>
                  <a:pt x="96492" y="127604"/>
                </a:cubicBezTo>
                <a:cubicBezTo>
                  <a:pt x="98410" y="126190"/>
                  <a:pt x="99922" y="125484"/>
                  <a:pt x="101029" y="125484"/>
                </a:cubicBezTo>
                <a:cubicBezTo>
                  <a:pt x="101545" y="125484"/>
                  <a:pt x="101988" y="125595"/>
                  <a:pt x="102357" y="125816"/>
                </a:cubicBezTo>
                <a:cubicBezTo>
                  <a:pt x="102726" y="126037"/>
                  <a:pt x="103021" y="126461"/>
                  <a:pt x="103242" y="127088"/>
                </a:cubicBezTo>
                <a:cubicBezTo>
                  <a:pt x="103463" y="127715"/>
                  <a:pt x="103629" y="128582"/>
                  <a:pt x="103740" y="129689"/>
                </a:cubicBezTo>
                <a:cubicBezTo>
                  <a:pt x="103851" y="130795"/>
                  <a:pt x="103906" y="132197"/>
                  <a:pt x="103906" y="133894"/>
                </a:cubicBezTo>
                <a:close/>
                <a:moveTo>
                  <a:pt x="202012" y="151599"/>
                </a:moveTo>
                <a:cubicBezTo>
                  <a:pt x="202012" y="152484"/>
                  <a:pt x="201717" y="153148"/>
                  <a:pt x="201127" y="153591"/>
                </a:cubicBezTo>
                <a:cubicBezTo>
                  <a:pt x="200537" y="154033"/>
                  <a:pt x="199725" y="154365"/>
                  <a:pt x="198692" y="154586"/>
                </a:cubicBezTo>
                <a:cubicBezTo>
                  <a:pt x="197660" y="154808"/>
                  <a:pt x="196147" y="154918"/>
                  <a:pt x="194155" y="154918"/>
                </a:cubicBezTo>
                <a:cubicBezTo>
                  <a:pt x="192237" y="154918"/>
                  <a:pt x="190707" y="154808"/>
                  <a:pt x="189563" y="154586"/>
                </a:cubicBezTo>
                <a:cubicBezTo>
                  <a:pt x="188420" y="154365"/>
                  <a:pt x="187590" y="154033"/>
                  <a:pt x="187073" y="153591"/>
                </a:cubicBezTo>
                <a:cubicBezTo>
                  <a:pt x="186557" y="153148"/>
                  <a:pt x="186299" y="152484"/>
                  <a:pt x="186299" y="151599"/>
                </a:cubicBezTo>
                <a:lnTo>
                  <a:pt x="186299" y="141640"/>
                </a:lnTo>
                <a:cubicBezTo>
                  <a:pt x="181946" y="146287"/>
                  <a:pt x="177096" y="149920"/>
                  <a:pt x="171748" y="152539"/>
                </a:cubicBezTo>
                <a:cubicBezTo>
                  <a:pt x="166399" y="155158"/>
                  <a:pt x="160737" y="156468"/>
                  <a:pt x="154762" y="156468"/>
                </a:cubicBezTo>
                <a:cubicBezTo>
                  <a:pt x="149524" y="156468"/>
                  <a:pt x="144784" y="155783"/>
                  <a:pt x="140543" y="154414"/>
                </a:cubicBezTo>
                <a:cubicBezTo>
                  <a:pt x="136301" y="153044"/>
                  <a:pt x="132686" y="151064"/>
                  <a:pt x="129698" y="148473"/>
                </a:cubicBezTo>
                <a:cubicBezTo>
                  <a:pt x="126711" y="145881"/>
                  <a:pt x="124387" y="142699"/>
                  <a:pt x="122727" y="138925"/>
                </a:cubicBezTo>
                <a:cubicBezTo>
                  <a:pt x="121067" y="135149"/>
                  <a:pt x="120237" y="130854"/>
                  <a:pt x="120237" y="126041"/>
                </a:cubicBezTo>
                <a:cubicBezTo>
                  <a:pt x="120237" y="120416"/>
                  <a:pt x="121381" y="115531"/>
                  <a:pt x="123668" y="111386"/>
                </a:cubicBezTo>
                <a:cubicBezTo>
                  <a:pt x="125954" y="107238"/>
                  <a:pt x="129237" y="103795"/>
                  <a:pt x="133516" y="101057"/>
                </a:cubicBezTo>
                <a:cubicBezTo>
                  <a:pt x="137795" y="98318"/>
                  <a:pt x="143032" y="96264"/>
                  <a:pt x="149229" y="94894"/>
                </a:cubicBezTo>
                <a:cubicBezTo>
                  <a:pt x="155426" y="93525"/>
                  <a:pt x="162397" y="92840"/>
                  <a:pt x="170143" y="92840"/>
                </a:cubicBezTo>
                <a:lnTo>
                  <a:pt x="183864" y="92840"/>
                </a:lnTo>
                <a:lnTo>
                  <a:pt x="183864" y="85122"/>
                </a:lnTo>
                <a:cubicBezTo>
                  <a:pt x="183864" y="81300"/>
                  <a:pt x="183459" y="77919"/>
                  <a:pt x="182647" y="74980"/>
                </a:cubicBezTo>
                <a:cubicBezTo>
                  <a:pt x="181836" y="72038"/>
                  <a:pt x="180526" y="69593"/>
                  <a:pt x="178719" y="67645"/>
                </a:cubicBezTo>
                <a:cubicBezTo>
                  <a:pt x="176912" y="65697"/>
                  <a:pt x="174569" y="64228"/>
                  <a:pt x="171692" y="63236"/>
                </a:cubicBezTo>
                <a:cubicBezTo>
                  <a:pt x="168815" y="62243"/>
                  <a:pt x="165274" y="61746"/>
                  <a:pt x="161069" y="61746"/>
                </a:cubicBezTo>
                <a:cubicBezTo>
                  <a:pt x="156569" y="61746"/>
                  <a:pt x="152530" y="62275"/>
                  <a:pt x="148952" y="63333"/>
                </a:cubicBezTo>
                <a:cubicBezTo>
                  <a:pt x="145375" y="64391"/>
                  <a:pt x="142239" y="65559"/>
                  <a:pt x="139547" y="66836"/>
                </a:cubicBezTo>
                <a:cubicBezTo>
                  <a:pt x="136854" y="68113"/>
                  <a:pt x="134604" y="69281"/>
                  <a:pt x="132797" y="70339"/>
                </a:cubicBezTo>
                <a:cubicBezTo>
                  <a:pt x="130989" y="71397"/>
                  <a:pt x="129643" y="71926"/>
                  <a:pt x="128758" y="71926"/>
                </a:cubicBezTo>
                <a:cubicBezTo>
                  <a:pt x="128168" y="71926"/>
                  <a:pt x="127651" y="71779"/>
                  <a:pt x="127209" y="71484"/>
                </a:cubicBezTo>
                <a:cubicBezTo>
                  <a:pt x="126766" y="71189"/>
                  <a:pt x="126379" y="70746"/>
                  <a:pt x="126047" y="70156"/>
                </a:cubicBezTo>
                <a:cubicBezTo>
                  <a:pt x="125715" y="69566"/>
                  <a:pt x="125475" y="68810"/>
                  <a:pt x="125327" y="67887"/>
                </a:cubicBezTo>
                <a:cubicBezTo>
                  <a:pt x="125180" y="66965"/>
                  <a:pt x="125106" y="65951"/>
                  <a:pt x="125106" y="64844"/>
                </a:cubicBezTo>
                <a:cubicBezTo>
                  <a:pt x="125106" y="63000"/>
                  <a:pt x="125235" y="61543"/>
                  <a:pt x="125493" y="60474"/>
                </a:cubicBezTo>
                <a:cubicBezTo>
                  <a:pt x="125752" y="59404"/>
                  <a:pt x="126379" y="58389"/>
                  <a:pt x="127375" y="57430"/>
                </a:cubicBezTo>
                <a:cubicBezTo>
                  <a:pt x="128370" y="56471"/>
                  <a:pt x="130086" y="55355"/>
                  <a:pt x="132520" y="54080"/>
                </a:cubicBezTo>
                <a:cubicBezTo>
                  <a:pt x="134954" y="52803"/>
                  <a:pt x="137758" y="51636"/>
                  <a:pt x="140930" y="50580"/>
                </a:cubicBezTo>
                <a:cubicBezTo>
                  <a:pt x="144102" y="49524"/>
                  <a:pt x="147569" y="48651"/>
                  <a:pt x="151332" y="47959"/>
                </a:cubicBezTo>
                <a:cubicBezTo>
                  <a:pt x="155094" y="47265"/>
                  <a:pt x="158893" y="46918"/>
                  <a:pt x="162729" y="46918"/>
                </a:cubicBezTo>
                <a:cubicBezTo>
                  <a:pt x="169885" y="46918"/>
                  <a:pt x="175971" y="47730"/>
                  <a:pt x="180987" y="49353"/>
                </a:cubicBezTo>
                <a:cubicBezTo>
                  <a:pt x="186004" y="50976"/>
                  <a:pt x="190061" y="53355"/>
                  <a:pt x="193160" y="56490"/>
                </a:cubicBezTo>
                <a:cubicBezTo>
                  <a:pt x="196258" y="59625"/>
                  <a:pt x="198508" y="63517"/>
                  <a:pt x="199910" y="68164"/>
                </a:cubicBezTo>
                <a:cubicBezTo>
                  <a:pt x="201311" y="72812"/>
                  <a:pt x="202012" y="78234"/>
                  <a:pt x="202012" y="84431"/>
                </a:cubicBezTo>
                <a:lnTo>
                  <a:pt x="202012" y="151599"/>
                </a:lnTo>
                <a:moveTo>
                  <a:pt x="183864" y="106008"/>
                </a:moveTo>
                <a:lnTo>
                  <a:pt x="168262" y="106008"/>
                </a:lnTo>
                <a:cubicBezTo>
                  <a:pt x="163246" y="106008"/>
                  <a:pt x="158893" y="106436"/>
                  <a:pt x="155205" y="107291"/>
                </a:cubicBezTo>
                <a:cubicBezTo>
                  <a:pt x="151516" y="108144"/>
                  <a:pt x="148455" y="109405"/>
                  <a:pt x="146020" y="111074"/>
                </a:cubicBezTo>
                <a:cubicBezTo>
                  <a:pt x="143586" y="112743"/>
                  <a:pt x="141797" y="114748"/>
                  <a:pt x="140653" y="117088"/>
                </a:cubicBezTo>
                <a:cubicBezTo>
                  <a:pt x="139510" y="119425"/>
                  <a:pt x="138938" y="122116"/>
                  <a:pt x="138938" y="125159"/>
                </a:cubicBezTo>
                <a:cubicBezTo>
                  <a:pt x="138938" y="130355"/>
                  <a:pt x="140580" y="134493"/>
                  <a:pt x="143862" y="137573"/>
                </a:cubicBezTo>
                <a:cubicBezTo>
                  <a:pt x="147145" y="140653"/>
                  <a:pt x="151737" y="142193"/>
                  <a:pt x="157639" y="142193"/>
                </a:cubicBezTo>
                <a:cubicBezTo>
                  <a:pt x="162434" y="142193"/>
                  <a:pt x="166879" y="140969"/>
                  <a:pt x="170973" y="138521"/>
                </a:cubicBezTo>
                <a:cubicBezTo>
                  <a:pt x="175067" y="136070"/>
                  <a:pt x="179364" y="132322"/>
                  <a:pt x="183864" y="127275"/>
                </a:cubicBezTo>
                <a:lnTo>
                  <a:pt x="183864" y="106008"/>
                </a:lnTo>
                <a:close/>
                <a:moveTo>
                  <a:pt x="253798" y="151485"/>
                </a:moveTo>
                <a:cubicBezTo>
                  <a:pt x="253798" y="152075"/>
                  <a:pt x="253651" y="152574"/>
                  <a:pt x="253356" y="152982"/>
                </a:cubicBezTo>
                <a:cubicBezTo>
                  <a:pt x="253061" y="153388"/>
                  <a:pt x="252581" y="153738"/>
                  <a:pt x="251917" y="154033"/>
                </a:cubicBezTo>
                <a:cubicBezTo>
                  <a:pt x="251253" y="154328"/>
                  <a:pt x="250331" y="154550"/>
                  <a:pt x="249151" y="154697"/>
                </a:cubicBezTo>
                <a:cubicBezTo>
                  <a:pt x="247970" y="154845"/>
                  <a:pt x="246458" y="154918"/>
                  <a:pt x="244614" y="154918"/>
                </a:cubicBezTo>
                <a:cubicBezTo>
                  <a:pt x="242843" y="154918"/>
                  <a:pt x="241368" y="154845"/>
                  <a:pt x="240188" y="154697"/>
                </a:cubicBezTo>
                <a:cubicBezTo>
                  <a:pt x="239007" y="154550"/>
                  <a:pt x="238067" y="154328"/>
                  <a:pt x="237366" y="154033"/>
                </a:cubicBezTo>
                <a:cubicBezTo>
                  <a:pt x="236665" y="153738"/>
                  <a:pt x="236185" y="153388"/>
                  <a:pt x="235927" y="152982"/>
                </a:cubicBezTo>
                <a:cubicBezTo>
                  <a:pt x="235669" y="152574"/>
                  <a:pt x="235540" y="152075"/>
                  <a:pt x="235540" y="151485"/>
                </a:cubicBezTo>
                <a:lnTo>
                  <a:pt x="235540" y="3544"/>
                </a:lnTo>
                <a:cubicBezTo>
                  <a:pt x="235540" y="2954"/>
                  <a:pt x="235669" y="2438"/>
                  <a:pt x="235927" y="1995"/>
                </a:cubicBezTo>
                <a:cubicBezTo>
                  <a:pt x="236185" y="1550"/>
                  <a:pt x="236665" y="1180"/>
                  <a:pt x="237366" y="885"/>
                </a:cubicBezTo>
                <a:cubicBezTo>
                  <a:pt x="238067" y="590"/>
                  <a:pt x="239007" y="369"/>
                  <a:pt x="240188" y="221"/>
                </a:cubicBezTo>
                <a:cubicBezTo>
                  <a:pt x="241368" y="74"/>
                  <a:pt x="242843" y="0"/>
                  <a:pt x="244614" y="0"/>
                </a:cubicBezTo>
                <a:cubicBezTo>
                  <a:pt x="246458" y="0"/>
                  <a:pt x="247970" y="74"/>
                  <a:pt x="249151" y="221"/>
                </a:cubicBezTo>
                <a:cubicBezTo>
                  <a:pt x="250331" y="369"/>
                  <a:pt x="251253" y="590"/>
                  <a:pt x="251917" y="885"/>
                </a:cubicBezTo>
                <a:cubicBezTo>
                  <a:pt x="252581" y="1180"/>
                  <a:pt x="253061" y="1550"/>
                  <a:pt x="253356" y="1995"/>
                </a:cubicBezTo>
                <a:cubicBezTo>
                  <a:pt x="253651" y="2438"/>
                  <a:pt x="253798" y="2954"/>
                  <a:pt x="253798" y="3544"/>
                </a:cubicBezTo>
                <a:lnTo>
                  <a:pt x="253798" y="151485"/>
                </a:lnTo>
                <a:close/>
                <a:moveTo>
                  <a:pt x="305922" y="151485"/>
                </a:moveTo>
                <a:cubicBezTo>
                  <a:pt x="305922" y="152075"/>
                  <a:pt x="305774" y="152574"/>
                  <a:pt x="305479" y="152982"/>
                </a:cubicBezTo>
                <a:cubicBezTo>
                  <a:pt x="305184" y="153388"/>
                  <a:pt x="304704" y="153738"/>
                  <a:pt x="304040" y="154033"/>
                </a:cubicBezTo>
                <a:cubicBezTo>
                  <a:pt x="303376" y="154328"/>
                  <a:pt x="302454" y="154550"/>
                  <a:pt x="301274" y="154697"/>
                </a:cubicBezTo>
                <a:cubicBezTo>
                  <a:pt x="300094" y="154845"/>
                  <a:pt x="298581" y="154918"/>
                  <a:pt x="296737" y="154918"/>
                </a:cubicBezTo>
                <a:cubicBezTo>
                  <a:pt x="294967" y="154918"/>
                  <a:pt x="293491" y="154845"/>
                  <a:pt x="292311" y="154697"/>
                </a:cubicBezTo>
                <a:cubicBezTo>
                  <a:pt x="291131" y="154550"/>
                  <a:pt x="290190" y="154328"/>
                  <a:pt x="289489" y="154033"/>
                </a:cubicBezTo>
                <a:cubicBezTo>
                  <a:pt x="288788" y="153738"/>
                  <a:pt x="288309" y="153388"/>
                  <a:pt x="288051" y="152982"/>
                </a:cubicBezTo>
                <a:cubicBezTo>
                  <a:pt x="287792" y="152574"/>
                  <a:pt x="287663" y="152075"/>
                  <a:pt x="287663" y="151485"/>
                </a:cubicBezTo>
                <a:lnTo>
                  <a:pt x="287663" y="3544"/>
                </a:lnTo>
                <a:cubicBezTo>
                  <a:pt x="287663" y="2954"/>
                  <a:pt x="287792" y="2438"/>
                  <a:pt x="288051" y="1995"/>
                </a:cubicBezTo>
                <a:cubicBezTo>
                  <a:pt x="288309" y="1550"/>
                  <a:pt x="288788" y="1180"/>
                  <a:pt x="289489" y="885"/>
                </a:cubicBezTo>
                <a:cubicBezTo>
                  <a:pt x="290190" y="590"/>
                  <a:pt x="291131" y="369"/>
                  <a:pt x="292311" y="221"/>
                </a:cubicBezTo>
                <a:cubicBezTo>
                  <a:pt x="293491" y="74"/>
                  <a:pt x="294967" y="0"/>
                  <a:pt x="296737" y="0"/>
                </a:cubicBezTo>
                <a:cubicBezTo>
                  <a:pt x="298581" y="0"/>
                  <a:pt x="300094" y="74"/>
                  <a:pt x="301274" y="221"/>
                </a:cubicBezTo>
                <a:cubicBezTo>
                  <a:pt x="302454" y="369"/>
                  <a:pt x="303376" y="590"/>
                  <a:pt x="304040" y="885"/>
                </a:cubicBezTo>
                <a:cubicBezTo>
                  <a:pt x="304704" y="1180"/>
                  <a:pt x="305184" y="1550"/>
                  <a:pt x="305479" y="1995"/>
                </a:cubicBezTo>
                <a:cubicBezTo>
                  <a:pt x="305774" y="2438"/>
                  <a:pt x="305922" y="2954"/>
                  <a:pt x="305922" y="3544"/>
                </a:cubicBezTo>
                <a:lnTo>
                  <a:pt x="305922" y="15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CC3EE-CFE1-4BCA-AEF2-CC33A338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472" y="2157647"/>
            <a:ext cx="113086" cy="1031340"/>
          </a:xfrm>
          <a:custGeom xmlns:a="http://schemas.openxmlformats.org/drawingml/2006/main">
            <a:pathLst>
              <a:path w="113086" h="1031340">
                <a:moveTo>
                  <a:pt x="113086" y="113086"/>
                </a:moveTo>
                <a:lnTo>
                  <a:pt x="56543" y="0"/>
                </a:lnTo>
                <a:lnTo>
                  <a:pt x="0" y="113086"/>
                </a:lnTo>
                <a:lnTo>
                  <a:pt x="45234" y="113086"/>
                </a:lnTo>
                <a:lnTo>
                  <a:pt x="45234" y="1031340"/>
                </a:lnTo>
                <a:lnTo>
                  <a:pt x="67851" y="1031340"/>
                </a:lnTo>
                <a:lnTo>
                  <a:pt x="67851" y="113086"/>
                </a:lnTo>
                <a:lnTo>
                  <a:pt x="113086" y="113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Reachable">
            <a:extLst xmlns:a="http://schemas.openxmlformats.org/drawingml/2006/main">
              <a:ext uri="{FF2B5EF4-FFF2-40B4-BE49-F238E27FC236}">
                <a16:creationId xmlns:a16="http://schemas.microsoft.com/office/drawing/2014/main" id="{00A011BC-06B4-44AC-8FB9-1981DE3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938" y="2488304"/>
            <a:ext cx="918670" cy="156468"/>
          </a:xfrm>
          <a:custGeom xmlns:a="http://schemas.openxmlformats.org/drawingml/2006/main">
            <a:pathLst>
              <a:path w="918670" h="156468">
                <a:moveTo>
                  <a:pt x="95496" y="151377"/>
                </a:moveTo>
                <a:cubicBezTo>
                  <a:pt x="95496" y="151968"/>
                  <a:pt x="95385" y="152484"/>
                  <a:pt x="95164" y="152927"/>
                </a:cubicBezTo>
                <a:cubicBezTo>
                  <a:pt x="94943" y="153369"/>
                  <a:pt x="94463" y="153738"/>
                  <a:pt x="93726" y="154033"/>
                </a:cubicBezTo>
                <a:cubicBezTo>
                  <a:pt x="92988" y="154328"/>
                  <a:pt x="91955" y="154550"/>
                  <a:pt x="90627" y="154697"/>
                </a:cubicBezTo>
                <a:cubicBezTo>
                  <a:pt x="89299" y="154845"/>
                  <a:pt x="87529" y="154918"/>
                  <a:pt x="85316" y="154918"/>
                </a:cubicBezTo>
                <a:cubicBezTo>
                  <a:pt x="83398" y="154918"/>
                  <a:pt x="81830" y="154845"/>
                  <a:pt x="80613" y="154697"/>
                </a:cubicBezTo>
                <a:cubicBezTo>
                  <a:pt x="79396" y="154550"/>
                  <a:pt x="78418" y="154310"/>
                  <a:pt x="77681" y="153978"/>
                </a:cubicBezTo>
                <a:cubicBezTo>
                  <a:pt x="76943" y="153646"/>
                  <a:pt x="76371" y="153185"/>
                  <a:pt x="75965" y="152595"/>
                </a:cubicBezTo>
                <a:cubicBezTo>
                  <a:pt x="75560" y="152004"/>
                  <a:pt x="75209" y="151267"/>
                  <a:pt x="74914" y="150381"/>
                </a:cubicBezTo>
                <a:lnTo>
                  <a:pt x="61746" y="116631"/>
                </a:lnTo>
                <a:cubicBezTo>
                  <a:pt x="60197" y="112795"/>
                  <a:pt x="58592" y="109273"/>
                  <a:pt x="56933" y="106064"/>
                </a:cubicBezTo>
                <a:cubicBezTo>
                  <a:pt x="55273" y="102855"/>
                  <a:pt x="53299" y="100088"/>
                  <a:pt x="51012" y="97765"/>
                </a:cubicBezTo>
                <a:cubicBezTo>
                  <a:pt x="48726" y="95441"/>
                  <a:pt x="46033" y="93633"/>
                  <a:pt x="42935" y="92342"/>
                </a:cubicBezTo>
                <a:cubicBezTo>
                  <a:pt x="39836" y="91051"/>
                  <a:pt x="36111" y="90406"/>
                  <a:pt x="31758" y="90406"/>
                </a:cubicBezTo>
                <a:lnTo>
                  <a:pt x="19033" y="90406"/>
                </a:lnTo>
                <a:lnTo>
                  <a:pt x="19033" y="151377"/>
                </a:lnTo>
                <a:cubicBezTo>
                  <a:pt x="19033" y="151968"/>
                  <a:pt x="18867" y="152484"/>
                  <a:pt x="18535" y="152927"/>
                </a:cubicBezTo>
                <a:cubicBezTo>
                  <a:pt x="18203" y="153369"/>
                  <a:pt x="17687" y="153720"/>
                  <a:pt x="16986" y="153978"/>
                </a:cubicBezTo>
                <a:cubicBezTo>
                  <a:pt x="16285" y="154236"/>
                  <a:pt x="15326" y="154457"/>
                  <a:pt x="14109" y="154642"/>
                </a:cubicBezTo>
                <a:cubicBezTo>
                  <a:pt x="12891" y="154826"/>
                  <a:pt x="11361" y="154918"/>
                  <a:pt x="9516" y="154918"/>
                </a:cubicBezTo>
                <a:cubicBezTo>
                  <a:pt x="7672" y="154918"/>
                  <a:pt x="6141" y="154826"/>
                  <a:pt x="4924" y="154642"/>
                </a:cubicBezTo>
                <a:cubicBezTo>
                  <a:pt x="3707" y="154457"/>
                  <a:pt x="2730" y="154236"/>
                  <a:pt x="1992" y="153978"/>
                </a:cubicBezTo>
                <a:cubicBezTo>
                  <a:pt x="1254" y="153720"/>
                  <a:pt x="738" y="153369"/>
                  <a:pt x="443" y="152927"/>
                </a:cubicBezTo>
                <a:cubicBezTo>
                  <a:pt x="148" y="152484"/>
                  <a:pt x="0" y="151968"/>
                  <a:pt x="0" y="151377"/>
                </a:cubicBezTo>
                <a:lnTo>
                  <a:pt x="0" y="18812"/>
                </a:lnTo>
                <a:cubicBezTo>
                  <a:pt x="0" y="15934"/>
                  <a:pt x="756" y="13924"/>
                  <a:pt x="2268" y="12781"/>
                </a:cubicBezTo>
                <a:cubicBezTo>
                  <a:pt x="3781" y="11637"/>
                  <a:pt x="5385" y="11066"/>
                  <a:pt x="7082" y="11066"/>
                </a:cubicBezTo>
                <a:lnTo>
                  <a:pt x="37512" y="11066"/>
                </a:lnTo>
                <a:cubicBezTo>
                  <a:pt x="41127" y="11066"/>
                  <a:pt x="44133" y="11158"/>
                  <a:pt x="46531" y="11342"/>
                </a:cubicBezTo>
                <a:cubicBezTo>
                  <a:pt x="48928" y="11527"/>
                  <a:pt x="51086" y="11730"/>
                  <a:pt x="53004" y="11951"/>
                </a:cubicBezTo>
                <a:cubicBezTo>
                  <a:pt x="58537" y="12910"/>
                  <a:pt x="63424" y="14422"/>
                  <a:pt x="67666" y="16488"/>
                </a:cubicBezTo>
                <a:cubicBezTo>
                  <a:pt x="71908" y="18553"/>
                  <a:pt x="75467" y="21172"/>
                  <a:pt x="78344" y="24344"/>
                </a:cubicBezTo>
                <a:cubicBezTo>
                  <a:pt x="81221" y="27516"/>
                  <a:pt x="83379" y="31150"/>
                  <a:pt x="84818" y="35244"/>
                </a:cubicBezTo>
                <a:cubicBezTo>
                  <a:pt x="86256" y="39338"/>
                  <a:pt x="86976" y="43857"/>
                  <a:pt x="86976" y="48799"/>
                </a:cubicBezTo>
                <a:cubicBezTo>
                  <a:pt x="86976" y="53594"/>
                  <a:pt x="86330" y="57892"/>
                  <a:pt x="85039" y="61691"/>
                </a:cubicBezTo>
                <a:cubicBezTo>
                  <a:pt x="83748" y="65490"/>
                  <a:pt x="81885" y="68846"/>
                  <a:pt x="79451" y="71760"/>
                </a:cubicBezTo>
                <a:cubicBezTo>
                  <a:pt x="77017" y="74674"/>
                  <a:pt x="74103" y="77201"/>
                  <a:pt x="70709" y="79340"/>
                </a:cubicBezTo>
                <a:cubicBezTo>
                  <a:pt x="67316" y="81480"/>
                  <a:pt x="63517" y="83287"/>
                  <a:pt x="59312" y="84762"/>
                </a:cubicBezTo>
                <a:cubicBezTo>
                  <a:pt x="61672" y="85795"/>
                  <a:pt x="63812" y="87105"/>
                  <a:pt x="65730" y="88691"/>
                </a:cubicBezTo>
                <a:cubicBezTo>
                  <a:pt x="67648" y="90277"/>
                  <a:pt x="69437" y="92176"/>
                  <a:pt x="71096" y="94390"/>
                </a:cubicBezTo>
                <a:cubicBezTo>
                  <a:pt x="72756" y="96603"/>
                  <a:pt x="74324" y="99148"/>
                  <a:pt x="75799" y="102025"/>
                </a:cubicBezTo>
                <a:cubicBezTo>
                  <a:pt x="77275" y="104902"/>
                  <a:pt x="78750" y="108148"/>
                  <a:pt x="80226" y="111763"/>
                </a:cubicBezTo>
                <a:lnTo>
                  <a:pt x="93062" y="143300"/>
                </a:lnTo>
                <a:cubicBezTo>
                  <a:pt x="94094" y="145955"/>
                  <a:pt x="94758" y="147818"/>
                  <a:pt x="95053" y="148888"/>
                </a:cubicBezTo>
                <a:cubicBezTo>
                  <a:pt x="95349" y="149957"/>
                  <a:pt x="95496" y="150787"/>
                  <a:pt x="95496" y="151377"/>
                </a:cubicBezTo>
                <a:moveTo>
                  <a:pt x="66836" y="50791"/>
                </a:moveTo>
                <a:cubicBezTo>
                  <a:pt x="66836" y="45185"/>
                  <a:pt x="65582" y="40445"/>
                  <a:pt x="63074" y="36572"/>
                </a:cubicBezTo>
                <a:cubicBezTo>
                  <a:pt x="60566" y="32699"/>
                  <a:pt x="56361" y="29914"/>
                  <a:pt x="50459" y="28217"/>
                </a:cubicBezTo>
                <a:cubicBezTo>
                  <a:pt x="48615" y="27701"/>
                  <a:pt x="46531" y="27332"/>
                  <a:pt x="44207" y="27111"/>
                </a:cubicBezTo>
                <a:cubicBezTo>
                  <a:pt x="41883" y="26889"/>
                  <a:pt x="38840" y="26779"/>
                  <a:pt x="35078" y="26779"/>
                </a:cubicBezTo>
                <a:lnTo>
                  <a:pt x="19033" y="26779"/>
                </a:lnTo>
                <a:lnTo>
                  <a:pt x="19033" y="75025"/>
                </a:lnTo>
                <a:lnTo>
                  <a:pt x="37623" y="75025"/>
                </a:lnTo>
                <a:cubicBezTo>
                  <a:pt x="42639" y="75025"/>
                  <a:pt x="46973" y="74416"/>
                  <a:pt x="50625" y="73199"/>
                </a:cubicBezTo>
                <a:cubicBezTo>
                  <a:pt x="54277" y="71982"/>
                  <a:pt x="57320" y="70285"/>
                  <a:pt x="59754" y="68109"/>
                </a:cubicBezTo>
                <a:cubicBezTo>
                  <a:pt x="62189" y="65933"/>
                  <a:pt x="63978" y="63369"/>
                  <a:pt x="65121" y="60418"/>
                </a:cubicBezTo>
                <a:cubicBezTo>
                  <a:pt x="66264" y="57467"/>
                  <a:pt x="66836" y="54258"/>
                  <a:pt x="66836" y="50791"/>
                </a:cubicBezTo>
                <a:close/>
                <a:moveTo>
                  <a:pt x="202312" y="97377"/>
                </a:moveTo>
                <a:cubicBezTo>
                  <a:pt x="202312" y="100254"/>
                  <a:pt x="201593" y="102301"/>
                  <a:pt x="200154" y="103519"/>
                </a:cubicBezTo>
                <a:cubicBezTo>
                  <a:pt x="198716" y="104736"/>
                  <a:pt x="197074" y="105345"/>
                  <a:pt x="195230" y="105345"/>
                </a:cubicBezTo>
                <a:lnTo>
                  <a:pt x="129943" y="105345"/>
                </a:lnTo>
                <a:cubicBezTo>
                  <a:pt x="129943" y="110893"/>
                  <a:pt x="130496" y="115888"/>
                  <a:pt x="131603" y="120328"/>
                </a:cubicBezTo>
                <a:cubicBezTo>
                  <a:pt x="132709" y="124768"/>
                  <a:pt x="134554" y="128579"/>
                  <a:pt x="137136" y="131760"/>
                </a:cubicBezTo>
                <a:cubicBezTo>
                  <a:pt x="139718" y="134942"/>
                  <a:pt x="143074" y="137384"/>
                  <a:pt x="147205" y="139088"/>
                </a:cubicBezTo>
                <a:cubicBezTo>
                  <a:pt x="151336" y="140789"/>
                  <a:pt x="156390" y="141640"/>
                  <a:pt x="162365" y="141640"/>
                </a:cubicBezTo>
                <a:cubicBezTo>
                  <a:pt x="167086" y="141640"/>
                  <a:pt x="171291" y="141252"/>
                  <a:pt x="174980" y="140478"/>
                </a:cubicBezTo>
                <a:cubicBezTo>
                  <a:pt x="178668" y="139703"/>
                  <a:pt x="181859" y="138836"/>
                  <a:pt x="184552" y="137877"/>
                </a:cubicBezTo>
                <a:cubicBezTo>
                  <a:pt x="187244" y="136918"/>
                  <a:pt x="189457" y="136052"/>
                  <a:pt x="191191" y="135277"/>
                </a:cubicBezTo>
                <a:cubicBezTo>
                  <a:pt x="192925" y="134502"/>
                  <a:pt x="194234" y="134115"/>
                  <a:pt x="195119" y="134115"/>
                </a:cubicBezTo>
                <a:cubicBezTo>
                  <a:pt x="195636" y="134115"/>
                  <a:pt x="196097" y="134244"/>
                  <a:pt x="196503" y="134502"/>
                </a:cubicBezTo>
                <a:cubicBezTo>
                  <a:pt x="196908" y="134761"/>
                  <a:pt x="197222" y="135148"/>
                  <a:pt x="197443" y="135664"/>
                </a:cubicBezTo>
                <a:cubicBezTo>
                  <a:pt x="197664" y="136181"/>
                  <a:pt x="197830" y="136900"/>
                  <a:pt x="197941" y="137822"/>
                </a:cubicBezTo>
                <a:cubicBezTo>
                  <a:pt x="198052" y="138744"/>
                  <a:pt x="198107" y="139869"/>
                  <a:pt x="198107" y="141197"/>
                </a:cubicBezTo>
                <a:cubicBezTo>
                  <a:pt x="198107" y="142156"/>
                  <a:pt x="198070" y="142986"/>
                  <a:pt x="197996" y="143687"/>
                </a:cubicBezTo>
                <a:cubicBezTo>
                  <a:pt x="197923" y="144388"/>
                  <a:pt x="197830" y="145015"/>
                  <a:pt x="197720" y="145568"/>
                </a:cubicBezTo>
                <a:cubicBezTo>
                  <a:pt x="197609" y="146121"/>
                  <a:pt x="197425" y="146619"/>
                  <a:pt x="197166" y="147062"/>
                </a:cubicBezTo>
                <a:cubicBezTo>
                  <a:pt x="196908" y="147504"/>
                  <a:pt x="196576" y="147929"/>
                  <a:pt x="196171" y="148334"/>
                </a:cubicBezTo>
                <a:cubicBezTo>
                  <a:pt x="195765" y="148740"/>
                  <a:pt x="194566" y="149404"/>
                  <a:pt x="192574" y="150326"/>
                </a:cubicBezTo>
                <a:cubicBezTo>
                  <a:pt x="190582" y="151248"/>
                  <a:pt x="188000" y="152152"/>
                  <a:pt x="184828" y="153037"/>
                </a:cubicBezTo>
                <a:cubicBezTo>
                  <a:pt x="181656" y="153922"/>
                  <a:pt x="177986" y="154716"/>
                  <a:pt x="173818" y="155416"/>
                </a:cubicBezTo>
                <a:cubicBezTo>
                  <a:pt x="169650" y="156117"/>
                  <a:pt x="165205" y="156468"/>
                  <a:pt x="160484" y="156468"/>
                </a:cubicBezTo>
                <a:cubicBezTo>
                  <a:pt x="152295" y="156468"/>
                  <a:pt x="145121" y="155323"/>
                  <a:pt x="138961" y="153034"/>
                </a:cubicBezTo>
                <a:cubicBezTo>
                  <a:pt x="132802" y="150745"/>
                  <a:pt x="127619" y="147348"/>
                  <a:pt x="123414" y="142843"/>
                </a:cubicBezTo>
                <a:cubicBezTo>
                  <a:pt x="119209" y="138338"/>
                  <a:pt x="116037" y="132689"/>
                  <a:pt x="113898" y="125895"/>
                </a:cubicBezTo>
                <a:cubicBezTo>
                  <a:pt x="111758" y="119102"/>
                  <a:pt x="110689" y="111200"/>
                  <a:pt x="110689" y="102191"/>
                </a:cubicBezTo>
                <a:cubicBezTo>
                  <a:pt x="110689" y="93624"/>
                  <a:pt x="111795" y="85926"/>
                  <a:pt x="114008" y="79095"/>
                </a:cubicBezTo>
                <a:cubicBezTo>
                  <a:pt x="116222" y="72264"/>
                  <a:pt x="119412" y="66467"/>
                  <a:pt x="123580" y="61705"/>
                </a:cubicBezTo>
                <a:cubicBezTo>
                  <a:pt x="127748" y="56942"/>
                  <a:pt x="132783" y="53287"/>
                  <a:pt x="138685" y="50739"/>
                </a:cubicBezTo>
                <a:cubicBezTo>
                  <a:pt x="144586" y="48192"/>
                  <a:pt x="151189" y="46918"/>
                  <a:pt x="158492" y="46918"/>
                </a:cubicBezTo>
                <a:cubicBezTo>
                  <a:pt x="166312" y="46918"/>
                  <a:pt x="172970" y="48172"/>
                  <a:pt x="178466" y="50680"/>
                </a:cubicBezTo>
                <a:cubicBezTo>
                  <a:pt x="183962" y="53189"/>
                  <a:pt x="188480" y="56564"/>
                  <a:pt x="192021" y="60805"/>
                </a:cubicBezTo>
                <a:cubicBezTo>
                  <a:pt x="195562" y="65047"/>
                  <a:pt x="198162" y="70027"/>
                  <a:pt x="199822" y="75744"/>
                </a:cubicBezTo>
                <a:cubicBezTo>
                  <a:pt x="201482" y="81461"/>
                  <a:pt x="202312" y="87566"/>
                  <a:pt x="202312" y="94058"/>
                </a:cubicBezTo>
                <a:lnTo>
                  <a:pt x="202312" y="97377"/>
                </a:lnTo>
                <a:moveTo>
                  <a:pt x="183943" y="91955"/>
                </a:moveTo>
                <a:cubicBezTo>
                  <a:pt x="184164" y="82365"/>
                  <a:pt x="182043" y="74840"/>
                  <a:pt x="177580" y="69381"/>
                </a:cubicBezTo>
                <a:cubicBezTo>
                  <a:pt x="173117" y="63922"/>
                  <a:pt x="166496" y="61193"/>
                  <a:pt x="157718" y="61193"/>
                </a:cubicBezTo>
                <a:cubicBezTo>
                  <a:pt x="153218" y="61193"/>
                  <a:pt x="149271" y="62041"/>
                  <a:pt x="145877" y="63738"/>
                </a:cubicBezTo>
                <a:cubicBezTo>
                  <a:pt x="142484" y="65435"/>
                  <a:pt x="139644" y="67685"/>
                  <a:pt x="137357" y="70488"/>
                </a:cubicBezTo>
                <a:cubicBezTo>
                  <a:pt x="135070" y="73291"/>
                  <a:pt x="133300" y="76556"/>
                  <a:pt x="132045" y="80281"/>
                </a:cubicBezTo>
                <a:cubicBezTo>
                  <a:pt x="130791" y="84006"/>
                  <a:pt x="130091" y="87898"/>
                  <a:pt x="129943" y="91955"/>
                </a:cubicBezTo>
                <a:lnTo>
                  <a:pt x="183943" y="91955"/>
                </a:lnTo>
                <a:close/>
                <a:moveTo>
                  <a:pt x="305212" y="151599"/>
                </a:moveTo>
                <a:cubicBezTo>
                  <a:pt x="305212" y="152484"/>
                  <a:pt x="304917" y="153148"/>
                  <a:pt x="304326" y="153591"/>
                </a:cubicBezTo>
                <a:cubicBezTo>
                  <a:pt x="303736" y="154033"/>
                  <a:pt x="302925" y="154365"/>
                  <a:pt x="301892" y="154586"/>
                </a:cubicBezTo>
                <a:cubicBezTo>
                  <a:pt x="300859" y="154808"/>
                  <a:pt x="299347" y="154918"/>
                  <a:pt x="297355" y="154918"/>
                </a:cubicBezTo>
                <a:cubicBezTo>
                  <a:pt x="295437" y="154918"/>
                  <a:pt x="293906" y="154808"/>
                  <a:pt x="292763" y="154586"/>
                </a:cubicBezTo>
                <a:cubicBezTo>
                  <a:pt x="291619" y="154365"/>
                  <a:pt x="290789" y="154033"/>
                  <a:pt x="290273" y="153591"/>
                </a:cubicBezTo>
                <a:cubicBezTo>
                  <a:pt x="289757" y="153148"/>
                  <a:pt x="289498" y="152484"/>
                  <a:pt x="289498" y="151599"/>
                </a:cubicBezTo>
                <a:lnTo>
                  <a:pt x="289498" y="141640"/>
                </a:lnTo>
                <a:cubicBezTo>
                  <a:pt x="285146" y="146287"/>
                  <a:pt x="280296" y="149920"/>
                  <a:pt x="274947" y="152539"/>
                </a:cubicBezTo>
                <a:cubicBezTo>
                  <a:pt x="269599" y="155158"/>
                  <a:pt x="263937" y="156468"/>
                  <a:pt x="257962" y="156468"/>
                </a:cubicBezTo>
                <a:cubicBezTo>
                  <a:pt x="252724" y="156468"/>
                  <a:pt x="247984" y="155783"/>
                  <a:pt x="243742" y="154414"/>
                </a:cubicBezTo>
                <a:cubicBezTo>
                  <a:pt x="239500" y="153044"/>
                  <a:pt x="235886" y="151064"/>
                  <a:pt x="232898" y="148473"/>
                </a:cubicBezTo>
                <a:cubicBezTo>
                  <a:pt x="229910" y="145881"/>
                  <a:pt x="227586" y="142699"/>
                  <a:pt x="225927" y="138925"/>
                </a:cubicBezTo>
                <a:cubicBezTo>
                  <a:pt x="224267" y="135149"/>
                  <a:pt x="223437" y="130854"/>
                  <a:pt x="223437" y="126041"/>
                </a:cubicBezTo>
                <a:cubicBezTo>
                  <a:pt x="223437" y="120416"/>
                  <a:pt x="224580" y="115531"/>
                  <a:pt x="226867" y="111386"/>
                </a:cubicBezTo>
                <a:cubicBezTo>
                  <a:pt x="229154" y="107238"/>
                  <a:pt x="232437" y="103795"/>
                  <a:pt x="236716" y="101057"/>
                </a:cubicBezTo>
                <a:cubicBezTo>
                  <a:pt x="240994" y="98318"/>
                  <a:pt x="246232" y="96264"/>
                  <a:pt x="252429" y="94894"/>
                </a:cubicBezTo>
                <a:cubicBezTo>
                  <a:pt x="258625" y="93525"/>
                  <a:pt x="265597" y="92840"/>
                  <a:pt x="273343" y="92840"/>
                </a:cubicBezTo>
                <a:lnTo>
                  <a:pt x="287064" y="92840"/>
                </a:lnTo>
                <a:lnTo>
                  <a:pt x="287064" y="85122"/>
                </a:lnTo>
                <a:cubicBezTo>
                  <a:pt x="287064" y="81300"/>
                  <a:pt x="286658" y="77919"/>
                  <a:pt x="285847" y="74980"/>
                </a:cubicBezTo>
                <a:cubicBezTo>
                  <a:pt x="285035" y="72038"/>
                  <a:pt x="283726" y="69593"/>
                  <a:pt x="281919" y="67645"/>
                </a:cubicBezTo>
                <a:cubicBezTo>
                  <a:pt x="280111" y="65697"/>
                  <a:pt x="277769" y="64228"/>
                  <a:pt x="274892" y="63236"/>
                </a:cubicBezTo>
                <a:cubicBezTo>
                  <a:pt x="272015" y="62243"/>
                  <a:pt x="268474" y="61746"/>
                  <a:pt x="264269" y="61746"/>
                </a:cubicBezTo>
                <a:cubicBezTo>
                  <a:pt x="259769" y="61746"/>
                  <a:pt x="255730" y="62275"/>
                  <a:pt x="252152" y="63333"/>
                </a:cubicBezTo>
                <a:cubicBezTo>
                  <a:pt x="248574" y="64391"/>
                  <a:pt x="245439" y="65559"/>
                  <a:pt x="242746" y="66836"/>
                </a:cubicBezTo>
                <a:cubicBezTo>
                  <a:pt x="240054" y="68113"/>
                  <a:pt x="237804" y="69281"/>
                  <a:pt x="235996" y="70339"/>
                </a:cubicBezTo>
                <a:cubicBezTo>
                  <a:pt x="234189" y="71397"/>
                  <a:pt x="232843" y="71926"/>
                  <a:pt x="231957" y="71926"/>
                </a:cubicBezTo>
                <a:cubicBezTo>
                  <a:pt x="231367" y="71926"/>
                  <a:pt x="230851" y="71779"/>
                  <a:pt x="230408" y="71484"/>
                </a:cubicBezTo>
                <a:cubicBezTo>
                  <a:pt x="229966" y="71189"/>
                  <a:pt x="229578" y="70746"/>
                  <a:pt x="229246" y="70156"/>
                </a:cubicBezTo>
                <a:cubicBezTo>
                  <a:pt x="228914" y="69566"/>
                  <a:pt x="228675" y="68810"/>
                  <a:pt x="228527" y="67887"/>
                </a:cubicBezTo>
                <a:cubicBezTo>
                  <a:pt x="228379" y="66965"/>
                  <a:pt x="228306" y="65951"/>
                  <a:pt x="228306" y="64844"/>
                </a:cubicBezTo>
                <a:cubicBezTo>
                  <a:pt x="228306" y="63000"/>
                  <a:pt x="228435" y="61543"/>
                  <a:pt x="228693" y="60474"/>
                </a:cubicBezTo>
                <a:cubicBezTo>
                  <a:pt x="228951" y="59404"/>
                  <a:pt x="229578" y="58389"/>
                  <a:pt x="230574" y="57430"/>
                </a:cubicBezTo>
                <a:cubicBezTo>
                  <a:pt x="231570" y="56471"/>
                  <a:pt x="233285" y="55355"/>
                  <a:pt x="235720" y="54080"/>
                </a:cubicBezTo>
                <a:cubicBezTo>
                  <a:pt x="238154" y="52803"/>
                  <a:pt x="240957" y="51636"/>
                  <a:pt x="244130" y="50580"/>
                </a:cubicBezTo>
                <a:cubicBezTo>
                  <a:pt x="247302" y="49524"/>
                  <a:pt x="250769" y="48651"/>
                  <a:pt x="254531" y="47959"/>
                </a:cubicBezTo>
                <a:cubicBezTo>
                  <a:pt x="258293" y="47265"/>
                  <a:pt x="262093" y="46918"/>
                  <a:pt x="265929" y="46918"/>
                </a:cubicBezTo>
                <a:cubicBezTo>
                  <a:pt x="273084" y="46918"/>
                  <a:pt x="279171" y="47730"/>
                  <a:pt x="284187" y="49353"/>
                </a:cubicBezTo>
                <a:cubicBezTo>
                  <a:pt x="289203" y="50976"/>
                  <a:pt x="293261" y="53355"/>
                  <a:pt x="296359" y="56490"/>
                </a:cubicBezTo>
                <a:cubicBezTo>
                  <a:pt x="299458" y="59625"/>
                  <a:pt x="301708" y="63517"/>
                  <a:pt x="303109" y="68164"/>
                </a:cubicBezTo>
                <a:cubicBezTo>
                  <a:pt x="304511" y="72812"/>
                  <a:pt x="305212" y="78234"/>
                  <a:pt x="305212" y="84431"/>
                </a:cubicBezTo>
                <a:lnTo>
                  <a:pt x="305212" y="151599"/>
                </a:lnTo>
                <a:moveTo>
                  <a:pt x="287064" y="106008"/>
                </a:moveTo>
                <a:lnTo>
                  <a:pt x="271462" y="106008"/>
                </a:lnTo>
                <a:cubicBezTo>
                  <a:pt x="266445" y="106008"/>
                  <a:pt x="262093" y="106436"/>
                  <a:pt x="258404" y="107291"/>
                </a:cubicBezTo>
                <a:cubicBezTo>
                  <a:pt x="254716" y="108144"/>
                  <a:pt x="251654" y="109405"/>
                  <a:pt x="249220" y="111074"/>
                </a:cubicBezTo>
                <a:cubicBezTo>
                  <a:pt x="246785" y="112743"/>
                  <a:pt x="244996" y="114748"/>
                  <a:pt x="243853" y="117088"/>
                </a:cubicBezTo>
                <a:cubicBezTo>
                  <a:pt x="242709" y="119425"/>
                  <a:pt x="242138" y="122116"/>
                  <a:pt x="242138" y="125159"/>
                </a:cubicBezTo>
                <a:cubicBezTo>
                  <a:pt x="242138" y="130355"/>
                  <a:pt x="243779" y="134493"/>
                  <a:pt x="247062" y="137573"/>
                </a:cubicBezTo>
                <a:cubicBezTo>
                  <a:pt x="250345" y="140653"/>
                  <a:pt x="254937" y="142193"/>
                  <a:pt x="260839" y="142193"/>
                </a:cubicBezTo>
                <a:cubicBezTo>
                  <a:pt x="265634" y="142193"/>
                  <a:pt x="270078" y="140969"/>
                  <a:pt x="274173" y="138521"/>
                </a:cubicBezTo>
                <a:cubicBezTo>
                  <a:pt x="278267" y="136070"/>
                  <a:pt x="282564" y="132322"/>
                  <a:pt x="287064" y="127275"/>
                </a:cubicBezTo>
                <a:lnTo>
                  <a:pt x="287064" y="106008"/>
                </a:lnTo>
                <a:close/>
                <a:moveTo>
                  <a:pt x="410334" y="136439"/>
                </a:moveTo>
                <a:cubicBezTo>
                  <a:pt x="410334" y="137693"/>
                  <a:pt x="410297" y="138781"/>
                  <a:pt x="410223" y="139703"/>
                </a:cubicBezTo>
                <a:cubicBezTo>
                  <a:pt x="410150" y="140625"/>
                  <a:pt x="410020" y="141400"/>
                  <a:pt x="409836" y="142027"/>
                </a:cubicBezTo>
                <a:cubicBezTo>
                  <a:pt x="409652" y="142654"/>
                  <a:pt x="409430" y="143207"/>
                  <a:pt x="409172" y="143687"/>
                </a:cubicBezTo>
                <a:cubicBezTo>
                  <a:pt x="408914" y="144166"/>
                  <a:pt x="408324" y="144867"/>
                  <a:pt x="407402" y="145789"/>
                </a:cubicBezTo>
                <a:cubicBezTo>
                  <a:pt x="406479" y="146711"/>
                  <a:pt x="404912" y="147855"/>
                  <a:pt x="402699" y="149220"/>
                </a:cubicBezTo>
                <a:cubicBezTo>
                  <a:pt x="400486" y="150584"/>
                  <a:pt x="397996" y="151802"/>
                  <a:pt x="395229" y="152871"/>
                </a:cubicBezTo>
                <a:cubicBezTo>
                  <a:pt x="392463" y="153941"/>
                  <a:pt x="389457" y="154808"/>
                  <a:pt x="386211" y="155472"/>
                </a:cubicBezTo>
                <a:cubicBezTo>
                  <a:pt x="382965" y="156136"/>
                  <a:pt x="379609" y="156468"/>
                  <a:pt x="376141" y="156468"/>
                </a:cubicBezTo>
                <a:cubicBezTo>
                  <a:pt x="368986" y="156468"/>
                  <a:pt x="362641" y="155285"/>
                  <a:pt x="357108" y="152920"/>
                </a:cubicBezTo>
                <a:cubicBezTo>
                  <a:pt x="351576" y="150554"/>
                  <a:pt x="346947" y="147099"/>
                  <a:pt x="343221" y="142553"/>
                </a:cubicBezTo>
                <a:cubicBezTo>
                  <a:pt x="339496" y="138006"/>
                  <a:pt x="336656" y="132425"/>
                  <a:pt x="334701" y="125809"/>
                </a:cubicBezTo>
                <a:cubicBezTo>
                  <a:pt x="332746" y="119193"/>
                  <a:pt x="331768" y="111561"/>
                  <a:pt x="331768" y="102914"/>
                </a:cubicBezTo>
                <a:cubicBezTo>
                  <a:pt x="331768" y="93081"/>
                  <a:pt x="332967" y="84636"/>
                  <a:pt x="335365" y="77577"/>
                </a:cubicBezTo>
                <a:cubicBezTo>
                  <a:pt x="337762" y="70518"/>
                  <a:pt x="341045" y="64734"/>
                  <a:pt x="345213" y="60225"/>
                </a:cubicBezTo>
                <a:cubicBezTo>
                  <a:pt x="349381" y="55715"/>
                  <a:pt x="354287" y="52370"/>
                  <a:pt x="359930" y="50189"/>
                </a:cubicBezTo>
                <a:cubicBezTo>
                  <a:pt x="365574" y="48009"/>
                  <a:pt x="371678" y="46918"/>
                  <a:pt x="378244" y="46918"/>
                </a:cubicBezTo>
                <a:cubicBezTo>
                  <a:pt x="381416" y="46918"/>
                  <a:pt x="384496" y="47213"/>
                  <a:pt x="387484" y="47803"/>
                </a:cubicBezTo>
                <a:cubicBezTo>
                  <a:pt x="390471" y="48394"/>
                  <a:pt x="393219" y="49168"/>
                  <a:pt x="395727" y="50127"/>
                </a:cubicBezTo>
                <a:cubicBezTo>
                  <a:pt x="398236" y="51086"/>
                  <a:pt x="400467" y="52193"/>
                  <a:pt x="402422" y="53447"/>
                </a:cubicBezTo>
                <a:cubicBezTo>
                  <a:pt x="404377" y="54701"/>
                  <a:pt x="405797" y="55771"/>
                  <a:pt x="406682" y="56656"/>
                </a:cubicBezTo>
                <a:cubicBezTo>
                  <a:pt x="407568" y="57541"/>
                  <a:pt x="408176" y="58242"/>
                  <a:pt x="408508" y="58758"/>
                </a:cubicBezTo>
                <a:cubicBezTo>
                  <a:pt x="408840" y="59275"/>
                  <a:pt x="409117" y="59883"/>
                  <a:pt x="409338" y="60584"/>
                </a:cubicBezTo>
                <a:cubicBezTo>
                  <a:pt x="409559" y="61285"/>
                  <a:pt x="409707" y="62078"/>
                  <a:pt x="409781" y="62963"/>
                </a:cubicBezTo>
                <a:cubicBezTo>
                  <a:pt x="409854" y="63849"/>
                  <a:pt x="409891" y="64955"/>
                  <a:pt x="409891" y="66283"/>
                </a:cubicBezTo>
                <a:cubicBezTo>
                  <a:pt x="409891" y="69160"/>
                  <a:pt x="409559" y="71170"/>
                  <a:pt x="408895" y="72314"/>
                </a:cubicBezTo>
                <a:cubicBezTo>
                  <a:pt x="408232" y="73457"/>
                  <a:pt x="407420" y="74029"/>
                  <a:pt x="406461" y="74029"/>
                </a:cubicBezTo>
                <a:cubicBezTo>
                  <a:pt x="405354" y="74029"/>
                  <a:pt x="404082" y="73420"/>
                  <a:pt x="402643" y="72203"/>
                </a:cubicBezTo>
                <a:cubicBezTo>
                  <a:pt x="401205" y="70986"/>
                  <a:pt x="399379" y="69640"/>
                  <a:pt x="397166" y="68164"/>
                </a:cubicBezTo>
                <a:cubicBezTo>
                  <a:pt x="394953" y="66689"/>
                  <a:pt x="392279" y="65342"/>
                  <a:pt x="389143" y="64125"/>
                </a:cubicBezTo>
                <a:cubicBezTo>
                  <a:pt x="386008" y="62908"/>
                  <a:pt x="382301" y="62299"/>
                  <a:pt x="378022" y="62299"/>
                </a:cubicBezTo>
                <a:cubicBezTo>
                  <a:pt x="369244" y="62299"/>
                  <a:pt x="362512" y="65685"/>
                  <a:pt x="357828" y="72455"/>
                </a:cubicBezTo>
                <a:cubicBezTo>
                  <a:pt x="353143" y="79224"/>
                  <a:pt x="350801" y="89043"/>
                  <a:pt x="350801" y="101914"/>
                </a:cubicBezTo>
                <a:cubicBezTo>
                  <a:pt x="350801" y="108351"/>
                  <a:pt x="351410" y="113992"/>
                  <a:pt x="352627" y="118838"/>
                </a:cubicBezTo>
                <a:cubicBezTo>
                  <a:pt x="353844" y="123683"/>
                  <a:pt x="355633" y="127734"/>
                  <a:pt x="357994" y="130989"/>
                </a:cubicBezTo>
                <a:cubicBezTo>
                  <a:pt x="360354" y="134244"/>
                  <a:pt x="363250" y="136667"/>
                  <a:pt x="366680" y="138258"/>
                </a:cubicBezTo>
                <a:cubicBezTo>
                  <a:pt x="370111" y="139848"/>
                  <a:pt x="374039" y="140644"/>
                  <a:pt x="378465" y="140644"/>
                </a:cubicBezTo>
                <a:cubicBezTo>
                  <a:pt x="382670" y="140644"/>
                  <a:pt x="386359" y="139980"/>
                  <a:pt x="389531" y="138652"/>
                </a:cubicBezTo>
                <a:cubicBezTo>
                  <a:pt x="392703" y="137324"/>
                  <a:pt x="395451" y="135867"/>
                  <a:pt x="397775" y="134281"/>
                </a:cubicBezTo>
                <a:cubicBezTo>
                  <a:pt x="400098" y="132695"/>
                  <a:pt x="402053" y="131256"/>
                  <a:pt x="403639" y="129965"/>
                </a:cubicBezTo>
                <a:cubicBezTo>
                  <a:pt x="405225" y="128674"/>
                  <a:pt x="406461" y="128029"/>
                  <a:pt x="407346" y="128029"/>
                </a:cubicBezTo>
                <a:cubicBezTo>
                  <a:pt x="407863" y="128029"/>
                  <a:pt x="408305" y="128177"/>
                  <a:pt x="408674" y="128472"/>
                </a:cubicBezTo>
                <a:cubicBezTo>
                  <a:pt x="409043" y="128767"/>
                  <a:pt x="409357" y="129265"/>
                  <a:pt x="409615" y="129965"/>
                </a:cubicBezTo>
                <a:cubicBezTo>
                  <a:pt x="409873" y="130666"/>
                  <a:pt x="410057" y="131552"/>
                  <a:pt x="410168" y="132621"/>
                </a:cubicBezTo>
                <a:cubicBezTo>
                  <a:pt x="410279" y="133691"/>
                  <a:pt x="410334" y="134963"/>
                  <a:pt x="410334" y="136439"/>
                </a:cubicBezTo>
                <a:close/>
                <a:moveTo>
                  <a:pt x="520360" y="151488"/>
                </a:moveTo>
                <a:cubicBezTo>
                  <a:pt x="520360" y="152078"/>
                  <a:pt x="520212" y="152576"/>
                  <a:pt x="519917" y="152982"/>
                </a:cubicBezTo>
                <a:cubicBezTo>
                  <a:pt x="519622" y="153388"/>
                  <a:pt x="519142" y="153738"/>
                  <a:pt x="518479" y="154033"/>
                </a:cubicBezTo>
                <a:cubicBezTo>
                  <a:pt x="517815" y="154328"/>
                  <a:pt x="516892" y="154550"/>
                  <a:pt x="515712" y="154697"/>
                </a:cubicBezTo>
                <a:cubicBezTo>
                  <a:pt x="514532" y="154845"/>
                  <a:pt x="513056" y="154918"/>
                  <a:pt x="511286" y="154918"/>
                </a:cubicBezTo>
                <a:cubicBezTo>
                  <a:pt x="509442" y="154918"/>
                  <a:pt x="507929" y="154845"/>
                  <a:pt x="506749" y="154697"/>
                </a:cubicBezTo>
                <a:cubicBezTo>
                  <a:pt x="505569" y="154550"/>
                  <a:pt x="504647" y="154328"/>
                  <a:pt x="503983" y="154033"/>
                </a:cubicBezTo>
                <a:cubicBezTo>
                  <a:pt x="503319" y="153738"/>
                  <a:pt x="502839" y="153388"/>
                  <a:pt x="502544" y="152982"/>
                </a:cubicBezTo>
                <a:cubicBezTo>
                  <a:pt x="502249" y="152576"/>
                  <a:pt x="502101" y="152078"/>
                  <a:pt x="502101" y="151488"/>
                </a:cubicBezTo>
                <a:lnTo>
                  <a:pt x="502101" y="93172"/>
                </a:lnTo>
                <a:cubicBezTo>
                  <a:pt x="502101" y="87492"/>
                  <a:pt x="501659" y="82918"/>
                  <a:pt x="500774" y="79451"/>
                </a:cubicBezTo>
                <a:cubicBezTo>
                  <a:pt x="499888" y="75984"/>
                  <a:pt x="498597" y="72996"/>
                  <a:pt x="496901" y="70488"/>
                </a:cubicBezTo>
                <a:cubicBezTo>
                  <a:pt x="495204" y="67980"/>
                  <a:pt x="493009" y="66062"/>
                  <a:pt x="490317" y="64734"/>
                </a:cubicBezTo>
                <a:cubicBezTo>
                  <a:pt x="487624" y="63406"/>
                  <a:pt x="484507" y="62742"/>
                  <a:pt x="480966" y="62742"/>
                </a:cubicBezTo>
                <a:cubicBezTo>
                  <a:pt x="476392" y="62742"/>
                  <a:pt x="471819" y="64365"/>
                  <a:pt x="467245" y="67611"/>
                </a:cubicBezTo>
                <a:cubicBezTo>
                  <a:pt x="462671" y="70857"/>
                  <a:pt x="457876" y="75615"/>
                  <a:pt x="452859" y="81885"/>
                </a:cubicBezTo>
                <a:lnTo>
                  <a:pt x="452859" y="151488"/>
                </a:lnTo>
                <a:cubicBezTo>
                  <a:pt x="452859" y="152078"/>
                  <a:pt x="452712" y="152576"/>
                  <a:pt x="452417" y="152982"/>
                </a:cubicBezTo>
                <a:cubicBezTo>
                  <a:pt x="452122" y="153388"/>
                  <a:pt x="451642" y="153738"/>
                  <a:pt x="450978" y="154033"/>
                </a:cubicBezTo>
                <a:cubicBezTo>
                  <a:pt x="450314" y="154328"/>
                  <a:pt x="449392" y="154550"/>
                  <a:pt x="448212" y="154697"/>
                </a:cubicBezTo>
                <a:cubicBezTo>
                  <a:pt x="447032" y="154845"/>
                  <a:pt x="445519" y="154918"/>
                  <a:pt x="443675" y="154918"/>
                </a:cubicBezTo>
                <a:cubicBezTo>
                  <a:pt x="441905" y="154918"/>
                  <a:pt x="440429" y="154845"/>
                  <a:pt x="439249" y="154697"/>
                </a:cubicBezTo>
                <a:cubicBezTo>
                  <a:pt x="438068" y="154550"/>
                  <a:pt x="437128" y="154328"/>
                  <a:pt x="436427" y="154033"/>
                </a:cubicBezTo>
                <a:cubicBezTo>
                  <a:pt x="435726" y="153738"/>
                  <a:pt x="435247" y="153388"/>
                  <a:pt x="434989" y="152982"/>
                </a:cubicBezTo>
                <a:cubicBezTo>
                  <a:pt x="434730" y="152574"/>
                  <a:pt x="434601" y="152075"/>
                  <a:pt x="434601" y="151485"/>
                </a:cubicBezTo>
                <a:lnTo>
                  <a:pt x="434601" y="3544"/>
                </a:lnTo>
                <a:cubicBezTo>
                  <a:pt x="434601" y="2954"/>
                  <a:pt x="434730" y="2438"/>
                  <a:pt x="434989" y="1995"/>
                </a:cubicBezTo>
                <a:cubicBezTo>
                  <a:pt x="435247" y="1550"/>
                  <a:pt x="435726" y="1180"/>
                  <a:pt x="436427" y="885"/>
                </a:cubicBezTo>
                <a:cubicBezTo>
                  <a:pt x="437128" y="590"/>
                  <a:pt x="438068" y="369"/>
                  <a:pt x="439249" y="221"/>
                </a:cubicBezTo>
                <a:cubicBezTo>
                  <a:pt x="440429" y="74"/>
                  <a:pt x="441905" y="0"/>
                  <a:pt x="443675" y="0"/>
                </a:cubicBezTo>
                <a:cubicBezTo>
                  <a:pt x="445519" y="0"/>
                  <a:pt x="447032" y="74"/>
                  <a:pt x="448212" y="221"/>
                </a:cubicBezTo>
                <a:cubicBezTo>
                  <a:pt x="449392" y="369"/>
                  <a:pt x="450314" y="591"/>
                  <a:pt x="450978" y="889"/>
                </a:cubicBezTo>
                <a:cubicBezTo>
                  <a:pt x="451642" y="1184"/>
                  <a:pt x="452122" y="1553"/>
                  <a:pt x="452417" y="1995"/>
                </a:cubicBezTo>
                <a:cubicBezTo>
                  <a:pt x="452712" y="2438"/>
                  <a:pt x="452859" y="2955"/>
                  <a:pt x="452859" y="3548"/>
                </a:cubicBezTo>
                <a:lnTo>
                  <a:pt x="452859" y="63295"/>
                </a:lnTo>
                <a:cubicBezTo>
                  <a:pt x="458097" y="57762"/>
                  <a:pt x="463372" y="53650"/>
                  <a:pt x="468683" y="50957"/>
                </a:cubicBezTo>
                <a:cubicBezTo>
                  <a:pt x="473995" y="48264"/>
                  <a:pt x="479343" y="46918"/>
                  <a:pt x="484728" y="46918"/>
                </a:cubicBezTo>
                <a:cubicBezTo>
                  <a:pt x="491368" y="46918"/>
                  <a:pt x="496956" y="48043"/>
                  <a:pt x="501493" y="50293"/>
                </a:cubicBezTo>
                <a:cubicBezTo>
                  <a:pt x="506030" y="52543"/>
                  <a:pt x="509700" y="55549"/>
                  <a:pt x="512503" y="59312"/>
                </a:cubicBezTo>
                <a:cubicBezTo>
                  <a:pt x="515306" y="63074"/>
                  <a:pt x="517317" y="67482"/>
                  <a:pt x="518534" y="72535"/>
                </a:cubicBezTo>
                <a:cubicBezTo>
                  <a:pt x="519751" y="77588"/>
                  <a:pt x="520360" y="83693"/>
                  <a:pt x="520360" y="90849"/>
                </a:cubicBezTo>
                <a:lnTo>
                  <a:pt x="520360" y="151488"/>
                </a:lnTo>
                <a:close/>
                <a:moveTo>
                  <a:pt x="629057" y="151599"/>
                </a:moveTo>
                <a:cubicBezTo>
                  <a:pt x="629057" y="152484"/>
                  <a:pt x="628762" y="153148"/>
                  <a:pt x="628172" y="153591"/>
                </a:cubicBezTo>
                <a:cubicBezTo>
                  <a:pt x="627582" y="154033"/>
                  <a:pt x="626770" y="154365"/>
                  <a:pt x="625737" y="154586"/>
                </a:cubicBezTo>
                <a:cubicBezTo>
                  <a:pt x="624704" y="154808"/>
                  <a:pt x="623192" y="154918"/>
                  <a:pt x="621200" y="154918"/>
                </a:cubicBezTo>
                <a:cubicBezTo>
                  <a:pt x="619282" y="154918"/>
                  <a:pt x="617752" y="154808"/>
                  <a:pt x="616608" y="154586"/>
                </a:cubicBezTo>
                <a:cubicBezTo>
                  <a:pt x="615465" y="154365"/>
                  <a:pt x="614635" y="154033"/>
                  <a:pt x="614118" y="153591"/>
                </a:cubicBezTo>
                <a:cubicBezTo>
                  <a:pt x="613602" y="153148"/>
                  <a:pt x="613344" y="152484"/>
                  <a:pt x="613344" y="151599"/>
                </a:cubicBezTo>
                <a:lnTo>
                  <a:pt x="613344" y="141640"/>
                </a:lnTo>
                <a:cubicBezTo>
                  <a:pt x="608991" y="146287"/>
                  <a:pt x="604141" y="149920"/>
                  <a:pt x="598793" y="152539"/>
                </a:cubicBezTo>
                <a:cubicBezTo>
                  <a:pt x="593444" y="155158"/>
                  <a:pt x="587782" y="156468"/>
                  <a:pt x="581807" y="156468"/>
                </a:cubicBezTo>
                <a:cubicBezTo>
                  <a:pt x="576569" y="156468"/>
                  <a:pt x="571829" y="155783"/>
                  <a:pt x="567588" y="154414"/>
                </a:cubicBezTo>
                <a:cubicBezTo>
                  <a:pt x="563346" y="153044"/>
                  <a:pt x="559731" y="151064"/>
                  <a:pt x="556743" y="148473"/>
                </a:cubicBezTo>
                <a:cubicBezTo>
                  <a:pt x="553756" y="145881"/>
                  <a:pt x="551432" y="142699"/>
                  <a:pt x="549772" y="138925"/>
                </a:cubicBezTo>
                <a:cubicBezTo>
                  <a:pt x="548112" y="135149"/>
                  <a:pt x="547282" y="130854"/>
                  <a:pt x="547282" y="126041"/>
                </a:cubicBezTo>
                <a:cubicBezTo>
                  <a:pt x="547282" y="120416"/>
                  <a:pt x="548426" y="115531"/>
                  <a:pt x="550713" y="111386"/>
                </a:cubicBezTo>
                <a:cubicBezTo>
                  <a:pt x="552999" y="107238"/>
                  <a:pt x="556282" y="103795"/>
                  <a:pt x="560561" y="101057"/>
                </a:cubicBezTo>
                <a:cubicBezTo>
                  <a:pt x="564840" y="98318"/>
                  <a:pt x="570077" y="96264"/>
                  <a:pt x="576274" y="94894"/>
                </a:cubicBezTo>
                <a:cubicBezTo>
                  <a:pt x="582471" y="93525"/>
                  <a:pt x="589442" y="92840"/>
                  <a:pt x="597188" y="92840"/>
                </a:cubicBezTo>
                <a:lnTo>
                  <a:pt x="610909" y="92840"/>
                </a:lnTo>
                <a:lnTo>
                  <a:pt x="610909" y="85122"/>
                </a:lnTo>
                <a:cubicBezTo>
                  <a:pt x="610909" y="81300"/>
                  <a:pt x="610504" y="77919"/>
                  <a:pt x="609692" y="74980"/>
                </a:cubicBezTo>
                <a:cubicBezTo>
                  <a:pt x="608881" y="72038"/>
                  <a:pt x="607571" y="69593"/>
                  <a:pt x="605764" y="67645"/>
                </a:cubicBezTo>
                <a:cubicBezTo>
                  <a:pt x="603956" y="65697"/>
                  <a:pt x="601614" y="64228"/>
                  <a:pt x="598737" y="63236"/>
                </a:cubicBezTo>
                <a:cubicBezTo>
                  <a:pt x="595860" y="62243"/>
                  <a:pt x="592319" y="61746"/>
                  <a:pt x="588114" y="61746"/>
                </a:cubicBezTo>
                <a:cubicBezTo>
                  <a:pt x="583614" y="61746"/>
                  <a:pt x="579575" y="62275"/>
                  <a:pt x="575997" y="63333"/>
                </a:cubicBezTo>
                <a:cubicBezTo>
                  <a:pt x="572420" y="64391"/>
                  <a:pt x="569284" y="65559"/>
                  <a:pt x="566592" y="66836"/>
                </a:cubicBezTo>
                <a:cubicBezTo>
                  <a:pt x="563899" y="68113"/>
                  <a:pt x="561649" y="69281"/>
                  <a:pt x="559842" y="70339"/>
                </a:cubicBezTo>
                <a:cubicBezTo>
                  <a:pt x="558034" y="71397"/>
                  <a:pt x="556688" y="71926"/>
                  <a:pt x="555803" y="71926"/>
                </a:cubicBezTo>
                <a:cubicBezTo>
                  <a:pt x="555213" y="71926"/>
                  <a:pt x="554696" y="71779"/>
                  <a:pt x="554253" y="71484"/>
                </a:cubicBezTo>
                <a:cubicBezTo>
                  <a:pt x="553811" y="71189"/>
                  <a:pt x="553424" y="70746"/>
                  <a:pt x="553092" y="70156"/>
                </a:cubicBezTo>
                <a:cubicBezTo>
                  <a:pt x="552760" y="69566"/>
                  <a:pt x="552520" y="68810"/>
                  <a:pt x="552372" y="67887"/>
                </a:cubicBezTo>
                <a:cubicBezTo>
                  <a:pt x="552225" y="66965"/>
                  <a:pt x="552151" y="65951"/>
                  <a:pt x="552151" y="64844"/>
                </a:cubicBezTo>
                <a:cubicBezTo>
                  <a:pt x="552151" y="63000"/>
                  <a:pt x="552280" y="61543"/>
                  <a:pt x="552538" y="60474"/>
                </a:cubicBezTo>
                <a:cubicBezTo>
                  <a:pt x="552797" y="59404"/>
                  <a:pt x="553424" y="58389"/>
                  <a:pt x="554419" y="57430"/>
                </a:cubicBezTo>
                <a:cubicBezTo>
                  <a:pt x="555415" y="56471"/>
                  <a:pt x="557131" y="55355"/>
                  <a:pt x="559565" y="54080"/>
                </a:cubicBezTo>
                <a:cubicBezTo>
                  <a:pt x="561999" y="52803"/>
                  <a:pt x="564803" y="51636"/>
                  <a:pt x="567975" y="50580"/>
                </a:cubicBezTo>
                <a:cubicBezTo>
                  <a:pt x="571147" y="49524"/>
                  <a:pt x="574614" y="48651"/>
                  <a:pt x="578377" y="47959"/>
                </a:cubicBezTo>
                <a:cubicBezTo>
                  <a:pt x="582139" y="47265"/>
                  <a:pt x="585938" y="46918"/>
                  <a:pt x="589774" y="46918"/>
                </a:cubicBezTo>
                <a:cubicBezTo>
                  <a:pt x="596930" y="46918"/>
                  <a:pt x="603016" y="47730"/>
                  <a:pt x="608032" y="49353"/>
                </a:cubicBezTo>
                <a:cubicBezTo>
                  <a:pt x="613049" y="50976"/>
                  <a:pt x="617106" y="53355"/>
                  <a:pt x="620204" y="56490"/>
                </a:cubicBezTo>
                <a:cubicBezTo>
                  <a:pt x="623303" y="59625"/>
                  <a:pt x="625553" y="63517"/>
                  <a:pt x="626954" y="68164"/>
                </a:cubicBezTo>
                <a:cubicBezTo>
                  <a:pt x="628356" y="72812"/>
                  <a:pt x="629057" y="78234"/>
                  <a:pt x="629057" y="84431"/>
                </a:cubicBezTo>
                <a:lnTo>
                  <a:pt x="629057" y="151599"/>
                </a:lnTo>
                <a:moveTo>
                  <a:pt x="610909" y="106008"/>
                </a:moveTo>
                <a:lnTo>
                  <a:pt x="595307" y="106008"/>
                </a:lnTo>
                <a:cubicBezTo>
                  <a:pt x="590290" y="106008"/>
                  <a:pt x="585938" y="106436"/>
                  <a:pt x="582249" y="107291"/>
                </a:cubicBezTo>
                <a:cubicBezTo>
                  <a:pt x="578561" y="108144"/>
                  <a:pt x="575499" y="109405"/>
                  <a:pt x="573065" y="111074"/>
                </a:cubicBezTo>
                <a:cubicBezTo>
                  <a:pt x="570631" y="112743"/>
                  <a:pt x="568842" y="114748"/>
                  <a:pt x="567698" y="117088"/>
                </a:cubicBezTo>
                <a:cubicBezTo>
                  <a:pt x="566555" y="119425"/>
                  <a:pt x="565983" y="122116"/>
                  <a:pt x="565983" y="125159"/>
                </a:cubicBezTo>
                <a:cubicBezTo>
                  <a:pt x="565983" y="130355"/>
                  <a:pt x="567624" y="134493"/>
                  <a:pt x="570907" y="137573"/>
                </a:cubicBezTo>
                <a:cubicBezTo>
                  <a:pt x="574190" y="140653"/>
                  <a:pt x="578782" y="142193"/>
                  <a:pt x="584684" y="142193"/>
                </a:cubicBezTo>
                <a:cubicBezTo>
                  <a:pt x="589479" y="142193"/>
                  <a:pt x="593924" y="140969"/>
                  <a:pt x="598018" y="138521"/>
                </a:cubicBezTo>
                <a:cubicBezTo>
                  <a:pt x="602112" y="136070"/>
                  <a:pt x="606409" y="132322"/>
                  <a:pt x="610909" y="127275"/>
                </a:cubicBezTo>
                <a:lnTo>
                  <a:pt x="610909" y="106008"/>
                </a:lnTo>
                <a:close/>
                <a:moveTo>
                  <a:pt x="754208" y="100420"/>
                </a:moveTo>
                <a:cubicBezTo>
                  <a:pt x="754208" y="109058"/>
                  <a:pt x="753267" y="116830"/>
                  <a:pt x="751386" y="123734"/>
                </a:cubicBezTo>
                <a:cubicBezTo>
                  <a:pt x="749505" y="130639"/>
                  <a:pt x="746738" y="136529"/>
                  <a:pt x="743087" y="141405"/>
                </a:cubicBezTo>
                <a:cubicBezTo>
                  <a:pt x="739435" y="146278"/>
                  <a:pt x="734954" y="150007"/>
                  <a:pt x="729642" y="152591"/>
                </a:cubicBezTo>
                <a:cubicBezTo>
                  <a:pt x="724331" y="155175"/>
                  <a:pt x="718245" y="156468"/>
                  <a:pt x="711384" y="156468"/>
                </a:cubicBezTo>
                <a:cubicBezTo>
                  <a:pt x="708212" y="156468"/>
                  <a:pt x="705279" y="156153"/>
                  <a:pt x="702587" y="155524"/>
                </a:cubicBezTo>
                <a:cubicBezTo>
                  <a:pt x="699894" y="154896"/>
                  <a:pt x="697257" y="153882"/>
                  <a:pt x="694675" y="152481"/>
                </a:cubicBezTo>
                <a:cubicBezTo>
                  <a:pt x="692093" y="151077"/>
                  <a:pt x="689511" y="149304"/>
                  <a:pt x="686929" y="147162"/>
                </a:cubicBezTo>
                <a:cubicBezTo>
                  <a:pt x="684347" y="145020"/>
                  <a:pt x="681617" y="142436"/>
                  <a:pt x="678740" y="139409"/>
                </a:cubicBezTo>
                <a:lnTo>
                  <a:pt x="678740" y="151509"/>
                </a:lnTo>
                <a:cubicBezTo>
                  <a:pt x="678740" y="152094"/>
                  <a:pt x="678593" y="152607"/>
                  <a:pt x="678298" y="153048"/>
                </a:cubicBezTo>
                <a:cubicBezTo>
                  <a:pt x="678003" y="153488"/>
                  <a:pt x="677523" y="153837"/>
                  <a:pt x="676859" y="154095"/>
                </a:cubicBezTo>
                <a:cubicBezTo>
                  <a:pt x="676195" y="154351"/>
                  <a:pt x="675365" y="154552"/>
                  <a:pt x="674369" y="154697"/>
                </a:cubicBezTo>
                <a:cubicBezTo>
                  <a:pt x="673374" y="154845"/>
                  <a:pt x="672101" y="154918"/>
                  <a:pt x="670552" y="154918"/>
                </a:cubicBezTo>
                <a:cubicBezTo>
                  <a:pt x="669076" y="154918"/>
                  <a:pt x="667822" y="154845"/>
                  <a:pt x="666790" y="154697"/>
                </a:cubicBezTo>
                <a:cubicBezTo>
                  <a:pt x="665757" y="154550"/>
                  <a:pt x="664908" y="154347"/>
                  <a:pt x="664244" y="154088"/>
                </a:cubicBezTo>
                <a:cubicBezTo>
                  <a:pt x="663581" y="153830"/>
                  <a:pt x="663138" y="153480"/>
                  <a:pt x="662917" y="153037"/>
                </a:cubicBezTo>
                <a:cubicBezTo>
                  <a:pt x="662695" y="152592"/>
                  <a:pt x="662585" y="152075"/>
                  <a:pt x="662585" y="151485"/>
                </a:cubicBezTo>
                <a:lnTo>
                  <a:pt x="662585" y="3544"/>
                </a:lnTo>
                <a:cubicBezTo>
                  <a:pt x="662585" y="2954"/>
                  <a:pt x="662714" y="2438"/>
                  <a:pt x="662972" y="1995"/>
                </a:cubicBezTo>
                <a:cubicBezTo>
                  <a:pt x="663230" y="1550"/>
                  <a:pt x="663710" y="1180"/>
                  <a:pt x="664410" y="885"/>
                </a:cubicBezTo>
                <a:cubicBezTo>
                  <a:pt x="665111" y="590"/>
                  <a:pt x="666052" y="369"/>
                  <a:pt x="667232" y="221"/>
                </a:cubicBezTo>
                <a:cubicBezTo>
                  <a:pt x="668412" y="74"/>
                  <a:pt x="669888" y="0"/>
                  <a:pt x="671658" y="0"/>
                </a:cubicBezTo>
                <a:cubicBezTo>
                  <a:pt x="673503" y="0"/>
                  <a:pt x="675015" y="74"/>
                  <a:pt x="676195" y="221"/>
                </a:cubicBezTo>
                <a:cubicBezTo>
                  <a:pt x="677376" y="369"/>
                  <a:pt x="678298" y="591"/>
                  <a:pt x="678962" y="889"/>
                </a:cubicBezTo>
                <a:cubicBezTo>
                  <a:pt x="679626" y="1184"/>
                  <a:pt x="680105" y="1554"/>
                  <a:pt x="680400" y="1999"/>
                </a:cubicBezTo>
                <a:cubicBezTo>
                  <a:pt x="680695" y="2441"/>
                  <a:pt x="680843" y="2958"/>
                  <a:pt x="680843" y="3548"/>
                </a:cubicBezTo>
                <a:lnTo>
                  <a:pt x="680843" y="63313"/>
                </a:lnTo>
                <a:cubicBezTo>
                  <a:pt x="683794" y="60286"/>
                  <a:pt x="686652" y="57738"/>
                  <a:pt x="689419" y="55670"/>
                </a:cubicBezTo>
                <a:cubicBezTo>
                  <a:pt x="692185" y="53602"/>
                  <a:pt x="694896" y="51923"/>
                  <a:pt x="697552" y="50632"/>
                </a:cubicBezTo>
                <a:cubicBezTo>
                  <a:pt x="700208" y="49339"/>
                  <a:pt x="702863" y="48397"/>
                  <a:pt x="705519" y="47807"/>
                </a:cubicBezTo>
                <a:cubicBezTo>
                  <a:pt x="708175" y="47214"/>
                  <a:pt x="710978" y="46918"/>
                  <a:pt x="713929" y="46918"/>
                </a:cubicBezTo>
                <a:cubicBezTo>
                  <a:pt x="721159" y="46918"/>
                  <a:pt x="727337" y="48359"/>
                  <a:pt x="732464" y="51241"/>
                </a:cubicBezTo>
                <a:cubicBezTo>
                  <a:pt x="737591" y="54120"/>
                  <a:pt x="741759" y="57978"/>
                  <a:pt x="744968" y="62815"/>
                </a:cubicBezTo>
                <a:cubicBezTo>
                  <a:pt x="748177" y="67651"/>
                  <a:pt x="750519" y="73319"/>
                  <a:pt x="751995" y="79818"/>
                </a:cubicBezTo>
                <a:cubicBezTo>
                  <a:pt x="753470" y="86314"/>
                  <a:pt x="754208" y="93182"/>
                  <a:pt x="754208" y="100420"/>
                </a:cubicBezTo>
                <a:moveTo>
                  <a:pt x="734954" y="102523"/>
                </a:moveTo>
                <a:cubicBezTo>
                  <a:pt x="734954" y="97426"/>
                  <a:pt x="734566" y="92476"/>
                  <a:pt x="733792" y="87674"/>
                </a:cubicBezTo>
                <a:cubicBezTo>
                  <a:pt x="733017" y="82872"/>
                  <a:pt x="731671" y="78625"/>
                  <a:pt x="729753" y="74931"/>
                </a:cubicBezTo>
                <a:cubicBezTo>
                  <a:pt x="727835" y="71238"/>
                  <a:pt x="725290" y="68266"/>
                  <a:pt x="722118" y="66013"/>
                </a:cubicBezTo>
                <a:cubicBezTo>
                  <a:pt x="718945" y="63759"/>
                  <a:pt x="714999" y="62631"/>
                  <a:pt x="710277" y="62631"/>
                </a:cubicBezTo>
                <a:cubicBezTo>
                  <a:pt x="707917" y="62631"/>
                  <a:pt x="705593" y="62964"/>
                  <a:pt x="703306" y="63631"/>
                </a:cubicBezTo>
                <a:cubicBezTo>
                  <a:pt x="701019" y="64295"/>
                  <a:pt x="698695" y="65402"/>
                  <a:pt x="696335" y="66954"/>
                </a:cubicBezTo>
                <a:cubicBezTo>
                  <a:pt x="693974" y="68505"/>
                  <a:pt x="691521" y="70501"/>
                  <a:pt x="688976" y="72940"/>
                </a:cubicBezTo>
                <a:cubicBezTo>
                  <a:pt x="686431" y="75379"/>
                  <a:pt x="683720" y="78446"/>
                  <a:pt x="680843" y="82141"/>
                </a:cubicBezTo>
                <a:lnTo>
                  <a:pt x="680843" y="121908"/>
                </a:lnTo>
                <a:cubicBezTo>
                  <a:pt x="685859" y="128043"/>
                  <a:pt x="690654" y="132718"/>
                  <a:pt x="695228" y="135934"/>
                </a:cubicBezTo>
                <a:cubicBezTo>
                  <a:pt x="699802" y="139148"/>
                  <a:pt x="704560" y="140754"/>
                  <a:pt x="709503" y="140754"/>
                </a:cubicBezTo>
                <a:cubicBezTo>
                  <a:pt x="714077" y="140754"/>
                  <a:pt x="717986" y="139647"/>
                  <a:pt x="721232" y="137431"/>
                </a:cubicBezTo>
                <a:cubicBezTo>
                  <a:pt x="724478" y="135214"/>
                  <a:pt x="727116" y="132277"/>
                  <a:pt x="729144" y="128620"/>
                </a:cubicBezTo>
                <a:cubicBezTo>
                  <a:pt x="731173" y="124964"/>
                  <a:pt x="732648" y="120864"/>
                  <a:pt x="733570" y="116320"/>
                </a:cubicBezTo>
                <a:cubicBezTo>
                  <a:pt x="734493" y="111776"/>
                  <a:pt x="734954" y="107177"/>
                  <a:pt x="734954" y="102523"/>
                </a:cubicBezTo>
                <a:close/>
                <a:moveTo>
                  <a:pt x="799821" y="151485"/>
                </a:moveTo>
                <a:cubicBezTo>
                  <a:pt x="799821" y="152075"/>
                  <a:pt x="799673" y="152574"/>
                  <a:pt x="799378" y="152982"/>
                </a:cubicBezTo>
                <a:cubicBezTo>
                  <a:pt x="799083" y="153388"/>
                  <a:pt x="798603" y="153738"/>
                  <a:pt x="797939" y="154033"/>
                </a:cubicBezTo>
                <a:cubicBezTo>
                  <a:pt x="797275" y="154328"/>
                  <a:pt x="796353" y="154550"/>
                  <a:pt x="795173" y="154697"/>
                </a:cubicBezTo>
                <a:cubicBezTo>
                  <a:pt x="793993" y="154845"/>
                  <a:pt x="792480" y="154918"/>
                  <a:pt x="790636" y="154918"/>
                </a:cubicBezTo>
                <a:cubicBezTo>
                  <a:pt x="788866" y="154918"/>
                  <a:pt x="787390" y="154845"/>
                  <a:pt x="786210" y="154697"/>
                </a:cubicBezTo>
                <a:cubicBezTo>
                  <a:pt x="785030" y="154550"/>
                  <a:pt x="784089" y="154328"/>
                  <a:pt x="783388" y="154033"/>
                </a:cubicBezTo>
                <a:cubicBezTo>
                  <a:pt x="782687" y="153738"/>
                  <a:pt x="782208" y="153388"/>
                  <a:pt x="781950" y="152982"/>
                </a:cubicBezTo>
                <a:cubicBezTo>
                  <a:pt x="781691" y="152574"/>
                  <a:pt x="781562" y="152075"/>
                  <a:pt x="781562" y="151485"/>
                </a:cubicBezTo>
                <a:lnTo>
                  <a:pt x="781562" y="3544"/>
                </a:lnTo>
                <a:cubicBezTo>
                  <a:pt x="781562" y="2954"/>
                  <a:pt x="781691" y="2438"/>
                  <a:pt x="781950" y="1995"/>
                </a:cubicBezTo>
                <a:cubicBezTo>
                  <a:pt x="782208" y="1550"/>
                  <a:pt x="782687" y="1180"/>
                  <a:pt x="783388" y="885"/>
                </a:cubicBezTo>
                <a:cubicBezTo>
                  <a:pt x="784089" y="590"/>
                  <a:pt x="785030" y="369"/>
                  <a:pt x="786210" y="221"/>
                </a:cubicBezTo>
                <a:cubicBezTo>
                  <a:pt x="787390" y="74"/>
                  <a:pt x="788866" y="0"/>
                  <a:pt x="790636" y="0"/>
                </a:cubicBezTo>
                <a:cubicBezTo>
                  <a:pt x="792480" y="0"/>
                  <a:pt x="793993" y="74"/>
                  <a:pt x="795173" y="221"/>
                </a:cubicBezTo>
                <a:cubicBezTo>
                  <a:pt x="796353" y="369"/>
                  <a:pt x="797275" y="590"/>
                  <a:pt x="797939" y="885"/>
                </a:cubicBezTo>
                <a:cubicBezTo>
                  <a:pt x="798603" y="1180"/>
                  <a:pt x="799083" y="1550"/>
                  <a:pt x="799378" y="1995"/>
                </a:cubicBezTo>
                <a:cubicBezTo>
                  <a:pt x="799673" y="2438"/>
                  <a:pt x="799821" y="2954"/>
                  <a:pt x="799821" y="3544"/>
                </a:cubicBezTo>
                <a:lnTo>
                  <a:pt x="799821" y="151485"/>
                </a:lnTo>
                <a:close/>
                <a:moveTo>
                  <a:pt x="918670" y="97377"/>
                </a:moveTo>
                <a:cubicBezTo>
                  <a:pt x="918670" y="100254"/>
                  <a:pt x="917950" y="102301"/>
                  <a:pt x="916512" y="103519"/>
                </a:cubicBezTo>
                <a:cubicBezTo>
                  <a:pt x="915073" y="104736"/>
                  <a:pt x="913432" y="105345"/>
                  <a:pt x="911588" y="105345"/>
                </a:cubicBezTo>
                <a:lnTo>
                  <a:pt x="846300" y="105345"/>
                </a:lnTo>
                <a:cubicBezTo>
                  <a:pt x="846300" y="110893"/>
                  <a:pt x="846854" y="115888"/>
                  <a:pt x="847960" y="120328"/>
                </a:cubicBezTo>
                <a:cubicBezTo>
                  <a:pt x="849067" y="124768"/>
                  <a:pt x="850911" y="128579"/>
                  <a:pt x="853493" y="131760"/>
                </a:cubicBezTo>
                <a:cubicBezTo>
                  <a:pt x="856075" y="134942"/>
                  <a:pt x="859432" y="137384"/>
                  <a:pt x="863563" y="139088"/>
                </a:cubicBezTo>
                <a:cubicBezTo>
                  <a:pt x="867694" y="140789"/>
                  <a:pt x="872747" y="141640"/>
                  <a:pt x="878723" y="141640"/>
                </a:cubicBezTo>
                <a:cubicBezTo>
                  <a:pt x="883444" y="141640"/>
                  <a:pt x="887649" y="141252"/>
                  <a:pt x="891337" y="140478"/>
                </a:cubicBezTo>
                <a:cubicBezTo>
                  <a:pt x="895026" y="139703"/>
                  <a:pt x="898217" y="138836"/>
                  <a:pt x="900909" y="137877"/>
                </a:cubicBezTo>
                <a:cubicBezTo>
                  <a:pt x="903602" y="136918"/>
                  <a:pt x="905815" y="136052"/>
                  <a:pt x="907549" y="135277"/>
                </a:cubicBezTo>
                <a:cubicBezTo>
                  <a:pt x="909282" y="134502"/>
                  <a:pt x="910592" y="134115"/>
                  <a:pt x="911477" y="134115"/>
                </a:cubicBezTo>
                <a:cubicBezTo>
                  <a:pt x="911993" y="134115"/>
                  <a:pt x="912454" y="134244"/>
                  <a:pt x="912860" y="134502"/>
                </a:cubicBezTo>
                <a:cubicBezTo>
                  <a:pt x="913266" y="134761"/>
                  <a:pt x="913579" y="135148"/>
                  <a:pt x="913801" y="135664"/>
                </a:cubicBezTo>
                <a:cubicBezTo>
                  <a:pt x="914022" y="136181"/>
                  <a:pt x="914188" y="136900"/>
                  <a:pt x="914299" y="137822"/>
                </a:cubicBezTo>
                <a:cubicBezTo>
                  <a:pt x="914409" y="138744"/>
                  <a:pt x="914465" y="139869"/>
                  <a:pt x="914465" y="141197"/>
                </a:cubicBezTo>
                <a:cubicBezTo>
                  <a:pt x="914465" y="142156"/>
                  <a:pt x="914428" y="142986"/>
                  <a:pt x="914354" y="143687"/>
                </a:cubicBezTo>
                <a:cubicBezTo>
                  <a:pt x="914280" y="144388"/>
                  <a:pt x="914188" y="145015"/>
                  <a:pt x="914077" y="145568"/>
                </a:cubicBezTo>
                <a:cubicBezTo>
                  <a:pt x="913967" y="146121"/>
                  <a:pt x="913782" y="146619"/>
                  <a:pt x="913524" y="147062"/>
                </a:cubicBezTo>
                <a:cubicBezTo>
                  <a:pt x="913266" y="147504"/>
                  <a:pt x="912934" y="147929"/>
                  <a:pt x="912528" y="148334"/>
                </a:cubicBezTo>
                <a:cubicBezTo>
                  <a:pt x="912122" y="148740"/>
                  <a:pt x="910924" y="149404"/>
                  <a:pt x="908932" y="150326"/>
                </a:cubicBezTo>
                <a:cubicBezTo>
                  <a:pt x="906940" y="151248"/>
                  <a:pt x="904358" y="152152"/>
                  <a:pt x="901186" y="153037"/>
                </a:cubicBezTo>
                <a:cubicBezTo>
                  <a:pt x="898014" y="153922"/>
                  <a:pt x="894344" y="154716"/>
                  <a:pt x="890176" y="155416"/>
                </a:cubicBezTo>
                <a:cubicBezTo>
                  <a:pt x="886008" y="156117"/>
                  <a:pt x="881563" y="156468"/>
                  <a:pt x="876842" y="156468"/>
                </a:cubicBezTo>
                <a:cubicBezTo>
                  <a:pt x="868653" y="156468"/>
                  <a:pt x="861479" y="155323"/>
                  <a:pt x="855319" y="153034"/>
                </a:cubicBezTo>
                <a:cubicBezTo>
                  <a:pt x="849159" y="150745"/>
                  <a:pt x="843977" y="147348"/>
                  <a:pt x="839772" y="142843"/>
                </a:cubicBezTo>
                <a:cubicBezTo>
                  <a:pt x="835567" y="138338"/>
                  <a:pt x="832395" y="132689"/>
                  <a:pt x="830255" y="125895"/>
                </a:cubicBezTo>
                <a:cubicBezTo>
                  <a:pt x="828116" y="119102"/>
                  <a:pt x="827046" y="111200"/>
                  <a:pt x="827046" y="102191"/>
                </a:cubicBezTo>
                <a:cubicBezTo>
                  <a:pt x="827046" y="93624"/>
                  <a:pt x="828153" y="85926"/>
                  <a:pt x="830366" y="79095"/>
                </a:cubicBezTo>
                <a:cubicBezTo>
                  <a:pt x="832579" y="72264"/>
                  <a:pt x="835770" y="66467"/>
                  <a:pt x="839938" y="61705"/>
                </a:cubicBezTo>
                <a:cubicBezTo>
                  <a:pt x="844106" y="56942"/>
                  <a:pt x="849141" y="53287"/>
                  <a:pt x="855042" y="50739"/>
                </a:cubicBezTo>
                <a:cubicBezTo>
                  <a:pt x="860944" y="48192"/>
                  <a:pt x="867546" y="46918"/>
                  <a:pt x="874850" y="46918"/>
                </a:cubicBezTo>
                <a:cubicBezTo>
                  <a:pt x="882669" y="46918"/>
                  <a:pt x="889327" y="48172"/>
                  <a:pt x="894823" y="50680"/>
                </a:cubicBezTo>
                <a:cubicBezTo>
                  <a:pt x="900319" y="53189"/>
                  <a:pt x="904838" y="56564"/>
                  <a:pt x="908379" y="60805"/>
                </a:cubicBezTo>
                <a:cubicBezTo>
                  <a:pt x="911919" y="65047"/>
                  <a:pt x="914520" y="70027"/>
                  <a:pt x="916180" y="75744"/>
                </a:cubicBezTo>
                <a:cubicBezTo>
                  <a:pt x="917840" y="81461"/>
                  <a:pt x="918670" y="87566"/>
                  <a:pt x="918670" y="94058"/>
                </a:cubicBezTo>
                <a:lnTo>
                  <a:pt x="918670" y="97377"/>
                </a:lnTo>
                <a:moveTo>
                  <a:pt x="900301" y="91955"/>
                </a:moveTo>
                <a:cubicBezTo>
                  <a:pt x="900522" y="82365"/>
                  <a:pt x="898401" y="74840"/>
                  <a:pt x="893938" y="69381"/>
                </a:cubicBezTo>
                <a:cubicBezTo>
                  <a:pt x="889475" y="63922"/>
                  <a:pt x="882854" y="61193"/>
                  <a:pt x="874075" y="61193"/>
                </a:cubicBezTo>
                <a:cubicBezTo>
                  <a:pt x="869575" y="61193"/>
                  <a:pt x="865628" y="62041"/>
                  <a:pt x="862235" y="63738"/>
                </a:cubicBezTo>
                <a:cubicBezTo>
                  <a:pt x="858842" y="65435"/>
                  <a:pt x="856001" y="67685"/>
                  <a:pt x="853714" y="70488"/>
                </a:cubicBezTo>
                <a:cubicBezTo>
                  <a:pt x="851428" y="73291"/>
                  <a:pt x="849657" y="76556"/>
                  <a:pt x="848403" y="80281"/>
                </a:cubicBezTo>
                <a:cubicBezTo>
                  <a:pt x="847149" y="84006"/>
                  <a:pt x="846448" y="87898"/>
                  <a:pt x="846300" y="91955"/>
                </a:cubicBezTo>
                <a:lnTo>
                  <a:pt x="900301" y="91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Function">
            <a:extLst xmlns:a="http://schemas.openxmlformats.org/drawingml/2006/main">
              <a:ext uri="{FF2B5EF4-FFF2-40B4-BE49-F238E27FC236}">
                <a16:creationId xmlns:a16="http://schemas.microsoft.com/office/drawing/2014/main" id="{3B2412F8-7BE3-458F-8CB0-BED8424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03" y="2767012"/>
            <a:ext cx="770325" cy="149164"/>
          </a:xfrm>
          <a:custGeom xmlns:a="http://schemas.openxmlformats.org/drawingml/2006/main">
            <a:pathLst>
              <a:path w="770325" h="149164">
                <a:moveTo>
                  <a:pt x="75246" y="11951"/>
                </a:moveTo>
                <a:cubicBezTo>
                  <a:pt x="75246" y="13352"/>
                  <a:pt x="75172" y="14570"/>
                  <a:pt x="75025" y="15602"/>
                </a:cubicBezTo>
                <a:cubicBezTo>
                  <a:pt x="74877" y="16635"/>
                  <a:pt x="74619" y="17465"/>
                  <a:pt x="74250" y="18092"/>
                </a:cubicBezTo>
                <a:cubicBezTo>
                  <a:pt x="73881" y="18719"/>
                  <a:pt x="73457" y="19180"/>
                  <a:pt x="72978" y="19475"/>
                </a:cubicBezTo>
                <a:cubicBezTo>
                  <a:pt x="72498" y="19771"/>
                  <a:pt x="72000" y="19918"/>
                  <a:pt x="71484" y="19918"/>
                </a:cubicBezTo>
                <a:lnTo>
                  <a:pt x="19033" y="19918"/>
                </a:lnTo>
                <a:lnTo>
                  <a:pt x="19033" y="68496"/>
                </a:lnTo>
                <a:lnTo>
                  <a:pt x="68607" y="68496"/>
                </a:lnTo>
                <a:cubicBezTo>
                  <a:pt x="69123" y="68496"/>
                  <a:pt x="69621" y="68625"/>
                  <a:pt x="70101" y="68883"/>
                </a:cubicBezTo>
                <a:cubicBezTo>
                  <a:pt x="70580" y="69142"/>
                  <a:pt x="71004" y="69566"/>
                  <a:pt x="71373" y="70156"/>
                </a:cubicBezTo>
                <a:cubicBezTo>
                  <a:pt x="71742" y="70746"/>
                  <a:pt x="72000" y="71539"/>
                  <a:pt x="72148" y="72535"/>
                </a:cubicBezTo>
                <a:cubicBezTo>
                  <a:pt x="72295" y="73531"/>
                  <a:pt x="72369" y="74803"/>
                  <a:pt x="72369" y="76353"/>
                </a:cubicBezTo>
                <a:cubicBezTo>
                  <a:pt x="72369" y="77754"/>
                  <a:pt x="72295" y="78953"/>
                  <a:pt x="72148" y="79949"/>
                </a:cubicBezTo>
                <a:cubicBezTo>
                  <a:pt x="72000" y="80945"/>
                  <a:pt x="71742" y="81756"/>
                  <a:pt x="71373" y="82383"/>
                </a:cubicBezTo>
                <a:cubicBezTo>
                  <a:pt x="71004" y="83010"/>
                  <a:pt x="70580" y="83490"/>
                  <a:pt x="70101" y="83822"/>
                </a:cubicBezTo>
                <a:cubicBezTo>
                  <a:pt x="69621" y="84154"/>
                  <a:pt x="69123" y="84320"/>
                  <a:pt x="68607" y="84320"/>
                </a:cubicBezTo>
                <a:lnTo>
                  <a:pt x="19033" y="84320"/>
                </a:lnTo>
                <a:lnTo>
                  <a:pt x="19033" y="144067"/>
                </a:lnTo>
                <a:cubicBezTo>
                  <a:pt x="19033" y="144586"/>
                  <a:pt x="18885" y="145085"/>
                  <a:pt x="18590" y="145564"/>
                </a:cubicBezTo>
                <a:cubicBezTo>
                  <a:pt x="18295" y="146044"/>
                  <a:pt x="17779" y="146414"/>
                  <a:pt x="17041" y="146675"/>
                </a:cubicBezTo>
                <a:cubicBezTo>
                  <a:pt x="16303" y="146933"/>
                  <a:pt x="15344" y="147154"/>
                  <a:pt x="14164" y="147338"/>
                </a:cubicBezTo>
                <a:cubicBezTo>
                  <a:pt x="12984" y="147523"/>
                  <a:pt x="11434" y="147615"/>
                  <a:pt x="9516" y="147615"/>
                </a:cubicBezTo>
                <a:cubicBezTo>
                  <a:pt x="7746" y="147615"/>
                  <a:pt x="6234" y="147523"/>
                  <a:pt x="4980" y="147338"/>
                </a:cubicBezTo>
                <a:cubicBezTo>
                  <a:pt x="3725" y="147154"/>
                  <a:pt x="2730" y="146933"/>
                  <a:pt x="1992" y="146675"/>
                </a:cubicBezTo>
                <a:cubicBezTo>
                  <a:pt x="1254" y="146416"/>
                  <a:pt x="738" y="146047"/>
                  <a:pt x="443" y="145568"/>
                </a:cubicBezTo>
                <a:cubicBezTo>
                  <a:pt x="148" y="145088"/>
                  <a:pt x="0" y="144590"/>
                  <a:pt x="0" y="144074"/>
                </a:cubicBezTo>
                <a:lnTo>
                  <a:pt x="0" y="11508"/>
                </a:lnTo>
                <a:cubicBezTo>
                  <a:pt x="0" y="8631"/>
                  <a:pt x="756" y="6621"/>
                  <a:pt x="2268" y="5477"/>
                </a:cubicBezTo>
                <a:cubicBezTo>
                  <a:pt x="3781" y="4334"/>
                  <a:pt x="5385" y="3762"/>
                  <a:pt x="7082" y="3762"/>
                </a:cubicBezTo>
                <a:lnTo>
                  <a:pt x="71484" y="3762"/>
                </a:lnTo>
                <a:cubicBezTo>
                  <a:pt x="72000" y="3762"/>
                  <a:pt x="72498" y="3910"/>
                  <a:pt x="72978" y="4205"/>
                </a:cubicBezTo>
                <a:cubicBezTo>
                  <a:pt x="73457" y="4500"/>
                  <a:pt x="73881" y="4980"/>
                  <a:pt x="74250" y="5643"/>
                </a:cubicBezTo>
                <a:cubicBezTo>
                  <a:pt x="74619" y="6307"/>
                  <a:pt x="74877" y="7174"/>
                  <a:pt x="75025" y="8244"/>
                </a:cubicBezTo>
                <a:cubicBezTo>
                  <a:pt x="75172" y="9314"/>
                  <a:pt x="75246" y="10549"/>
                  <a:pt x="75246" y="11951"/>
                </a:cubicBezTo>
                <a:close/>
                <a:moveTo>
                  <a:pt x="187234" y="144185"/>
                </a:moveTo>
                <a:cubicBezTo>
                  <a:pt x="187234" y="144775"/>
                  <a:pt x="187105" y="145273"/>
                  <a:pt x="186846" y="145679"/>
                </a:cubicBezTo>
                <a:cubicBezTo>
                  <a:pt x="186588" y="146084"/>
                  <a:pt x="186127" y="146435"/>
                  <a:pt x="185463" y="146730"/>
                </a:cubicBezTo>
                <a:cubicBezTo>
                  <a:pt x="184799" y="147025"/>
                  <a:pt x="183933" y="147246"/>
                  <a:pt x="182863" y="147394"/>
                </a:cubicBezTo>
                <a:cubicBezTo>
                  <a:pt x="181793" y="147541"/>
                  <a:pt x="180484" y="147615"/>
                  <a:pt x="178935" y="147615"/>
                </a:cubicBezTo>
                <a:cubicBezTo>
                  <a:pt x="177238" y="147615"/>
                  <a:pt x="175855" y="147541"/>
                  <a:pt x="174785" y="147394"/>
                </a:cubicBezTo>
                <a:cubicBezTo>
                  <a:pt x="173715" y="147246"/>
                  <a:pt x="172867" y="147025"/>
                  <a:pt x="172240" y="146730"/>
                </a:cubicBezTo>
                <a:cubicBezTo>
                  <a:pt x="171613" y="146435"/>
                  <a:pt x="171189" y="146084"/>
                  <a:pt x="170967" y="145679"/>
                </a:cubicBezTo>
                <a:cubicBezTo>
                  <a:pt x="170746" y="145273"/>
                  <a:pt x="170635" y="144775"/>
                  <a:pt x="170635" y="144185"/>
                </a:cubicBezTo>
                <a:lnTo>
                  <a:pt x="170635" y="131017"/>
                </a:lnTo>
                <a:cubicBezTo>
                  <a:pt x="164955" y="137326"/>
                  <a:pt x="159348" y="141929"/>
                  <a:pt x="153816" y="144824"/>
                </a:cubicBezTo>
                <a:cubicBezTo>
                  <a:pt x="148283" y="147718"/>
                  <a:pt x="142676" y="149164"/>
                  <a:pt x="136996" y="149164"/>
                </a:cubicBezTo>
                <a:cubicBezTo>
                  <a:pt x="130357" y="149164"/>
                  <a:pt x="124768" y="148057"/>
                  <a:pt x="120232" y="145841"/>
                </a:cubicBezTo>
                <a:cubicBezTo>
                  <a:pt x="115695" y="143626"/>
                  <a:pt x="112025" y="140617"/>
                  <a:pt x="109221" y="136816"/>
                </a:cubicBezTo>
                <a:cubicBezTo>
                  <a:pt x="106418" y="133012"/>
                  <a:pt x="104408" y="128581"/>
                  <a:pt x="103191" y="123523"/>
                </a:cubicBezTo>
                <a:cubicBezTo>
                  <a:pt x="101973" y="118463"/>
                  <a:pt x="101365" y="112315"/>
                  <a:pt x="101365" y="105078"/>
                </a:cubicBezTo>
                <a:lnTo>
                  <a:pt x="101365" y="44598"/>
                </a:lnTo>
                <a:cubicBezTo>
                  <a:pt x="101365" y="44008"/>
                  <a:pt x="101494" y="43510"/>
                  <a:pt x="101752" y="43104"/>
                </a:cubicBezTo>
                <a:cubicBezTo>
                  <a:pt x="102010" y="42696"/>
                  <a:pt x="102508" y="42326"/>
                  <a:pt x="103246" y="41994"/>
                </a:cubicBezTo>
                <a:cubicBezTo>
                  <a:pt x="103984" y="41662"/>
                  <a:pt x="104943" y="41441"/>
                  <a:pt x="106123" y="41330"/>
                </a:cubicBezTo>
                <a:cubicBezTo>
                  <a:pt x="107303" y="41219"/>
                  <a:pt x="108779" y="41164"/>
                  <a:pt x="110549" y="41164"/>
                </a:cubicBezTo>
                <a:cubicBezTo>
                  <a:pt x="112320" y="41164"/>
                  <a:pt x="113795" y="41219"/>
                  <a:pt x="114975" y="41330"/>
                </a:cubicBezTo>
                <a:cubicBezTo>
                  <a:pt x="116156" y="41441"/>
                  <a:pt x="117096" y="41662"/>
                  <a:pt x="117797" y="41994"/>
                </a:cubicBezTo>
                <a:cubicBezTo>
                  <a:pt x="118498" y="42326"/>
                  <a:pt x="118996" y="42696"/>
                  <a:pt x="119291" y="43104"/>
                </a:cubicBezTo>
                <a:cubicBezTo>
                  <a:pt x="119586" y="43510"/>
                  <a:pt x="119734" y="44008"/>
                  <a:pt x="119734" y="44598"/>
                </a:cubicBezTo>
                <a:lnTo>
                  <a:pt x="119734" y="102651"/>
                </a:lnTo>
                <a:cubicBezTo>
                  <a:pt x="119734" y="108486"/>
                  <a:pt x="120158" y="113157"/>
                  <a:pt x="121006" y="116666"/>
                </a:cubicBezTo>
                <a:cubicBezTo>
                  <a:pt x="121854" y="120175"/>
                  <a:pt x="123145" y="123167"/>
                  <a:pt x="124879" y="125643"/>
                </a:cubicBezTo>
                <a:cubicBezTo>
                  <a:pt x="126613" y="128117"/>
                  <a:pt x="128807" y="130037"/>
                  <a:pt x="131463" y="131404"/>
                </a:cubicBezTo>
                <a:cubicBezTo>
                  <a:pt x="134119" y="132769"/>
                  <a:pt x="137217" y="133451"/>
                  <a:pt x="140758" y="133451"/>
                </a:cubicBezTo>
                <a:cubicBezTo>
                  <a:pt x="145332" y="133451"/>
                  <a:pt x="149887" y="131819"/>
                  <a:pt x="154424" y="128555"/>
                </a:cubicBezTo>
                <a:cubicBezTo>
                  <a:pt x="158961" y="125290"/>
                  <a:pt x="163775" y="120504"/>
                  <a:pt x="168865" y="114197"/>
                </a:cubicBezTo>
                <a:lnTo>
                  <a:pt x="168865" y="44594"/>
                </a:lnTo>
                <a:cubicBezTo>
                  <a:pt x="168865" y="44004"/>
                  <a:pt x="168994" y="43506"/>
                  <a:pt x="169252" y="43101"/>
                </a:cubicBezTo>
                <a:cubicBezTo>
                  <a:pt x="169510" y="42695"/>
                  <a:pt x="170008" y="42326"/>
                  <a:pt x="170746" y="41994"/>
                </a:cubicBezTo>
                <a:cubicBezTo>
                  <a:pt x="171484" y="41662"/>
                  <a:pt x="172424" y="41441"/>
                  <a:pt x="173568" y="41330"/>
                </a:cubicBezTo>
                <a:cubicBezTo>
                  <a:pt x="174711" y="41219"/>
                  <a:pt x="176205" y="41164"/>
                  <a:pt x="178049" y="41164"/>
                </a:cubicBezTo>
                <a:cubicBezTo>
                  <a:pt x="179820" y="41164"/>
                  <a:pt x="181295" y="41219"/>
                  <a:pt x="182476" y="41330"/>
                </a:cubicBezTo>
                <a:cubicBezTo>
                  <a:pt x="183656" y="41441"/>
                  <a:pt x="184578" y="41662"/>
                  <a:pt x="185242" y="41994"/>
                </a:cubicBezTo>
                <a:cubicBezTo>
                  <a:pt x="185906" y="42326"/>
                  <a:pt x="186404" y="42695"/>
                  <a:pt x="186736" y="43101"/>
                </a:cubicBezTo>
                <a:cubicBezTo>
                  <a:pt x="187068" y="43506"/>
                  <a:pt x="187234" y="44004"/>
                  <a:pt x="187234" y="44594"/>
                </a:cubicBezTo>
                <a:lnTo>
                  <a:pt x="187234" y="144185"/>
                </a:lnTo>
                <a:close/>
                <a:moveTo>
                  <a:pt x="307333" y="144185"/>
                </a:moveTo>
                <a:cubicBezTo>
                  <a:pt x="307333" y="144775"/>
                  <a:pt x="307186" y="145273"/>
                  <a:pt x="306891" y="145679"/>
                </a:cubicBezTo>
                <a:cubicBezTo>
                  <a:pt x="306596" y="146084"/>
                  <a:pt x="306116" y="146435"/>
                  <a:pt x="305452" y="146730"/>
                </a:cubicBezTo>
                <a:cubicBezTo>
                  <a:pt x="304788" y="147025"/>
                  <a:pt x="303866" y="147246"/>
                  <a:pt x="302686" y="147394"/>
                </a:cubicBezTo>
                <a:cubicBezTo>
                  <a:pt x="301505" y="147541"/>
                  <a:pt x="300030" y="147615"/>
                  <a:pt x="298260" y="147615"/>
                </a:cubicBezTo>
                <a:cubicBezTo>
                  <a:pt x="296415" y="147615"/>
                  <a:pt x="294903" y="147541"/>
                  <a:pt x="293723" y="147394"/>
                </a:cubicBezTo>
                <a:cubicBezTo>
                  <a:pt x="292542" y="147246"/>
                  <a:pt x="291620" y="147025"/>
                  <a:pt x="290956" y="146730"/>
                </a:cubicBezTo>
                <a:cubicBezTo>
                  <a:pt x="290292" y="146435"/>
                  <a:pt x="289813" y="146084"/>
                  <a:pt x="289518" y="145679"/>
                </a:cubicBezTo>
                <a:cubicBezTo>
                  <a:pt x="289223" y="145273"/>
                  <a:pt x="289075" y="144775"/>
                  <a:pt x="289075" y="144185"/>
                </a:cubicBezTo>
                <a:lnTo>
                  <a:pt x="289075" y="85869"/>
                </a:lnTo>
                <a:cubicBezTo>
                  <a:pt x="289075" y="80189"/>
                  <a:pt x="288632" y="75615"/>
                  <a:pt x="287747" y="72148"/>
                </a:cubicBezTo>
                <a:cubicBezTo>
                  <a:pt x="286862" y="68680"/>
                  <a:pt x="285571" y="65693"/>
                  <a:pt x="283874" y="63185"/>
                </a:cubicBezTo>
                <a:cubicBezTo>
                  <a:pt x="282178" y="60676"/>
                  <a:pt x="279983" y="58758"/>
                  <a:pt x="277290" y="57430"/>
                </a:cubicBezTo>
                <a:cubicBezTo>
                  <a:pt x="274598" y="56103"/>
                  <a:pt x="271481" y="55439"/>
                  <a:pt x="267940" y="55439"/>
                </a:cubicBezTo>
                <a:cubicBezTo>
                  <a:pt x="263366" y="55439"/>
                  <a:pt x="258792" y="57062"/>
                  <a:pt x="254218" y="60308"/>
                </a:cubicBezTo>
                <a:cubicBezTo>
                  <a:pt x="249645" y="63553"/>
                  <a:pt x="244850" y="68312"/>
                  <a:pt x="239833" y="74582"/>
                </a:cubicBezTo>
                <a:lnTo>
                  <a:pt x="239833" y="144185"/>
                </a:lnTo>
                <a:cubicBezTo>
                  <a:pt x="239833" y="144775"/>
                  <a:pt x="239686" y="145273"/>
                  <a:pt x="239391" y="145679"/>
                </a:cubicBezTo>
                <a:cubicBezTo>
                  <a:pt x="239095" y="146084"/>
                  <a:pt x="238616" y="146435"/>
                  <a:pt x="237952" y="146730"/>
                </a:cubicBezTo>
                <a:cubicBezTo>
                  <a:pt x="237288" y="147025"/>
                  <a:pt x="236366" y="147246"/>
                  <a:pt x="235186" y="147394"/>
                </a:cubicBezTo>
                <a:cubicBezTo>
                  <a:pt x="234005" y="147541"/>
                  <a:pt x="232493" y="147615"/>
                  <a:pt x="230649" y="147615"/>
                </a:cubicBezTo>
                <a:cubicBezTo>
                  <a:pt x="228878" y="147615"/>
                  <a:pt x="227403" y="147541"/>
                  <a:pt x="226222" y="147394"/>
                </a:cubicBezTo>
                <a:cubicBezTo>
                  <a:pt x="225042" y="147246"/>
                  <a:pt x="224102" y="147025"/>
                  <a:pt x="223401" y="146730"/>
                </a:cubicBezTo>
                <a:cubicBezTo>
                  <a:pt x="222700" y="146435"/>
                  <a:pt x="222220" y="146084"/>
                  <a:pt x="221962" y="145679"/>
                </a:cubicBezTo>
                <a:cubicBezTo>
                  <a:pt x="221704" y="145273"/>
                  <a:pt x="221575" y="144775"/>
                  <a:pt x="221575" y="144185"/>
                </a:cubicBezTo>
                <a:lnTo>
                  <a:pt x="221575" y="44594"/>
                </a:lnTo>
                <a:cubicBezTo>
                  <a:pt x="221575" y="44004"/>
                  <a:pt x="221686" y="43506"/>
                  <a:pt x="221907" y="43101"/>
                </a:cubicBezTo>
                <a:cubicBezTo>
                  <a:pt x="222128" y="42695"/>
                  <a:pt x="222571" y="42326"/>
                  <a:pt x="223235" y="41994"/>
                </a:cubicBezTo>
                <a:cubicBezTo>
                  <a:pt x="223899" y="41662"/>
                  <a:pt x="224747" y="41441"/>
                  <a:pt x="225780" y="41330"/>
                </a:cubicBezTo>
                <a:cubicBezTo>
                  <a:pt x="226813" y="41219"/>
                  <a:pt x="228177" y="41164"/>
                  <a:pt x="229874" y="41164"/>
                </a:cubicBezTo>
                <a:cubicBezTo>
                  <a:pt x="231497" y="41164"/>
                  <a:pt x="232843" y="41219"/>
                  <a:pt x="233913" y="41330"/>
                </a:cubicBezTo>
                <a:cubicBezTo>
                  <a:pt x="234983" y="41441"/>
                  <a:pt x="235813" y="41662"/>
                  <a:pt x="236403" y="41994"/>
                </a:cubicBezTo>
                <a:cubicBezTo>
                  <a:pt x="236993" y="42326"/>
                  <a:pt x="237417" y="42695"/>
                  <a:pt x="237675" y="43101"/>
                </a:cubicBezTo>
                <a:cubicBezTo>
                  <a:pt x="237934" y="43506"/>
                  <a:pt x="238063" y="44004"/>
                  <a:pt x="238063" y="44594"/>
                </a:cubicBezTo>
                <a:lnTo>
                  <a:pt x="238063" y="57762"/>
                </a:lnTo>
                <a:cubicBezTo>
                  <a:pt x="243669" y="51492"/>
                  <a:pt x="249257" y="46900"/>
                  <a:pt x="254827" y="43986"/>
                </a:cubicBezTo>
                <a:cubicBezTo>
                  <a:pt x="260397" y="41072"/>
                  <a:pt x="266022" y="39615"/>
                  <a:pt x="271702" y="39615"/>
                </a:cubicBezTo>
                <a:cubicBezTo>
                  <a:pt x="278341" y="39615"/>
                  <a:pt x="283930" y="40740"/>
                  <a:pt x="288466" y="42990"/>
                </a:cubicBezTo>
                <a:cubicBezTo>
                  <a:pt x="293003" y="45240"/>
                  <a:pt x="296673" y="48246"/>
                  <a:pt x="299477" y="52008"/>
                </a:cubicBezTo>
                <a:cubicBezTo>
                  <a:pt x="302280" y="55771"/>
                  <a:pt x="304290" y="60178"/>
                  <a:pt x="305507" y="65232"/>
                </a:cubicBezTo>
                <a:cubicBezTo>
                  <a:pt x="306725" y="70285"/>
                  <a:pt x="307333" y="76353"/>
                  <a:pt x="307333" y="83435"/>
                </a:cubicBezTo>
                <a:lnTo>
                  <a:pt x="307333" y="144185"/>
                </a:lnTo>
                <a:close/>
                <a:moveTo>
                  <a:pt x="412147" y="129136"/>
                </a:moveTo>
                <a:cubicBezTo>
                  <a:pt x="412147" y="130390"/>
                  <a:pt x="412110" y="131478"/>
                  <a:pt x="412036" y="132400"/>
                </a:cubicBezTo>
                <a:cubicBezTo>
                  <a:pt x="411962" y="133322"/>
                  <a:pt x="411833" y="134097"/>
                  <a:pt x="411649" y="134724"/>
                </a:cubicBezTo>
                <a:cubicBezTo>
                  <a:pt x="411464" y="135351"/>
                  <a:pt x="411243" y="135904"/>
                  <a:pt x="410985" y="136384"/>
                </a:cubicBezTo>
                <a:cubicBezTo>
                  <a:pt x="410726" y="136863"/>
                  <a:pt x="410136" y="137564"/>
                  <a:pt x="409214" y="138486"/>
                </a:cubicBezTo>
                <a:cubicBezTo>
                  <a:pt x="408292" y="139408"/>
                  <a:pt x="406724" y="140552"/>
                  <a:pt x="404511" y="141916"/>
                </a:cubicBezTo>
                <a:cubicBezTo>
                  <a:pt x="402298" y="143281"/>
                  <a:pt x="399808" y="144498"/>
                  <a:pt x="397042" y="145568"/>
                </a:cubicBezTo>
                <a:cubicBezTo>
                  <a:pt x="394276" y="146638"/>
                  <a:pt x="391269" y="147504"/>
                  <a:pt x="388023" y="148168"/>
                </a:cubicBezTo>
                <a:cubicBezTo>
                  <a:pt x="384778" y="148832"/>
                  <a:pt x="381421" y="149164"/>
                  <a:pt x="377954" y="149164"/>
                </a:cubicBezTo>
                <a:cubicBezTo>
                  <a:pt x="370798" y="149164"/>
                  <a:pt x="364454" y="147982"/>
                  <a:pt x="358921" y="145616"/>
                </a:cubicBezTo>
                <a:cubicBezTo>
                  <a:pt x="353388" y="143251"/>
                  <a:pt x="348759" y="139795"/>
                  <a:pt x="345034" y="135249"/>
                </a:cubicBezTo>
                <a:cubicBezTo>
                  <a:pt x="341308" y="130703"/>
                  <a:pt x="338468" y="125122"/>
                  <a:pt x="336513" y="118506"/>
                </a:cubicBezTo>
                <a:cubicBezTo>
                  <a:pt x="334558" y="111889"/>
                  <a:pt x="333581" y="104258"/>
                  <a:pt x="333581" y="95610"/>
                </a:cubicBezTo>
                <a:cubicBezTo>
                  <a:pt x="333581" y="85778"/>
                  <a:pt x="334780" y="77332"/>
                  <a:pt x="337177" y="70273"/>
                </a:cubicBezTo>
                <a:cubicBezTo>
                  <a:pt x="339575" y="63215"/>
                  <a:pt x="342857" y="57430"/>
                  <a:pt x="347025" y="52921"/>
                </a:cubicBezTo>
                <a:cubicBezTo>
                  <a:pt x="351193" y="48412"/>
                  <a:pt x="356099" y="45067"/>
                  <a:pt x="361743" y="42886"/>
                </a:cubicBezTo>
                <a:cubicBezTo>
                  <a:pt x="367386" y="40705"/>
                  <a:pt x="373491" y="39615"/>
                  <a:pt x="380056" y="39615"/>
                </a:cubicBezTo>
                <a:cubicBezTo>
                  <a:pt x="383228" y="39615"/>
                  <a:pt x="386308" y="39910"/>
                  <a:pt x="389296" y="40500"/>
                </a:cubicBezTo>
                <a:cubicBezTo>
                  <a:pt x="392284" y="41090"/>
                  <a:pt x="395032" y="41865"/>
                  <a:pt x="397540" y="42824"/>
                </a:cubicBezTo>
                <a:cubicBezTo>
                  <a:pt x="400048" y="43783"/>
                  <a:pt x="402280" y="44889"/>
                  <a:pt x="404235" y="46144"/>
                </a:cubicBezTo>
                <a:cubicBezTo>
                  <a:pt x="406190" y="47398"/>
                  <a:pt x="407610" y="48467"/>
                  <a:pt x="408495" y="49353"/>
                </a:cubicBezTo>
                <a:cubicBezTo>
                  <a:pt x="409380" y="50238"/>
                  <a:pt x="409989" y="50939"/>
                  <a:pt x="410321" y="51455"/>
                </a:cubicBezTo>
                <a:cubicBezTo>
                  <a:pt x="410653" y="51971"/>
                  <a:pt x="410929" y="52580"/>
                  <a:pt x="411151" y="53281"/>
                </a:cubicBezTo>
                <a:cubicBezTo>
                  <a:pt x="411372" y="53982"/>
                  <a:pt x="411519" y="54775"/>
                  <a:pt x="411593" y="55660"/>
                </a:cubicBezTo>
                <a:cubicBezTo>
                  <a:pt x="411667" y="56545"/>
                  <a:pt x="411704" y="57652"/>
                  <a:pt x="411704" y="58980"/>
                </a:cubicBezTo>
                <a:cubicBezTo>
                  <a:pt x="411704" y="61857"/>
                  <a:pt x="411372" y="63867"/>
                  <a:pt x="410708" y="65010"/>
                </a:cubicBezTo>
                <a:cubicBezTo>
                  <a:pt x="410044" y="66154"/>
                  <a:pt x="409233" y="66726"/>
                  <a:pt x="408274" y="66726"/>
                </a:cubicBezTo>
                <a:cubicBezTo>
                  <a:pt x="407167" y="66726"/>
                  <a:pt x="405894" y="66117"/>
                  <a:pt x="404456" y="64900"/>
                </a:cubicBezTo>
                <a:cubicBezTo>
                  <a:pt x="403017" y="63683"/>
                  <a:pt x="401192" y="62336"/>
                  <a:pt x="398978" y="60861"/>
                </a:cubicBezTo>
                <a:cubicBezTo>
                  <a:pt x="396765" y="59385"/>
                  <a:pt x="394091" y="58039"/>
                  <a:pt x="390956" y="56822"/>
                </a:cubicBezTo>
                <a:cubicBezTo>
                  <a:pt x="387821" y="55605"/>
                  <a:pt x="384114" y="54996"/>
                  <a:pt x="379835" y="54996"/>
                </a:cubicBezTo>
                <a:cubicBezTo>
                  <a:pt x="371056" y="54996"/>
                  <a:pt x="364325" y="58381"/>
                  <a:pt x="359640" y="65152"/>
                </a:cubicBezTo>
                <a:cubicBezTo>
                  <a:pt x="354956" y="71921"/>
                  <a:pt x="352614" y="81740"/>
                  <a:pt x="352614" y="94611"/>
                </a:cubicBezTo>
                <a:cubicBezTo>
                  <a:pt x="352614" y="101047"/>
                  <a:pt x="353222" y="106689"/>
                  <a:pt x="354439" y="111534"/>
                </a:cubicBezTo>
                <a:cubicBezTo>
                  <a:pt x="355657" y="116380"/>
                  <a:pt x="357446" y="120431"/>
                  <a:pt x="359806" y="123686"/>
                </a:cubicBezTo>
                <a:cubicBezTo>
                  <a:pt x="362167" y="126941"/>
                  <a:pt x="365062" y="129364"/>
                  <a:pt x="368493" y="130954"/>
                </a:cubicBezTo>
                <a:cubicBezTo>
                  <a:pt x="371923" y="132545"/>
                  <a:pt x="375851" y="133340"/>
                  <a:pt x="380278" y="133340"/>
                </a:cubicBezTo>
                <a:cubicBezTo>
                  <a:pt x="384483" y="133340"/>
                  <a:pt x="388171" y="132677"/>
                  <a:pt x="391343" y="131349"/>
                </a:cubicBezTo>
                <a:cubicBezTo>
                  <a:pt x="394515" y="130021"/>
                  <a:pt x="397263" y="128564"/>
                  <a:pt x="399587" y="126978"/>
                </a:cubicBezTo>
                <a:cubicBezTo>
                  <a:pt x="401911" y="125392"/>
                  <a:pt x="403866" y="123953"/>
                  <a:pt x="405452" y="122662"/>
                </a:cubicBezTo>
                <a:cubicBezTo>
                  <a:pt x="407038" y="121371"/>
                  <a:pt x="408274" y="120726"/>
                  <a:pt x="409159" y="120726"/>
                </a:cubicBezTo>
                <a:cubicBezTo>
                  <a:pt x="409675" y="120726"/>
                  <a:pt x="410118" y="120873"/>
                  <a:pt x="410487" y="121168"/>
                </a:cubicBezTo>
                <a:cubicBezTo>
                  <a:pt x="410856" y="121463"/>
                  <a:pt x="411169" y="121961"/>
                  <a:pt x="411427" y="122662"/>
                </a:cubicBezTo>
                <a:cubicBezTo>
                  <a:pt x="411685" y="123363"/>
                  <a:pt x="411870" y="124248"/>
                  <a:pt x="411981" y="125318"/>
                </a:cubicBezTo>
                <a:cubicBezTo>
                  <a:pt x="412091" y="126388"/>
                  <a:pt x="412147" y="127660"/>
                  <a:pt x="412147" y="129136"/>
                </a:cubicBezTo>
                <a:close/>
                <a:moveTo>
                  <a:pt x="488881" y="136992"/>
                </a:moveTo>
                <a:cubicBezTo>
                  <a:pt x="488881" y="139131"/>
                  <a:pt x="488733" y="140828"/>
                  <a:pt x="488438" y="142082"/>
                </a:cubicBezTo>
                <a:cubicBezTo>
                  <a:pt x="488143" y="143336"/>
                  <a:pt x="487701" y="144259"/>
                  <a:pt x="487110" y="144849"/>
                </a:cubicBezTo>
                <a:cubicBezTo>
                  <a:pt x="486520" y="145439"/>
                  <a:pt x="485635" y="145992"/>
                  <a:pt x="484455" y="146509"/>
                </a:cubicBezTo>
                <a:cubicBezTo>
                  <a:pt x="483274" y="147025"/>
                  <a:pt x="481928" y="147449"/>
                  <a:pt x="480416" y="147781"/>
                </a:cubicBezTo>
                <a:cubicBezTo>
                  <a:pt x="478903" y="148113"/>
                  <a:pt x="477299" y="148390"/>
                  <a:pt x="475602" y="148611"/>
                </a:cubicBezTo>
                <a:cubicBezTo>
                  <a:pt x="473905" y="148832"/>
                  <a:pt x="472209" y="148943"/>
                  <a:pt x="470512" y="148943"/>
                </a:cubicBezTo>
                <a:cubicBezTo>
                  <a:pt x="465348" y="148943"/>
                  <a:pt x="460922" y="148259"/>
                  <a:pt x="457233" y="146892"/>
                </a:cubicBezTo>
                <a:cubicBezTo>
                  <a:pt x="453545" y="145523"/>
                  <a:pt x="450520" y="143452"/>
                  <a:pt x="448159" y="140678"/>
                </a:cubicBezTo>
                <a:cubicBezTo>
                  <a:pt x="445799" y="137905"/>
                  <a:pt x="444084" y="134393"/>
                  <a:pt x="443014" y="130142"/>
                </a:cubicBezTo>
                <a:cubicBezTo>
                  <a:pt x="441944" y="125891"/>
                  <a:pt x="441409" y="120881"/>
                  <a:pt x="441409" y="115113"/>
                </a:cubicBezTo>
                <a:lnTo>
                  <a:pt x="441409" y="56767"/>
                </a:lnTo>
                <a:lnTo>
                  <a:pt x="427467" y="56767"/>
                </a:lnTo>
                <a:cubicBezTo>
                  <a:pt x="426360" y="56767"/>
                  <a:pt x="425475" y="56176"/>
                  <a:pt x="424811" y="54996"/>
                </a:cubicBezTo>
                <a:cubicBezTo>
                  <a:pt x="424147" y="53816"/>
                  <a:pt x="423815" y="51898"/>
                  <a:pt x="423815" y="49242"/>
                </a:cubicBezTo>
                <a:cubicBezTo>
                  <a:pt x="423815" y="47840"/>
                  <a:pt x="423907" y="46660"/>
                  <a:pt x="424092" y="45701"/>
                </a:cubicBezTo>
                <a:cubicBezTo>
                  <a:pt x="424276" y="44742"/>
                  <a:pt x="424516" y="43949"/>
                  <a:pt x="424811" y="43322"/>
                </a:cubicBezTo>
                <a:cubicBezTo>
                  <a:pt x="425106" y="42695"/>
                  <a:pt x="425493" y="42252"/>
                  <a:pt x="425973" y="41994"/>
                </a:cubicBezTo>
                <a:cubicBezTo>
                  <a:pt x="426452" y="41736"/>
                  <a:pt x="426987" y="41607"/>
                  <a:pt x="427577" y="41607"/>
                </a:cubicBezTo>
                <a:lnTo>
                  <a:pt x="441409" y="41607"/>
                </a:lnTo>
                <a:lnTo>
                  <a:pt x="441409" y="17926"/>
                </a:lnTo>
                <a:cubicBezTo>
                  <a:pt x="441409" y="17410"/>
                  <a:pt x="441539" y="16930"/>
                  <a:pt x="441797" y="16488"/>
                </a:cubicBezTo>
                <a:cubicBezTo>
                  <a:pt x="442055" y="16045"/>
                  <a:pt x="442534" y="15658"/>
                  <a:pt x="443235" y="15326"/>
                </a:cubicBezTo>
                <a:cubicBezTo>
                  <a:pt x="443936" y="14994"/>
                  <a:pt x="444877" y="14754"/>
                  <a:pt x="446057" y="14607"/>
                </a:cubicBezTo>
                <a:cubicBezTo>
                  <a:pt x="447237" y="14459"/>
                  <a:pt x="448713" y="14385"/>
                  <a:pt x="450483" y="14385"/>
                </a:cubicBezTo>
                <a:cubicBezTo>
                  <a:pt x="452327" y="14385"/>
                  <a:pt x="453840" y="14459"/>
                  <a:pt x="455020" y="14607"/>
                </a:cubicBezTo>
                <a:cubicBezTo>
                  <a:pt x="456200" y="14754"/>
                  <a:pt x="457123" y="14994"/>
                  <a:pt x="457787" y="15326"/>
                </a:cubicBezTo>
                <a:cubicBezTo>
                  <a:pt x="458450" y="15658"/>
                  <a:pt x="458930" y="16045"/>
                  <a:pt x="459225" y="16488"/>
                </a:cubicBezTo>
                <a:cubicBezTo>
                  <a:pt x="459520" y="16930"/>
                  <a:pt x="459668" y="17410"/>
                  <a:pt x="459668" y="17926"/>
                </a:cubicBezTo>
                <a:lnTo>
                  <a:pt x="459668" y="41607"/>
                </a:lnTo>
                <a:lnTo>
                  <a:pt x="485229" y="41607"/>
                </a:lnTo>
                <a:cubicBezTo>
                  <a:pt x="485819" y="41607"/>
                  <a:pt x="486336" y="41736"/>
                  <a:pt x="486778" y="41994"/>
                </a:cubicBezTo>
                <a:cubicBezTo>
                  <a:pt x="487221" y="42252"/>
                  <a:pt x="487608" y="42695"/>
                  <a:pt x="487940" y="43322"/>
                </a:cubicBezTo>
                <a:cubicBezTo>
                  <a:pt x="488272" y="43949"/>
                  <a:pt x="488512" y="44742"/>
                  <a:pt x="488660" y="45701"/>
                </a:cubicBezTo>
                <a:cubicBezTo>
                  <a:pt x="488807" y="46660"/>
                  <a:pt x="488881" y="47840"/>
                  <a:pt x="488881" y="49242"/>
                </a:cubicBezTo>
                <a:cubicBezTo>
                  <a:pt x="488881" y="51898"/>
                  <a:pt x="488549" y="53816"/>
                  <a:pt x="487885" y="54996"/>
                </a:cubicBezTo>
                <a:cubicBezTo>
                  <a:pt x="487221" y="56176"/>
                  <a:pt x="486336" y="56767"/>
                  <a:pt x="485229" y="56767"/>
                </a:cubicBezTo>
                <a:lnTo>
                  <a:pt x="459668" y="56767"/>
                </a:lnTo>
                <a:lnTo>
                  <a:pt x="459668" y="112478"/>
                </a:lnTo>
                <a:cubicBezTo>
                  <a:pt x="459668" y="119357"/>
                  <a:pt x="460682" y="124555"/>
                  <a:pt x="462711" y="128070"/>
                </a:cubicBezTo>
                <a:cubicBezTo>
                  <a:pt x="464739" y="131584"/>
                  <a:pt x="468373" y="133340"/>
                  <a:pt x="473610" y="133340"/>
                </a:cubicBezTo>
                <a:cubicBezTo>
                  <a:pt x="475307" y="133340"/>
                  <a:pt x="476819" y="133174"/>
                  <a:pt x="478147" y="132843"/>
                </a:cubicBezTo>
                <a:cubicBezTo>
                  <a:pt x="479475" y="132511"/>
                  <a:pt x="480655" y="132160"/>
                  <a:pt x="481688" y="131791"/>
                </a:cubicBezTo>
                <a:cubicBezTo>
                  <a:pt x="482721" y="131422"/>
                  <a:pt x="483606" y="131072"/>
                  <a:pt x="484344" y="130740"/>
                </a:cubicBezTo>
                <a:cubicBezTo>
                  <a:pt x="485082" y="130408"/>
                  <a:pt x="485746" y="130242"/>
                  <a:pt x="486336" y="130242"/>
                </a:cubicBezTo>
                <a:cubicBezTo>
                  <a:pt x="486705" y="130242"/>
                  <a:pt x="487055" y="130334"/>
                  <a:pt x="487387" y="130519"/>
                </a:cubicBezTo>
                <a:cubicBezTo>
                  <a:pt x="487719" y="130703"/>
                  <a:pt x="487977" y="131054"/>
                  <a:pt x="488162" y="131570"/>
                </a:cubicBezTo>
                <a:cubicBezTo>
                  <a:pt x="488346" y="132086"/>
                  <a:pt x="488512" y="132787"/>
                  <a:pt x="488660" y="133672"/>
                </a:cubicBezTo>
                <a:cubicBezTo>
                  <a:pt x="488807" y="134558"/>
                  <a:pt x="488881" y="135664"/>
                  <a:pt x="488881" y="136992"/>
                </a:cubicBezTo>
                <a:close/>
                <a:moveTo>
                  <a:pt x="531271" y="144185"/>
                </a:moveTo>
                <a:cubicBezTo>
                  <a:pt x="531271" y="144775"/>
                  <a:pt x="531123" y="145273"/>
                  <a:pt x="530828" y="145679"/>
                </a:cubicBezTo>
                <a:cubicBezTo>
                  <a:pt x="530533" y="146084"/>
                  <a:pt x="530054" y="146435"/>
                  <a:pt x="529390" y="146730"/>
                </a:cubicBezTo>
                <a:cubicBezTo>
                  <a:pt x="528726" y="147025"/>
                  <a:pt x="527804" y="147246"/>
                  <a:pt x="526623" y="147394"/>
                </a:cubicBezTo>
                <a:cubicBezTo>
                  <a:pt x="525443" y="147541"/>
                  <a:pt x="523931" y="147615"/>
                  <a:pt x="522086" y="147615"/>
                </a:cubicBezTo>
                <a:cubicBezTo>
                  <a:pt x="520316" y="147615"/>
                  <a:pt x="518840" y="147541"/>
                  <a:pt x="517660" y="147394"/>
                </a:cubicBezTo>
                <a:cubicBezTo>
                  <a:pt x="516480" y="147246"/>
                  <a:pt x="515539" y="147025"/>
                  <a:pt x="514838" y="146730"/>
                </a:cubicBezTo>
                <a:cubicBezTo>
                  <a:pt x="514137" y="146435"/>
                  <a:pt x="513658" y="146084"/>
                  <a:pt x="513400" y="145679"/>
                </a:cubicBezTo>
                <a:cubicBezTo>
                  <a:pt x="513142" y="145273"/>
                  <a:pt x="513012" y="144775"/>
                  <a:pt x="513012" y="144185"/>
                </a:cubicBezTo>
                <a:lnTo>
                  <a:pt x="513012" y="44594"/>
                </a:lnTo>
                <a:cubicBezTo>
                  <a:pt x="513012" y="44078"/>
                  <a:pt x="513142" y="43598"/>
                  <a:pt x="513400" y="43156"/>
                </a:cubicBezTo>
                <a:cubicBezTo>
                  <a:pt x="513658" y="42713"/>
                  <a:pt x="514137" y="42344"/>
                  <a:pt x="514838" y="42049"/>
                </a:cubicBezTo>
                <a:cubicBezTo>
                  <a:pt x="515539" y="41754"/>
                  <a:pt x="516480" y="41533"/>
                  <a:pt x="517660" y="41385"/>
                </a:cubicBezTo>
                <a:cubicBezTo>
                  <a:pt x="518840" y="41238"/>
                  <a:pt x="520316" y="41164"/>
                  <a:pt x="522086" y="41164"/>
                </a:cubicBezTo>
                <a:cubicBezTo>
                  <a:pt x="523931" y="41164"/>
                  <a:pt x="525443" y="41238"/>
                  <a:pt x="526623" y="41385"/>
                </a:cubicBezTo>
                <a:cubicBezTo>
                  <a:pt x="527804" y="41533"/>
                  <a:pt x="528726" y="41754"/>
                  <a:pt x="529390" y="42049"/>
                </a:cubicBezTo>
                <a:cubicBezTo>
                  <a:pt x="530054" y="42344"/>
                  <a:pt x="530533" y="42713"/>
                  <a:pt x="530828" y="43156"/>
                </a:cubicBezTo>
                <a:cubicBezTo>
                  <a:pt x="531123" y="43598"/>
                  <a:pt x="531271" y="44078"/>
                  <a:pt x="531271" y="44594"/>
                </a:cubicBezTo>
                <a:lnTo>
                  <a:pt x="531271" y="144185"/>
                </a:lnTo>
                <a:moveTo>
                  <a:pt x="533373" y="10844"/>
                </a:moveTo>
                <a:cubicBezTo>
                  <a:pt x="533373" y="15123"/>
                  <a:pt x="532562" y="18037"/>
                  <a:pt x="530939" y="19586"/>
                </a:cubicBezTo>
                <a:cubicBezTo>
                  <a:pt x="529316" y="21135"/>
                  <a:pt x="526328" y="21910"/>
                  <a:pt x="521976" y="21910"/>
                </a:cubicBezTo>
                <a:cubicBezTo>
                  <a:pt x="517697" y="21910"/>
                  <a:pt x="514765" y="21154"/>
                  <a:pt x="513178" y="19641"/>
                </a:cubicBezTo>
                <a:cubicBezTo>
                  <a:pt x="511592" y="18129"/>
                  <a:pt x="510799" y="15271"/>
                  <a:pt x="510799" y="11066"/>
                </a:cubicBezTo>
                <a:cubicBezTo>
                  <a:pt x="510799" y="6787"/>
                  <a:pt x="511611" y="3873"/>
                  <a:pt x="513234" y="2324"/>
                </a:cubicBezTo>
                <a:cubicBezTo>
                  <a:pt x="514857" y="775"/>
                  <a:pt x="517844" y="0"/>
                  <a:pt x="522197" y="0"/>
                </a:cubicBezTo>
                <a:cubicBezTo>
                  <a:pt x="526476" y="0"/>
                  <a:pt x="529408" y="756"/>
                  <a:pt x="530994" y="2268"/>
                </a:cubicBezTo>
                <a:cubicBezTo>
                  <a:pt x="532580" y="3781"/>
                  <a:pt x="533373" y="6639"/>
                  <a:pt x="533373" y="10844"/>
                </a:cubicBezTo>
                <a:close/>
                <a:moveTo>
                  <a:pt x="657755" y="93338"/>
                </a:moveTo>
                <a:cubicBezTo>
                  <a:pt x="657755" y="101460"/>
                  <a:pt x="656686" y="108936"/>
                  <a:pt x="654546" y="115767"/>
                </a:cubicBezTo>
                <a:cubicBezTo>
                  <a:pt x="652407" y="122598"/>
                  <a:pt x="649216" y="128488"/>
                  <a:pt x="644974" y="133437"/>
                </a:cubicBezTo>
                <a:cubicBezTo>
                  <a:pt x="640733" y="138385"/>
                  <a:pt x="635421" y="142243"/>
                  <a:pt x="629040" y="145011"/>
                </a:cubicBezTo>
                <a:cubicBezTo>
                  <a:pt x="622659" y="147780"/>
                  <a:pt x="615263" y="149164"/>
                  <a:pt x="606853" y="149164"/>
                </a:cubicBezTo>
                <a:cubicBezTo>
                  <a:pt x="598665" y="149164"/>
                  <a:pt x="591528" y="147946"/>
                  <a:pt x="585442" y="145509"/>
                </a:cubicBezTo>
                <a:cubicBezTo>
                  <a:pt x="579355" y="143072"/>
                  <a:pt x="574284" y="139528"/>
                  <a:pt x="570226" y="134876"/>
                </a:cubicBezTo>
                <a:cubicBezTo>
                  <a:pt x="566169" y="130224"/>
                  <a:pt x="563144" y="124574"/>
                  <a:pt x="561153" y="117928"/>
                </a:cubicBezTo>
                <a:cubicBezTo>
                  <a:pt x="559161" y="111282"/>
                  <a:pt x="558165" y="103749"/>
                  <a:pt x="558165" y="95330"/>
                </a:cubicBezTo>
                <a:cubicBezTo>
                  <a:pt x="558165" y="87208"/>
                  <a:pt x="559216" y="79732"/>
                  <a:pt x="561319" y="72902"/>
                </a:cubicBezTo>
                <a:cubicBezTo>
                  <a:pt x="563421" y="66071"/>
                  <a:pt x="566593" y="60182"/>
                  <a:pt x="570835" y="55235"/>
                </a:cubicBezTo>
                <a:cubicBezTo>
                  <a:pt x="575077" y="50285"/>
                  <a:pt x="580370" y="46444"/>
                  <a:pt x="586714" y="43713"/>
                </a:cubicBezTo>
                <a:cubicBezTo>
                  <a:pt x="593058" y="40981"/>
                  <a:pt x="600472" y="39615"/>
                  <a:pt x="608956" y="39615"/>
                </a:cubicBezTo>
                <a:cubicBezTo>
                  <a:pt x="617144" y="39615"/>
                  <a:pt x="624282" y="40833"/>
                  <a:pt x="630368" y="43270"/>
                </a:cubicBezTo>
                <a:cubicBezTo>
                  <a:pt x="636454" y="45707"/>
                  <a:pt x="641526" y="49251"/>
                  <a:pt x="645583" y="53903"/>
                </a:cubicBezTo>
                <a:cubicBezTo>
                  <a:pt x="649640" y="58555"/>
                  <a:pt x="652683" y="64205"/>
                  <a:pt x="654712" y="70851"/>
                </a:cubicBezTo>
                <a:cubicBezTo>
                  <a:pt x="656741" y="77497"/>
                  <a:pt x="657755" y="84993"/>
                  <a:pt x="657755" y="93338"/>
                </a:cubicBezTo>
                <a:moveTo>
                  <a:pt x="638501" y="94556"/>
                </a:moveTo>
                <a:cubicBezTo>
                  <a:pt x="638501" y="89163"/>
                  <a:pt x="638003" y="84066"/>
                  <a:pt x="637007" y="79264"/>
                </a:cubicBezTo>
                <a:cubicBezTo>
                  <a:pt x="636011" y="74462"/>
                  <a:pt x="634370" y="70252"/>
                  <a:pt x="632083" y="66632"/>
                </a:cubicBezTo>
                <a:cubicBezTo>
                  <a:pt x="629796" y="63013"/>
                  <a:pt x="626698" y="60151"/>
                  <a:pt x="622788" y="58046"/>
                </a:cubicBezTo>
                <a:cubicBezTo>
                  <a:pt x="618878" y="55939"/>
                  <a:pt x="614009" y="54885"/>
                  <a:pt x="608181" y="54885"/>
                </a:cubicBezTo>
                <a:cubicBezTo>
                  <a:pt x="602796" y="54885"/>
                  <a:pt x="598167" y="55846"/>
                  <a:pt x="594294" y="57766"/>
                </a:cubicBezTo>
                <a:cubicBezTo>
                  <a:pt x="590421" y="59686"/>
                  <a:pt x="587230" y="62402"/>
                  <a:pt x="584722" y="65913"/>
                </a:cubicBezTo>
                <a:cubicBezTo>
                  <a:pt x="582214" y="69422"/>
                  <a:pt x="580351" y="73577"/>
                  <a:pt x="579134" y="78379"/>
                </a:cubicBezTo>
                <a:cubicBezTo>
                  <a:pt x="577917" y="83179"/>
                  <a:pt x="577308" y="88423"/>
                  <a:pt x="577308" y="94113"/>
                </a:cubicBezTo>
                <a:cubicBezTo>
                  <a:pt x="577308" y="99579"/>
                  <a:pt x="577806" y="104713"/>
                  <a:pt x="578802" y="109515"/>
                </a:cubicBezTo>
                <a:cubicBezTo>
                  <a:pt x="579798" y="114317"/>
                  <a:pt x="581458" y="118509"/>
                  <a:pt x="583782" y="122092"/>
                </a:cubicBezTo>
                <a:cubicBezTo>
                  <a:pt x="586105" y="125674"/>
                  <a:pt x="589222" y="128519"/>
                  <a:pt x="593132" y="130626"/>
                </a:cubicBezTo>
                <a:cubicBezTo>
                  <a:pt x="597042" y="132731"/>
                  <a:pt x="601911" y="133783"/>
                  <a:pt x="607739" y="133783"/>
                </a:cubicBezTo>
                <a:cubicBezTo>
                  <a:pt x="613050" y="133783"/>
                  <a:pt x="617661" y="132823"/>
                  <a:pt x="621571" y="130903"/>
                </a:cubicBezTo>
                <a:cubicBezTo>
                  <a:pt x="625481" y="128982"/>
                  <a:pt x="628690" y="126286"/>
                  <a:pt x="631198" y="122814"/>
                </a:cubicBezTo>
                <a:cubicBezTo>
                  <a:pt x="633706" y="119340"/>
                  <a:pt x="635550" y="115203"/>
                  <a:pt x="636731" y="110404"/>
                </a:cubicBezTo>
                <a:cubicBezTo>
                  <a:pt x="637911" y="105602"/>
                  <a:pt x="638501" y="100319"/>
                  <a:pt x="638501" y="94556"/>
                </a:cubicBezTo>
                <a:close/>
                <a:moveTo>
                  <a:pt x="770325" y="144185"/>
                </a:moveTo>
                <a:cubicBezTo>
                  <a:pt x="770325" y="144775"/>
                  <a:pt x="770177" y="145273"/>
                  <a:pt x="769882" y="145679"/>
                </a:cubicBezTo>
                <a:cubicBezTo>
                  <a:pt x="769587" y="146084"/>
                  <a:pt x="769108" y="146435"/>
                  <a:pt x="768444" y="146730"/>
                </a:cubicBezTo>
                <a:cubicBezTo>
                  <a:pt x="767780" y="147025"/>
                  <a:pt x="766858" y="147246"/>
                  <a:pt x="765677" y="147394"/>
                </a:cubicBezTo>
                <a:cubicBezTo>
                  <a:pt x="764497" y="147541"/>
                  <a:pt x="763022" y="147615"/>
                  <a:pt x="761251" y="147615"/>
                </a:cubicBezTo>
                <a:cubicBezTo>
                  <a:pt x="759407" y="147615"/>
                  <a:pt x="757895" y="147541"/>
                  <a:pt x="756714" y="147394"/>
                </a:cubicBezTo>
                <a:cubicBezTo>
                  <a:pt x="755534" y="147246"/>
                  <a:pt x="754612" y="147025"/>
                  <a:pt x="753948" y="146730"/>
                </a:cubicBezTo>
                <a:cubicBezTo>
                  <a:pt x="753284" y="146435"/>
                  <a:pt x="752804" y="146084"/>
                  <a:pt x="752509" y="145679"/>
                </a:cubicBezTo>
                <a:cubicBezTo>
                  <a:pt x="752214" y="145273"/>
                  <a:pt x="752067" y="144775"/>
                  <a:pt x="752067" y="144185"/>
                </a:cubicBezTo>
                <a:lnTo>
                  <a:pt x="752067" y="85869"/>
                </a:lnTo>
                <a:cubicBezTo>
                  <a:pt x="752067" y="80189"/>
                  <a:pt x="751624" y="75615"/>
                  <a:pt x="750739" y="72148"/>
                </a:cubicBezTo>
                <a:cubicBezTo>
                  <a:pt x="749854" y="68680"/>
                  <a:pt x="748563" y="65693"/>
                  <a:pt x="746866" y="63185"/>
                </a:cubicBezTo>
                <a:cubicBezTo>
                  <a:pt x="745169" y="60676"/>
                  <a:pt x="742974" y="58758"/>
                  <a:pt x="740282" y="57430"/>
                </a:cubicBezTo>
                <a:cubicBezTo>
                  <a:pt x="737589" y="56103"/>
                  <a:pt x="734472" y="55439"/>
                  <a:pt x="730931" y="55439"/>
                </a:cubicBezTo>
                <a:cubicBezTo>
                  <a:pt x="726358" y="55439"/>
                  <a:pt x="721784" y="57062"/>
                  <a:pt x="717210" y="60308"/>
                </a:cubicBezTo>
                <a:cubicBezTo>
                  <a:pt x="712636" y="63553"/>
                  <a:pt x="707841" y="68312"/>
                  <a:pt x="702825" y="74582"/>
                </a:cubicBezTo>
                <a:lnTo>
                  <a:pt x="702825" y="144185"/>
                </a:lnTo>
                <a:cubicBezTo>
                  <a:pt x="702825" y="144775"/>
                  <a:pt x="702677" y="145273"/>
                  <a:pt x="702382" y="145679"/>
                </a:cubicBezTo>
                <a:cubicBezTo>
                  <a:pt x="702087" y="146084"/>
                  <a:pt x="701608" y="146435"/>
                  <a:pt x="700944" y="146730"/>
                </a:cubicBezTo>
                <a:cubicBezTo>
                  <a:pt x="700280" y="147025"/>
                  <a:pt x="699358" y="147246"/>
                  <a:pt x="698177" y="147394"/>
                </a:cubicBezTo>
                <a:cubicBezTo>
                  <a:pt x="696997" y="147541"/>
                  <a:pt x="695485" y="147615"/>
                  <a:pt x="693640" y="147615"/>
                </a:cubicBezTo>
                <a:cubicBezTo>
                  <a:pt x="691870" y="147615"/>
                  <a:pt x="690394" y="147541"/>
                  <a:pt x="689214" y="147394"/>
                </a:cubicBezTo>
                <a:cubicBezTo>
                  <a:pt x="688034" y="147246"/>
                  <a:pt x="687093" y="147025"/>
                  <a:pt x="686392" y="146730"/>
                </a:cubicBezTo>
                <a:cubicBezTo>
                  <a:pt x="685692" y="146435"/>
                  <a:pt x="685212" y="146084"/>
                  <a:pt x="684954" y="145679"/>
                </a:cubicBezTo>
                <a:cubicBezTo>
                  <a:pt x="684696" y="145273"/>
                  <a:pt x="684567" y="144775"/>
                  <a:pt x="684567" y="144185"/>
                </a:cubicBezTo>
                <a:lnTo>
                  <a:pt x="684567" y="44594"/>
                </a:lnTo>
                <a:cubicBezTo>
                  <a:pt x="684567" y="44004"/>
                  <a:pt x="684677" y="43506"/>
                  <a:pt x="684898" y="43101"/>
                </a:cubicBezTo>
                <a:cubicBezTo>
                  <a:pt x="685120" y="42695"/>
                  <a:pt x="685562" y="42326"/>
                  <a:pt x="686226" y="41994"/>
                </a:cubicBezTo>
                <a:cubicBezTo>
                  <a:pt x="686890" y="41662"/>
                  <a:pt x="687739" y="41441"/>
                  <a:pt x="688771" y="41330"/>
                </a:cubicBezTo>
                <a:cubicBezTo>
                  <a:pt x="689804" y="41219"/>
                  <a:pt x="691169" y="41164"/>
                  <a:pt x="692866" y="41164"/>
                </a:cubicBezTo>
                <a:cubicBezTo>
                  <a:pt x="694489" y="41164"/>
                  <a:pt x="695835" y="41219"/>
                  <a:pt x="696905" y="41330"/>
                </a:cubicBezTo>
                <a:cubicBezTo>
                  <a:pt x="697974" y="41441"/>
                  <a:pt x="698804" y="41662"/>
                  <a:pt x="699394" y="41994"/>
                </a:cubicBezTo>
                <a:cubicBezTo>
                  <a:pt x="699985" y="42326"/>
                  <a:pt x="700409" y="42695"/>
                  <a:pt x="700667" y="43101"/>
                </a:cubicBezTo>
                <a:cubicBezTo>
                  <a:pt x="700925" y="43506"/>
                  <a:pt x="701054" y="44004"/>
                  <a:pt x="701054" y="44594"/>
                </a:cubicBezTo>
                <a:lnTo>
                  <a:pt x="701054" y="57762"/>
                </a:lnTo>
                <a:cubicBezTo>
                  <a:pt x="706661" y="51492"/>
                  <a:pt x="712249" y="46900"/>
                  <a:pt x="717819" y="43986"/>
                </a:cubicBezTo>
                <a:cubicBezTo>
                  <a:pt x="723388" y="41072"/>
                  <a:pt x="729013" y="39615"/>
                  <a:pt x="734694" y="39615"/>
                </a:cubicBezTo>
                <a:cubicBezTo>
                  <a:pt x="741333" y="39615"/>
                  <a:pt x="746921" y="40740"/>
                  <a:pt x="751458" y="42990"/>
                </a:cubicBezTo>
                <a:cubicBezTo>
                  <a:pt x="755995" y="45240"/>
                  <a:pt x="759665" y="48246"/>
                  <a:pt x="762468" y="52008"/>
                </a:cubicBezTo>
                <a:cubicBezTo>
                  <a:pt x="765272" y="55771"/>
                  <a:pt x="767282" y="60178"/>
                  <a:pt x="768499" y="65232"/>
                </a:cubicBezTo>
                <a:cubicBezTo>
                  <a:pt x="769716" y="70285"/>
                  <a:pt x="770325" y="76353"/>
                  <a:pt x="770325" y="83435"/>
                </a:cubicBezTo>
                <a:lnTo>
                  <a:pt x="770325" y="1441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F4756-015C-4E6D-ABA5-FA1562A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313" y="2160361"/>
            <a:ext cx="113086" cy="1028287"/>
          </a:xfrm>
          <a:custGeom xmlns:a="http://schemas.openxmlformats.org/drawingml/2006/main">
            <a:pathLst>
              <a:path w="113086" h="1028287">
                <a:moveTo>
                  <a:pt x="56543" y="0"/>
                </a:moveTo>
                <a:lnTo>
                  <a:pt x="0" y="113086"/>
                </a:lnTo>
                <a:lnTo>
                  <a:pt x="45234" y="113086"/>
                </a:lnTo>
                <a:lnTo>
                  <a:pt x="45234" y="915201"/>
                </a:lnTo>
                <a:lnTo>
                  <a:pt x="0" y="915201"/>
                </a:lnTo>
                <a:lnTo>
                  <a:pt x="56543" y="1028287"/>
                </a:lnTo>
                <a:lnTo>
                  <a:pt x="113086" y="915201"/>
                </a:lnTo>
                <a:lnTo>
                  <a:pt x="67851" y="915201"/>
                </a:lnTo>
                <a:lnTo>
                  <a:pt x="67851" y="113086"/>
                </a:lnTo>
                <a:lnTo>
                  <a:pt x="113086" y="113086"/>
                </a:lnTo>
                <a:lnTo>
                  <a:pt x="565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Points-to">
            <a:extLst xmlns:a="http://schemas.openxmlformats.org/drawingml/2006/main">
              <a:ext uri="{FF2B5EF4-FFF2-40B4-BE49-F238E27FC236}">
                <a16:creationId xmlns:a16="http://schemas.microsoft.com/office/drawing/2014/main" id="{665705E2-065E-4D72-8456-EC478B2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052" y="2499339"/>
            <a:ext cx="797448" cy="149164"/>
          </a:xfrm>
          <a:custGeom xmlns:a="http://schemas.openxmlformats.org/drawingml/2006/main">
            <a:pathLst>
              <a:path w="797448" h="149164">
                <a:moveTo>
                  <a:pt x="87972" y="45701"/>
                </a:moveTo>
                <a:cubicBezTo>
                  <a:pt x="87972" y="52857"/>
                  <a:pt x="86791" y="59312"/>
                  <a:pt x="84431" y="65066"/>
                </a:cubicBezTo>
                <a:cubicBezTo>
                  <a:pt x="82070" y="70820"/>
                  <a:pt x="78695" y="75726"/>
                  <a:pt x="74305" y="79783"/>
                </a:cubicBezTo>
                <a:cubicBezTo>
                  <a:pt x="69916" y="83840"/>
                  <a:pt x="64531" y="86976"/>
                  <a:pt x="58150" y="89189"/>
                </a:cubicBezTo>
                <a:cubicBezTo>
                  <a:pt x="51769" y="91402"/>
                  <a:pt x="44152" y="92508"/>
                  <a:pt x="35299" y="92508"/>
                </a:cubicBezTo>
                <a:lnTo>
                  <a:pt x="19033" y="92508"/>
                </a:lnTo>
                <a:lnTo>
                  <a:pt x="19033" y="144074"/>
                </a:lnTo>
                <a:cubicBezTo>
                  <a:pt x="19033" y="144664"/>
                  <a:pt x="18867" y="145181"/>
                  <a:pt x="18535" y="145623"/>
                </a:cubicBezTo>
                <a:cubicBezTo>
                  <a:pt x="18203" y="146066"/>
                  <a:pt x="17687" y="146416"/>
                  <a:pt x="16986" y="146675"/>
                </a:cubicBezTo>
                <a:cubicBezTo>
                  <a:pt x="16285" y="146933"/>
                  <a:pt x="15326" y="147154"/>
                  <a:pt x="14109" y="147338"/>
                </a:cubicBezTo>
                <a:cubicBezTo>
                  <a:pt x="12891" y="147523"/>
                  <a:pt x="11361" y="147615"/>
                  <a:pt x="9516" y="147615"/>
                </a:cubicBezTo>
                <a:cubicBezTo>
                  <a:pt x="7672" y="147615"/>
                  <a:pt x="6141" y="147523"/>
                  <a:pt x="4924" y="147338"/>
                </a:cubicBezTo>
                <a:cubicBezTo>
                  <a:pt x="3707" y="147154"/>
                  <a:pt x="2730" y="146933"/>
                  <a:pt x="1992" y="146675"/>
                </a:cubicBezTo>
                <a:cubicBezTo>
                  <a:pt x="1254" y="146416"/>
                  <a:pt x="738" y="146066"/>
                  <a:pt x="443" y="145623"/>
                </a:cubicBezTo>
                <a:cubicBezTo>
                  <a:pt x="148" y="145181"/>
                  <a:pt x="0" y="144664"/>
                  <a:pt x="0" y="144074"/>
                </a:cubicBezTo>
                <a:lnTo>
                  <a:pt x="0" y="11951"/>
                </a:lnTo>
                <a:cubicBezTo>
                  <a:pt x="0" y="9000"/>
                  <a:pt x="775" y="6898"/>
                  <a:pt x="2324" y="5643"/>
                </a:cubicBezTo>
                <a:cubicBezTo>
                  <a:pt x="3873" y="4389"/>
                  <a:pt x="5607" y="3762"/>
                  <a:pt x="7525" y="3762"/>
                </a:cubicBezTo>
                <a:lnTo>
                  <a:pt x="38176" y="3762"/>
                </a:lnTo>
                <a:cubicBezTo>
                  <a:pt x="41275" y="3762"/>
                  <a:pt x="44244" y="3891"/>
                  <a:pt x="47084" y="4150"/>
                </a:cubicBezTo>
                <a:cubicBezTo>
                  <a:pt x="49924" y="4408"/>
                  <a:pt x="53281" y="4961"/>
                  <a:pt x="57154" y="5809"/>
                </a:cubicBezTo>
                <a:cubicBezTo>
                  <a:pt x="61027" y="6658"/>
                  <a:pt x="64974" y="8244"/>
                  <a:pt x="68994" y="10568"/>
                </a:cubicBezTo>
                <a:cubicBezTo>
                  <a:pt x="73015" y="12891"/>
                  <a:pt x="76426" y="15750"/>
                  <a:pt x="79230" y="19143"/>
                </a:cubicBezTo>
                <a:cubicBezTo>
                  <a:pt x="82033" y="22537"/>
                  <a:pt x="84191" y="26465"/>
                  <a:pt x="85703" y="30928"/>
                </a:cubicBezTo>
                <a:cubicBezTo>
                  <a:pt x="87215" y="35391"/>
                  <a:pt x="87972" y="40316"/>
                  <a:pt x="87972" y="45701"/>
                </a:cubicBezTo>
                <a:moveTo>
                  <a:pt x="67943" y="47250"/>
                </a:moveTo>
                <a:cubicBezTo>
                  <a:pt x="67943" y="41422"/>
                  <a:pt x="66855" y="36553"/>
                  <a:pt x="64678" y="32644"/>
                </a:cubicBezTo>
                <a:cubicBezTo>
                  <a:pt x="62502" y="28734"/>
                  <a:pt x="59810" y="25820"/>
                  <a:pt x="56601" y="23902"/>
                </a:cubicBezTo>
                <a:cubicBezTo>
                  <a:pt x="53392" y="21984"/>
                  <a:pt x="50072" y="20766"/>
                  <a:pt x="46642" y="20250"/>
                </a:cubicBezTo>
                <a:cubicBezTo>
                  <a:pt x="43211" y="19734"/>
                  <a:pt x="39873" y="19475"/>
                  <a:pt x="36627" y="19475"/>
                </a:cubicBezTo>
                <a:lnTo>
                  <a:pt x="19033" y="19475"/>
                </a:lnTo>
                <a:lnTo>
                  <a:pt x="19033" y="76906"/>
                </a:lnTo>
                <a:lnTo>
                  <a:pt x="36185" y="76906"/>
                </a:lnTo>
                <a:cubicBezTo>
                  <a:pt x="41939" y="76906"/>
                  <a:pt x="46715" y="76168"/>
                  <a:pt x="50514" y="74693"/>
                </a:cubicBezTo>
                <a:cubicBezTo>
                  <a:pt x="54314" y="73217"/>
                  <a:pt x="57504" y="71170"/>
                  <a:pt x="60086" y="68551"/>
                </a:cubicBezTo>
                <a:cubicBezTo>
                  <a:pt x="62668" y="65933"/>
                  <a:pt x="64623" y="62797"/>
                  <a:pt x="65951" y="59146"/>
                </a:cubicBezTo>
                <a:cubicBezTo>
                  <a:pt x="67279" y="55494"/>
                  <a:pt x="67943" y="51529"/>
                  <a:pt x="67943" y="47250"/>
                </a:cubicBezTo>
                <a:close/>
                <a:moveTo>
                  <a:pt x="203148" y="93338"/>
                </a:moveTo>
                <a:cubicBezTo>
                  <a:pt x="203148" y="101460"/>
                  <a:pt x="202079" y="108936"/>
                  <a:pt x="199939" y="115767"/>
                </a:cubicBezTo>
                <a:cubicBezTo>
                  <a:pt x="197800" y="122598"/>
                  <a:pt x="194609" y="128488"/>
                  <a:pt x="190368" y="133437"/>
                </a:cubicBezTo>
                <a:cubicBezTo>
                  <a:pt x="186126" y="138385"/>
                  <a:pt x="180814" y="142243"/>
                  <a:pt x="174433" y="145011"/>
                </a:cubicBezTo>
                <a:cubicBezTo>
                  <a:pt x="168052" y="147780"/>
                  <a:pt x="160656" y="149164"/>
                  <a:pt x="152247" y="149164"/>
                </a:cubicBezTo>
                <a:cubicBezTo>
                  <a:pt x="144058" y="149164"/>
                  <a:pt x="136921" y="147946"/>
                  <a:pt x="130835" y="145509"/>
                </a:cubicBezTo>
                <a:cubicBezTo>
                  <a:pt x="124749" y="143072"/>
                  <a:pt x="119677" y="139528"/>
                  <a:pt x="115620" y="134876"/>
                </a:cubicBezTo>
                <a:cubicBezTo>
                  <a:pt x="111562" y="130224"/>
                  <a:pt x="108538" y="124574"/>
                  <a:pt x="106546" y="117928"/>
                </a:cubicBezTo>
                <a:cubicBezTo>
                  <a:pt x="104554" y="111282"/>
                  <a:pt x="103558" y="103749"/>
                  <a:pt x="103558" y="95330"/>
                </a:cubicBezTo>
                <a:cubicBezTo>
                  <a:pt x="103558" y="87208"/>
                  <a:pt x="104609" y="79732"/>
                  <a:pt x="106712" y="72902"/>
                </a:cubicBezTo>
                <a:cubicBezTo>
                  <a:pt x="108814" y="66071"/>
                  <a:pt x="111986" y="60182"/>
                  <a:pt x="116228" y="55235"/>
                </a:cubicBezTo>
                <a:cubicBezTo>
                  <a:pt x="120470" y="50285"/>
                  <a:pt x="125763" y="46444"/>
                  <a:pt x="132107" y="43713"/>
                </a:cubicBezTo>
                <a:cubicBezTo>
                  <a:pt x="138452" y="40981"/>
                  <a:pt x="145865" y="39615"/>
                  <a:pt x="154349" y="39615"/>
                </a:cubicBezTo>
                <a:cubicBezTo>
                  <a:pt x="162538" y="39615"/>
                  <a:pt x="169675" y="40833"/>
                  <a:pt x="175761" y="43270"/>
                </a:cubicBezTo>
                <a:cubicBezTo>
                  <a:pt x="181847" y="45707"/>
                  <a:pt x="186919" y="49251"/>
                  <a:pt x="190976" y="53903"/>
                </a:cubicBezTo>
                <a:cubicBezTo>
                  <a:pt x="195034" y="58555"/>
                  <a:pt x="198077" y="64205"/>
                  <a:pt x="200105" y="70851"/>
                </a:cubicBezTo>
                <a:cubicBezTo>
                  <a:pt x="202134" y="77497"/>
                  <a:pt x="203148" y="84993"/>
                  <a:pt x="203148" y="93338"/>
                </a:cubicBezTo>
                <a:moveTo>
                  <a:pt x="183894" y="94556"/>
                </a:moveTo>
                <a:cubicBezTo>
                  <a:pt x="183894" y="89163"/>
                  <a:pt x="183396" y="84066"/>
                  <a:pt x="182400" y="79264"/>
                </a:cubicBezTo>
                <a:cubicBezTo>
                  <a:pt x="181404" y="74462"/>
                  <a:pt x="179763" y="70252"/>
                  <a:pt x="177476" y="66632"/>
                </a:cubicBezTo>
                <a:cubicBezTo>
                  <a:pt x="175189" y="63013"/>
                  <a:pt x="172091" y="60151"/>
                  <a:pt x="168181" y="58046"/>
                </a:cubicBezTo>
                <a:cubicBezTo>
                  <a:pt x="164271" y="55939"/>
                  <a:pt x="159402" y="54885"/>
                  <a:pt x="153575" y="54885"/>
                </a:cubicBezTo>
                <a:cubicBezTo>
                  <a:pt x="148189" y="54885"/>
                  <a:pt x="143560" y="55846"/>
                  <a:pt x="139687" y="57766"/>
                </a:cubicBezTo>
                <a:cubicBezTo>
                  <a:pt x="135814" y="59686"/>
                  <a:pt x="132624" y="62402"/>
                  <a:pt x="130115" y="65913"/>
                </a:cubicBezTo>
                <a:cubicBezTo>
                  <a:pt x="127607" y="69422"/>
                  <a:pt x="125745" y="73577"/>
                  <a:pt x="124527" y="78379"/>
                </a:cubicBezTo>
                <a:cubicBezTo>
                  <a:pt x="123310" y="83179"/>
                  <a:pt x="122701" y="88423"/>
                  <a:pt x="122701" y="94113"/>
                </a:cubicBezTo>
                <a:cubicBezTo>
                  <a:pt x="122701" y="99579"/>
                  <a:pt x="123199" y="104713"/>
                  <a:pt x="124195" y="109515"/>
                </a:cubicBezTo>
                <a:cubicBezTo>
                  <a:pt x="125191" y="114317"/>
                  <a:pt x="126851" y="118509"/>
                  <a:pt x="129175" y="122092"/>
                </a:cubicBezTo>
                <a:cubicBezTo>
                  <a:pt x="131499" y="125674"/>
                  <a:pt x="134615" y="128519"/>
                  <a:pt x="138525" y="130626"/>
                </a:cubicBezTo>
                <a:cubicBezTo>
                  <a:pt x="142435" y="132731"/>
                  <a:pt x="147304" y="133783"/>
                  <a:pt x="153132" y="133783"/>
                </a:cubicBezTo>
                <a:cubicBezTo>
                  <a:pt x="158443" y="133783"/>
                  <a:pt x="163054" y="132823"/>
                  <a:pt x="166964" y="130903"/>
                </a:cubicBezTo>
                <a:cubicBezTo>
                  <a:pt x="170874" y="128982"/>
                  <a:pt x="174083" y="126286"/>
                  <a:pt x="176591" y="122814"/>
                </a:cubicBezTo>
                <a:cubicBezTo>
                  <a:pt x="179099" y="119340"/>
                  <a:pt x="180943" y="115203"/>
                  <a:pt x="182124" y="110404"/>
                </a:cubicBezTo>
                <a:cubicBezTo>
                  <a:pt x="183304" y="105602"/>
                  <a:pt x="183894" y="100319"/>
                  <a:pt x="183894" y="94556"/>
                </a:cubicBezTo>
                <a:close/>
                <a:moveTo>
                  <a:pt x="248218" y="144185"/>
                </a:moveTo>
                <a:cubicBezTo>
                  <a:pt x="248218" y="144775"/>
                  <a:pt x="248070" y="145273"/>
                  <a:pt x="247775" y="145679"/>
                </a:cubicBezTo>
                <a:cubicBezTo>
                  <a:pt x="247480" y="146084"/>
                  <a:pt x="247001" y="146435"/>
                  <a:pt x="246337" y="146730"/>
                </a:cubicBezTo>
                <a:cubicBezTo>
                  <a:pt x="245673" y="147025"/>
                  <a:pt x="244751" y="147246"/>
                  <a:pt x="243570" y="147394"/>
                </a:cubicBezTo>
                <a:cubicBezTo>
                  <a:pt x="242390" y="147541"/>
                  <a:pt x="240878" y="147615"/>
                  <a:pt x="239033" y="147615"/>
                </a:cubicBezTo>
                <a:cubicBezTo>
                  <a:pt x="237263" y="147615"/>
                  <a:pt x="235788" y="147541"/>
                  <a:pt x="234607" y="147394"/>
                </a:cubicBezTo>
                <a:cubicBezTo>
                  <a:pt x="233427" y="147246"/>
                  <a:pt x="232486" y="147025"/>
                  <a:pt x="231786" y="146730"/>
                </a:cubicBezTo>
                <a:cubicBezTo>
                  <a:pt x="231085" y="146435"/>
                  <a:pt x="230605" y="146084"/>
                  <a:pt x="230347" y="145679"/>
                </a:cubicBezTo>
                <a:cubicBezTo>
                  <a:pt x="230089" y="145273"/>
                  <a:pt x="229960" y="144775"/>
                  <a:pt x="229960" y="144185"/>
                </a:cubicBezTo>
                <a:lnTo>
                  <a:pt x="229960" y="44594"/>
                </a:lnTo>
                <a:cubicBezTo>
                  <a:pt x="229960" y="44078"/>
                  <a:pt x="230089" y="43598"/>
                  <a:pt x="230347" y="43156"/>
                </a:cubicBezTo>
                <a:cubicBezTo>
                  <a:pt x="230605" y="42713"/>
                  <a:pt x="231085" y="42344"/>
                  <a:pt x="231786" y="42049"/>
                </a:cubicBezTo>
                <a:cubicBezTo>
                  <a:pt x="232486" y="41754"/>
                  <a:pt x="233427" y="41533"/>
                  <a:pt x="234607" y="41385"/>
                </a:cubicBezTo>
                <a:cubicBezTo>
                  <a:pt x="235788" y="41238"/>
                  <a:pt x="237263" y="41164"/>
                  <a:pt x="239033" y="41164"/>
                </a:cubicBezTo>
                <a:cubicBezTo>
                  <a:pt x="240878" y="41164"/>
                  <a:pt x="242390" y="41238"/>
                  <a:pt x="243570" y="41385"/>
                </a:cubicBezTo>
                <a:cubicBezTo>
                  <a:pt x="244751" y="41533"/>
                  <a:pt x="245673" y="41754"/>
                  <a:pt x="246337" y="42049"/>
                </a:cubicBezTo>
                <a:cubicBezTo>
                  <a:pt x="247001" y="42344"/>
                  <a:pt x="247480" y="42713"/>
                  <a:pt x="247775" y="43156"/>
                </a:cubicBezTo>
                <a:cubicBezTo>
                  <a:pt x="248070" y="43598"/>
                  <a:pt x="248218" y="44078"/>
                  <a:pt x="248218" y="44594"/>
                </a:cubicBezTo>
                <a:lnTo>
                  <a:pt x="248218" y="144185"/>
                </a:lnTo>
                <a:moveTo>
                  <a:pt x="250320" y="10844"/>
                </a:moveTo>
                <a:cubicBezTo>
                  <a:pt x="250320" y="15123"/>
                  <a:pt x="249509" y="18037"/>
                  <a:pt x="247886" y="19586"/>
                </a:cubicBezTo>
                <a:cubicBezTo>
                  <a:pt x="246263" y="21135"/>
                  <a:pt x="243275" y="21910"/>
                  <a:pt x="238923" y="21910"/>
                </a:cubicBezTo>
                <a:cubicBezTo>
                  <a:pt x="234644" y="21910"/>
                  <a:pt x="231712" y="21154"/>
                  <a:pt x="230126" y="19641"/>
                </a:cubicBezTo>
                <a:cubicBezTo>
                  <a:pt x="228540" y="18129"/>
                  <a:pt x="227747" y="15271"/>
                  <a:pt x="227747" y="11066"/>
                </a:cubicBezTo>
                <a:cubicBezTo>
                  <a:pt x="227747" y="6787"/>
                  <a:pt x="228558" y="3873"/>
                  <a:pt x="230181" y="2324"/>
                </a:cubicBezTo>
                <a:cubicBezTo>
                  <a:pt x="231804" y="775"/>
                  <a:pt x="234792" y="0"/>
                  <a:pt x="239144" y="0"/>
                </a:cubicBezTo>
                <a:cubicBezTo>
                  <a:pt x="243423" y="0"/>
                  <a:pt x="246355" y="756"/>
                  <a:pt x="247941" y="2268"/>
                </a:cubicBezTo>
                <a:cubicBezTo>
                  <a:pt x="249527" y="3781"/>
                  <a:pt x="250320" y="6639"/>
                  <a:pt x="250320" y="10844"/>
                </a:cubicBezTo>
                <a:close/>
                <a:moveTo>
                  <a:pt x="367842" y="144185"/>
                </a:moveTo>
                <a:cubicBezTo>
                  <a:pt x="367842" y="144775"/>
                  <a:pt x="367694" y="145273"/>
                  <a:pt x="367399" y="145679"/>
                </a:cubicBezTo>
                <a:cubicBezTo>
                  <a:pt x="367104" y="146084"/>
                  <a:pt x="366625" y="146435"/>
                  <a:pt x="365961" y="146730"/>
                </a:cubicBezTo>
                <a:cubicBezTo>
                  <a:pt x="365297" y="147025"/>
                  <a:pt x="364375" y="147246"/>
                  <a:pt x="363194" y="147394"/>
                </a:cubicBezTo>
                <a:cubicBezTo>
                  <a:pt x="362014" y="147541"/>
                  <a:pt x="360538" y="147615"/>
                  <a:pt x="358768" y="147615"/>
                </a:cubicBezTo>
                <a:cubicBezTo>
                  <a:pt x="356924" y="147615"/>
                  <a:pt x="355411" y="147541"/>
                  <a:pt x="354231" y="147394"/>
                </a:cubicBezTo>
                <a:cubicBezTo>
                  <a:pt x="353051" y="147246"/>
                  <a:pt x="352129" y="147025"/>
                  <a:pt x="351465" y="146730"/>
                </a:cubicBezTo>
                <a:cubicBezTo>
                  <a:pt x="350801" y="146435"/>
                  <a:pt x="350321" y="146084"/>
                  <a:pt x="350026" y="145679"/>
                </a:cubicBezTo>
                <a:cubicBezTo>
                  <a:pt x="349731" y="145273"/>
                  <a:pt x="349583" y="144775"/>
                  <a:pt x="349583" y="144185"/>
                </a:cubicBezTo>
                <a:lnTo>
                  <a:pt x="349583" y="85869"/>
                </a:lnTo>
                <a:cubicBezTo>
                  <a:pt x="349583" y="80189"/>
                  <a:pt x="349141" y="75615"/>
                  <a:pt x="348256" y="72148"/>
                </a:cubicBezTo>
                <a:cubicBezTo>
                  <a:pt x="347370" y="68680"/>
                  <a:pt x="346079" y="65693"/>
                  <a:pt x="344383" y="63185"/>
                </a:cubicBezTo>
                <a:cubicBezTo>
                  <a:pt x="342686" y="60676"/>
                  <a:pt x="340491" y="58758"/>
                  <a:pt x="337799" y="57430"/>
                </a:cubicBezTo>
                <a:cubicBezTo>
                  <a:pt x="335106" y="56103"/>
                  <a:pt x="331989" y="55439"/>
                  <a:pt x="328448" y="55439"/>
                </a:cubicBezTo>
                <a:cubicBezTo>
                  <a:pt x="323874" y="55439"/>
                  <a:pt x="319301" y="57062"/>
                  <a:pt x="314727" y="60308"/>
                </a:cubicBezTo>
                <a:cubicBezTo>
                  <a:pt x="310153" y="63553"/>
                  <a:pt x="305358" y="68312"/>
                  <a:pt x="300342" y="74582"/>
                </a:cubicBezTo>
                <a:lnTo>
                  <a:pt x="300342" y="144185"/>
                </a:lnTo>
                <a:cubicBezTo>
                  <a:pt x="300342" y="144775"/>
                  <a:pt x="300194" y="145273"/>
                  <a:pt x="299899" y="145679"/>
                </a:cubicBezTo>
                <a:cubicBezTo>
                  <a:pt x="299604" y="146084"/>
                  <a:pt x="299124" y="146435"/>
                  <a:pt x="298460" y="146730"/>
                </a:cubicBezTo>
                <a:cubicBezTo>
                  <a:pt x="297796" y="147025"/>
                  <a:pt x="296874" y="147246"/>
                  <a:pt x="295694" y="147394"/>
                </a:cubicBezTo>
                <a:cubicBezTo>
                  <a:pt x="294514" y="147541"/>
                  <a:pt x="293001" y="147615"/>
                  <a:pt x="291157" y="147615"/>
                </a:cubicBezTo>
                <a:cubicBezTo>
                  <a:pt x="289387" y="147615"/>
                  <a:pt x="287911" y="147541"/>
                  <a:pt x="286731" y="147394"/>
                </a:cubicBezTo>
                <a:cubicBezTo>
                  <a:pt x="285551" y="147246"/>
                  <a:pt x="284610" y="147025"/>
                  <a:pt x="283909" y="146730"/>
                </a:cubicBezTo>
                <a:cubicBezTo>
                  <a:pt x="283208" y="146435"/>
                  <a:pt x="282729" y="146084"/>
                  <a:pt x="282471" y="145679"/>
                </a:cubicBezTo>
                <a:cubicBezTo>
                  <a:pt x="282212" y="145273"/>
                  <a:pt x="282083" y="144775"/>
                  <a:pt x="282083" y="144185"/>
                </a:cubicBezTo>
                <a:lnTo>
                  <a:pt x="282083" y="44594"/>
                </a:lnTo>
                <a:cubicBezTo>
                  <a:pt x="282083" y="44004"/>
                  <a:pt x="282194" y="43506"/>
                  <a:pt x="282415" y="43101"/>
                </a:cubicBezTo>
                <a:cubicBezTo>
                  <a:pt x="282637" y="42695"/>
                  <a:pt x="283079" y="42326"/>
                  <a:pt x="283743" y="41994"/>
                </a:cubicBezTo>
                <a:cubicBezTo>
                  <a:pt x="284407" y="41662"/>
                  <a:pt x="285255" y="41441"/>
                  <a:pt x="286288" y="41330"/>
                </a:cubicBezTo>
                <a:cubicBezTo>
                  <a:pt x="287321" y="41219"/>
                  <a:pt x="288686" y="41164"/>
                  <a:pt x="290383" y="41164"/>
                </a:cubicBezTo>
                <a:cubicBezTo>
                  <a:pt x="292005" y="41164"/>
                  <a:pt x="293352" y="41219"/>
                  <a:pt x="294421" y="41330"/>
                </a:cubicBezTo>
                <a:cubicBezTo>
                  <a:pt x="295491" y="41441"/>
                  <a:pt x="296321" y="41662"/>
                  <a:pt x="296911" y="41994"/>
                </a:cubicBezTo>
                <a:cubicBezTo>
                  <a:pt x="297501" y="42326"/>
                  <a:pt x="297926" y="42695"/>
                  <a:pt x="298184" y="43101"/>
                </a:cubicBezTo>
                <a:cubicBezTo>
                  <a:pt x="298442" y="43506"/>
                  <a:pt x="298571" y="44004"/>
                  <a:pt x="298571" y="44594"/>
                </a:cubicBezTo>
                <a:lnTo>
                  <a:pt x="298571" y="57762"/>
                </a:lnTo>
                <a:cubicBezTo>
                  <a:pt x="304178" y="51492"/>
                  <a:pt x="309766" y="46900"/>
                  <a:pt x="315335" y="43986"/>
                </a:cubicBezTo>
                <a:cubicBezTo>
                  <a:pt x="320905" y="41072"/>
                  <a:pt x="326530" y="39615"/>
                  <a:pt x="332211" y="39615"/>
                </a:cubicBezTo>
                <a:cubicBezTo>
                  <a:pt x="338850" y="39615"/>
                  <a:pt x="344438" y="40740"/>
                  <a:pt x="348975" y="42990"/>
                </a:cubicBezTo>
                <a:cubicBezTo>
                  <a:pt x="353512" y="45240"/>
                  <a:pt x="357182" y="48246"/>
                  <a:pt x="359985" y="52008"/>
                </a:cubicBezTo>
                <a:cubicBezTo>
                  <a:pt x="362788" y="55771"/>
                  <a:pt x="364799" y="60178"/>
                  <a:pt x="366016" y="65232"/>
                </a:cubicBezTo>
                <a:cubicBezTo>
                  <a:pt x="367233" y="70285"/>
                  <a:pt x="367842" y="76353"/>
                  <a:pt x="367842" y="83435"/>
                </a:cubicBezTo>
                <a:lnTo>
                  <a:pt x="367842" y="144185"/>
                </a:lnTo>
                <a:close/>
                <a:moveTo>
                  <a:pt x="449901" y="136992"/>
                </a:moveTo>
                <a:cubicBezTo>
                  <a:pt x="449901" y="139131"/>
                  <a:pt x="449754" y="140828"/>
                  <a:pt x="449459" y="142082"/>
                </a:cubicBezTo>
                <a:cubicBezTo>
                  <a:pt x="449163" y="143336"/>
                  <a:pt x="448721" y="144259"/>
                  <a:pt x="448131" y="144849"/>
                </a:cubicBezTo>
                <a:cubicBezTo>
                  <a:pt x="447540" y="145439"/>
                  <a:pt x="446655" y="145992"/>
                  <a:pt x="445475" y="146509"/>
                </a:cubicBezTo>
                <a:cubicBezTo>
                  <a:pt x="444295" y="147025"/>
                  <a:pt x="442948" y="147449"/>
                  <a:pt x="441436" y="147781"/>
                </a:cubicBezTo>
                <a:cubicBezTo>
                  <a:pt x="439924" y="148113"/>
                  <a:pt x="438319" y="148390"/>
                  <a:pt x="436622" y="148611"/>
                </a:cubicBezTo>
                <a:cubicBezTo>
                  <a:pt x="434926" y="148832"/>
                  <a:pt x="433229" y="148943"/>
                  <a:pt x="431532" y="148943"/>
                </a:cubicBezTo>
                <a:cubicBezTo>
                  <a:pt x="426368" y="148943"/>
                  <a:pt x="421942" y="148259"/>
                  <a:pt x="418254" y="146892"/>
                </a:cubicBezTo>
                <a:cubicBezTo>
                  <a:pt x="414565" y="145523"/>
                  <a:pt x="411540" y="143452"/>
                  <a:pt x="409180" y="140678"/>
                </a:cubicBezTo>
                <a:cubicBezTo>
                  <a:pt x="406819" y="137905"/>
                  <a:pt x="405104" y="134393"/>
                  <a:pt x="404034" y="130142"/>
                </a:cubicBezTo>
                <a:cubicBezTo>
                  <a:pt x="402965" y="125891"/>
                  <a:pt x="402430" y="120881"/>
                  <a:pt x="402430" y="115113"/>
                </a:cubicBezTo>
                <a:lnTo>
                  <a:pt x="402430" y="56767"/>
                </a:lnTo>
                <a:lnTo>
                  <a:pt x="388487" y="56767"/>
                </a:lnTo>
                <a:cubicBezTo>
                  <a:pt x="387380" y="56767"/>
                  <a:pt x="386495" y="56176"/>
                  <a:pt x="385831" y="54996"/>
                </a:cubicBezTo>
                <a:cubicBezTo>
                  <a:pt x="385167" y="53816"/>
                  <a:pt x="384835" y="51898"/>
                  <a:pt x="384835" y="49242"/>
                </a:cubicBezTo>
                <a:cubicBezTo>
                  <a:pt x="384835" y="47840"/>
                  <a:pt x="384928" y="46660"/>
                  <a:pt x="385112" y="45701"/>
                </a:cubicBezTo>
                <a:cubicBezTo>
                  <a:pt x="385296" y="44742"/>
                  <a:pt x="385536" y="43949"/>
                  <a:pt x="385831" y="43322"/>
                </a:cubicBezTo>
                <a:cubicBezTo>
                  <a:pt x="386126" y="42695"/>
                  <a:pt x="386514" y="42252"/>
                  <a:pt x="386993" y="41994"/>
                </a:cubicBezTo>
                <a:cubicBezTo>
                  <a:pt x="387473" y="41736"/>
                  <a:pt x="388008" y="41607"/>
                  <a:pt x="388598" y="41607"/>
                </a:cubicBezTo>
                <a:lnTo>
                  <a:pt x="402430" y="41607"/>
                </a:lnTo>
                <a:lnTo>
                  <a:pt x="402430" y="17926"/>
                </a:lnTo>
                <a:cubicBezTo>
                  <a:pt x="402430" y="17410"/>
                  <a:pt x="402559" y="16930"/>
                  <a:pt x="402817" y="16488"/>
                </a:cubicBezTo>
                <a:cubicBezTo>
                  <a:pt x="403075" y="16045"/>
                  <a:pt x="403555" y="15658"/>
                  <a:pt x="404256" y="15326"/>
                </a:cubicBezTo>
                <a:cubicBezTo>
                  <a:pt x="404956" y="14994"/>
                  <a:pt x="405897" y="14754"/>
                  <a:pt x="407077" y="14607"/>
                </a:cubicBezTo>
                <a:cubicBezTo>
                  <a:pt x="408258" y="14459"/>
                  <a:pt x="409733" y="14385"/>
                  <a:pt x="411504" y="14385"/>
                </a:cubicBezTo>
                <a:cubicBezTo>
                  <a:pt x="413348" y="14385"/>
                  <a:pt x="414860" y="14459"/>
                  <a:pt x="416040" y="14607"/>
                </a:cubicBezTo>
                <a:cubicBezTo>
                  <a:pt x="417221" y="14754"/>
                  <a:pt x="418143" y="14994"/>
                  <a:pt x="418807" y="15326"/>
                </a:cubicBezTo>
                <a:cubicBezTo>
                  <a:pt x="419471" y="15658"/>
                  <a:pt x="419950" y="16045"/>
                  <a:pt x="420245" y="16488"/>
                </a:cubicBezTo>
                <a:cubicBezTo>
                  <a:pt x="420540" y="16930"/>
                  <a:pt x="420688" y="17410"/>
                  <a:pt x="420688" y="17926"/>
                </a:cubicBezTo>
                <a:lnTo>
                  <a:pt x="420688" y="41607"/>
                </a:lnTo>
                <a:lnTo>
                  <a:pt x="446249" y="41607"/>
                </a:lnTo>
                <a:cubicBezTo>
                  <a:pt x="446840" y="41607"/>
                  <a:pt x="447356" y="41736"/>
                  <a:pt x="447799" y="41994"/>
                </a:cubicBezTo>
                <a:cubicBezTo>
                  <a:pt x="448241" y="42252"/>
                  <a:pt x="448629" y="42695"/>
                  <a:pt x="448961" y="43322"/>
                </a:cubicBezTo>
                <a:cubicBezTo>
                  <a:pt x="449293" y="43949"/>
                  <a:pt x="449532" y="44742"/>
                  <a:pt x="449680" y="45701"/>
                </a:cubicBezTo>
                <a:cubicBezTo>
                  <a:pt x="449827" y="46660"/>
                  <a:pt x="449901" y="47840"/>
                  <a:pt x="449901" y="49242"/>
                </a:cubicBezTo>
                <a:cubicBezTo>
                  <a:pt x="449901" y="51898"/>
                  <a:pt x="449569" y="53816"/>
                  <a:pt x="448905" y="54996"/>
                </a:cubicBezTo>
                <a:cubicBezTo>
                  <a:pt x="448241" y="56176"/>
                  <a:pt x="447356" y="56767"/>
                  <a:pt x="446249" y="56767"/>
                </a:cubicBezTo>
                <a:lnTo>
                  <a:pt x="420688" y="56767"/>
                </a:lnTo>
                <a:lnTo>
                  <a:pt x="420688" y="112478"/>
                </a:lnTo>
                <a:cubicBezTo>
                  <a:pt x="420688" y="119357"/>
                  <a:pt x="421702" y="124555"/>
                  <a:pt x="423731" y="128070"/>
                </a:cubicBezTo>
                <a:cubicBezTo>
                  <a:pt x="425760" y="131584"/>
                  <a:pt x="429393" y="133340"/>
                  <a:pt x="434631" y="133340"/>
                </a:cubicBezTo>
                <a:cubicBezTo>
                  <a:pt x="436327" y="133340"/>
                  <a:pt x="437840" y="133174"/>
                  <a:pt x="439168" y="132843"/>
                </a:cubicBezTo>
                <a:cubicBezTo>
                  <a:pt x="440495" y="132511"/>
                  <a:pt x="441676" y="132160"/>
                  <a:pt x="442708" y="131791"/>
                </a:cubicBezTo>
                <a:cubicBezTo>
                  <a:pt x="443741" y="131422"/>
                  <a:pt x="444627" y="131072"/>
                  <a:pt x="445364" y="130740"/>
                </a:cubicBezTo>
                <a:cubicBezTo>
                  <a:pt x="446102" y="130408"/>
                  <a:pt x="446766" y="130242"/>
                  <a:pt x="447356" y="130242"/>
                </a:cubicBezTo>
                <a:cubicBezTo>
                  <a:pt x="447725" y="130242"/>
                  <a:pt x="448075" y="130334"/>
                  <a:pt x="448407" y="130519"/>
                </a:cubicBezTo>
                <a:cubicBezTo>
                  <a:pt x="448739" y="130703"/>
                  <a:pt x="448997" y="131054"/>
                  <a:pt x="449182" y="131570"/>
                </a:cubicBezTo>
                <a:cubicBezTo>
                  <a:pt x="449366" y="132086"/>
                  <a:pt x="449532" y="132787"/>
                  <a:pt x="449680" y="133672"/>
                </a:cubicBezTo>
                <a:cubicBezTo>
                  <a:pt x="449827" y="134558"/>
                  <a:pt x="449901" y="135664"/>
                  <a:pt x="449901" y="136992"/>
                </a:cubicBezTo>
                <a:close/>
                <a:moveTo>
                  <a:pt x="536554" y="117154"/>
                </a:moveTo>
                <a:cubicBezTo>
                  <a:pt x="536554" y="122248"/>
                  <a:pt x="535613" y="126790"/>
                  <a:pt x="533732" y="130778"/>
                </a:cubicBezTo>
                <a:cubicBezTo>
                  <a:pt x="531851" y="134764"/>
                  <a:pt x="529177" y="138124"/>
                  <a:pt x="525709" y="140858"/>
                </a:cubicBezTo>
                <a:cubicBezTo>
                  <a:pt x="522242" y="143590"/>
                  <a:pt x="518111" y="145657"/>
                  <a:pt x="513316" y="147058"/>
                </a:cubicBezTo>
                <a:cubicBezTo>
                  <a:pt x="508521" y="148462"/>
                  <a:pt x="503246" y="149164"/>
                  <a:pt x="497492" y="149164"/>
                </a:cubicBezTo>
                <a:cubicBezTo>
                  <a:pt x="493951" y="149164"/>
                  <a:pt x="490576" y="148888"/>
                  <a:pt x="487367" y="148334"/>
                </a:cubicBezTo>
                <a:cubicBezTo>
                  <a:pt x="484158" y="147781"/>
                  <a:pt x="481281" y="147080"/>
                  <a:pt x="478736" y="146232"/>
                </a:cubicBezTo>
                <a:cubicBezTo>
                  <a:pt x="476191" y="145384"/>
                  <a:pt x="474033" y="144498"/>
                  <a:pt x="472263" y="143576"/>
                </a:cubicBezTo>
                <a:cubicBezTo>
                  <a:pt x="470492" y="142654"/>
                  <a:pt x="469201" y="141824"/>
                  <a:pt x="468390" y="141086"/>
                </a:cubicBezTo>
                <a:cubicBezTo>
                  <a:pt x="467578" y="140349"/>
                  <a:pt x="466988" y="139316"/>
                  <a:pt x="466619" y="137988"/>
                </a:cubicBezTo>
                <a:cubicBezTo>
                  <a:pt x="466250" y="136660"/>
                  <a:pt x="466066" y="134853"/>
                  <a:pt x="466066" y="132566"/>
                </a:cubicBezTo>
                <a:cubicBezTo>
                  <a:pt x="466066" y="131164"/>
                  <a:pt x="466140" y="129984"/>
                  <a:pt x="466287" y="129025"/>
                </a:cubicBezTo>
                <a:cubicBezTo>
                  <a:pt x="466435" y="128066"/>
                  <a:pt x="466619" y="127291"/>
                  <a:pt x="466840" y="126701"/>
                </a:cubicBezTo>
                <a:cubicBezTo>
                  <a:pt x="467062" y="126111"/>
                  <a:pt x="467375" y="125687"/>
                  <a:pt x="467781" y="125429"/>
                </a:cubicBezTo>
                <a:cubicBezTo>
                  <a:pt x="468187" y="125170"/>
                  <a:pt x="468648" y="125041"/>
                  <a:pt x="469164" y="125041"/>
                </a:cubicBezTo>
                <a:cubicBezTo>
                  <a:pt x="469976" y="125041"/>
                  <a:pt x="471174" y="125539"/>
                  <a:pt x="472761" y="126535"/>
                </a:cubicBezTo>
                <a:cubicBezTo>
                  <a:pt x="474347" y="127531"/>
                  <a:pt x="476301" y="128619"/>
                  <a:pt x="478625" y="129799"/>
                </a:cubicBezTo>
                <a:cubicBezTo>
                  <a:pt x="480949" y="130980"/>
                  <a:pt x="483697" y="132068"/>
                  <a:pt x="486869" y="133064"/>
                </a:cubicBezTo>
                <a:cubicBezTo>
                  <a:pt x="490041" y="134060"/>
                  <a:pt x="493693" y="134558"/>
                  <a:pt x="497824" y="134558"/>
                </a:cubicBezTo>
                <a:cubicBezTo>
                  <a:pt x="500922" y="134558"/>
                  <a:pt x="503726" y="134226"/>
                  <a:pt x="506234" y="133562"/>
                </a:cubicBezTo>
                <a:cubicBezTo>
                  <a:pt x="508742" y="132896"/>
                  <a:pt x="510918" y="131916"/>
                  <a:pt x="512763" y="130622"/>
                </a:cubicBezTo>
                <a:cubicBezTo>
                  <a:pt x="514607" y="129329"/>
                  <a:pt x="516027" y="127684"/>
                  <a:pt x="517023" y="125688"/>
                </a:cubicBezTo>
                <a:cubicBezTo>
                  <a:pt x="518019" y="123691"/>
                  <a:pt x="518517" y="121326"/>
                  <a:pt x="518517" y="118592"/>
                </a:cubicBezTo>
                <a:cubicBezTo>
                  <a:pt x="518517" y="115787"/>
                  <a:pt x="517797" y="113424"/>
                  <a:pt x="516359" y="111503"/>
                </a:cubicBezTo>
                <a:cubicBezTo>
                  <a:pt x="514920" y="109583"/>
                  <a:pt x="513021" y="107885"/>
                  <a:pt x="510660" y="106410"/>
                </a:cubicBezTo>
                <a:cubicBezTo>
                  <a:pt x="508300" y="104932"/>
                  <a:pt x="505644" y="103621"/>
                  <a:pt x="502693" y="102478"/>
                </a:cubicBezTo>
                <a:cubicBezTo>
                  <a:pt x="499742" y="101332"/>
                  <a:pt x="496699" y="100132"/>
                  <a:pt x="493564" y="98878"/>
                </a:cubicBezTo>
                <a:cubicBezTo>
                  <a:pt x="490429" y="97622"/>
                  <a:pt x="487367" y="96199"/>
                  <a:pt x="484379" y="94611"/>
                </a:cubicBezTo>
                <a:cubicBezTo>
                  <a:pt x="481392" y="93022"/>
                  <a:pt x="478717" y="91084"/>
                  <a:pt x="476357" y="88795"/>
                </a:cubicBezTo>
                <a:cubicBezTo>
                  <a:pt x="473996" y="86505"/>
                  <a:pt x="472097" y="83773"/>
                  <a:pt x="470658" y="80599"/>
                </a:cubicBezTo>
                <a:cubicBezTo>
                  <a:pt x="469220" y="77425"/>
                  <a:pt x="468500" y="73622"/>
                  <a:pt x="468500" y="69191"/>
                </a:cubicBezTo>
                <a:cubicBezTo>
                  <a:pt x="468500" y="65277"/>
                  <a:pt x="469256" y="61529"/>
                  <a:pt x="470769" y="57949"/>
                </a:cubicBezTo>
                <a:cubicBezTo>
                  <a:pt x="472281" y="54367"/>
                  <a:pt x="474549" y="51228"/>
                  <a:pt x="477574" y="48533"/>
                </a:cubicBezTo>
                <a:cubicBezTo>
                  <a:pt x="480599" y="45836"/>
                  <a:pt x="484379" y="43676"/>
                  <a:pt x="488916" y="42053"/>
                </a:cubicBezTo>
                <a:cubicBezTo>
                  <a:pt x="493453" y="40427"/>
                  <a:pt x="498746" y="39615"/>
                  <a:pt x="504795" y="39615"/>
                </a:cubicBezTo>
                <a:cubicBezTo>
                  <a:pt x="507451" y="39615"/>
                  <a:pt x="510107" y="39840"/>
                  <a:pt x="512763" y="40289"/>
                </a:cubicBezTo>
                <a:cubicBezTo>
                  <a:pt x="515418" y="40739"/>
                  <a:pt x="517816" y="41300"/>
                  <a:pt x="519955" y="41973"/>
                </a:cubicBezTo>
                <a:cubicBezTo>
                  <a:pt x="522095" y="42646"/>
                  <a:pt x="523920" y="43376"/>
                  <a:pt x="525433" y="44162"/>
                </a:cubicBezTo>
                <a:cubicBezTo>
                  <a:pt x="526945" y="44948"/>
                  <a:pt x="528088" y="45641"/>
                  <a:pt x="528863" y="46240"/>
                </a:cubicBezTo>
                <a:cubicBezTo>
                  <a:pt x="529638" y="46840"/>
                  <a:pt x="530154" y="47361"/>
                  <a:pt x="530412" y="47803"/>
                </a:cubicBezTo>
                <a:cubicBezTo>
                  <a:pt x="530670" y="48246"/>
                  <a:pt x="530855" y="48744"/>
                  <a:pt x="530966" y="49297"/>
                </a:cubicBezTo>
                <a:cubicBezTo>
                  <a:pt x="531076" y="49851"/>
                  <a:pt x="531187" y="50533"/>
                  <a:pt x="531298" y="51344"/>
                </a:cubicBezTo>
                <a:cubicBezTo>
                  <a:pt x="531408" y="52156"/>
                  <a:pt x="531464" y="53152"/>
                  <a:pt x="531464" y="54332"/>
                </a:cubicBezTo>
                <a:cubicBezTo>
                  <a:pt x="531464" y="55586"/>
                  <a:pt x="531408" y="56674"/>
                  <a:pt x="531298" y="57596"/>
                </a:cubicBezTo>
                <a:cubicBezTo>
                  <a:pt x="531187" y="58519"/>
                  <a:pt x="531002" y="59275"/>
                  <a:pt x="530744" y="59865"/>
                </a:cubicBezTo>
                <a:cubicBezTo>
                  <a:pt x="530486" y="60455"/>
                  <a:pt x="530173" y="60879"/>
                  <a:pt x="529804" y="61137"/>
                </a:cubicBezTo>
                <a:cubicBezTo>
                  <a:pt x="529435" y="61396"/>
                  <a:pt x="529029" y="61525"/>
                  <a:pt x="528586" y="61525"/>
                </a:cubicBezTo>
                <a:cubicBezTo>
                  <a:pt x="527923" y="61525"/>
                  <a:pt x="526963" y="61113"/>
                  <a:pt x="525709" y="60290"/>
                </a:cubicBezTo>
                <a:cubicBezTo>
                  <a:pt x="524455" y="59467"/>
                  <a:pt x="522832" y="58588"/>
                  <a:pt x="520841" y="57652"/>
                </a:cubicBezTo>
                <a:cubicBezTo>
                  <a:pt x="518849" y="56716"/>
                  <a:pt x="516507" y="55836"/>
                  <a:pt x="513814" y="55013"/>
                </a:cubicBezTo>
                <a:cubicBezTo>
                  <a:pt x="511121" y="54190"/>
                  <a:pt x="508041" y="53779"/>
                  <a:pt x="504574" y="53779"/>
                </a:cubicBezTo>
                <a:cubicBezTo>
                  <a:pt x="501476" y="53779"/>
                  <a:pt x="498746" y="54130"/>
                  <a:pt x="496386" y="54833"/>
                </a:cubicBezTo>
                <a:cubicBezTo>
                  <a:pt x="494025" y="55534"/>
                  <a:pt x="492088" y="56531"/>
                  <a:pt x="490576" y="57825"/>
                </a:cubicBezTo>
                <a:cubicBezTo>
                  <a:pt x="489064" y="59118"/>
                  <a:pt x="487920" y="60652"/>
                  <a:pt x="487146" y="62427"/>
                </a:cubicBezTo>
                <a:cubicBezTo>
                  <a:pt x="486371" y="64200"/>
                  <a:pt x="485984" y="66122"/>
                  <a:pt x="485984" y="68192"/>
                </a:cubicBezTo>
                <a:cubicBezTo>
                  <a:pt x="485984" y="71071"/>
                  <a:pt x="486722" y="73489"/>
                  <a:pt x="488197" y="75447"/>
                </a:cubicBezTo>
                <a:cubicBezTo>
                  <a:pt x="489672" y="77404"/>
                  <a:pt x="491590" y="79121"/>
                  <a:pt x="493951" y="80599"/>
                </a:cubicBezTo>
                <a:cubicBezTo>
                  <a:pt x="496312" y="82074"/>
                  <a:pt x="499004" y="83403"/>
                  <a:pt x="502029" y="84586"/>
                </a:cubicBezTo>
                <a:cubicBezTo>
                  <a:pt x="505054" y="85766"/>
                  <a:pt x="508134" y="86985"/>
                  <a:pt x="511269" y="88241"/>
                </a:cubicBezTo>
                <a:cubicBezTo>
                  <a:pt x="514404" y="89495"/>
                  <a:pt x="517502" y="90898"/>
                  <a:pt x="520564" y="92450"/>
                </a:cubicBezTo>
                <a:cubicBezTo>
                  <a:pt x="523625" y="94001"/>
                  <a:pt x="526336" y="95885"/>
                  <a:pt x="528697" y="98100"/>
                </a:cubicBezTo>
                <a:cubicBezTo>
                  <a:pt x="531058" y="100315"/>
                  <a:pt x="532957" y="102975"/>
                  <a:pt x="534396" y="106078"/>
                </a:cubicBezTo>
                <a:cubicBezTo>
                  <a:pt x="535834" y="109178"/>
                  <a:pt x="536554" y="112870"/>
                  <a:pt x="536554" y="117154"/>
                </a:cubicBezTo>
                <a:close/>
                <a:moveTo>
                  <a:pt x="607236" y="91070"/>
                </a:moveTo>
                <a:cubicBezTo>
                  <a:pt x="607236" y="93947"/>
                  <a:pt x="606904" y="95939"/>
                  <a:pt x="606240" y="97045"/>
                </a:cubicBezTo>
                <a:cubicBezTo>
                  <a:pt x="605576" y="98152"/>
                  <a:pt x="604617" y="98705"/>
                  <a:pt x="603363" y="98705"/>
                </a:cubicBezTo>
                <a:lnTo>
                  <a:pt x="557109" y="98705"/>
                </a:lnTo>
                <a:cubicBezTo>
                  <a:pt x="555781" y="98705"/>
                  <a:pt x="554785" y="98133"/>
                  <a:pt x="554121" y="96990"/>
                </a:cubicBezTo>
                <a:cubicBezTo>
                  <a:pt x="553457" y="95847"/>
                  <a:pt x="553125" y="93873"/>
                  <a:pt x="553125" y="91070"/>
                </a:cubicBezTo>
                <a:cubicBezTo>
                  <a:pt x="553125" y="88267"/>
                  <a:pt x="553457" y="86312"/>
                  <a:pt x="554121" y="85205"/>
                </a:cubicBezTo>
                <a:cubicBezTo>
                  <a:pt x="554785" y="84099"/>
                  <a:pt x="555781" y="83545"/>
                  <a:pt x="557109" y="83545"/>
                </a:cubicBezTo>
                <a:lnTo>
                  <a:pt x="603363" y="83545"/>
                </a:lnTo>
                <a:cubicBezTo>
                  <a:pt x="603953" y="83545"/>
                  <a:pt x="604488" y="83656"/>
                  <a:pt x="604968" y="83877"/>
                </a:cubicBezTo>
                <a:cubicBezTo>
                  <a:pt x="605447" y="84099"/>
                  <a:pt x="605853" y="84523"/>
                  <a:pt x="606185" y="85150"/>
                </a:cubicBezTo>
                <a:cubicBezTo>
                  <a:pt x="606517" y="85777"/>
                  <a:pt x="606775" y="86570"/>
                  <a:pt x="606959" y="87529"/>
                </a:cubicBezTo>
                <a:cubicBezTo>
                  <a:pt x="607144" y="88488"/>
                  <a:pt x="607236" y="89668"/>
                  <a:pt x="607236" y="91070"/>
                </a:cubicBezTo>
                <a:close/>
                <a:moveTo>
                  <a:pt x="683417" y="136992"/>
                </a:moveTo>
                <a:cubicBezTo>
                  <a:pt x="683417" y="139131"/>
                  <a:pt x="683269" y="140828"/>
                  <a:pt x="682974" y="142082"/>
                </a:cubicBezTo>
                <a:cubicBezTo>
                  <a:pt x="682679" y="143336"/>
                  <a:pt x="682237" y="144259"/>
                  <a:pt x="681646" y="144849"/>
                </a:cubicBezTo>
                <a:cubicBezTo>
                  <a:pt x="681056" y="145439"/>
                  <a:pt x="680171" y="145992"/>
                  <a:pt x="678991" y="146509"/>
                </a:cubicBezTo>
                <a:cubicBezTo>
                  <a:pt x="677810" y="147025"/>
                  <a:pt x="676464" y="147449"/>
                  <a:pt x="674952" y="147781"/>
                </a:cubicBezTo>
                <a:cubicBezTo>
                  <a:pt x="673439" y="148113"/>
                  <a:pt x="671835" y="148390"/>
                  <a:pt x="670138" y="148611"/>
                </a:cubicBezTo>
                <a:cubicBezTo>
                  <a:pt x="668441" y="148832"/>
                  <a:pt x="666745" y="148943"/>
                  <a:pt x="665048" y="148943"/>
                </a:cubicBezTo>
                <a:cubicBezTo>
                  <a:pt x="659884" y="148943"/>
                  <a:pt x="655458" y="148259"/>
                  <a:pt x="651769" y="146892"/>
                </a:cubicBezTo>
                <a:cubicBezTo>
                  <a:pt x="648081" y="145523"/>
                  <a:pt x="645056" y="143452"/>
                  <a:pt x="642695" y="140678"/>
                </a:cubicBezTo>
                <a:cubicBezTo>
                  <a:pt x="640335" y="137905"/>
                  <a:pt x="638620" y="134393"/>
                  <a:pt x="637550" y="130142"/>
                </a:cubicBezTo>
                <a:cubicBezTo>
                  <a:pt x="636480" y="125891"/>
                  <a:pt x="635945" y="120881"/>
                  <a:pt x="635945" y="115113"/>
                </a:cubicBezTo>
                <a:lnTo>
                  <a:pt x="635945" y="56767"/>
                </a:lnTo>
                <a:lnTo>
                  <a:pt x="622003" y="56767"/>
                </a:lnTo>
                <a:cubicBezTo>
                  <a:pt x="620896" y="56767"/>
                  <a:pt x="620011" y="56176"/>
                  <a:pt x="619347" y="54996"/>
                </a:cubicBezTo>
                <a:cubicBezTo>
                  <a:pt x="618683" y="53816"/>
                  <a:pt x="618351" y="51898"/>
                  <a:pt x="618351" y="49242"/>
                </a:cubicBezTo>
                <a:cubicBezTo>
                  <a:pt x="618351" y="47840"/>
                  <a:pt x="618443" y="46660"/>
                  <a:pt x="618628" y="45701"/>
                </a:cubicBezTo>
                <a:cubicBezTo>
                  <a:pt x="618812" y="44742"/>
                  <a:pt x="619052" y="43949"/>
                  <a:pt x="619347" y="43322"/>
                </a:cubicBezTo>
                <a:cubicBezTo>
                  <a:pt x="619642" y="42695"/>
                  <a:pt x="620029" y="42252"/>
                  <a:pt x="620509" y="41994"/>
                </a:cubicBezTo>
                <a:cubicBezTo>
                  <a:pt x="620988" y="41736"/>
                  <a:pt x="621523" y="41607"/>
                  <a:pt x="622113" y="41607"/>
                </a:cubicBezTo>
                <a:lnTo>
                  <a:pt x="635945" y="41607"/>
                </a:lnTo>
                <a:lnTo>
                  <a:pt x="635945" y="17926"/>
                </a:lnTo>
                <a:cubicBezTo>
                  <a:pt x="635945" y="17410"/>
                  <a:pt x="636075" y="16930"/>
                  <a:pt x="636333" y="16488"/>
                </a:cubicBezTo>
                <a:cubicBezTo>
                  <a:pt x="636591" y="16045"/>
                  <a:pt x="637070" y="15658"/>
                  <a:pt x="637771" y="15326"/>
                </a:cubicBezTo>
                <a:cubicBezTo>
                  <a:pt x="638472" y="14994"/>
                  <a:pt x="639413" y="14754"/>
                  <a:pt x="640593" y="14607"/>
                </a:cubicBezTo>
                <a:cubicBezTo>
                  <a:pt x="641773" y="14459"/>
                  <a:pt x="643249" y="14385"/>
                  <a:pt x="645019" y="14385"/>
                </a:cubicBezTo>
                <a:cubicBezTo>
                  <a:pt x="646864" y="14385"/>
                  <a:pt x="648376" y="14459"/>
                  <a:pt x="649556" y="14607"/>
                </a:cubicBezTo>
                <a:cubicBezTo>
                  <a:pt x="650736" y="14754"/>
                  <a:pt x="651659" y="14994"/>
                  <a:pt x="652323" y="15326"/>
                </a:cubicBezTo>
                <a:cubicBezTo>
                  <a:pt x="652986" y="15658"/>
                  <a:pt x="653466" y="16045"/>
                  <a:pt x="653761" y="16488"/>
                </a:cubicBezTo>
                <a:cubicBezTo>
                  <a:pt x="654056" y="16930"/>
                  <a:pt x="654204" y="17410"/>
                  <a:pt x="654204" y="17926"/>
                </a:cubicBezTo>
                <a:lnTo>
                  <a:pt x="654204" y="41607"/>
                </a:lnTo>
                <a:lnTo>
                  <a:pt x="679765" y="41607"/>
                </a:lnTo>
                <a:cubicBezTo>
                  <a:pt x="680355" y="41607"/>
                  <a:pt x="680872" y="41736"/>
                  <a:pt x="681314" y="41994"/>
                </a:cubicBezTo>
                <a:cubicBezTo>
                  <a:pt x="681757" y="42252"/>
                  <a:pt x="682144" y="42695"/>
                  <a:pt x="682476" y="43322"/>
                </a:cubicBezTo>
                <a:cubicBezTo>
                  <a:pt x="682808" y="43949"/>
                  <a:pt x="683048" y="44742"/>
                  <a:pt x="683196" y="45701"/>
                </a:cubicBezTo>
                <a:cubicBezTo>
                  <a:pt x="683343" y="46660"/>
                  <a:pt x="683417" y="47840"/>
                  <a:pt x="683417" y="49242"/>
                </a:cubicBezTo>
                <a:cubicBezTo>
                  <a:pt x="683417" y="51898"/>
                  <a:pt x="683085" y="53816"/>
                  <a:pt x="682421" y="54996"/>
                </a:cubicBezTo>
                <a:cubicBezTo>
                  <a:pt x="681757" y="56176"/>
                  <a:pt x="680872" y="56767"/>
                  <a:pt x="679765" y="56767"/>
                </a:cubicBezTo>
                <a:lnTo>
                  <a:pt x="654204" y="56767"/>
                </a:lnTo>
                <a:lnTo>
                  <a:pt x="654204" y="112478"/>
                </a:lnTo>
                <a:cubicBezTo>
                  <a:pt x="654204" y="119357"/>
                  <a:pt x="655218" y="124555"/>
                  <a:pt x="657247" y="128070"/>
                </a:cubicBezTo>
                <a:cubicBezTo>
                  <a:pt x="659275" y="131584"/>
                  <a:pt x="662909" y="133340"/>
                  <a:pt x="668146" y="133340"/>
                </a:cubicBezTo>
                <a:cubicBezTo>
                  <a:pt x="669843" y="133340"/>
                  <a:pt x="671355" y="133174"/>
                  <a:pt x="672683" y="132843"/>
                </a:cubicBezTo>
                <a:cubicBezTo>
                  <a:pt x="674011" y="132511"/>
                  <a:pt x="675191" y="132160"/>
                  <a:pt x="676224" y="131791"/>
                </a:cubicBezTo>
                <a:cubicBezTo>
                  <a:pt x="677257" y="131422"/>
                  <a:pt x="678142" y="131072"/>
                  <a:pt x="678880" y="130740"/>
                </a:cubicBezTo>
                <a:cubicBezTo>
                  <a:pt x="679618" y="130408"/>
                  <a:pt x="680282" y="130242"/>
                  <a:pt x="680872" y="130242"/>
                </a:cubicBezTo>
                <a:cubicBezTo>
                  <a:pt x="681241" y="130242"/>
                  <a:pt x="681591" y="130334"/>
                  <a:pt x="681923" y="130519"/>
                </a:cubicBezTo>
                <a:cubicBezTo>
                  <a:pt x="682255" y="130703"/>
                  <a:pt x="682513" y="131054"/>
                  <a:pt x="682698" y="131570"/>
                </a:cubicBezTo>
                <a:cubicBezTo>
                  <a:pt x="682882" y="132086"/>
                  <a:pt x="683048" y="132787"/>
                  <a:pt x="683196" y="133672"/>
                </a:cubicBezTo>
                <a:cubicBezTo>
                  <a:pt x="683343" y="134558"/>
                  <a:pt x="683417" y="135664"/>
                  <a:pt x="683417" y="136992"/>
                </a:cubicBezTo>
                <a:close/>
                <a:moveTo>
                  <a:pt x="797448" y="93338"/>
                </a:moveTo>
                <a:cubicBezTo>
                  <a:pt x="797448" y="101460"/>
                  <a:pt x="796378" y="108936"/>
                  <a:pt x="794239" y="115767"/>
                </a:cubicBezTo>
                <a:cubicBezTo>
                  <a:pt x="792100" y="122598"/>
                  <a:pt x="788909" y="128488"/>
                  <a:pt x="784667" y="133437"/>
                </a:cubicBezTo>
                <a:cubicBezTo>
                  <a:pt x="780426" y="138385"/>
                  <a:pt x="775114" y="142243"/>
                  <a:pt x="768733" y="145011"/>
                </a:cubicBezTo>
                <a:cubicBezTo>
                  <a:pt x="762352" y="147780"/>
                  <a:pt x="754956" y="149164"/>
                  <a:pt x="746546" y="149164"/>
                </a:cubicBezTo>
                <a:cubicBezTo>
                  <a:pt x="738358" y="149164"/>
                  <a:pt x="731220" y="147946"/>
                  <a:pt x="725134" y="145509"/>
                </a:cubicBezTo>
                <a:cubicBezTo>
                  <a:pt x="719048" y="143072"/>
                  <a:pt x="713977" y="139528"/>
                  <a:pt x="709919" y="134876"/>
                </a:cubicBezTo>
                <a:cubicBezTo>
                  <a:pt x="705862" y="130224"/>
                  <a:pt x="702837" y="124574"/>
                  <a:pt x="700845" y="117928"/>
                </a:cubicBezTo>
                <a:cubicBezTo>
                  <a:pt x="698854" y="111282"/>
                  <a:pt x="697858" y="103749"/>
                  <a:pt x="697858" y="95330"/>
                </a:cubicBezTo>
                <a:cubicBezTo>
                  <a:pt x="697858" y="87208"/>
                  <a:pt x="698909" y="79732"/>
                  <a:pt x="701011" y="72902"/>
                </a:cubicBezTo>
                <a:cubicBezTo>
                  <a:pt x="703114" y="66071"/>
                  <a:pt x="706286" y="60182"/>
                  <a:pt x="710528" y="55235"/>
                </a:cubicBezTo>
                <a:cubicBezTo>
                  <a:pt x="714770" y="50285"/>
                  <a:pt x="720063" y="46444"/>
                  <a:pt x="726407" y="43713"/>
                </a:cubicBezTo>
                <a:cubicBezTo>
                  <a:pt x="732751" y="40981"/>
                  <a:pt x="740165" y="39615"/>
                  <a:pt x="748649" y="39615"/>
                </a:cubicBezTo>
                <a:cubicBezTo>
                  <a:pt x="756837" y="39615"/>
                  <a:pt x="763975" y="40833"/>
                  <a:pt x="770061" y="43270"/>
                </a:cubicBezTo>
                <a:cubicBezTo>
                  <a:pt x="776147" y="45707"/>
                  <a:pt x="781219" y="49251"/>
                  <a:pt x="785276" y="53903"/>
                </a:cubicBezTo>
                <a:cubicBezTo>
                  <a:pt x="789333" y="58555"/>
                  <a:pt x="792376" y="64205"/>
                  <a:pt x="794405" y="70851"/>
                </a:cubicBezTo>
                <a:cubicBezTo>
                  <a:pt x="796434" y="77497"/>
                  <a:pt x="797448" y="84993"/>
                  <a:pt x="797448" y="93338"/>
                </a:cubicBezTo>
                <a:moveTo>
                  <a:pt x="778194" y="94556"/>
                </a:moveTo>
                <a:cubicBezTo>
                  <a:pt x="778194" y="89163"/>
                  <a:pt x="777696" y="84066"/>
                  <a:pt x="776700" y="79264"/>
                </a:cubicBezTo>
                <a:cubicBezTo>
                  <a:pt x="775704" y="74462"/>
                  <a:pt x="774063" y="70252"/>
                  <a:pt x="771776" y="66632"/>
                </a:cubicBezTo>
                <a:cubicBezTo>
                  <a:pt x="769489" y="63013"/>
                  <a:pt x="766391" y="60151"/>
                  <a:pt x="762481" y="58046"/>
                </a:cubicBezTo>
                <a:cubicBezTo>
                  <a:pt x="758571" y="55939"/>
                  <a:pt x="753702" y="54885"/>
                  <a:pt x="747874" y="54885"/>
                </a:cubicBezTo>
                <a:cubicBezTo>
                  <a:pt x="742489" y="54885"/>
                  <a:pt x="737860" y="55846"/>
                  <a:pt x="733987" y="57766"/>
                </a:cubicBezTo>
                <a:cubicBezTo>
                  <a:pt x="730114" y="59686"/>
                  <a:pt x="726923" y="62402"/>
                  <a:pt x="724415" y="65913"/>
                </a:cubicBezTo>
                <a:cubicBezTo>
                  <a:pt x="721907" y="69422"/>
                  <a:pt x="720044" y="73577"/>
                  <a:pt x="718827" y="78379"/>
                </a:cubicBezTo>
                <a:cubicBezTo>
                  <a:pt x="717610" y="83179"/>
                  <a:pt x="717001" y="88423"/>
                  <a:pt x="717001" y="94113"/>
                </a:cubicBezTo>
                <a:cubicBezTo>
                  <a:pt x="717001" y="99579"/>
                  <a:pt x="717499" y="104713"/>
                  <a:pt x="718495" y="109515"/>
                </a:cubicBezTo>
                <a:cubicBezTo>
                  <a:pt x="719491" y="114317"/>
                  <a:pt x="721151" y="118509"/>
                  <a:pt x="723475" y="122092"/>
                </a:cubicBezTo>
                <a:cubicBezTo>
                  <a:pt x="725798" y="125674"/>
                  <a:pt x="728915" y="128519"/>
                  <a:pt x="732825" y="130626"/>
                </a:cubicBezTo>
                <a:cubicBezTo>
                  <a:pt x="736735" y="132731"/>
                  <a:pt x="741604" y="133783"/>
                  <a:pt x="747432" y="133783"/>
                </a:cubicBezTo>
                <a:cubicBezTo>
                  <a:pt x="752743" y="133783"/>
                  <a:pt x="757354" y="132823"/>
                  <a:pt x="761264" y="130903"/>
                </a:cubicBezTo>
                <a:cubicBezTo>
                  <a:pt x="765173" y="128982"/>
                  <a:pt x="768382" y="126286"/>
                  <a:pt x="770891" y="122814"/>
                </a:cubicBezTo>
                <a:cubicBezTo>
                  <a:pt x="773399" y="119340"/>
                  <a:pt x="775243" y="115203"/>
                  <a:pt x="776423" y="110404"/>
                </a:cubicBezTo>
                <a:cubicBezTo>
                  <a:pt x="777604" y="105602"/>
                  <a:pt x="778194" y="100319"/>
                  <a:pt x="778194" y="945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Relation">
            <a:extLst xmlns:a="http://schemas.openxmlformats.org/drawingml/2006/main">
              <a:ext uri="{FF2B5EF4-FFF2-40B4-BE49-F238E27FC236}">
                <a16:creationId xmlns:a16="http://schemas.microsoft.com/office/drawing/2014/main" id="{2EA524EC-8F82-40B8-990D-6F3582E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335" y="2763442"/>
            <a:ext cx="720695" cy="156468"/>
          </a:xfrm>
          <a:custGeom xmlns:a="http://schemas.openxmlformats.org/drawingml/2006/main">
            <a:pathLst>
              <a:path w="720695" h="156468">
                <a:moveTo>
                  <a:pt x="95496" y="151377"/>
                </a:moveTo>
                <a:cubicBezTo>
                  <a:pt x="95496" y="151968"/>
                  <a:pt x="95385" y="152484"/>
                  <a:pt x="95164" y="152927"/>
                </a:cubicBezTo>
                <a:cubicBezTo>
                  <a:pt x="94943" y="153369"/>
                  <a:pt x="94463" y="153738"/>
                  <a:pt x="93726" y="154033"/>
                </a:cubicBezTo>
                <a:cubicBezTo>
                  <a:pt x="92988" y="154328"/>
                  <a:pt x="91955" y="154550"/>
                  <a:pt x="90627" y="154697"/>
                </a:cubicBezTo>
                <a:cubicBezTo>
                  <a:pt x="89299" y="154845"/>
                  <a:pt x="87529" y="154918"/>
                  <a:pt x="85316" y="154918"/>
                </a:cubicBezTo>
                <a:cubicBezTo>
                  <a:pt x="83398" y="154918"/>
                  <a:pt x="81830" y="154845"/>
                  <a:pt x="80613" y="154697"/>
                </a:cubicBezTo>
                <a:cubicBezTo>
                  <a:pt x="79396" y="154550"/>
                  <a:pt x="78418" y="154310"/>
                  <a:pt x="77681" y="153978"/>
                </a:cubicBezTo>
                <a:cubicBezTo>
                  <a:pt x="76943" y="153646"/>
                  <a:pt x="76371" y="153185"/>
                  <a:pt x="75965" y="152595"/>
                </a:cubicBezTo>
                <a:cubicBezTo>
                  <a:pt x="75560" y="152004"/>
                  <a:pt x="75209" y="151267"/>
                  <a:pt x="74914" y="150381"/>
                </a:cubicBezTo>
                <a:lnTo>
                  <a:pt x="61746" y="116631"/>
                </a:lnTo>
                <a:cubicBezTo>
                  <a:pt x="60197" y="112795"/>
                  <a:pt x="58592" y="109273"/>
                  <a:pt x="56933" y="106064"/>
                </a:cubicBezTo>
                <a:cubicBezTo>
                  <a:pt x="55273" y="102855"/>
                  <a:pt x="53299" y="100088"/>
                  <a:pt x="51012" y="97765"/>
                </a:cubicBezTo>
                <a:cubicBezTo>
                  <a:pt x="48726" y="95441"/>
                  <a:pt x="46033" y="93633"/>
                  <a:pt x="42935" y="92342"/>
                </a:cubicBezTo>
                <a:cubicBezTo>
                  <a:pt x="39836" y="91051"/>
                  <a:pt x="36111" y="90406"/>
                  <a:pt x="31758" y="90406"/>
                </a:cubicBezTo>
                <a:lnTo>
                  <a:pt x="19033" y="90406"/>
                </a:lnTo>
                <a:lnTo>
                  <a:pt x="19033" y="151377"/>
                </a:lnTo>
                <a:cubicBezTo>
                  <a:pt x="19033" y="151968"/>
                  <a:pt x="18867" y="152484"/>
                  <a:pt x="18535" y="152927"/>
                </a:cubicBezTo>
                <a:cubicBezTo>
                  <a:pt x="18203" y="153369"/>
                  <a:pt x="17687" y="153720"/>
                  <a:pt x="16986" y="153978"/>
                </a:cubicBezTo>
                <a:cubicBezTo>
                  <a:pt x="16285" y="154236"/>
                  <a:pt x="15326" y="154457"/>
                  <a:pt x="14109" y="154642"/>
                </a:cubicBezTo>
                <a:cubicBezTo>
                  <a:pt x="12891" y="154826"/>
                  <a:pt x="11361" y="154918"/>
                  <a:pt x="9516" y="154918"/>
                </a:cubicBezTo>
                <a:cubicBezTo>
                  <a:pt x="7672" y="154918"/>
                  <a:pt x="6141" y="154826"/>
                  <a:pt x="4924" y="154642"/>
                </a:cubicBezTo>
                <a:cubicBezTo>
                  <a:pt x="3707" y="154457"/>
                  <a:pt x="2730" y="154236"/>
                  <a:pt x="1992" y="153978"/>
                </a:cubicBezTo>
                <a:cubicBezTo>
                  <a:pt x="1254" y="153720"/>
                  <a:pt x="738" y="153369"/>
                  <a:pt x="443" y="152927"/>
                </a:cubicBezTo>
                <a:cubicBezTo>
                  <a:pt x="148" y="152484"/>
                  <a:pt x="0" y="151968"/>
                  <a:pt x="0" y="151377"/>
                </a:cubicBezTo>
                <a:lnTo>
                  <a:pt x="0" y="18812"/>
                </a:lnTo>
                <a:cubicBezTo>
                  <a:pt x="0" y="15934"/>
                  <a:pt x="756" y="13924"/>
                  <a:pt x="2268" y="12781"/>
                </a:cubicBezTo>
                <a:cubicBezTo>
                  <a:pt x="3781" y="11637"/>
                  <a:pt x="5385" y="11066"/>
                  <a:pt x="7082" y="11066"/>
                </a:cubicBezTo>
                <a:lnTo>
                  <a:pt x="37512" y="11066"/>
                </a:lnTo>
                <a:cubicBezTo>
                  <a:pt x="41127" y="11066"/>
                  <a:pt x="44133" y="11158"/>
                  <a:pt x="46531" y="11342"/>
                </a:cubicBezTo>
                <a:cubicBezTo>
                  <a:pt x="48928" y="11527"/>
                  <a:pt x="51086" y="11730"/>
                  <a:pt x="53004" y="11951"/>
                </a:cubicBezTo>
                <a:cubicBezTo>
                  <a:pt x="58537" y="12910"/>
                  <a:pt x="63424" y="14422"/>
                  <a:pt x="67666" y="16488"/>
                </a:cubicBezTo>
                <a:cubicBezTo>
                  <a:pt x="71908" y="18553"/>
                  <a:pt x="75467" y="21172"/>
                  <a:pt x="78344" y="24344"/>
                </a:cubicBezTo>
                <a:cubicBezTo>
                  <a:pt x="81221" y="27516"/>
                  <a:pt x="83379" y="31150"/>
                  <a:pt x="84818" y="35244"/>
                </a:cubicBezTo>
                <a:cubicBezTo>
                  <a:pt x="86256" y="39338"/>
                  <a:pt x="86976" y="43857"/>
                  <a:pt x="86976" y="48799"/>
                </a:cubicBezTo>
                <a:cubicBezTo>
                  <a:pt x="86976" y="53594"/>
                  <a:pt x="86330" y="57892"/>
                  <a:pt x="85039" y="61691"/>
                </a:cubicBezTo>
                <a:cubicBezTo>
                  <a:pt x="83748" y="65490"/>
                  <a:pt x="81885" y="68846"/>
                  <a:pt x="79451" y="71760"/>
                </a:cubicBezTo>
                <a:cubicBezTo>
                  <a:pt x="77017" y="74674"/>
                  <a:pt x="74103" y="77201"/>
                  <a:pt x="70709" y="79340"/>
                </a:cubicBezTo>
                <a:cubicBezTo>
                  <a:pt x="67316" y="81480"/>
                  <a:pt x="63517" y="83287"/>
                  <a:pt x="59312" y="84762"/>
                </a:cubicBezTo>
                <a:cubicBezTo>
                  <a:pt x="61672" y="85795"/>
                  <a:pt x="63812" y="87105"/>
                  <a:pt x="65730" y="88691"/>
                </a:cubicBezTo>
                <a:cubicBezTo>
                  <a:pt x="67648" y="90277"/>
                  <a:pt x="69437" y="92176"/>
                  <a:pt x="71096" y="94390"/>
                </a:cubicBezTo>
                <a:cubicBezTo>
                  <a:pt x="72756" y="96603"/>
                  <a:pt x="74324" y="99148"/>
                  <a:pt x="75799" y="102025"/>
                </a:cubicBezTo>
                <a:cubicBezTo>
                  <a:pt x="77275" y="104902"/>
                  <a:pt x="78750" y="108148"/>
                  <a:pt x="80226" y="111763"/>
                </a:cubicBezTo>
                <a:lnTo>
                  <a:pt x="93062" y="143300"/>
                </a:lnTo>
                <a:cubicBezTo>
                  <a:pt x="94094" y="145955"/>
                  <a:pt x="94758" y="147818"/>
                  <a:pt x="95053" y="148888"/>
                </a:cubicBezTo>
                <a:cubicBezTo>
                  <a:pt x="95349" y="149957"/>
                  <a:pt x="95496" y="150787"/>
                  <a:pt x="95496" y="151377"/>
                </a:cubicBezTo>
                <a:moveTo>
                  <a:pt x="66836" y="50791"/>
                </a:moveTo>
                <a:cubicBezTo>
                  <a:pt x="66836" y="45185"/>
                  <a:pt x="65582" y="40445"/>
                  <a:pt x="63074" y="36572"/>
                </a:cubicBezTo>
                <a:cubicBezTo>
                  <a:pt x="60566" y="32699"/>
                  <a:pt x="56361" y="29914"/>
                  <a:pt x="50459" y="28217"/>
                </a:cubicBezTo>
                <a:cubicBezTo>
                  <a:pt x="48615" y="27701"/>
                  <a:pt x="46531" y="27332"/>
                  <a:pt x="44207" y="27111"/>
                </a:cubicBezTo>
                <a:cubicBezTo>
                  <a:pt x="41883" y="26889"/>
                  <a:pt x="38840" y="26779"/>
                  <a:pt x="35078" y="26779"/>
                </a:cubicBezTo>
                <a:lnTo>
                  <a:pt x="19033" y="26779"/>
                </a:lnTo>
                <a:lnTo>
                  <a:pt x="19033" y="75025"/>
                </a:lnTo>
                <a:lnTo>
                  <a:pt x="37623" y="75025"/>
                </a:lnTo>
                <a:cubicBezTo>
                  <a:pt x="42639" y="75025"/>
                  <a:pt x="46973" y="74416"/>
                  <a:pt x="50625" y="73199"/>
                </a:cubicBezTo>
                <a:cubicBezTo>
                  <a:pt x="54277" y="71982"/>
                  <a:pt x="57320" y="70285"/>
                  <a:pt x="59754" y="68109"/>
                </a:cubicBezTo>
                <a:cubicBezTo>
                  <a:pt x="62189" y="65933"/>
                  <a:pt x="63978" y="63369"/>
                  <a:pt x="65121" y="60418"/>
                </a:cubicBezTo>
                <a:cubicBezTo>
                  <a:pt x="66264" y="57467"/>
                  <a:pt x="66836" y="54258"/>
                  <a:pt x="66836" y="50791"/>
                </a:cubicBezTo>
                <a:close/>
                <a:moveTo>
                  <a:pt x="202312" y="97377"/>
                </a:moveTo>
                <a:cubicBezTo>
                  <a:pt x="202312" y="100254"/>
                  <a:pt x="201593" y="102301"/>
                  <a:pt x="200154" y="103519"/>
                </a:cubicBezTo>
                <a:cubicBezTo>
                  <a:pt x="198716" y="104736"/>
                  <a:pt x="197075" y="105345"/>
                  <a:pt x="195230" y="105345"/>
                </a:cubicBezTo>
                <a:lnTo>
                  <a:pt x="129943" y="105345"/>
                </a:lnTo>
                <a:cubicBezTo>
                  <a:pt x="129943" y="110893"/>
                  <a:pt x="130497" y="115888"/>
                  <a:pt x="131603" y="120328"/>
                </a:cubicBezTo>
                <a:cubicBezTo>
                  <a:pt x="132710" y="124768"/>
                  <a:pt x="134554" y="128579"/>
                  <a:pt x="137136" y="131760"/>
                </a:cubicBezTo>
                <a:cubicBezTo>
                  <a:pt x="139718" y="134942"/>
                  <a:pt x="143074" y="137384"/>
                  <a:pt x="147206" y="139088"/>
                </a:cubicBezTo>
                <a:cubicBezTo>
                  <a:pt x="151337" y="140789"/>
                  <a:pt x="156390" y="141640"/>
                  <a:pt x="162365" y="141640"/>
                </a:cubicBezTo>
                <a:cubicBezTo>
                  <a:pt x="167087" y="141640"/>
                  <a:pt x="171292" y="141252"/>
                  <a:pt x="174980" y="140478"/>
                </a:cubicBezTo>
                <a:cubicBezTo>
                  <a:pt x="178669" y="139703"/>
                  <a:pt x="181859" y="138836"/>
                  <a:pt x="184552" y="137877"/>
                </a:cubicBezTo>
                <a:cubicBezTo>
                  <a:pt x="187245" y="136918"/>
                  <a:pt x="189458" y="136052"/>
                  <a:pt x="191191" y="135277"/>
                </a:cubicBezTo>
                <a:cubicBezTo>
                  <a:pt x="192925" y="134502"/>
                  <a:pt x="194234" y="134115"/>
                  <a:pt x="195120" y="134115"/>
                </a:cubicBezTo>
                <a:cubicBezTo>
                  <a:pt x="195636" y="134115"/>
                  <a:pt x="196097" y="134244"/>
                  <a:pt x="196503" y="134502"/>
                </a:cubicBezTo>
                <a:cubicBezTo>
                  <a:pt x="196909" y="134761"/>
                  <a:pt x="197222" y="135148"/>
                  <a:pt x="197443" y="135664"/>
                </a:cubicBezTo>
                <a:cubicBezTo>
                  <a:pt x="197665" y="136181"/>
                  <a:pt x="197831" y="136900"/>
                  <a:pt x="197941" y="137822"/>
                </a:cubicBezTo>
                <a:cubicBezTo>
                  <a:pt x="198052" y="138744"/>
                  <a:pt x="198107" y="139869"/>
                  <a:pt x="198107" y="141197"/>
                </a:cubicBezTo>
                <a:cubicBezTo>
                  <a:pt x="198107" y="142156"/>
                  <a:pt x="198070" y="142986"/>
                  <a:pt x="197997" y="143687"/>
                </a:cubicBezTo>
                <a:cubicBezTo>
                  <a:pt x="197923" y="144388"/>
                  <a:pt x="197831" y="145015"/>
                  <a:pt x="197720" y="145568"/>
                </a:cubicBezTo>
                <a:cubicBezTo>
                  <a:pt x="197609" y="146121"/>
                  <a:pt x="197425" y="146619"/>
                  <a:pt x="197167" y="147062"/>
                </a:cubicBezTo>
                <a:cubicBezTo>
                  <a:pt x="196909" y="147504"/>
                  <a:pt x="196577" y="147929"/>
                  <a:pt x="196171" y="148334"/>
                </a:cubicBezTo>
                <a:cubicBezTo>
                  <a:pt x="195765" y="148740"/>
                  <a:pt x="194566" y="149404"/>
                  <a:pt x="192575" y="150326"/>
                </a:cubicBezTo>
                <a:cubicBezTo>
                  <a:pt x="190583" y="151248"/>
                  <a:pt x="188001" y="152152"/>
                  <a:pt x="184829" y="153037"/>
                </a:cubicBezTo>
                <a:cubicBezTo>
                  <a:pt x="181656" y="153922"/>
                  <a:pt x="177986" y="154716"/>
                  <a:pt x="173818" y="155416"/>
                </a:cubicBezTo>
                <a:cubicBezTo>
                  <a:pt x="169650" y="156117"/>
                  <a:pt x="165206" y="156468"/>
                  <a:pt x="160484" y="156468"/>
                </a:cubicBezTo>
                <a:cubicBezTo>
                  <a:pt x="152296" y="156468"/>
                  <a:pt x="145122" y="155323"/>
                  <a:pt x="138962" y="153034"/>
                </a:cubicBezTo>
                <a:cubicBezTo>
                  <a:pt x="132802" y="150745"/>
                  <a:pt x="127619" y="147348"/>
                  <a:pt x="123415" y="142843"/>
                </a:cubicBezTo>
                <a:cubicBezTo>
                  <a:pt x="119210" y="138338"/>
                  <a:pt x="116037" y="132689"/>
                  <a:pt x="113898" y="125895"/>
                </a:cubicBezTo>
                <a:cubicBezTo>
                  <a:pt x="111759" y="119102"/>
                  <a:pt x="110689" y="111200"/>
                  <a:pt x="110689" y="102191"/>
                </a:cubicBezTo>
                <a:cubicBezTo>
                  <a:pt x="110689" y="93624"/>
                  <a:pt x="111796" y="85926"/>
                  <a:pt x="114009" y="79095"/>
                </a:cubicBezTo>
                <a:cubicBezTo>
                  <a:pt x="116222" y="72264"/>
                  <a:pt x="119412" y="66467"/>
                  <a:pt x="123581" y="61705"/>
                </a:cubicBezTo>
                <a:cubicBezTo>
                  <a:pt x="127749" y="56942"/>
                  <a:pt x="132783" y="53287"/>
                  <a:pt x="138685" y="50739"/>
                </a:cubicBezTo>
                <a:cubicBezTo>
                  <a:pt x="144587" y="48192"/>
                  <a:pt x="151189" y="46918"/>
                  <a:pt x="158492" y="46918"/>
                </a:cubicBezTo>
                <a:cubicBezTo>
                  <a:pt x="166312" y="46918"/>
                  <a:pt x="172970" y="48172"/>
                  <a:pt x="178466" y="50680"/>
                </a:cubicBezTo>
                <a:cubicBezTo>
                  <a:pt x="183962" y="53189"/>
                  <a:pt x="188480" y="56564"/>
                  <a:pt x="192021" y="60805"/>
                </a:cubicBezTo>
                <a:cubicBezTo>
                  <a:pt x="195562" y="65047"/>
                  <a:pt x="198163" y="70027"/>
                  <a:pt x="199823" y="75744"/>
                </a:cubicBezTo>
                <a:cubicBezTo>
                  <a:pt x="201482" y="81461"/>
                  <a:pt x="202312" y="87566"/>
                  <a:pt x="202312" y="94058"/>
                </a:cubicBezTo>
                <a:lnTo>
                  <a:pt x="202312" y="97377"/>
                </a:lnTo>
                <a:moveTo>
                  <a:pt x="183943" y="91955"/>
                </a:moveTo>
                <a:cubicBezTo>
                  <a:pt x="184165" y="82365"/>
                  <a:pt x="182044" y="74840"/>
                  <a:pt x="177581" y="69381"/>
                </a:cubicBezTo>
                <a:cubicBezTo>
                  <a:pt x="173118" y="63922"/>
                  <a:pt x="166497" y="61193"/>
                  <a:pt x="157718" y="61193"/>
                </a:cubicBezTo>
                <a:cubicBezTo>
                  <a:pt x="153218" y="61193"/>
                  <a:pt x="149271" y="62041"/>
                  <a:pt x="145878" y="63738"/>
                </a:cubicBezTo>
                <a:cubicBezTo>
                  <a:pt x="142484" y="65435"/>
                  <a:pt x="139644" y="67685"/>
                  <a:pt x="137357" y="70488"/>
                </a:cubicBezTo>
                <a:cubicBezTo>
                  <a:pt x="135070" y="73291"/>
                  <a:pt x="133300" y="76556"/>
                  <a:pt x="132046" y="80281"/>
                </a:cubicBezTo>
                <a:cubicBezTo>
                  <a:pt x="130792" y="84006"/>
                  <a:pt x="130091" y="87898"/>
                  <a:pt x="129943" y="91955"/>
                </a:cubicBezTo>
                <a:lnTo>
                  <a:pt x="183943" y="91955"/>
                </a:lnTo>
                <a:close/>
                <a:moveTo>
                  <a:pt x="248445" y="151485"/>
                </a:moveTo>
                <a:cubicBezTo>
                  <a:pt x="248445" y="152075"/>
                  <a:pt x="248298" y="152574"/>
                  <a:pt x="248002" y="152982"/>
                </a:cubicBezTo>
                <a:cubicBezTo>
                  <a:pt x="247707" y="153388"/>
                  <a:pt x="247228" y="153738"/>
                  <a:pt x="246564" y="154033"/>
                </a:cubicBezTo>
                <a:cubicBezTo>
                  <a:pt x="245900" y="154328"/>
                  <a:pt x="244978" y="154550"/>
                  <a:pt x="243798" y="154697"/>
                </a:cubicBezTo>
                <a:cubicBezTo>
                  <a:pt x="242617" y="154845"/>
                  <a:pt x="241105" y="154918"/>
                  <a:pt x="239261" y="154918"/>
                </a:cubicBezTo>
                <a:cubicBezTo>
                  <a:pt x="237490" y="154918"/>
                  <a:pt x="236015" y="154845"/>
                  <a:pt x="234834" y="154697"/>
                </a:cubicBezTo>
                <a:cubicBezTo>
                  <a:pt x="233654" y="154550"/>
                  <a:pt x="232713" y="154328"/>
                  <a:pt x="232013" y="154033"/>
                </a:cubicBezTo>
                <a:cubicBezTo>
                  <a:pt x="231312" y="153738"/>
                  <a:pt x="230832" y="153388"/>
                  <a:pt x="230574" y="152982"/>
                </a:cubicBezTo>
                <a:cubicBezTo>
                  <a:pt x="230316" y="152574"/>
                  <a:pt x="230187" y="152075"/>
                  <a:pt x="230187" y="151485"/>
                </a:cubicBezTo>
                <a:lnTo>
                  <a:pt x="230187" y="3544"/>
                </a:lnTo>
                <a:cubicBezTo>
                  <a:pt x="230187" y="2954"/>
                  <a:pt x="230316" y="2438"/>
                  <a:pt x="230574" y="1995"/>
                </a:cubicBezTo>
                <a:cubicBezTo>
                  <a:pt x="230832" y="1550"/>
                  <a:pt x="231312" y="1180"/>
                  <a:pt x="232013" y="885"/>
                </a:cubicBezTo>
                <a:cubicBezTo>
                  <a:pt x="232713" y="590"/>
                  <a:pt x="233654" y="369"/>
                  <a:pt x="234834" y="221"/>
                </a:cubicBezTo>
                <a:cubicBezTo>
                  <a:pt x="236015" y="74"/>
                  <a:pt x="237490" y="0"/>
                  <a:pt x="239261" y="0"/>
                </a:cubicBezTo>
                <a:cubicBezTo>
                  <a:pt x="241105" y="0"/>
                  <a:pt x="242617" y="74"/>
                  <a:pt x="243798" y="221"/>
                </a:cubicBezTo>
                <a:cubicBezTo>
                  <a:pt x="244978" y="369"/>
                  <a:pt x="245900" y="590"/>
                  <a:pt x="246564" y="885"/>
                </a:cubicBezTo>
                <a:cubicBezTo>
                  <a:pt x="247228" y="1180"/>
                  <a:pt x="247707" y="1550"/>
                  <a:pt x="248002" y="1995"/>
                </a:cubicBezTo>
                <a:cubicBezTo>
                  <a:pt x="248298" y="2438"/>
                  <a:pt x="248445" y="2954"/>
                  <a:pt x="248445" y="3544"/>
                </a:cubicBezTo>
                <a:lnTo>
                  <a:pt x="248445" y="151485"/>
                </a:lnTo>
                <a:close/>
                <a:moveTo>
                  <a:pt x="356655" y="151599"/>
                </a:moveTo>
                <a:cubicBezTo>
                  <a:pt x="356655" y="152484"/>
                  <a:pt x="356360" y="153148"/>
                  <a:pt x="355770" y="153591"/>
                </a:cubicBezTo>
                <a:cubicBezTo>
                  <a:pt x="355180" y="154033"/>
                  <a:pt x="354368" y="154365"/>
                  <a:pt x="353336" y="154586"/>
                </a:cubicBezTo>
                <a:cubicBezTo>
                  <a:pt x="352303" y="154808"/>
                  <a:pt x="350790" y="154918"/>
                  <a:pt x="348799" y="154918"/>
                </a:cubicBezTo>
                <a:cubicBezTo>
                  <a:pt x="346881" y="154918"/>
                  <a:pt x="345350" y="154808"/>
                  <a:pt x="344206" y="154586"/>
                </a:cubicBezTo>
                <a:cubicBezTo>
                  <a:pt x="343063" y="154365"/>
                  <a:pt x="342233" y="154033"/>
                  <a:pt x="341717" y="153591"/>
                </a:cubicBezTo>
                <a:cubicBezTo>
                  <a:pt x="341200" y="153148"/>
                  <a:pt x="340942" y="152484"/>
                  <a:pt x="340942" y="151599"/>
                </a:cubicBezTo>
                <a:lnTo>
                  <a:pt x="340942" y="141640"/>
                </a:lnTo>
                <a:cubicBezTo>
                  <a:pt x="336590" y="146287"/>
                  <a:pt x="331739" y="149920"/>
                  <a:pt x="326391" y="152539"/>
                </a:cubicBezTo>
                <a:cubicBezTo>
                  <a:pt x="321042" y="155158"/>
                  <a:pt x="315381" y="156468"/>
                  <a:pt x="309405" y="156468"/>
                </a:cubicBezTo>
                <a:cubicBezTo>
                  <a:pt x="304167" y="156468"/>
                  <a:pt x="299428" y="155783"/>
                  <a:pt x="295186" y="154414"/>
                </a:cubicBezTo>
                <a:cubicBezTo>
                  <a:pt x="290944" y="153044"/>
                  <a:pt x="287329" y="151064"/>
                  <a:pt x="284341" y="148473"/>
                </a:cubicBezTo>
                <a:cubicBezTo>
                  <a:pt x="281354" y="145881"/>
                  <a:pt x="279030" y="142699"/>
                  <a:pt x="277370" y="138925"/>
                </a:cubicBezTo>
                <a:cubicBezTo>
                  <a:pt x="275710" y="135149"/>
                  <a:pt x="274880" y="130854"/>
                  <a:pt x="274880" y="126041"/>
                </a:cubicBezTo>
                <a:cubicBezTo>
                  <a:pt x="274880" y="120416"/>
                  <a:pt x="276024" y="115531"/>
                  <a:pt x="278311" y="111386"/>
                </a:cubicBezTo>
                <a:cubicBezTo>
                  <a:pt x="280598" y="107238"/>
                  <a:pt x="283880" y="103795"/>
                  <a:pt x="288159" y="101057"/>
                </a:cubicBezTo>
                <a:cubicBezTo>
                  <a:pt x="292438" y="98318"/>
                  <a:pt x="297676" y="96264"/>
                  <a:pt x="303872" y="94894"/>
                </a:cubicBezTo>
                <a:cubicBezTo>
                  <a:pt x="310069" y="93525"/>
                  <a:pt x="317040" y="92840"/>
                  <a:pt x="324786" y="92840"/>
                </a:cubicBezTo>
                <a:lnTo>
                  <a:pt x="338508" y="92840"/>
                </a:lnTo>
                <a:lnTo>
                  <a:pt x="338508" y="85122"/>
                </a:lnTo>
                <a:cubicBezTo>
                  <a:pt x="338508" y="81300"/>
                  <a:pt x="338102" y="77919"/>
                  <a:pt x="337290" y="74980"/>
                </a:cubicBezTo>
                <a:cubicBezTo>
                  <a:pt x="336479" y="72038"/>
                  <a:pt x="335169" y="69593"/>
                  <a:pt x="333362" y="67645"/>
                </a:cubicBezTo>
                <a:cubicBezTo>
                  <a:pt x="331555" y="65697"/>
                  <a:pt x="329213" y="64228"/>
                  <a:pt x="326335" y="63236"/>
                </a:cubicBezTo>
                <a:cubicBezTo>
                  <a:pt x="323458" y="62243"/>
                  <a:pt x="319917" y="61746"/>
                  <a:pt x="315712" y="61746"/>
                </a:cubicBezTo>
                <a:cubicBezTo>
                  <a:pt x="311212" y="61746"/>
                  <a:pt x="307174" y="62275"/>
                  <a:pt x="303596" y="63333"/>
                </a:cubicBezTo>
                <a:cubicBezTo>
                  <a:pt x="300018" y="64391"/>
                  <a:pt x="296883" y="65559"/>
                  <a:pt x="294190" y="66836"/>
                </a:cubicBezTo>
                <a:cubicBezTo>
                  <a:pt x="291497" y="68113"/>
                  <a:pt x="289247" y="69281"/>
                  <a:pt x="287440" y="70339"/>
                </a:cubicBezTo>
                <a:cubicBezTo>
                  <a:pt x="285632" y="71397"/>
                  <a:pt x="284286" y="71926"/>
                  <a:pt x="283401" y="71926"/>
                </a:cubicBezTo>
                <a:cubicBezTo>
                  <a:pt x="282811" y="71926"/>
                  <a:pt x="282294" y="71779"/>
                  <a:pt x="281852" y="71484"/>
                </a:cubicBezTo>
                <a:cubicBezTo>
                  <a:pt x="281409" y="71189"/>
                  <a:pt x="281022" y="70746"/>
                  <a:pt x="280690" y="70156"/>
                </a:cubicBezTo>
                <a:cubicBezTo>
                  <a:pt x="280358" y="69566"/>
                  <a:pt x="280118" y="68810"/>
                  <a:pt x="279971" y="67887"/>
                </a:cubicBezTo>
                <a:cubicBezTo>
                  <a:pt x="279823" y="66965"/>
                  <a:pt x="279749" y="65951"/>
                  <a:pt x="279749" y="64844"/>
                </a:cubicBezTo>
                <a:cubicBezTo>
                  <a:pt x="279749" y="63000"/>
                  <a:pt x="279878" y="61543"/>
                  <a:pt x="280137" y="60474"/>
                </a:cubicBezTo>
                <a:cubicBezTo>
                  <a:pt x="280395" y="59404"/>
                  <a:pt x="281022" y="58389"/>
                  <a:pt x="282018" y="57430"/>
                </a:cubicBezTo>
                <a:cubicBezTo>
                  <a:pt x="283014" y="56471"/>
                  <a:pt x="284729" y="55355"/>
                  <a:pt x="287163" y="54080"/>
                </a:cubicBezTo>
                <a:cubicBezTo>
                  <a:pt x="289598" y="52803"/>
                  <a:pt x="292401" y="51636"/>
                  <a:pt x="295573" y="50580"/>
                </a:cubicBezTo>
                <a:cubicBezTo>
                  <a:pt x="298745" y="49524"/>
                  <a:pt x="302212" y="48651"/>
                  <a:pt x="305975" y="47959"/>
                </a:cubicBezTo>
                <a:cubicBezTo>
                  <a:pt x="309737" y="47265"/>
                  <a:pt x="313536" y="46918"/>
                  <a:pt x="317372" y="46918"/>
                </a:cubicBezTo>
                <a:cubicBezTo>
                  <a:pt x="324528" y="46918"/>
                  <a:pt x="330614" y="47730"/>
                  <a:pt x="335631" y="49353"/>
                </a:cubicBezTo>
                <a:cubicBezTo>
                  <a:pt x="340647" y="50976"/>
                  <a:pt x="344704" y="53355"/>
                  <a:pt x="347803" y="56490"/>
                </a:cubicBezTo>
                <a:cubicBezTo>
                  <a:pt x="350901" y="59625"/>
                  <a:pt x="353151" y="63517"/>
                  <a:pt x="354553" y="68164"/>
                </a:cubicBezTo>
                <a:cubicBezTo>
                  <a:pt x="355954" y="72812"/>
                  <a:pt x="356655" y="78234"/>
                  <a:pt x="356655" y="84431"/>
                </a:cubicBezTo>
                <a:lnTo>
                  <a:pt x="356655" y="151599"/>
                </a:lnTo>
                <a:moveTo>
                  <a:pt x="338508" y="106008"/>
                </a:moveTo>
                <a:lnTo>
                  <a:pt x="322905" y="106008"/>
                </a:lnTo>
                <a:cubicBezTo>
                  <a:pt x="317889" y="106008"/>
                  <a:pt x="313536" y="106436"/>
                  <a:pt x="309848" y="107291"/>
                </a:cubicBezTo>
                <a:cubicBezTo>
                  <a:pt x="306159" y="108144"/>
                  <a:pt x="303098" y="109405"/>
                  <a:pt x="300663" y="111074"/>
                </a:cubicBezTo>
                <a:cubicBezTo>
                  <a:pt x="298229" y="112743"/>
                  <a:pt x="296440" y="114748"/>
                  <a:pt x="295296" y="117088"/>
                </a:cubicBezTo>
                <a:cubicBezTo>
                  <a:pt x="294153" y="119425"/>
                  <a:pt x="293581" y="122116"/>
                  <a:pt x="293581" y="125159"/>
                </a:cubicBezTo>
                <a:cubicBezTo>
                  <a:pt x="293581" y="130355"/>
                  <a:pt x="295223" y="134493"/>
                  <a:pt x="298505" y="137573"/>
                </a:cubicBezTo>
                <a:cubicBezTo>
                  <a:pt x="301788" y="140653"/>
                  <a:pt x="306380" y="142193"/>
                  <a:pt x="312282" y="142193"/>
                </a:cubicBezTo>
                <a:cubicBezTo>
                  <a:pt x="317077" y="142193"/>
                  <a:pt x="321522" y="140969"/>
                  <a:pt x="325616" y="138521"/>
                </a:cubicBezTo>
                <a:cubicBezTo>
                  <a:pt x="329710" y="136070"/>
                  <a:pt x="334008" y="132322"/>
                  <a:pt x="338508" y="127275"/>
                </a:cubicBezTo>
                <a:lnTo>
                  <a:pt x="338508" y="106008"/>
                </a:lnTo>
                <a:close/>
                <a:moveTo>
                  <a:pt x="439251" y="144295"/>
                </a:moveTo>
                <a:cubicBezTo>
                  <a:pt x="439251" y="146435"/>
                  <a:pt x="439103" y="148131"/>
                  <a:pt x="438808" y="149386"/>
                </a:cubicBezTo>
                <a:cubicBezTo>
                  <a:pt x="438513" y="150640"/>
                  <a:pt x="438070" y="151562"/>
                  <a:pt x="437480" y="152152"/>
                </a:cubicBezTo>
                <a:cubicBezTo>
                  <a:pt x="436890" y="152742"/>
                  <a:pt x="436005" y="153295"/>
                  <a:pt x="434824" y="153812"/>
                </a:cubicBezTo>
                <a:cubicBezTo>
                  <a:pt x="433644" y="154328"/>
                  <a:pt x="432298" y="154752"/>
                  <a:pt x="430785" y="155084"/>
                </a:cubicBezTo>
                <a:cubicBezTo>
                  <a:pt x="429273" y="155416"/>
                  <a:pt x="427669" y="155693"/>
                  <a:pt x="425972" y="155914"/>
                </a:cubicBezTo>
                <a:cubicBezTo>
                  <a:pt x="424275" y="156136"/>
                  <a:pt x="422578" y="156246"/>
                  <a:pt x="420882" y="156246"/>
                </a:cubicBezTo>
                <a:cubicBezTo>
                  <a:pt x="415718" y="156246"/>
                  <a:pt x="411292" y="155563"/>
                  <a:pt x="407603" y="154196"/>
                </a:cubicBezTo>
                <a:cubicBezTo>
                  <a:pt x="403915" y="152826"/>
                  <a:pt x="400890" y="150755"/>
                  <a:pt x="398529" y="147982"/>
                </a:cubicBezTo>
                <a:cubicBezTo>
                  <a:pt x="396169" y="145208"/>
                  <a:pt x="394453" y="141696"/>
                  <a:pt x="393384" y="137445"/>
                </a:cubicBezTo>
                <a:cubicBezTo>
                  <a:pt x="392314" y="133194"/>
                  <a:pt x="391779" y="128185"/>
                  <a:pt x="391779" y="122417"/>
                </a:cubicBezTo>
                <a:lnTo>
                  <a:pt x="391779" y="64070"/>
                </a:lnTo>
                <a:lnTo>
                  <a:pt x="377837" y="64070"/>
                </a:lnTo>
                <a:cubicBezTo>
                  <a:pt x="376730" y="64070"/>
                  <a:pt x="375845" y="63480"/>
                  <a:pt x="375181" y="62299"/>
                </a:cubicBezTo>
                <a:cubicBezTo>
                  <a:pt x="374517" y="61119"/>
                  <a:pt x="374185" y="59201"/>
                  <a:pt x="374185" y="56545"/>
                </a:cubicBezTo>
                <a:cubicBezTo>
                  <a:pt x="374185" y="55144"/>
                  <a:pt x="374277" y="53963"/>
                  <a:pt x="374462" y="53004"/>
                </a:cubicBezTo>
                <a:cubicBezTo>
                  <a:pt x="374646" y="52045"/>
                  <a:pt x="374886" y="51252"/>
                  <a:pt x="375181" y="50625"/>
                </a:cubicBezTo>
                <a:cubicBezTo>
                  <a:pt x="375476" y="49998"/>
                  <a:pt x="375863" y="49555"/>
                  <a:pt x="376343" y="49297"/>
                </a:cubicBezTo>
                <a:cubicBezTo>
                  <a:pt x="376822" y="49039"/>
                  <a:pt x="377357" y="48910"/>
                  <a:pt x="377947" y="48910"/>
                </a:cubicBezTo>
                <a:lnTo>
                  <a:pt x="391779" y="48910"/>
                </a:lnTo>
                <a:lnTo>
                  <a:pt x="391779" y="25230"/>
                </a:lnTo>
                <a:cubicBezTo>
                  <a:pt x="391779" y="24713"/>
                  <a:pt x="391908" y="24234"/>
                  <a:pt x="392167" y="23791"/>
                </a:cubicBezTo>
                <a:cubicBezTo>
                  <a:pt x="392425" y="23348"/>
                  <a:pt x="392904" y="22961"/>
                  <a:pt x="393605" y="22629"/>
                </a:cubicBezTo>
                <a:cubicBezTo>
                  <a:pt x="394306" y="22297"/>
                  <a:pt x="395246" y="22057"/>
                  <a:pt x="396427" y="21910"/>
                </a:cubicBezTo>
                <a:cubicBezTo>
                  <a:pt x="397607" y="21762"/>
                  <a:pt x="399083" y="21689"/>
                  <a:pt x="400853" y="21689"/>
                </a:cubicBezTo>
                <a:cubicBezTo>
                  <a:pt x="402697" y="21689"/>
                  <a:pt x="404210" y="21762"/>
                  <a:pt x="405390" y="21910"/>
                </a:cubicBezTo>
                <a:cubicBezTo>
                  <a:pt x="406570" y="22057"/>
                  <a:pt x="407492" y="22297"/>
                  <a:pt x="408156" y="22629"/>
                </a:cubicBezTo>
                <a:cubicBezTo>
                  <a:pt x="408820" y="22961"/>
                  <a:pt x="409300" y="23348"/>
                  <a:pt x="409595" y="23791"/>
                </a:cubicBezTo>
                <a:cubicBezTo>
                  <a:pt x="409890" y="24234"/>
                  <a:pt x="410037" y="24713"/>
                  <a:pt x="410037" y="25230"/>
                </a:cubicBezTo>
                <a:lnTo>
                  <a:pt x="410037" y="48910"/>
                </a:lnTo>
                <a:lnTo>
                  <a:pt x="435599" y="48910"/>
                </a:lnTo>
                <a:cubicBezTo>
                  <a:pt x="436189" y="48910"/>
                  <a:pt x="436706" y="49039"/>
                  <a:pt x="437148" y="49297"/>
                </a:cubicBezTo>
                <a:cubicBezTo>
                  <a:pt x="437591" y="49555"/>
                  <a:pt x="437978" y="49998"/>
                  <a:pt x="438310" y="50625"/>
                </a:cubicBezTo>
                <a:cubicBezTo>
                  <a:pt x="438642" y="51252"/>
                  <a:pt x="438882" y="52045"/>
                  <a:pt x="439029" y="53004"/>
                </a:cubicBezTo>
                <a:cubicBezTo>
                  <a:pt x="439177" y="53963"/>
                  <a:pt x="439251" y="55144"/>
                  <a:pt x="439251" y="56545"/>
                </a:cubicBezTo>
                <a:cubicBezTo>
                  <a:pt x="439251" y="59201"/>
                  <a:pt x="438919" y="61119"/>
                  <a:pt x="438255" y="62299"/>
                </a:cubicBezTo>
                <a:cubicBezTo>
                  <a:pt x="437591" y="63480"/>
                  <a:pt x="436706" y="64070"/>
                  <a:pt x="435599" y="64070"/>
                </a:cubicBezTo>
                <a:lnTo>
                  <a:pt x="410037" y="64070"/>
                </a:lnTo>
                <a:lnTo>
                  <a:pt x="410037" y="119782"/>
                </a:lnTo>
                <a:cubicBezTo>
                  <a:pt x="410037" y="126661"/>
                  <a:pt x="411052" y="131858"/>
                  <a:pt x="413081" y="135374"/>
                </a:cubicBezTo>
                <a:cubicBezTo>
                  <a:pt x="415109" y="138887"/>
                  <a:pt x="418742" y="140644"/>
                  <a:pt x="423980" y="140644"/>
                </a:cubicBezTo>
                <a:cubicBezTo>
                  <a:pt x="425677" y="140644"/>
                  <a:pt x="427189" y="140478"/>
                  <a:pt x="428517" y="140146"/>
                </a:cubicBezTo>
                <a:cubicBezTo>
                  <a:pt x="429845" y="139814"/>
                  <a:pt x="431025" y="139463"/>
                  <a:pt x="432058" y="139095"/>
                </a:cubicBezTo>
                <a:cubicBezTo>
                  <a:pt x="433091" y="138726"/>
                  <a:pt x="433976" y="138375"/>
                  <a:pt x="434714" y="138043"/>
                </a:cubicBezTo>
                <a:cubicBezTo>
                  <a:pt x="435451" y="137711"/>
                  <a:pt x="436115" y="137545"/>
                  <a:pt x="436706" y="137545"/>
                </a:cubicBezTo>
                <a:cubicBezTo>
                  <a:pt x="437074" y="137545"/>
                  <a:pt x="437425" y="137638"/>
                  <a:pt x="437757" y="137822"/>
                </a:cubicBezTo>
                <a:cubicBezTo>
                  <a:pt x="438089" y="138006"/>
                  <a:pt x="438347" y="138357"/>
                  <a:pt x="438531" y="138873"/>
                </a:cubicBezTo>
                <a:cubicBezTo>
                  <a:pt x="438716" y="139390"/>
                  <a:pt x="438882" y="140090"/>
                  <a:pt x="439029" y="140976"/>
                </a:cubicBezTo>
                <a:cubicBezTo>
                  <a:pt x="439177" y="141861"/>
                  <a:pt x="439251" y="142968"/>
                  <a:pt x="439251" y="144295"/>
                </a:cubicBezTo>
                <a:close/>
                <a:moveTo>
                  <a:pt x="481640" y="151488"/>
                </a:moveTo>
                <a:cubicBezTo>
                  <a:pt x="481640" y="152078"/>
                  <a:pt x="481492" y="152576"/>
                  <a:pt x="481197" y="152982"/>
                </a:cubicBezTo>
                <a:cubicBezTo>
                  <a:pt x="480902" y="153388"/>
                  <a:pt x="480423" y="153738"/>
                  <a:pt x="479759" y="154033"/>
                </a:cubicBezTo>
                <a:cubicBezTo>
                  <a:pt x="479095" y="154328"/>
                  <a:pt x="478173" y="154550"/>
                  <a:pt x="476992" y="154697"/>
                </a:cubicBezTo>
                <a:cubicBezTo>
                  <a:pt x="475812" y="154845"/>
                  <a:pt x="474300" y="154918"/>
                  <a:pt x="472456" y="154918"/>
                </a:cubicBezTo>
                <a:cubicBezTo>
                  <a:pt x="470685" y="154918"/>
                  <a:pt x="469210" y="154845"/>
                  <a:pt x="468029" y="154697"/>
                </a:cubicBezTo>
                <a:cubicBezTo>
                  <a:pt x="466849" y="154550"/>
                  <a:pt x="465908" y="154328"/>
                  <a:pt x="465208" y="154033"/>
                </a:cubicBezTo>
                <a:cubicBezTo>
                  <a:pt x="464507" y="153738"/>
                  <a:pt x="464027" y="153388"/>
                  <a:pt x="463769" y="152982"/>
                </a:cubicBezTo>
                <a:cubicBezTo>
                  <a:pt x="463511" y="152576"/>
                  <a:pt x="463382" y="152078"/>
                  <a:pt x="463382" y="151488"/>
                </a:cubicBezTo>
                <a:lnTo>
                  <a:pt x="463382" y="51898"/>
                </a:lnTo>
                <a:cubicBezTo>
                  <a:pt x="463382" y="51381"/>
                  <a:pt x="463511" y="50902"/>
                  <a:pt x="463769" y="50459"/>
                </a:cubicBezTo>
                <a:cubicBezTo>
                  <a:pt x="464027" y="50017"/>
                  <a:pt x="464507" y="49648"/>
                  <a:pt x="465208" y="49353"/>
                </a:cubicBezTo>
                <a:cubicBezTo>
                  <a:pt x="465908" y="49057"/>
                  <a:pt x="466849" y="48836"/>
                  <a:pt x="468029" y="48689"/>
                </a:cubicBezTo>
                <a:cubicBezTo>
                  <a:pt x="469210" y="48541"/>
                  <a:pt x="470685" y="48467"/>
                  <a:pt x="472456" y="48467"/>
                </a:cubicBezTo>
                <a:cubicBezTo>
                  <a:pt x="474300" y="48467"/>
                  <a:pt x="475812" y="48541"/>
                  <a:pt x="476992" y="48689"/>
                </a:cubicBezTo>
                <a:cubicBezTo>
                  <a:pt x="478173" y="48836"/>
                  <a:pt x="479095" y="49057"/>
                  <a:pt x="479759" y="49353"/>
                </a:cubicBezTo>
                <a:cubicBezTo>
                  <a:pt x="480423" y="49648"/>
                  <a:pt x="480902" y="50017"/>
                  <a:pt x="481197" y="50459"/>
                </a:cubicBezTo>
                <a:cubicBezTo>
                  <a:pt x="481492" y="50902"/>
                  <a:pt x="481640" y="51381"/>
                  <a:pt x="481640" y="51898"/>
                </a:cubicBezTo>
                <a:lnTo>
                  <a:pt x="481640" y="151488"/>
                </a:lnTo>
                <a:moveTo>
                  <a:pt x="483742" y="18148"/>
                </a:moveTo>
                <a:cubicBezTo>
                  <a:pt x="483742" y="22426"/>
                  <a:pt x="482931" y="25340"/>
                  <a:pt x="481308" y="26889"/>
                </a:cubicBezTo>
                <a:cubicBezTo>
                  <a:pt x="479685" y="28439"/>
                  <a:pt x="476697" y="29213"/>
                  <a:pt x="472345" y="29213"/>
                </a:cubicBezTo>
                <a:cubicBezTo>
                  <a:pt x="468066" y="29213"/>
                  <a:pt x="465134" y="28457"/>
                  <a:pt x="463548" y="26945"/>
                </a:cubicBezTo>
                <a:cubicBezTo>
                  <a:pt x="461962" y="25432"/>
                  <a:pt x="461169" y="22574"/>
                  <a:pt x="461169" y="18369"/>
                </a:cubicBezTo>
                <a:cubicBezTo>
                  <a:pt x="461169" y="14090"/>
                  <a:pt x="461980" y="11176"/>
                  <a:pt x="463603" y="9627"/>
                </a:cubicBezTo>
                <a:cubicBezTo>
                  <a:pt x="465226" y="8078"/>
                  <a:pt x="468214" y="7303"/>
                  <a:pt x="472566" y="7303"/>
                </a:cubicBezTo>
                <a:cubicBezTo>
                  <a:pt x="476845" y="7303"/>
                  <a:pt x="479777" y="8059"/>
                  <a:pt x="481363" y="9572"/>
                </a:cubicBezTo>
                <a:cubicBezTo>
                  <a:pt x="482949" y="11084"/>
                  <a:pt x="483742" y="13943"/>
                  <a:pt x="483742" y="18148"/>
                </a:cubicBezTo>
                <a:close/>
                <a:moveTo>
                  <a:pt x="608124" y="100642"/>
                </a:moveTo>
                <a:cubicBezTo>
                  <a:pt x="608124" y="108763"/>
                  <a:pt x="607055" y="116240"/>
                  <a:pt x="604915" y="123070"/>
                </a:cubicBezTo>
                <a:cubicBezTo>
                  <a:pt x="602776" y="129901"/>
                  <a:pt x="599585" y="135791"/>
                  <a:pt x="595344" y="140741"/>
                </a:cubicBezTo>
                <a:cubicBezTo>
                  <a:pt x="591102" y="145688"/>
                  <a:pt x="585790" y="149546"/>
                  <a:pt x="579409" y="152315"/>
                </a:cubicBezTo>
                <a:cubicBezTo>
                  <a:pt x="573028" y="155083"/>
                  <a:pt x="565633" y="156468"/>
                  <a:pt x="557223" y="156468"/>
                </a:cubicBezTo>
                <a:cubicBezTo>
                  <a:pt x="549034" y="156468"/>
                  <a:pt x="541897" y="155249"/>
                  <a:pt x="535811" y="152812"/>
                </a:cubicBezTo>
                <a:cubicBezTo>
                  <a:pt x="529725" y="150376"/>
                  <a:pt x="524653" y="146831"/>
                  <a:pt x="520596" y="142179"/>
                </a:cubicBezTo>
                <a:cubicBezTo>
                  <a:pt x="516538" y="137527"/>
                  <a:pt x="513514" y="131878"/>
                  <a:pt x="511522" y="125231"/>
                </a:cubicBezTo>
                <a:cubicBezTo>
                  <a:pt x="509530" y="118585"/>
                  <a:pt x="508534" y="111053"/>
                  <a:pt x="508534" y="102633"/>
                </a:cubicBezTo>
                <a:cubicBezTo>
                  <a:pt x="508534" y="94512"/>
                  <a:pt x="509585" y="87036"/>
                  <a:pt x="511688" y="80205"/>
                </a:cubicBezTo>
                <a:cubicBezTo>
                  <a:pt x="513790" y="73374"/>
                  <a:pt x="516962" y="67485"/>
                  <a:pt x="521204" y="62538"/>
                </a:cubicBezTo>
                <a:cubicBezTo>
                  <a:pt x="525446" y="57588"/>
                  <a:pt x="530739" y="53748"/>
                  <a:pt x="537083" y="51016"/>
                </a:cubicBezTo>
                <a:cubicBezTo>
                  <a:pt x="543428" y="48284"/>
                  <a:pt x="550842" y="46918"/>
                  <a:pt x="559325" y="46918"/>
                </a:cubicBezTo>
                <a:cubicBezTo>
                  <a:pt x="567514" y="46918"/>
                  <a:pt x="574651" y="48137"/>
                  <a:pt x="580737" y="50573"/>
                </a:cubicBezTo>
                <a:cubicBezTo>
                  <a:pt x="586823" y="53010"/>
                  <a:pt x="591895" y="56554"/>
                  <a:pt x="595952" y="61207"/>
                </a:cubicBezTo>
                <a:cubicBezTo>
                  <a:pt x="600010" y="65859"/>
                  <a:pt x="603053" y="71508"/>
                  <a:pt x="605081" y="78154"/>
                </a:cubicBezTo>
                <a:cubicBezTo>
                  <a:pt x="607110" y="84801"/>
                  <a:pt x="608124" y="92296"/>
                  <a:pt x="608124" y="100642"/>
                </a:cubicBezTo>
                <a:moveTo>
                  <a:pt x="588870" y="101859"/>
                </a:moveTo>
                <a:cubicBezTo>
                  <a:pt x="588870" y="96467"/>
                  <a:pt x="588372" y="91370"/>
                  <a:pt x="587376" y="86568"/>
                </a:cubicBezTo>
                <a:cubicBezTo>
                  <a:pt x="586381" y="81766"/>
                  <a:pt x="584739" y="77555"/>
                  <a:pt x="582452" y="73935"/>
                </a:cubicBezTo>
                <a:cubicBezTo>
                  <a:pt x="580165" y="70316"/>
                  <a:pt x="577067" y="67454"/>
                  <a:pt x="573157" y="65349"/>
                </a:cubicBezTo>
                <a:cubicBezTo>
                  <a:pt x="569247" y="63242"/>
                  <a:pt x="564378" y="62189"/>
                  <a:pt x="558551" y="62189"/>
                </a:cubicBezTo>
                <a:cubicBezTo>
                  <a:pt x="553165" y="62189"/>
                  <a:pt x="548536" y="63149"/>
                  <a:pt x="544663" y="65069"/>
                </a:cubicBezTo>
                <a:cubicBezTo>
                  <a:pt x="540790" y="66990"/>
                  <a:pt x="537600" y="69705"/>
                  <a:pt x="535091" y="73216"/>
                </a:cubicBezTo>
                <a:cubicBezTo>
                  <a:pt x="532583" y="76725"/>
                  <a:pt x="530721" y="80880"/>
                  <a:pt x="529503" y="85682"/>
                </a:cubicBezTo>
                <a:cubicBezTo>
                  <a:pt x="528286" y="90482"/>
                  <a:pt x="527678" y="95727"/>
                  <a:pt x="527678" y="101416"/>
                </a:cubicBezTo>
                <a:cubicBezTo>
                  <a:pt x="527678" y="106882"/>
                  <a:pt x="528175" y="112016"/>
                  <a:pt x="529171" y="116818"/>
                </a:cubicBezTo>
                <a:cubicBezTo>
                  <a:pt x="530167" y="121620"/>
                  <a:pt x="531827" y="125812"/>
                  <a:pt x="534151" y="129395"/>
                </a:cubicBezTo>
                <a:cubicBezTo>
                  <a:pt x="536475" y="132977"/>
                  <a:pt x="539591" y="135822"/>
                  <a:pt x="543501" y="137929"/>
                </a:cubicBezTo>
                <a:cubicBezTo>
                  <a:pt x="547411" y="140034"/>
                  <a:pt x="552280" y="141086"/>
                  <a:pt x="558108" y="141086"/>
                </a:cubicBezTo>
                <a:cubicBezTo>
                  <a:pt x="563419" y="141086"/>
                  <a:pt x="568030" y="140126"/>
                  <a:pt x="571940" y="138206"/>
                </a:cubicBezTo>
                <a:cubicBezTo>
                  <a:pt x="575850" y="136286"/>
                  <a:pt x="579059" y="133589"/>
                  <a:pt x="581567" y="130118"/>
                </a:cubicBezTo>
                <a:cubicBezTo>
                  <a:pt x="584075" y="126643"/>
                  <a:pt x="585919" y="122507"/>
                  <a:pt x="587100" y="117707"/>
                </a:cubicBezTo>
                <a:cubicBezTo>
                  <a:pt x="588280" y="112905"/>
                  <a:pt x="588870" y="107622"/>
                  <a:pt x="588870" y="101859"/>
                </a:cubicBezTo>
                <a:close/>
                <a:moveTo>
                  <a:pt x="720695" y="151488"/>
                </a:moveTo>
                <a:cubicBezTo>
                  <a:pt x="720695" y="152078"/>
                  <a:pt x="720547" y="152576"/>
                  <a:pt x="720252" y="152982"/>
                </a:cubicBezTo>
                <a:cubicBezTo>
                  <a:pt x="719957" y="153388"/>
                  <a:pt x="719477" y="153738"/>
                  <a:pt x="718814" y="154033"/>
                </a:cubicBezTo>
                <a:cubicBezTo>
                  <a:pt x="718150" y="154328"/>
                  <a:pt x="717227" y="154550"/>
                  <a:pt x="716047" y="154697"/>
                </a:cubicBezTo>
                <a:cubicBezTo>
                  <a:pt x="714867" y="154845"/>
                  <a:pt x="713391" y="154918"/>
                  <a:pt x="711621" y="154918"/>
                </a:cubicBezTo>
                <a:cubicBezTo>
                  <a:pt x="709777" y="154918"/>
                  <a:pt x="708264" y="154845"/>
                  <a:pt x="707084" y="154697"/>
                </a:cubicBezTo>
                <a:cubicBezTo>
                  <a:pt x="705904" y="154550"/>
                  <a:pt x="704982" y="154328"/>
                  <a:pt x="704318" y="154033"/>
                </a:cubicBezTo>
                <a:cubicBezTo>
                  <a:pt x="703654" y="153738"/>
                  <a:pt x="703174" y="153388"/>
                  <a:pt x="702879" y="152982"/>
                </a:cubicBezTo>
                <a:cubicBezTo>
                  <a:pt x="702584" y="152576"/>
                  <a:pt x="702436" y="152078"/>
                  <a:pt x="702436" y="151488"/>
                </a:cubicBezTo>
                <a:lnTo>
                  <a:pt x="702436" y="93172"/>
                </a:lnTo>
                <a:cubicBezTo>
                  <a:pt x="702436" y="87492"/>
                  <a:pt x="701994" y="82918"/>
                  <a:pt x="701109" y="79451"/>
                </a:cubicBezTo>
                <a:cubicBezTo>
                  <a:pt x="700223" y="75984"/>
                  <a:pt x="698932" y="72996"/>
                  <a:pt x="697236" y="70488"/>
                </a:cubicBezTo>
                <a:cubicBezTo>
                  <a:pt x="695539" y="67980"/>
                  <a:pt x="693344" y="66062"/>
                  <a:pt x="690652" y="64734"/>
                </a:cubicBezTo>
                <a:cubicBezTo>
                  <a:pt x="687959" y="63406"/>
                  <a:pt x="684842" y="62742"/>
                  <a:pt x="681301" y="62742"/>
                </a:cubicBezTo>
                <a:cubicBezTo>
                  <a:pt x="676727" y="62742"/>
                  <a:pt x="672154" y="64365"/>
                  <a:pt x="667580" y="67611"/>
                </a:cubicBezTo>
                <a:cubicBezTo>
                  <a:pt x="663006" y="70857"/>
                  <a:pt x="658211" y="75615"/>
                  <a:pt x="653195" y="81885"/>
                </a:cubicBezTo>
                <a:lnTo>
                  <a:pt x="653195" y="151488"/>
                </a:lnTo>
                <a:cubicBezTo>
                  <a:pt x="653195" y="152078"/>
                  <a:pt x="653047" y="152576"/>
                  <a:pt x="652752" y="152982"/>
                </a:cubicBezTo>
                <a:cubicBezTo>
                  <a:pt x="652457" y="153388"/>
                  <a:pt x="651977" y="153738"/>
                  <a:pt x="651313" y="154033"/>
                </a:cubicBezTo>
                <a:cubicBezTo>
                  <a:pt x="650649" y="154328"/>
                  <a:pt x="649727" y="154550"/>
                  <a:pt x="648547" y="154697"/>
                </a:cubicBezTo>
                <a:cubicBezTo>
                  <a:pt x="647367" y="154845"/>
                  <a:pt x="645854" y="154918"/>
                  <a:pt x="644010" y="154918"/>
                </a:cubicBezTo>
                <a:cubicBezTo>
                  <a:pt x="642240" y="154918"/>
                  <a:pt x="640764" y="154845"/>
                  <a:pt x="639584" y="154697"/>
                </a:cubicBezTo>
                <a:cubicBezTo>
                  <a:pt x="638404" y="154550"/>
                  <a:pt x="637463" y="154328"/>
                  <a:pt x="636762" y="154033"/>
                </a:cubicBezTo>
                <a:cubicBezTo>
                  <a:pt x="636061" y="153738"/>
                  <a:pt x="635582" y="153388"/>
                  <a:pt x="635324" y="152982"/>
                </a:cubicBezTo>
                <a:cubicBezTo>
                  <a:pt x="635065" y="152576"/>
                  <a:pt x="634936" y="152078"/>
                  <a:pt x="634936" y="151488"/>
                </a:cubicBezTo>
                <a:lnTo>
                  <a:pt x="634936" y="51898"/>
                </a:lnTo>
                <a:cubicBezTo>
                  <a:pt x="634936" y="51308"/>
                  <a:pt x="635047" y="50810"/>
                  <a:pt x="635268" y="50404"/>
                </a:cubicBezTo>
                <a:cubicBezTo>
                  <a:pt x="635490" y="49998"/>
                  <a:pt x="635932" y="49629"/>
                  <a:pt x="636596" y="49297"/>
                </a:cubicBezTo>
                <a:cubicBezTo>
                  <a:pt x="637260" y="48965"/>
                  <a:pt x="638108" y="48744"/>
                  <a:pt x="639141" y="48633"/>
                </a:cubicBezTo>
                <a:cubicBezTo>
                  <a:pt x="640174" y="48523"/>
                  <a:pt x="641539" y="48467"/>
                  <a:pt x="643235" y="48467"/>
                </a:cubicBezTo>
                <a:cubicBezTo>
                  <a:pt x="644858" y="48467"/>
                  <a:pt x="646205" y="48523"/>
                  <a:pt x="647274" y="48633"/>
                </a:cubicBezTo>
                <a:cubicBezTo>
                  <a:pt x="648344" y="48744"/>
                  <a:pt x="649174" y="48965"/>
                  <a:pt x="649764" y="49297"/>
                </a:cubicBezTo>
                <a:cubicBezTo>
                  <a:pt x="650354" y="49629"/>
                  <a:pt x="650779" y="49998"/>
                  <a:pt x="651037" y="50404"/>
                </a:cubicBezTo>
                <a:cubicBezTo>
                  <a:pt x="651295" y="50810"/>
                  <a:pt x="651424" y="51308"/>
                  <a:pt x="651424" y="51898"/>
                </a:cubicBezTo>
                <a:lnTo>
                  <a:pt x="651424" y="65066"/>
                </a:lnTo>
                <a:cubicBezTo>
                  <a:pt x="657031" y="58795"/>
                  <a:pt x="662619" y="54203"/>
                  <a:pt x="668188" y="51289"/>
                </a:cubicBezTo>
                <a:cubicBezTo>
                  <a:pt x="673758" y="48375"/>
                  <a:pt x="679383" y="46918"/>
                  <a:pt x="685063" y="46918"/>
                </a:cubicBezTo>
                <a:cubicBezTo>
                  <a:pt x="691703" y="46918"/>
                  <a:pt x="697291" y="48043"/>
                  <a:pt x="701828" y="50293"/>
                </a:cubicBezTo>
                <a:cubicBezTo>
                  <a:pt x="706365" y="52543"/>
                  <a:pt x="710035" y="55549"/>
                  <a:pt x="712838" y="59312"/>
                </a:cubicBezTo>
                <a:cubicBezTo>
                  <a:pt x="715641" y="63074"/>
                  <a:pt x="717652" y="67482"/>
                  <a:pt x="718869" y="72535"/>
                </a:cubicBezTo>
                <a:cubicBezTo>
                  <a:pt x="720086" y="77588"/>
                  <a:pt x="720695" y="83656"/>
                  <a:pt x="720695" y="90738"/>
                </a:cubicBezTo>
                <a:lnTo>
                  <a:pt x="720695" y="151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367AB-7BDC-4879-9907-44FA5A8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846" y="1197551"/>
            <a:ext cx="2852470" cy="446462"/>
          </a:xfrm>
          <a:custGeom xmlns:a="http://schemas.openxmlformats.org/drawingml/2006/main">
            <a:pathLst>
              <a:path w="2852470" h="446462" fill="none">
                <a:moveTo>
                  <a:pt x="0" y="446462"/>
                </a:moveTo>
                <a:lnTo>
                  <a:pt x="2852470" y="446462"/>
                </a:lnTo>
                <a:lnTo>
                  <a:pt x="2852470" y="0"/>
                </a:lnTo>
                <a:lnTo>
                  <a:pt x="0" y="0"/>
                </a:lnTo>
                <a:lnTo>
                  <a:pt x="0" y="4464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38" name="Text CPointerAnalysis">
            <a:extLst xmlns:a="http://schemas.openxmlformats.org/drawingml/2006/main">
              <a:ext uri="{FF2B5EF4-FFF2-40B4-BE49-F238E27FC236}">
                <a16:creationId xmlns:a16="http://schemas.microsoft.com/office/drawing/2014/main" id="{18AD35D6-A6A0-4562-842A-277C11D8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460" y="1327419"/>
            <a:ext cx="1927851" cy="232974"/>
          </a:xfrm>
          <a:custGeom xmlns:a="http://schemas.openxmlformats.org/drawingml/2006/main">
            <a:pathLst>
              <a:path w="1927851" h="232974">
                <a:moveTo>
                  <a:pt x="124438" y="160352"/>
                </a:moveTo>
                <a:cubicBezTo>
                  <a:pt x="124438" y="161765"/>
                  <a:pt x="124394" y="163002"/>
                  <a:pt x="124306" y="164062"/>
                </a:cubicBezTo>
                <a:cubicBezTo>
                  <a:pt x="124217" y="165123"/>
                  <a:pt x="124063" y="166050"/>
                  <a:pt x="123842" y="166845"/>
                </a:cubicBezTo>
                <a:cubicBezTo>
                  <a:pt x="123621" y="167641"/>
                  <a:pt x="123334" y="168347"/>
                  <a:pt x="122981" y="168966"/>
                </a:cubicBezTo>
                <a:cubicBezTo>
                  <a:pt x="122627" y="169584"/>
                  <a:pt x="122009" y="170339"/>
                  <a:pt x="121125" y="171231"/>
                </a:cubicBezTo>
                <a:cubicBezTo>
                  <a:pt x="120242" y="172120"/>
                  <a:pt x="118386" y="173477"/>
                  <a:pt x="115559" y="175302"/>
                </a:cubicBezTo>
                <a:cubicBezTo>
                  <a:pt x="112732" y="177127"/>
                  <a:pt x="109220" y="178908"/>
                  <a:pt x="105024" y="180644"/>
                </a:cubicBezTo>
                <a:cubicBezTo>
                  <a:pt x="100827" y="182381"/>
                  <a:pt x="96012" y="183850"/>
                  <a:pt x="90579" y="185051"/>
                </a:cubicBezTo>
                <a:cubicBezTo>
                  <a:pt x="85145" y="186254"/>
                  <a:pt x="79204" y="186856"/>
                  <a:pt x="72755" y="186856"/>
                </a:cubicBezTo>
                <a:cubicBezTo>
                  <a:pt x="61623" y="186856"/>
                  <a:pt x="51573" y="185001"/>
                  <a:pt x="42606" y="181290"/>
                </a:cubicBezTo>
                <a:cubicBezTo>
                  <a:pt x="33639" y="177580"/>
                  <a:pt x="25996" y="172102"/>
                  <a:pt x="19680" y="164858"/>
                </a:cubicBezTo>
                <a:cubicBezTo>
                  <a:pt x="13363" y="157613"/>
                  <a:pt x="8504" y="148668"/>
                  <a:pt x="5102" y="138022"/>
                </a:cubicBezTo>
                <a:cubicBezTo>
                  <a:pt x="1701" y="127376"/>
                  <a:pt x="0" y="115118"/>
                  <a:pt x="0" y="101247"/>
                </a:cubicBezTo>
                <a:cubicBezTo>
                  <a:pt x="0" y="87023"/>
                  <a:pt x="1833" y="74345"/>
                  <a:pt x="5500" y="63213"/>
                </a:cubicBezTo>
                <a:cubicBezTo>
                  <a:pt x="9166" y="52081"/>
                  <a:pt x="14312" y="42650"/>
                  <a:pt x="20938" y="34920"/>
                </a:cubicBezTo>
                <a:cubicBezTo>
                  <a:pt x="27565" y="27189"/>
                  <a:pt x="35494" y="21292"/>
                  <a:pt x="44726" y="17228"/>
                </a:cubicBezTo>
                <a:cubicBezTo>
                  <a:pt x="53959" y="13164"/>
                  <a:pt x="64185" y="11132"/>
                  <a:pt x="75405" y="11132"/>
                </a:cubicBezTo>
                <a:cubicBezTo>
                  <a:pt x="80353" y="11132"/>
                  <a:pt x="85168" y="11600"/>
                  <a:pt x="89850" y="12536"/>
                </a:cubicBezTo>
                <a:cubicBezTo>
                  <a:pt x="94532" y="13472"/>
                  <a:pt x="98862" y="14652"/>
                  <a:pt x="102837" y="16077"/>
                </a:cubicBezTo>
                <a:cubicBezTo>
                  <a:pt x="106813" y="17501"/>
                  <a:pt x="110347" y="19149"/>
                  <a:pt x="113439" y="21021"/>
                </a:cubicBezTo>
                <a:cubicBezTo>
                  <a:pt x="116531" y="22890"/>
                  <a:pt x="118674" y="24427"/>
                  <a:pt x="119866" y="25631"/>
                </a:cubicBezTo>
                <a:cubicBezTo>
                  <a:pt x="121059" y="26832"/>
                  <a:pt x="121832" y="27741"/>
                  <a:pt x="122185" y="28360"/>
                </a:cubicBezTo>
                <a:cubicBezTo>
                  <a:pt x="122539" y="28978"/>
                  <a:pt x="122826" y="29707"/>
                  <a:pt x="123047" y="30546"/>
                </a:cubicBezTo>
                <a:cubicBezTo>
                  <a:pt x="123268" y="31386"/>
                  <a:pt x="123444" y="32380"/>
                  <a:pt x="123577" y="33528"/>
                </a:cubicBezTo>
                <a:cubicBezTo>
                  <a:pt x="123709" y="34677"/>
                  <a:pt x="123776" y="36046"/>
                  <a:pt x="123776" y="37636"/>
                </a:cubicBezTo>
                <a:cubicBezTo>
                  <a:pt x="123776" y="39403"/>
                  <a:pt x="123687" y="40905"/>
                  <a:pt x="123511" y="42142"/>
                </a:cubicBezTo>
                <a:cubicBezTo>
                  <a:pt x="123334" y="43379"/>
                  <a:pt x="123069" y="44417"/>
                  <a:pt x="122715" y="45256"/>
                </a:cubicBezTo>
                <a:cubicBezTo>
                  <a:pt x="122362" y="46096"/>
                  <a:pt x="121942" y="46714"/>
                  <a:pt x="121457" y="47112"/>
                </a:cubicBezTo>
                <a:cubicBezTo>
                  <a:pt x="120971" y="47509"/>
                  <a:pt x="120374" y="47708"/>
                  <a:pt x="119667" y="47708"/>
                </a:cubicBezTo>
                <a:cubicBezTo>
                  <a:pt x="118431" y="47708"/>
                  <a:pt x="116708" y="46840"/>
                  <a:pt x="114499" y="45103"/>
                </a:cubicBezTo>
                <a:cubicBezTo>
                  <a:pt x="112290" y="43366"/>
                  <a:pt x="109441" y="41452"/>
                  <a:pt x="105951" y="39359"/>
                </a:cubicBezTo>
                <a:cubicBezTo>
                  <a:pt x="102462" y="37266"/>
                  <a:pt x="98221" y="35352"/>
                  <a:pt x="93229" y="33615"/>
                </a:cubicBezTo>
                <a:cubicBezTo>
                  <a:pt x="88238" y="31878"/>
                  <a:pt x="82252" y="31010"/>
                  <a:pt x="75273" y="31010"/>
                </a:cubicBezTo>
                <a:cubicBezTo>
                  <a:pt x="67675" y="31010"/>
                  <a:pt x="60761" y="32534"/>
                  <a:pt x="54533" y="35582"/>
                </a:cubicBezTo>
                <a:cubicBezTo>
                  <a:pt x="48304" y="38630"/>
                  <a:pt x="42981" y="43114"/>
                  <a:pt x="38564" y="49033"/>
                </a:cubicBezTo>
                <a:cubicBezTo>
                  <a:pt x="34147" y="54953"/>
                  <a:pt x="30723" y="62175"/>
                  <a:pt x="28293" y="70701"/>
                </a:cubicBezTo>
                <a:cubicBezTo>
                  <a:pt x="25864" y="79226"/>
                  <a:pt x="24649" y="88967"/>
                  <a:pt x="24649" y="99922"/>
                </a:cubicBezTo>
                <a:cubicBezTo>
                  <a:pt x="24649" y="110789"/>
                  <a:pt x="25820" y="120396"/>
                  <a:pt x="28161" y="128745"/>
                </a:cubicBezTo>
                <a:cubicBezTo>
                  <a:pt x="30502" y="137094"/>
                  <a:pt x="33859" y="144074"/>
                  <a:pt x="38233" y="149684"/>
                </a:cubicBezTo>
                <a:cubicBezTo>
                  <a:pt x="42606" y="155294"/>
                  <a:pt x="47973" y="159535"/>
                  <a:pt x="54334" y="162406"/>
                </a:cubicBezTo>
                <a:cubicBezTo>
                  <a:pt x="60695" y="165277"/>
                  <a:pt x="67896" y="166713"/>
                  <a:pt x="75935" y="166713"/>
                </a:cubicBezTo>
                <a:cubicBezTo>
                  <a:pt x="82738" y="166713"/>
                  <a:pt x="88679" y="165867"/>
                  <a:pt x="93759" y="164174"/>
                </a:cubicBezTo>
                <a:cubicBezTo>
                  <a:pt x="98839" y="162482"/>
                  <a:pt x="103168" y="160589"/>
                  <a:pt x="106747" y="158496"/>
                </a:cubicBezTo>
                <a:cubicBezTo>
                  <a:pt x="110325" y="156404"/>
                  <a:pt x="113262" y="154511"/>
                  <a:pt x="115559" y="152819"/>
                </a:cubicBezTo>
                <a:cubicBezTo>
                  <a:pt x="117856" y="151126"/>
                  <a:pt x="119667" y="150280"/>
                  <a:pt x="120993" y="150280"/>
                </a:cubicBezTo>
                <a:cubicBezTo>
                  <a:pt x="121611" y="150280"/>
                  <a:pt x="122141" y="150413"/>
                  <a:pt x="122583" y="150678"/>
                </a:cubicBezTo>
                <a:cubicBezTo>
                  <a:pt x="123025" y="150943"/>
                  <a:pt x="123378" y="151451"/>
                  <a:pt x="123643" y="152202"/>
                </a:cubicBezTo>
                <a:cubicBezTo>
                  <a:pt x="123908" y="152953"/>
                  <a:pt x="124107" y="153991"/>
                  <a:pt x="124240" y="155316"/>
                </a:cubicBezTo>
                <a:cubicBezTo>
                  <a:pt x="124372" y="156641"/>
                  <a:pt x="124438" y="158320"/>
                  <a:pt x="124438" y="160352"/>
                </a:cubicBezTo>
                <a:close/>
                <a:moveTo>
                  <a:pt x="320205" y="63478"/>
                </a:moveTo>
                <a:cubicBezTo>
                  <a:pt x="320205" y="72048"/>
                  <a:pt x="318792" y="79778"/>
                  <a:pt x="315965" y="86669"/>
                </a:cubicBezTo>
                <a:cubicBezTo>
                  <a:pt x="313137" y="93561"/>
                  <a:pt x="309096" y="99436"/>
                  <a:pt x="303839" y="104295"/>
                </a:cubicBezTo>
                <a:cubicBezTo>
                  <a:pt x="298582" y="109154"/>
                  <a:pt x="292133" y="112909"/>
                  <a:pt x="284491" y="115559"/>
                </a:cubicBezTo>
                <a:cubicBezTo>
                  <a:pt x="276848" y="118210"/>
                  <a:pt x="267727" y="119535"/>
                  <a:pt x="257125" y="119535"/>
                </a:cubicBezTo>
                <a:lnTo>
                  <a:pt x="237644" y="119535"/>
                </a:lnTo>
                <a:lnTo>
                  <a:pt x="237644" y="181290"/>
                </a:lnTo>
                <a:cubicBezTo>
                  <a:pt x="237644" y="181997"/>
                  <a:pt x="237445" y="182616"/>
                  <a:pt x="237048" y="183146"/>
                </a:cubicBezTo>
                <a:cubicBezTo>
                  <a:pt x="236650" y="183676"/>
                  <a:pt x="236032" y="184095"/>
                  <a:pt x="235192" y="184405"/>
                </a:cubicBezTo>
                <a:cubicBezTo>
                  <a:pt x="234353" y="184714"/>
                  <a:pt x="233205" y="184979"/>
                  <a:pt x="231747" y="185200"/>
                </a:cubicBezTo>
                <a:cubicBezTo>
                  <a:pt x="230289" y="185421"/>
                  <a:pt x="228456" y="185531"/>
                  <a:pt x="226247" y="185531"/>
                </a:cubicBezTo>
                <a:cubicBezTo>
                  <a:pt x="224038" y="185531"/>
                  <a:pt x="222205" y="185421"/>
                  <a:pt x="220747" y="185200"/>
                </a:cubicBezTo>
                <a:cubicBezTo>
                  <a:pt x="219290" y="184979"/>
                  <a:pt x="218119" y="184714"/>
                  <a:pt x="217236" y="184405"/>
                </a:cubicBezTo>
                <a:cubicBezTo>
                  <a:pt x="216352" y="184095"/>
                  <a:pt x="215734" y="183676"/>
                  <a:pt x="215380" y="183146"/>
                </a:cubicBezTo>
                <a:cubicBezTo>
                  <a:pt x="215027" y="182616"/>
                  <a:pt x="214850" y="181997"/>
                  <a:pt x="214850" y="181290"/>
                </a:cubicBezTo>
                <a:lnTo>
                  <a:pt x="214850" y="23059"/>
                </a:lnTo>
                <a:cubicBezTo>
                  <a:pt x="214850" y="19525"/>
                  <a:pt x="215778" y="17007"/>
                  <a:pt x="217633" y="15505"/>
                </a:cubicBezTo>
                <a:cubicBezTo>
                  <a:pt x="219488" y="14003"/>
                  <a:pt x="221565" y="13252"/>
                  <a:pt x="223862" y="13252"/>
                </a:cubicBezTo>
                <a:lnTo>
                  <a:pt x="260570" y="13252"/>
                </a:lnTo>
                <a:cubicBezTo>
                  <a:pt x="264281" y="13252"/>
                  <a:pt x="267837" y="13407"/>
                  <a:pt x="271238" y="13716"/>
                </a:cubicBezTo>
                <a:cubicBezTo>
                  <a:pt x="274640" y="14025"/>
                  <a:pt x="278660" y="14688"/>
                  <a:pt x="283298" y="15704"/>
                </a:cubicBezTo>
                <a:cubicBezTo>
                  <a:pt x="287936" y="16720"/>
                  <a:pt x="292663" y="18619"/>
                  <a:pt x="297478" y="21402"/>
                </a:cubicBezTo>
                <a:cubicBezTo>
                  <a:pt x="302293" y="24185"/>
                  <a:pt x="306379" y="27609"/>
                  <a:pt x="309736" y="31673"/>
                </a:cubicBezTo>
                <a:cubicBezTo>
                  <a:pt x="313093" y="35737"/>
                  <a:pt x="315677" y="40441"/>
                  <a:pt x="317489" y="45786"/>
                </a:cubicBezTo>
                <a:cubicBezTo>
                  <a:pt x="319300" y="51131"/>
                  <a:pt x="320205" y="57029"/>
                  <a:pt x="320205" y="63478"/>
                </a:cubicBezTo>
                <a:moveTo>
                  <a:pt x="296219" y="65333"/>
                </a:moveTo>
                <a:cubicBezTo>
                  <a:pt x="296219" y="58354"/>
                  <a:pt x="294916" y="52523"/>
                  <a:pt x="292309" y="47840"/>
                </a:cubicBezTo>
                <a:cubicBezTo>
                  <a:pt x="289703" y="43158"/>
                  <a:pt x="286478" y="39668"/>
                  <a:pt x="282635" y="37371"/>
                </a:cubicBezTo>
                <a:cubicBezTo>
                  <a:pt x="278792" y="35074"/>
                  <a:pt x="274816" y="33616"/>
                  <a:pt x="270708" y="32998"/>
                </a:cubicBezTo>
                <a:cubicBezTo>
                  <a:pt x="266600" y="32380"/>
                  <a:pt x="262602" y="32070"/>
                  <a:pt x="258715" y="32070"/>
                </a:cubicBezTo>
                <a:lnTo>
                  <a:pt x="237644" y="32070"/>
                </a:lnTo>
                <a:lnTo>
                  <a:pt x="237644" y="100849"/>
                </a:lnTo>
                <a:lnTo>
                  <a:pt x="258185" y="100849"/>
                </a:lnTo>
                <a:cubicBezTo>
                  <a:pt x="265076" y="100849"/>
                  <a:pt x="270797" y="99966"/>
                  <a:pt x="275347" y="98199"/>
                </a:cubicBezTo>
                <a:cubicBezTo>
                  <a:pt x="279896" y="96432"/>
                  <a:pt x="283718" y="93980"/>
                  <a:pt x="286810" y="90844"/>
                </a:cubicBezTo>
                <a:cubicBezTo>
                  <a:pt x="289902" y="87708"/>
                  <a:pt x="292243" y="83953"/>
                  <a:pt x="293833" y="79580"/>
                </a:cubicBezTo>
                <a:cubicBezTo>
                  <a:pt x="295424" y="75206"/>
                  <a:pt x="296219" y="70458"/>
                  <a:pt x="296219" y="65333"/>
                </a:cubicBezTo>
                <a:close/>
                <a:moveTo>
                  <a:pt x="457599" y="120529"/>
                </a:moveTo>
                <a:cubicBezTo>
                  <a:pt x="457599" y="130255"/>
                  <a:pt x="456318" y="139209"/>
                  <a:pt x="453756" y="147389"/>
                </a:cubicBezTo>
                <a:cubicBezTo>
                  <a:pt x="451194" y="155570"/>
                  <a:pt x="447373" y="162624"/>
                  <a:pt x="442293" y="168552"/>
                </a:cubicBezTo>
                <a:cubicBezTo>
                  <a:pt x="437213" y="174476"/>
                  <a:pt x="430852" y="179097"/>
                  <a:pt x="423209" y="182413"/>
                </a:cubicBezTo>
                <a:cubicBezTo>
                  <a:pt x="415567" y="185728"/>
                  <a:pt x="406710" y="187386"/>
                  <a:pt x="396639" y="187386"/>
                </a:cubicBezTo>
                <a:cubicBezTo>
                  <a:pt x="386832" y="187386"/>
                  <a:pt x="378284" y="185927"/>
                  <a:pt x="370996" y="183009"/>
                </a:cubicBezTo>
                <a:cubicBezTo>
                  <a:pt x="363707" y="180091"/>
                  <a:pt x="357633" y="175846"/>
                  <a:pt x="352774" y="170274"/>
                </a:cubicBezTo>
                <a:cubicBezTo>
                  <a:pt x="347915" y="164703"/>
                  <a:pt x="344293" y="157937"/>
                  <a:pt x="341907" y="149978"/>
                </a:cubicBezTo>
                <a:cubicBezTo>
                  <a:pt x="339522" y="142018"/>
                  <a:pt x="338329" y="132997"/>
                  <a:pt x="338329" y="122914"/>
                </a:cubicBezTo>
                <a:cubicBezTo>
                  <a:pt x="338329" y="113188"/>
                  <a:pt x="339588" y="104234"/>
                  <a:pt x="342106" y="96054"/>
                </a:cubicBezTo>
                <a:cubicBezTo>
                  <a:pt x="344624" y="87873"/>
                  <a:pt x="348423" y="80821"/>
                  <a:pt x="353503" y="74896"/>
                </a:cubicBezTo>
                <a:cubicBezTo>
                  <a:pt x="358583" y="68968"/>
                  <a:pt x="364922" y="64368"/>
                  <a:pt x="372520" y="61097"/>
                </a:cubicBezTo>
                <a:cubicBezTo>
                  <a:pt x="380118" y="57825"/>
                  <a:pt x="388997" y="56189"/>
                  <a:pt x="399157" y="56189"/>
                </a:cubicBezTo>
                <a:cubicBezTo>
                  <a:pt x="408963" y="56189"/>
                  <a:pt x="417511" y="57649"/>
                  <a:pt x="424800" y="60567"/>
                </a:cubicBezTo>
                <a:cubicBezTo>
                  <a:pt x="432088" y="63485"/>
                  <a:pt x="438162" y="67730"/>
                  <a:pt x="443022" y="73301"/>
                </a:cubicBezTo>
                <a:cubicBezTo>
                  <a:pt x="447881" y="78873"/>
                  <a:pt x="451525" y="85638"/>
                  <a:pt x="453955" y="93598"/>
                </a:cubicBezTo>
                <a:cubicBezTo>
                  <a:pt x="456384" y="101558"/>
                  <a:pt x="457599" y="110535"/>
                  <a:pt x="457599" y="120529"/>
                </a:cubicBezTo>
                <a:moveTo>
                  <a:pt x="434540" y="121987"/>
                </a:moveTo>
                <a:cubicBezTo>
                  <a:pt x="434540" y="115529"/>
                  <a:pt x="433944" y="109425"/>
                  <a:pt x="432751" y="103674"/>
                </a:cubicBezTo>
                <a:cubicBezTo>
                  <a:pt x="431558" y="97923"/>
                  <a:pt x="429593" y="92880"/>
                  <a:pt x="426854" y="88545"/>
                </a:cubicBezTo>
                <a:cubicBezTo>
                  <a:pt x="424115" y="84211"/>
                  <a:pt x="420404" y="80783"/>
                  <a:pt x="415722" y="78263"/>
                </a:cubicBezTo>
                <a:cubicBezTo>
                  <a:pt x="411040" y="75739"/>
                  <a:pt x="405209" y="74477"/>
                  <a:pt x="398229" y="74477"/>
                </a:cubicBezTo>
                <a:cubicBezTo>
                  <a:pt x="391780" y="74477"/>
                  <a:pt x="386236" y="75627"/>
                  <a:pt x="381598" y="77927"/>
                </a:cubicBezTo>
                <a:cubicBezTo>
                  <a:pt x="376959" y="80227"/>
                  <a:pt x="373138" y="83479"/>
                  <a:pt x="370134" y="87684"/>
                </a:cubicBezTo>
                <a:cubicBezTo>
                  <a:pt x="367131" y="91886"/>
                  <a:pt x="364900" y="96863"/>
                  <a:pt x="363442" y="102614"/>
                </a:cubicBezTo>
                <a:cubicBezTo>
                  <a:pt x="361984" y="108362"/>
                  <a:pt x="361255" y="114643"/>
                  <a:pt x="361255" y="121457"/>
                </a:cubicBezTo>
                <a:cubicBezTo>
                  <a:pt x="361255" y="128003"/>
                  <a:pt x="361852" y="134151"/>
                  <a:pt x="363044" y="139902"/>
                </a:cubicBezTo>
                <a:cubicBezTo>
                  <a:pt x="364237" y="145653"/>
                  <a:pt x="366225" y="150674"/>
                  <a:pt x="369008" y="154964"/>
                </a:cubicBezTo>
                <a:cubicBezTo>
                  <a:pt x="371791" y="159254"/>
                  <a:pt x="375524" y="162661"/>
                  <a:pt x="380206" y="165185"/>
                </a:cubicBezTo>
                <a:cubicBezTo>
                  <a:pt x="384888" y="167705"/>
                  <a:pt x="390719" y="168966"/>
                  <a:pt x="397699" y="168966"/>
                </a:cubicBezTo>
                <a:cubicBezTo>
                  <a:pt x="404060" y="168966"/>
                  <a:pt x="409582" y="167816"/>
                  <a:pt x="414264" y="165516"/>
                </a:cubicBezTo>
                <a:cubicBezTo>
                  <a:pt x="418947" y="163216"/>
                  <a:pt x="422790" y="159987"/>
                  <a:pt x="425794" y="155829"/>
                </a:cubicBezTo>
                <a:cubicBezTo>
                  <a:pt x="428797" y="151669"/>
                  <a:pt x="431006" y="146714"/>
                  <a:pt x="432420" y="140966"/>
                </a:cubicBezTo>
                <a:cubicBezTo>
                  <a:pt x="433833" y="135215"/>
                  <a:pt x="434540" y="128889"/>
                  <a:pt x="434540" y="121987"/>
                </a:cubicBezTo>
                <a:close/>
                <a:moveTo>
                  <a:pt x="511575" y="181423"/>
                </a:moveTo>
                <a:cubicBezTo>
                  <a:pt x="511575" y="182130"/>
                  <a:pt x="511398" y="182726"/>
                  <a:pt x="511044" y="183212"/>
                </a:cubicBezTo>
                <a:cubicBezTo>
                  <a:pt x="510691" y="183698"/>
                  <a:pt x="510117" y="184117"/>
                  <a:pt x="509322" y="184471"/>
                </a:cubicBezTo>
                <a:cubicBezTo>
                  <a:pt x="508527" y="184824"/>
                  <a:pt x="507422" y="185089"/>
                  <a:pt x="506009" y="185266"/>
                </a:cubicBezTo>
                <a:cubicBezTo>
                  <a:pt x="504595" y="185443"/>
                  <a:pt x="502784" y="185531"/>
                  <a:pt x="500575" y="185531"/>
                </a:cubicBezTo>
                <a:cubicBezTo>
                  <a:pt x="498455" y="185531"/>
                  <a:pt x="496688" y="185443"/>
                  <a:pt x="495274" y="185266"/>
                </a:cubicBezTo>
                <a:cubicBezTo>
                  <a:pt x="493861" y="185089"/>
                  <a:pt x="492734" y="184824"/>
                  <a:pt x="491895" y="184471"/>
                </a:cubicBezTo>
                <a:cubicBezTo>
                  <a:pt x="491056" y="184117"/>
                  <a:pt x="490481" y="183698"/>
                  <a:pt x="490172" y="183212"/>
                </a:cubicBezTo>
                <a:cubicBezTo>
                  <a:pt x="489863" y="182726"/>
                  <a:pt x="489708" y="182130"/>
                  <a:pt x="489708" y="181423"/>
                </a:cubicBezTo>
                <a:lnTo>
                  <a:pt x="489708" y="62153"/>
                </a:lnTo>
                <a:cubicBezTo>
                  <a:pt x="489708" y="61534"/>
                  <a:pt x="489863" y="60960"/>
                  <a:pt x="490172" y="60430"/>
                </a:cubicBezTo>
                <a:cubicBezTo>
                  <a:pt x="490481" y="59900"/>
                  <a:pt x="491056" y="59458"/>
                  <a:pt x="491895" y="59105"/>
                </a:cubicBezTo>
                <a:cubicBezTo>
                  <a:pt x="492734" y="58751"/>
                  <a:pt x="493861" y="58486"/>
                  <a:pt x="495274" y="58310"/>
                </a:cubicBezTo>
                <a:cubicBezTo>
                  <a:pt x="496688" y="58133"/>
                  <a:pt x="498455" y="58045"/>
                  <a:pt x="500575" y="58045"/>
                </a:cubicBezTo>
                <a:cubicBezTo>
                  <a:pt x="502784" y="58045"/>
                  <a:pt x="504595" y="58133"/>
                  <a:pt x="506009" y="58310"/>
                </a:cubicBezTo>
                <a:cubicBezTo>
                  <a:pt x="507422" y="58486"/>
                  <a:pt x="508527" y="58751"/>
                  <a:pt x="509322" y="59105"/>
                </a:cubicBezTo>
                <a:cubicBezTo>
                  <a:pt x="510117" y="59458"/>
                  <a:pt x="510691" y="59900"/>
                  <a:pt x="511044" y="60430"/>
                </a:cubicBezTo>
                <a:cubicBezTo>
                  <a:pt x="511398" y="60960"/>
                  <a:pt x="511575" y="61534"/>
                  <a:pt x="511575" y="62153"/>
                </a:cubicBezTo>
                <a:lnTo>
                  <a:pt x="511575" y="181423"/>
                </a:lnTo>
                <a:moveTo>
                  <a:pt x="514092" y="21734"/>
                </a:moveTo>
                <a:cubicBezTo>
                  <a:pt x="514092" y="26858"/>
                  <a:pt x="513121" y="30348"/>
                  <a:pt x="511177" y="32203"/>
                </a:cubicBezTo>
                <a:cubicBezTo>
                  <a:pt x="509233" y="34058"/>
                  <a:pt x="505655" y="34986"/>
                  <a:pt x="500443" y="34986"/>
                </a:cubicBezTo>
                <a:cubicBezTo>
                  <a:pt x="495318" y="34986"/>
                  <a:pt x="491807" y="34080"/>
                  <a:pt x="489907" y="32269"/>
                </a:cubicBezTo>
                <a:cubicBezTo>
                  <a:pt x="488008" y="30458"/>
                  <a:pt x="487058" y="27035"/>
                  <a:pt x="487058" y="21999"/>
                </a:cubicBezTo>
                <a:cubicBezTo>
                  <a:pt x="487058" y="16874"/>
                  <a:pt x="488030" y="13385"/>
                  <a:pt x="489973" y="11529"/>
                </a:cubicBezTo>
                <a:cubicBezTo>
                  <a:pt x="491917" y="9674"/>
                  <a:pt x="495495" y="8746"/>
                  <a:pt x="500708" y="8746"/>
                </a:cubicBezTo>
                <a:cubicBezTo>
                  <a:pt x="505832" y="8746"/>
                  <a:pt x="509344" y="9652"/>
                  <a:pt x="511243" y="11463"/>
                </a:cubicBezTo>
                <a:cubicBezTo>
                  <a:pt x="513143" y="13274"/>
                  <a:pt x="514092" y="16698"/>
                  <a:pt x="514092" y="21734"/>
                </a:cubicBezTo>
                <a:close/>
                <a:moveTo>
                  <a:pt x="654837" y="181423"/>
                </a:moveTo>
                <a:cubicBezTo>
                  <a:pt x="654837" y="182130"/>
                  <a:pt x="654660" y="182726"/>
                  <a:pt x="654307" y="183212"/>
                </a:cubicBezTo>
                <a:cubicBezTo>
                  <a:pt x="653953" y="183698"/>
                  <a:pt x="653379" y="184117"/>
                  <a:pt x="652584" y="184471"/>
                </a:cubicBezTo>
                <a:cubicBezTo>
                  <a:pt x="651789" y="184824"/>
                  <a:pt x="650684" y="185089"/>
                  <a:pt x="649271" y="185266"/>
                </a:cubicBezTo>
                <a:cubicBezTo>
                  <a:pt x="647857" y="185443"/>
                  <a:pt x="646090" y="185531"/>
                  <a:pt x="643970" y="185531"/>
                </a:cubicBezTo>
                <a:cubicBezTo>
                  <a:pt x="641761" y="185531"/>
                  <a:pt x="639950" y="185443"/>
                  <a:pt x="638537" y="185266"/>
                </a:cubicBezTo>
                <a:cubicBezTo>
                  <a:pt x="637123" y="185089"/>
                  <a:pt x="636019" y="184824"/>
                  <a:pt x="635224" y="184471"/>
                </a:cubicBezTo>
                <a:cubicBezTo>
                  <a:pt x="634428" y="184117"/>
                  <a:pt x="633854" y="183698"/>
                  <a:pt x="633501" y="183212"/>
                </a:cubicBezTo>
                <a:cubicBezTo>
                  <a:pt x="633147" y="182726"/>
                  <a:pt x="632971" y="182130"/>
                  <a:pt x="632971" y="181423"/>
                </a:cubicBezTo>
                <a:lnTo>
                  <a:pt x="632971" y="111584"/>
                </a:lnTo>
                <a:cubicBezTo>
                  <a:pt x="632971" y="104781"/>
                  <a:pt x="632441" y="99303"/>
                  <a:pt x="631380" y="95151"/>
                </a:cubicBezTo>
                <a:cubicBezTo>
                  <a:pt x="630320" y="90999"/>
                  <a:pt x="628774" y="87420"/>
                  <a:pt x="626742" y="84417"/>
                </a:cubicBezTo>
                <a:cubicBezTo>
                  <a:pt x="624710" y="81413"/>
                  <a:pt x="622082" y="79116"/>
                  <a:pt x="618857" y="77525"/>
                </a:cubicBezTo>
                <a:cubicBezTo>
                  <a:pt x="615632" y="75935"/>
                  <a:pt x="611900" y="75140"/>
                  <a:pt x="607659" y="75140"/>
                </a:cubicBezTo>
                <a:cubicBezTo>
                  <a:pt x="602181" y="75140"/>
                  <a:pt x="596704" y="77084"/>
                  <a:pt x="591226" y="80971"/>
                </a:cubicBezTo>
                <a:cubicBezTo>
                  <a:pt x="585749" y="84858"/>
                  <a:pt x="580006" y="90557"/>
                  <a:pt x="573998" y="98066"/>
                </a:cubicBezTo>
                <a:lnTo>
                  <a:pt x="573998" y="181423"/>
                </a:lnTo>
                <a:cubicBezTo>
                  <a:pt x="573998" y="182130"/>
                  <a:pt x="573822" y="182726"/>
                  <a:pt x="573468" y="183212"/>
                </a:cubicBezTo>
                <a:cubicBezTo>
                  <a:pt x="573115" y="183698"/>
                  <a:pt x="572541" y="184117"/>
                  <a:pt x="571745" y="184471"/>
                </a:cubicBezTo>
                <a:cubicBezTo>
                  <a:pt x="570950" y="184824"/>
                  <a:pt x="569846" y="185089"/>
                  <a:pt x="568432" y="185266"/>
                </a:cubicBezTo>
                <a:cubicBezTo>
                  <a:pt x="567019" y="185443"/>
                  <a:pt x="565208" y="185531"/>
                  <a:pt x="562999" y="185531"/>
                </a:cubicBezTo>
                <a:cubicBezTo>
                  <a:pt x="560879" y="185531"/>
                  <a:pt x="559112" y="185443"/>
                  <a:pt x="557698" y="185266"/>
                </a:cubicBezTo>
                <a:cubicBezTo>
                  <a:pt x="556285" y="185089"/>
                  <a:pt x="555158" y="184824"/>
                  <a:pt x="554319" y="184471"/>
                </a:cubicBezTo>
                <a:cubicBezTo>
                  <a:pt x="553479" y="184117"/>
                  <a:pt x="552905" y="183698"/>
                  <a:pt x="552596" y="183212"/>
                </a:cubicBezTo>
                <a:cubicBezTo>
                  <a:pt x="552287" y="182726"/>
                  <a:pt x="552132" y="182130"/>
                  <a:pt x="552132" y="181423"/>
                </a:cubicBezTo>
                <a:lnTo>
                  <a:pt x="552132" y="62153"/>
                </a:lnTo>
                <a:cubicBezTo>
                  <a:pt x="552132" y="61446"/>
                  <a:pt x="552265" y="60850"/>
                  <a:pt x="552530" y="60364"/>
                </a:cubicBezTo>
                <a:cubicBezTo>
                  <a:pt x="552795" y="59878"/>
                  <a:pt x="553325" y="59436"/>
                  <a:pt x="554120" y="59039"/>
                </a:cubicBezTo>
                <a:cubicBezTo>
                  <a:pt x="554915" y="58641"/>
                  <a:pt x="555931" y="58376"/>
                  <a:pt x="557168" y="58243"/>
                </a:cubicBezTo>
                <a:cubicBezTo>
                  <a:pt x="558405" y="58111"/>
                  <a:pt x="560039" y="58045"/>
                  <a:pt x="562071" y="58045"/>
                </a:cubicBezTo>
                <a:cubicBezTo>
                  <a:pt x="564015" y="58045"/>
                  <a:pt x="565627" y="58111"/>
                  <a:pt x="566908" y="58243"/>
                </a:cubicBezTo>
                <a:cubicBezTo>
                  <a:pt x="568189" y="58376"/>
                  <a:pt x="569183" y="58641"/>
                  <a:pt x="569890" y="59039"/>
                </a:cubicBezTo>
                <a:cubicBezTo>
                  <a:pt x="570597" y="59436"/>
                  <a:pt x="571105" y="59878"/>
                  <a:pt x="571414" y="60364"/>
                </a:cubicBezTo>
                <a:cubicBezTo>
                  <a:pt x="571723" y="60850"/>
                  <a:pt x="571878" y="61446"/>
                  <a:pt x="571878" y="62153"/>
                </a:cubicBezTo>
                <a:lnTo>
                  <a:pt x="571878" y="77923"/>
                </a:lnTo>
                <a:cubicBezTo>
                  <a:pt x="578592" y="70413"/>
                  <a:pt x="585285" y="64914"/>
                  <a:pt x="591955" y="61424"/>
                </a:cubicBezTo>
                <a:cubicBezTo>
                  <a:pt x="598625" y="57934"/>
                  <a:pt x="605362" y="56189"/>
                  <a:pt x="612165" y="56189"/>
                </a:cubicBezTo>
                <a:cubicBezTo>
                  <a:pt x="620116" y="56189"/>
                  <a:pt x="626808" y="57537"/>
                  <a:pt x="632242" y="60231"/>
                </a:cubicBezTo>
                <a:cubicBezTo>
                  <a:pt x="637675" y="62926"/>
                  <a:pt x="642071" y="66526"/>
                  <a:pt x="645428" y="71032"/>
                </a:cubicBezTo>
                <a:cubicBezTo>
                  <a:pt x="648785" y="75538"/>
                  <a:pt x="651192" y="80816"/>
                  <a:pt x="652650" y="86868"/>
                </a:cubicBezTo>
                <a:cubicBezTo>
                  <a:pt x="654108" y="92920"/>
                  <a:pt x="654837" y="100187"/>
                  <a:pt x="654837" y="108668"/>
                </a:cubicBezTo>
                <a:lnTo>
                  <a:pt x="654837" y="181423"/>
                </a:lnTo>
                <a:close/>
                <a:moveTo>
                  <a:pt x="753383" y="172809"/>
                </a:moveTo>
                <a:cubicBezTo>
                  <a:pt x="753383" y="175371"/>
                  <a:pt x="753206" y="177403"/>
                  <a:pt x="752853" y="178905"/>
                </a:cubicBezTo>
                <a:cubicBezTo>
                  <a:pt x="752500" y="180407"/>
                  <a:pt x="751970" y="181511"/>
                  <a:pt x="751263" y="182218"/>
                </a:cubicBezTo>
                <a:cubicBezTo>
                  <a:pt x="750556" y="182925"/>
                  <a:pt x="749496" y="183587"/>
                  <a:pt x="748082" y="184206"/>
                </a:cubicBezTo>
                <a:cubicBezTo>
                  <a:pt x="746669" y="184824"/>
                  <a:pt x="745056" y="185332"/>
                  <a:pt x="743245" y="185730"/>
                </a:cubicBezTo>
                <a:cubicBezTo>
                  <a:pt x="741434" y="186127"/>
                  <a:pt x="739512" y="186459"/>
                  <a:pt x="737480" y="186724"/>
                </a:cubicBezTo>
                <a:cubicBezTo>
                  <a:pt x="735448" y="186989"/>
                  <a:pt x="733416" y="187121"/>
                  <a:pt x="731384" y="187121"/>
                </a:cubicBezTo>
                <a:cubicBezTo>
                  <a:pt x="725200" y="187121"/>
                  <a:pt x="719899" y="186303"/>
                  <a:pt x="715482" y="184665"/>
                </a:cubicBezTo>
                <a:cubicBezTo>
                  <a:pt x="711064" y="183025"/>
                  <a:pt x="707442" y="180545"/>
                  <a:pt x="704615" y="177224"/>
                </a:cubicBezTo>
                <a:cubicBezTo>
                  <a:pt x="701788" y="173902"/>
                  <a:pt x="699734" y="169696"/>
                  <a:pt x="698453" y="164605"/>
                </a:cubicBezTo>
                <a:cubicBezTo>
                  <a:pt x="697172" y="159514"/>
                  <a:pt x="696531" y="153514"/>
                  <a:pt x="696531" y="146607"/>
                </a:cubicBezTo>
                <a:lnTo>
                  <a:pt x="696531" y="76730"/>
                </a:lnTo>
                <a:lnTo>
                  <a:pt x="679833" y="76730"/>
                </a:lnTo>
                <a:cubicBezTo>
                  <a:pt x="678508" y="76730"/>
                  <a:pt x="677448" y="76024"/>
                  <a:pt x="676653" y="74610"/>
                </a:cubicBezTo>
                <a:cubicBezTo>
                  <a:pt x="675858" y="73196"/>
                  <a:pt x="675460" y="70899"/>
                  <a:pt x="675460" y="67719"/>
                </a:cubicBezTo>
                <a:cubicBezTo>
                  <a:pt x="675460" y="66040"/>
                  <a:pt x="675571" y="64627"/>
                  <a:pt x="675791" y="63478"/>
                </a:cubicBezTo>
                <a:cubicBezTo>
                  <a:pt x="676012" y="62330"/>
                  <a:pt x="676299" y="61380"/>
                  <a:pt x="676653" y="60629"/>
                </a:cubicBezTo>
                <a:cubicBezTo>
                  <a:pt x="677006" y="59878"/>
                  <a:pt x="677470" y="59348"/>
                  <a:pt x="678044" y="59039"/>
                </a:cubicBezTo>
                <a:cubicBezTo>
                  <a:pt x="678619" y="58729"/>
                  <a:pt x="679259" y="58575"/>
                  <a:pt x="679966" y="58575"/>
                </a:cubicBezTo>
                <a:lnTo>
                  <a:pt x="696531" y="58575"/>
                </a:lnTo>
                <a:lnTo>
                  <a:pt x="696531" y="30215"/>
                </a:lnTo>
                <a:cubicBezTo>
                  <a:pt x="696531" y="29597"/>
                  <a:pt x="696686" y="29022"/>
                  <a:pt x="696995" y="28492"/>
                </a:cubicBezTo>
                <a:cubicBezTo>
                  <a:pt x="697304" y="27962"/>
                  <a:pt x="697878" y="27498"/>
                  <a:pt x="698718" y="27101"/>
                </a:cubicBezTo>
                <a:cubicBezTo>
                  <a:pt x="699557" y="26703"/>
                  <a:pt x="700683" y="26416"/>
                  <a:pt x="702097" y="26239"/>
                </a:cubicBezTo>
                <a:cubicBezTo>
                  <a:pt x="703511" y="26063"/>
                  <a:pt x="705278" y="25974"/>
                  <a:pt x="707398" y="25974"/>
                </a:cubicBezTo>
                <a:cubicBezTo>
                  <a:pt x="709607" y="25974"/>
                  <a:pt x="711418" y="26063"/>
                  <a:pt x="712831" y="26239"/>
                </a:cubicBezTo>
                <a:cubicBezTo>
                  <a:pt x="714245" y="26416"/>
                  <a:pt x="715349" y="26703"/>
                  <a:pt x="716144" y="27101"/>
                </a:cubicBezTo>
                <a:cubicBezTo>
                  <a:pt x="716939" y="27498"/>
                  <a:pt x="717514" y="27962"/>
                  <a:pt x="717867" y="28492"/>
                </a:cubicBezTo>
                <a:cubicBezTo>
                  <a:pt x="718221" y="29022"/>
                  <a:pt x="718397" y="29597"/>
                  <a:pt x="718397" y="30215"/>
                </a:cubicBezTo>
                <a:lnTo>
                  <a:pt x="718397" y="58575"/>
                </a:lnTo>
                <a:lnTo>
                  <a:pt x="749010" y="58575"/>
                </a:lnTo>
                <a:cubicBezTo>
                  <a:pt x="749717" y="58575"/>
                  <a:pt x="750335" y="58729"/>
                  <a:pt x="750865" y="59039"/>
                </a:cubicBezTo>
                <a:cubicBezTo>
                  <a:pt x="751395" y="59348"/>
                  <a:pt x="751859" y="59878"/>
                  <a:pt x="752257" y="60629"/>
                </a:cubicBezTo>
                <a:cubicBezTo>
                  <a:pt x="752654" y="61380"/>
                  <a:pt x="752941" y="62330"/>
                  <a:pt x="753118" y="63478"/>
                </a:cubicBezTo>
                <a:cubicBezTo>
                  <a:pt x="753295" y="64627"/>
                  <a:pt x="753383" y="66040"/>
                  <a:pt x="753383" y="67719"/>
                </a:cubicBezTo>
                <a:cubicBezTo>
                  <a:pt x="753383" y="70899"/>
                  <a:pt x="752986" y="73196"/>
                  <a:pt x="752190" y="74610"/>
                </a:cubicBezTo>
                <a:cubicBezTo>
                  <a:pt x="751395" y="76024"/>
                  <a:pt x="750335" y="76730"/>
                  <a:pt x="749010" y="76730"/>
                </a:cubicBezTo>
                <a:lnTo>
                  <a:pt x="718397" y="76730"/>
                </a:lnTo>
                <a:lnTo>
                  <a:pt x="718397" y="143451"/>
                </a:lnTo>
                <a:cubicBezTo>
                  <a:pt x="718397" y="151690"/>
                  <a:pt x="719612" y="157914"/>
                  <a:pt x="722042" y="162124"/>
                </a:cubicBezTo>
                <a:cubicBezTo>
                  <a:pt x="724471" y="166332"/>
                  <a:pt x="728822" y="168436"/>
                  <a:pt x="735095" y="168436"/>
                </a:cubicBezTo>
                <a:cubicBezTo>
                  <a:pt x="737127" y="168436"/>
                  <a:pt x="738938" y="168237"/>
                  <a:pt x="740528" y="167839"/>
                </a:cubicBezTo>
                <a:cubicBezTo>
                  <a:pt x="742119" y="167442"/>
                  <a:pt x="743532" y="167022"/>
                  <a:pt x="744769" y="166580"/>
                </a:cubicBezTo>
                <a:cubicBezTo>
                  <a:pt x="746006" y="166139"/>
                  <a:pt x="747066" y="165719"/>
                  <a:pt x="747950" y="165321"/>
                </a:cubicBezTo>
                <a:cubicBezTo>
                  <a:pt x="748833" y="164924"/>
                  <a:pt x="749628" y="164725"/>
                  <a:pt x="750335" y="164725"/>
                </a:cubicBezTo>
                <a:cubicBezTo>
                  <a:pt x="750777" y="164725"/>
                  <a:pt x="751196" y="164835"/>
                  <a:pt x="751594" y="165056"/>
                </a:cubicBezTo>
                <a:cubicBezTo>
                  <a:pt x="751992" y="165277"/>
                  <a:pt x="752301" y="165697"/>
                  <a:pt x="752522" y="166315"/>
                </a:cubicBezTo>
                <a:cubicBezTo>
                  <a:pt x="752743" y="166934"/>
                  <a:pt x="752941" y="167773"/>
                  <a:pt x="753118" y="168833"/>
                </a:cubicBezTo>
                <a:cubicBezTo>
                  <a:pt x="753295" y="169893"/>
                  <a:pt x="753383" y="171219"/>
                  <a:pt x="753383" y="172809"/>
                </a:cubicBezTo>
                <a:close/>
                <a:moveTo>
                  <a:pt x="881346" y="116619"/>
                </a:moveTo>
                <a:cubicBezTo>
                  <a:pt x="881346" y="120065"/>
                  <a:pt x="880484" y="122517"/>
                  <a:pt x="878762" y="123974"/>
                </a:cubicBezTo>
                <a:cubicBezTo>
                  <a:pt x="877039" y="125432"/>
                  <a:pt x="875073" y="126161"/>
                  <a:pt x="872864" y="126161"/>
                </a:cubicBezTo>
                <a:lnTo>
                  <a:pt x="794676" y="126161"/>
                </a:lnTo>
                <a:cubicBezTo>
                  <a:pt x="794676" y="132807"/>
                  <a:pt x="795339" y="138788"/>
                  <a:pt x="796664" y="144105"/>
                </a:cubicBezTo>
                <a:cubicBezTo>
                  <a:pt x="797989" y="149423"/>
                  <a:pt x="800198" y="153987"/>
                  <a:pt x="803290" y="157797"/>
                </a:cubicBezTo>
                <a:cubicBezTo>
                  <a:pt x="806383" y="161607"/>
                  <a:pt x="810402" y="164532"/>
                  <a:pt x="815350" y="166572"/>
                </a:cubicBezTo>
                <a:cubicBezTo>
                  <a:pt x="820297" y="168610"/>
                  <a:pt x="826349" y="169628"/>
                  <a:pt x="833505" y="169628"/>
                </a:cubicBezTo>
                <a:cubicBezTo>
                  <a:pt x="839160" y="169628"/>
                  <a:pt x="844196" y="169165"/>
                  <a:pt x="848613" y="168237"/>
                </a:cubicBezTo>
                <a:cubicBezTo>
                  <a:pt x="853030" y="167309"/>
                  <a:pt x="856851" y="166271"/>
                  <a:pt x="860076" y="165123"/>
                </a:cubicBezTo>
                <a:cubicBezTo>
                  <a:pt x="863301" y="163974"/>
                  <a:pt x="865951" y="162936"/>
                  <a:pt x="868027" y="162008"/>
                </a:cubicBezTo>
                <a:cubicBezTo>
                  <a:pt x="870104" y="161081"/>
                  <a:pt x="871672" y="160617"/>
                  <a:pt x="872732" y="160617"/>
                </a:cubicBezTo>
                <a:cubicBezTo>
                  <a:pt x="873350" y="160617"/>
                  <a:pt x="873903" y="160771"/>
                  <a:pt x="874388" y="161081"/>
                </a:cubicBezTo>
                <a:cubicBezTo>
                  <a:pt x="874874" y="161390"/>
                  <a:pt x="875250" y="161854"/>
                  <a:pt x="875515" y="162472"/>
                </a:cubicBezTo>
                <a:cubicBezTo>
                  <a:pt x="875780" y="163091"/>
                  <a:pt x="875979" y="163952"/>
                  <a:pt x="876111" y="165056"/>
                </a:cubicBezTo>
                <a:cubicBezTo>
                  <a:pt x="876244" y="166161"/>
                  <a:pt x="876310" y="167508"/>
                  <a:pt x="876310" y="169098"/>
                </a:cubicBezTo>
                <a:cubicBezTo>
                  <a:pt x="876310" y="170247"/>
                  <a:pt x="876266" y="171241"/>
                  <a:pt x="876178" y="172080"/>
                </a:cubicBezTo>
                <a:cubicBezTo>
                  <a:pt x="876089" y="172919"/>
                  <a:pt x="875979" y="173670"/>
                  <a:pt x="875846" y="174333"/>
                </a:cubicBezTo>
                <a:cubicBezTo>
                  <a:pt x="875714" y="174995"/>
                  <a:pt x="875493" y="175592"/>
                  <a:pt x="875184" y="176122"/>
                </a:cubicBezTo>
                <a:cubicBezTo>
                  <a:pt x="874874" y="176652"/>
                  <a:pt x="874477" y="177160"/>
                  <a:pt x="873991" y="177646"/>
                </a:cubicBezTo>
                <a:cubicBezTo>
                  <a:pt x="873505" y="178132"/>
                  <a:pt x="872069" y="178927"/>
                  <a:pt x="869684" y="180031"/>
                </a:cubicBezTo>
                <a:cubicBezTo>
                  <a:pt x="867299" y="181136"/>
                  <a:pt x="864206" y="182218"/>
                  <a:pt x="860407" y="183278"/>
                </a:cubicBezTo>
                <a:cubicBezTo>
                  <a:pt x="856608" y="184338"/>
                  <a:pt x="852213" y="185288"/>
                  <a:pt x="847221" y="186127"/>
                </a:cubicBezTo>
                <a:cubicBezTo>
                  <a:pt x="842230" y="186967"/>
                  <a:pt x="836907" y="187386"/>
                  <a:pt x="831253" y="187386"/>
                </a:cubicBezTo>
                <a:cubicBezTo>
                  <a:pt x="821446" y="187386"/>
                  <a:pt x="812854" y="186016"/>
                  <a:pt x="805477" y="183274"/>
                </a:cubicBezTo>
                <a:cubicBezTo>
                  <a:pt x="798100" y="180532"/>
                  <a:pt x="791893" y="176464"/>
                  <a:pt x="786858" y="171070"/>
                </a:cubicBezTo>
                <a:cubicBezTo>
                  <a:pt x="781822" y="165675"/>
                  <a:pt x="778023" y="158909"/>
                  <a:pt x="775461" y="150773"/>
                </a:cubicBezTo>
                <a:cubicBezTo>
                  <a:pt x="772899" y="142637"/>
                  <a:pt x="771618" y="133174"/>
                  <a:pt x="771618" y="122384"/>
                </a:cubicBezTo>
                <a:cubicBezTo>
                  <a:pt x="771618" y="112125"/>
                  <a:pt x="772943" y="102905"/>
                  <a:pt x="775593" y="94724"/>
                </a:cubicBezTo>
                <a:cubicBezTo>
                  <a:pt x="778244" y="86544"/>
                  <a:pt x="782065" y="79602"/>
                  <a:pt x="787056" y="73898"/>
                </a:cubicBezTo>
                <a:cubicBezTo>
                  <a:pt x="792048" y="68194"/>
                  <a:pt x="798078" y="63816"/>
                  <a:pt x="805146" y="60766"/>
                </a:cubicBezTo>
                <a:cubicBezTo>
                  <a:pt x="812214" y="57715"/>
                  <a:pt x="820121" y="56189"/>
                  <a:pt x="828867" y="56189"/>
                </a:cubicBezTo>
                <a:cubicBezTo>
                  <a:pt x="838232" y="56189"/>
                  <a:pt x="846205" y="57691"/>
                  <a:pt x="852787" y="60695"/>
                </a:cubicBezTo>
                <a:cubicBezTo>
                  <a:pt x="859369" y="63699"/>
                  <a:pt x="864781" y="67741"/>
                  <a:pt x="869021" y="72821"/>
                </a:cubicBezTo>
                <a:cubicBezTo>
                  <a:pt x="873262" y="77901"/>
                  <a:pt x="876376" y="83864"/>
                  <a:pt x="878364" y="90711"/>
                </a:cubicBezTo>
                <a:cubicBezTo>
                  <a:pt x="880352" y="97558"/>
                  <a:pt x="881346" y="104869"/>
                  <a:pt x="881346" y="112644"/>
                </a:cubicBezTo>
                <a:lnTo>
                  <a:pt x="881346" y="116619"/>
                </a:lnTo>
                <a:moveTo>
                  <a:pt x="859347" y="110126"/>
                </a:moveTo>
                <a:cubicBezTo>
                  <a:pt x="859612" y="98641"/>
                  <a:pt x="857072" y="89629"/>
                  <a:pt x="851727" y="83091"/>
                </a:cubicBezTo>
                <a:cubicBezTo>
                  <a:pt x="846382" y="76554"/>
                  <a:pt x="838453" y="73285"/>
                  <a:pt x="827939" y="73285"/>
                </a:cubicBezTo>
                <a:cubicBezTo>
                  <a:pt x="822550" y="73285"/>
                  <a:pt x="817824" y="74301"/>
                  <a:pt x="813760" y="76333"/>
                </a:cubicBezTo>
                <a:cubicBezTo>
                  <a:pt x="809696" y="78365"/>
                  <a:pt x="806294" y="81059"/>
                  <a:pt x="803555" y="84417"/>
                </a:cubicBezTo>
                <a:cubicBezTo>
                  <a:pt x="800817" y="87774"/>
                  <a:pt x="798696" y="91683"/>
                  <a:pt x="797194" y="96145"/>
                </a:cubicBezTo>
                <a:cubicBezTo>
                  <a:pt x="795692" y="100606"/>
                  <a:pt x="794853" y="105267"/>
                  <a:pt x="794676" y="110126"/>
                </a:cubicBezTo>
                <a:lnTo>
                  <a:pt x="859347" y="110126"/>
                </a:lnTo>
                <a:close/>
                <a:moveTo>
                  <a:pt x="984436" y="69972"/>
                </a:moveTo>
                <a:cubicBezTo>
                  <a:pt x="984436" y="71915"/>
                  <a:pt x="984391" y="73550"/>
                  <a:pt x="984303" y="74875"/>
                </a:cubicBezTo>
                <a:cubicBezTo>
                  <a:pt x="984215" y="76200"/>
                  <a:pt x="984038" y="77238"/>
                  <a:pt x="983773" y="77989"/>
                </a:cubicBezTo>
                <a:cubicBezTo>
                  <a:pt x="983508" y="78740"/>
                  <a:pt x="983177" y="79315"/>
                  <a:pt x="982779" y="79712"/>
                </a:cubicBezTo>
                <a:cubicBezTo>
                  <a:pt x="982381" y="80110"/>
                  <a:pt x="981829" y="80308"/>
                  <a:pt x="981123" y="80308"/>
                </a:cubicBezTo>
                <a:cubicBezTo>
                  <a:pt x="980416" y="80308"/>
                  <a:pt x="979554" y="80110"/>
                  <a:pt x="978538" y="79712"/>
                </a:cubicBezTo>
                <a:cubicBezTo>
                  <a:pt x="977522" y="79315"/>
                  <a:pt x="976374" y="78917"/>
                  <a:pt x="975093" y="78519"/>
                </a:cubicBezTo>
                <a:cubicBezTo>
                  <a:pt x="973812" y="78122"/>
                  <a:pt x="972376" y="77746"/>
                  <a:pt x="970786" y="77393"/>
                </a:cubicBezTo>
                <a:cubicBezTo>
                  <a:pt x="969196" y="77040"/>
                  <a:pt x="967473" y="76863"/>
                  <a:pt x="965617" y="76863"/>
                </a:cubicBezTo>
                <a:cubicBezTo>
                  <a:pt x="963409" y="76863"/>
                  <a:pt x="961244" y="77305"/>
                  <a:pt x="959124" y="78188"/>
                </a:cubicBezTo>
                <a:cubicBezTo>
                  <a:pt x="957003" y="79072"/>
                  <a:pt x="954773" y="80529"/>
                  <a:pt x="952431" y="82561"/>
                </a:cubicBezTo>
                <a:cubicBezTo>
                  <a:pt x="950090" y="84593"/>
                  <a:pt x="947639" y="87288"/>
                  <a:pt x="945076" y="90645"/>
                </a:cubicBezTo>
                <a:cubicBezTo>
                  <a:pt x="942514" y="94002"/>
                  <a:pt x="939687" y="98111"/>
                  <a:pt x="936595" y="102970"/>
                </a:cubicBezTo>
                <a:lnTo>
                  <a:pt x="936595" y="181423"/>
                </a:lnTo>
                <a:cubicBezTo>
                  <a:pt x="936595" y="182130"/>
                  <a:pt x="936418" y="182726"/>
                  <a:pt x="936065" y="183212"/>
                </a:cubicBezTo>
                <a:cubicBezTo>
                  <a:pt x="935712" y="183698"/>
                  <a:pt x="935137" y="184117"/>
                  <a:pt x="934342" y="184471"/>
                </a:cubicBezTo>
                <a:cubicBezTo>
                  <a:pt x="933547" y="184824"/>
                  <a:pt x="932443" y="185089"/>
                  <a:pt x="931029" y="185266"/>
                </a:cubicBezTo>
                <a:cubicBezTo>
                  <a:pt x="929616" y="185443"/>
                  <a:pt x="927804" y="185531"/>
                  <a:pt x="925596" y="185531"/>
                </a:cubicBezTo>
                <a:cubicBezTo>
                  <a:pt x="923475" y="185531"/>
                  <a:pt x="921708" y="185443"/>
                  <a:pt x="920295" y="185266"/>
                </a:cubicBezTo>
                <a:cubicBezTo>
                  <a:pt x="918881" y="185089"/>
                  <a:pt x="917755" y="184824"/>
                  <a:pt x="916916" y="184471"/>
                </a:cubicBezTo>
                <a:cubicBezTo>
                  <a:pt x="916076" y="184117"/>
                  <a:pt x="915502" y="183698"/>
                  <a:pt x="915193" y="183212"/>
                </a:cubicBezTo>
                <a:cubicBezTo>
                  <a:pt x="914884" y="182726"/>
                  <a:pt x="914729" y="182130"/>
                  <a:pt x="914729" y="181423"/>
                </a:cubicBezTo>
                <a:lnTo>
                  <a:pt x="914729" y="62153"/>
                </a:lnTo>
                <a:cubicBezTo>
                  <a:pt x="914729" y="61446"/>
                  <a:pt x="914861" y="60850"/>
                  <a:pt x="915126" y="60364"/>
                </a:cubicBezTo>
                <a:cubicBezTo>
                  <a:pt x="915392" y="59878"/>
                  <a:pt x="915922" y="59436"/>
                  <a:pt x="916717" y="59039"/>
                </a:cubicBezTo>
                <a:cubicBezTo>
                  <a:pt x="917512" y="58641"/>
                  <a:pt x="918528" y="58376"/>
                  <a:pt x="919765" y="58243"/>
                </a:cubicBezTo>
                <a:cubicBezTo>
                  <a:pt x="921002" y="58111"/>
                  <a:pt x="922636" y="58045"/>
                  <a:pt x="924668" y="58045"/>
                </a:cubicBezTo>
                <a:cubicBezTo>
                  <a:pt x="926612" y="58045"/>
                  <a:pt x="928224" y="58111"/>
                  <a:pt x="929505" y="58243"/>
                </a:cubicBezTo>
                <a:cubicBezTo>
                  <a:pt x="930786" y="58376"/>
                  <a:pt x="931780" y="58641"/>
                  <a:pt x="932487" y="59039"/>
                </a:cubicBezTo>
                <a:cubicBezTo>
                  <a:pt x="933194" y="59436"/>
                  <a:pt x="933702" y="59878"/>
                  <a:pt x="934011" y="60364"/>
                </a:cubicBezTo>
                <a:cubicBezTo>
                  <a:pt x="934320" y="60850"/>
                  <a:pt x="934475" y="61446"/>
                  <a:pt x="934475" y="62153"/>
                </a:cubicBezTo>
                <a:lnTo>
                  <a:pt x="934475" y="79513"/>
                </a:lnTo>
                <a:cubicBezTo>
                  <a:pt x="937744" y="74742"/>
                  <a:pt x="940814" y="70855"/>
                  <a:pt x="943685" y="67851"/>
                </a:cubicBezTo>
                <a:cubicBezTo>
                  <a:pt x="946556" y="64847"/>
                  <a:pt x="949273" y="62484"/>
                  <a:pt x="951835" y="60761"/>
                </a:cubicBezTo>
                <a:cubicBezTo>
                  <a:pt x="954397" y="59039"/>
                  <a:pt x="956937" y="57846"/>
                  <a:pt x="959455" y="57183"/>
                </a:cubicBezTo>
                <a:cubicBezTo>
                  <a:pt x="961973" y="56521"/>
                  <a:pt x="964513" y="56189"/>
                  <a:pt x="967075" y="56189"/>
                </a:cubicBezTo>
                <a:cubicBezTo>
                  <a:pt x="968224" y="56189"/>
                  <a:pt x="969527" y="56256"/>
                  <a:pt x="970985" y="56388"/>
                </a:cubicBezTo>
                <a:cubicBezTo>
                  <a:pt x="972442" y="56521"/>
                  <a:pt x="973966" y="56764"/>
                  <a:pt x="975557" y="57117"/>
                </a:cubicBezTo>
                <a:cubicBezTo>
                  <a:pt x="977147" y="57470"/>
                  <a:pt x="978583" y="57868"/>
                  <a:pt x="979864" y="58310"/>
                </a:cubicBezTo>
                <a:cubicBezTo>
                  <a:pt x="981145" y="58751"/>
                  <a:pt x="982050" y="59193"/>
                  <a:pt x="982580" y="59635"/>
                </a:cubicBezTo>
                <a:cubicBezTo>
                  <a:pt x="983110" y="60077"/>
                  <a:pt x="983464" y="60496"/>
                  <a:pt x="983640" y="60894"/>
                </a:cubicBezTo>
                <a:cubicBezTo>
                  <a:pt x="983817" y="61291"/>
                  <a:pt x="983972" y="61799"/>
                  <a:pt x="984104" y="62418"/>
                </a:cubicBezTo>
                <a:cubicBezTo>
                  <a:pt x="984237" y="63036"/>
                  <a:pt x="984325" y="63942"/>
                  <a:pt x="984369" y="65135"/>
                </a:cubicBezTo>
                <a:cubicBezTo>
                  <a:pt x="984413" y="66327"/>
                  <a:pt x="984436" y="67940"/>
                  <a:pt x="984436" y="69972"/>
                </a:cubicBezTo>
                <a:close/>
                <a:moveTo>
                  <a:pt x="1202262" y="176652"/>
                </a:moveTo>
                <a:cubicBezTo>
                  <a:pt x="1202968" y="178596"/>
                  <a:pt x="1203344" y="180164"/>
                  <a:pt x="1203388" y="181357"/>
                </a:cubicBezTo>
                <a:cubicBezTo>
                  <a:pt x="1203432" y="182549"/>
                  <a:pt x="1203101" y="183455"/>
                  <a:pt x="1202394" y="184073"/>
                </a:cubicBezTo>
                <a:cubicBezTo>
                  <a:pt x="1201687" y="184692"/>
                  <a:pt x="1200517" y="185089"/>
                  <a:pt x="1198882" y="185266"/>
                </a:cubicBezTo>
                <a:cubicBezTo>
                  <a:pt x="1197248" y="185443"/>
                  <a:pt x="1195061" y="185531"/>
                  <a:pt x="1192322" y="185531"/>
                </a:cubicBezTo>
                <a:cubicBezTo>
                  <a:pt x="1189584" y="185531"/>
                  <a:pt x="1187397" y="185465"/>
                  <a:pt x="1185763" y="185332"/>
                </a:cubicBezTo>
                <a:cubicBezTo>
                  <a:pt x="1184128" y="185200"/>
                  <a:pt x="1182891" y="184979"/>
                  <a:pt x="1182052" y="184670"/>
                </a:cubicBezTo>
                <a:cubicBezTo>
                  <a:pt x="1181213" y="184360"/>
                  <a:pt x="1180594" y="183941"/>
                  <a:pt x="1180197" y="183411"/>
                </a:cubicBezTo>
                <a:cubicBezTo>
                  <a:pt x="1179799" y="182881"/>
                  <a:pt x="1179424" y="182218"/>
                  <a:pt x="1179070" y="181423"/>
                </a:cubicBezTo>
                <a:lnTo>
                  <a:pt x="1164360" y="139678"/>
                </a:lnTo>
                <a:lnTo>
                  <a:pt x="1093063" y="139678"/>
                </a:lnTo>
                <a:lnTo>
                  <a:pt x="1079016" y="180893"/>
                </a:lnTo>
                <a:cubicBezTo>
                  <a:pt x="1078751" y="181688"/>
                  <a:pt x="1078397" y="182373"/>
                  <a:pt x="1077956" y="182947"/>
                </a:cubicBezTo>
                <a:cubicBezTo>
                  <a:pt x="1077514" y="183521"/>
                  <a:pt x="1076873" y="184007"/>
                  <a:pt x="1076034" y="184405"/>
                </a:cubicBezTo>
                <a:cubicBezTo>
                  <a:pt x="1075195" y="184802"/>
                  <a:pt x="1074002" y="185089"/>
                  <a:pt x="1072456" y="185266"/>
                </a:cubicBezTo>
                <a:cubicBezTo>
                  <a:pt x="1070910" y="185443"/>
                  <a:pt x="1068900" y="185531"/>
                  <a:pt x="1066426" y="185531"/>
                </a:cubicBezTo>
                <a:cubicBezTo>
                  <a:pt x="1063864" y="185531"/>
                  <a:pt x="1061766" y="185421"/>
                  <a:pt x="1060132" y="185200"/>
                </a:cubicBezTo>
                <a:cubicBezTo>
                  <a:pt x="1058497" y="184979"/>
                  <a:pt x="1057349" y="184559"/>
                  <a:pt x="1056686" y="183941"/>
                </a:cubicBezTo>
                <a:cubicBezTo>
                  <a:pt x="1056023" y="183322"/>
                  <a:pt x="1055714" y="182417"/>
                  <a:pt x="1055758" y="181224"/>
                </a:cubicBezTo>
                <a:cubicBezTo>
                  <a:pt x="1055802" y="180031"/>
                  <a:pt x="1056178" y="178463"/>
                  <a:pt x="1056885" y="176519"/>
                </a:cubicBezTo>
                <a:lnTo>
                  <a:pt x="1114399" y="17228"/>
                </a:lnTo>
                <a:cubicBezTo>
                  <a:pt x="1114753" y="16256"/>
                  <a:pt x="1115217" y="15461"/>
                  <a:pt x="1115791" y="14842"/>
                </a:cubicBezTo>
                <a:cubicBezTo>
                  <a:pt x="1116365" y="14224"/>
                  <a:pt x="1117204" y="13738"/>
                  <a:pt x="1118309" y="13385"/>
                </a:cubicBezTo>
                <a:cubicBezTo>
                  <a:pt x="1119413" y="13031"/>
                  <a:pt x="1120827" y="12788"/>
                  <a:pt x="1122549" y="12656"/>
                </a:cubicBezTo>
                <a:cubicBezTo>
                  <a:pt x="1124272" y="12523"/>
                  <a:pt x="1126459" y="12457"/>
                  <a:pt x="1129109" y="12457"/>
                </a:cubicBezTo>
                <a:cubicBezTo>
                  <a:pt x="1131936" y="12457"/>
                  <a:pt x="1134278" y="12523"/>
                  <a:pt x="1136133" y="12656"/>
                </a:cubicBezTo>
                <a:cubicBezTo>
                  <a:pt x="1137988" y="12788"/>
                  <a:pt x="1139490" y="13031"/>
                  <a:pt x="1140639" y="13385"/>
                </a:cubicBezTo>
                <a:cubicBezTo>
                  <a:pt x="1141787" y="13738"/>
                  <a:pt x="1142671" y="14246"/>
                  <a:pt x="1143289" y="14909"/>
                </a:cubicBezTo>
                <a:cubicBezTo>
                  <a:pt x="1143908" y="15571"/>
                  <a:pt x="1144394" y="16389"/>
                  <a:pt x="1144747" y="17360"/>
                </a:cubicBezTo>
                <a:lnTo>
                  <a:pt x="1202262" y="176652"/>
                </a:lnTo>
                <a:moveTo>
                  <a:pt x="1128447" y="36046"/>
                </a:moveTo>
                <a:lnTo>
                  <a:pt x="1128314" y="36046"/>
                </a:lnTo>
                <a:lnTo>
                  <a:pt x="1098762" y="121523"/>
                </a:lnTo>
                <a:lnTo>
                  <a:pt x="1158397" y="121523"/>
                </a:lnTo>
                <a:lnTo>
                  <a:pt x="1128447" y="36046"/>
                </a:lnTo>
                <a:close/>
                <a:moveTo>
                  <a:pt x="1331178" y="181423"/>
                </a:moveTo>
                <a:cubicBezTo>
                  <a:pt x="1331178" y="182130"/>
                  <a:pt x="1331002" y="182726"/>
                  <a:pt x="1330648" y="183212"/>
                </a:cubicBezTo>
                <a:cubicBezTo>
                  <a:pt x="1330295" y="183698"/>
                  <a:pt x="1329720" y="184117"/>
                  <a:pt x="1328925" y="184471"/>
                </a:cubicBezTo>
                <a:cubicBezTo>
                  <a:pt x="1328130" y="184824"/>
                  <a:pt x="1327026" y="185089"/>
                  <a:pt x="1325612" y="185266"/>
                </a:cubicBezTo>
                <a:cubicBezTo>
                  <a:pt x="1324199" y="185443"/>
                  <a:pt x="1322432" y="185531"/>
                  <a:pt x="1320311" y="185531"/>
                </a:cubicBezTo>
                <a:cubicBezTo>
                  <a:pt x="1318103" y="185531"/>
                  <a:pt x="1316292" y="185443"/>
                  <a:pt x="1314878" y="185266"/>
                </a:cubicBezTo>
                <a:cubicBezTo>
                  <a:pt x="1313464" y="185089"/>
                  <a:pt x="1312360" y="184824"/>
                  <a:pt x="1311565" y="184471"/>
                </a:cubicBezTo>
                <a:cubicBezTo>
                  <a:pt x="1310770" y="184117"/>
                  <a:pt x="1310196" y="183698"/>
                  <a:pt x="1309842" y="183212"/>
                </a:cubicBezTo>
                <a:cubicBezTo>
                  <a:pt x="1309489" y="182726"/>
                  <a:pt x="1309312" y="182130"/>
                  <a:pt x="1309312" y="181423"/>
                </a:cubicBezTo>
                <a:lnTo>
                  <a:pt x="1309312" y="111584"/>
                </a:lnTo>
                <a:cubicBezTo>
                  <a:pt x="1309312" y="104781"/>
                  <a:pt x="1308782" y="99303"/>
                  <a:pt x="1307722" y="95151"/>
                </a:cubicBezTo>
                <a:cubicBezTo>
                  <a:pt x="1306662" y="90999"/>
                  <a:pt x="1305116" y="87420"/>
                  <a:pt x="1303084" y="84417"/>
                </a:cubicBezTo>
                <a:cubicBezTo>
                  <a:pt x="1301052" y="81413"/>
                  <a:pt x="1298423" y="79116"/>
                  <a:pt x="1295198" y="77525"/>
                </a:cubicBezTo>
                <a:cubicBezTo>
                  <a:pt x="1291974" y="75935"/>
                  <a:pt x="1288241" y="75140"/>
                  <a:pt x="1284000" y="75140"/>
                </a:cubicBezTo>
                <a:cubicBezTo>
                  <a:pt x="1278523" y="75140"/>
                  <a:pt x="1273045" y="77084"/>
                  <a:pt x="1267568" y="80971"/>
                </a:cubicBezTo>
                <a:cubicBezTo>
                  <a:pt x="1262090" y="84858"/>
                  <a:pt x="1256347" y="90557"/>
                  <a:pt x="1250340" y="98066"/>
                </a:cubicBezTo>
                <a:lnTo>
                  <a:pt x="1250340" y="181423"/>
                </a:lnTo>
                <a:cubicBezTo>
                  <a:pt x="1250340" y="182130"/>
                  <a:pt x="1250163" y="182726"/>
                  <a:pt x="1249810" y="183212"/>
                </a:cubicBezTo>
                <a:cubicBezTo>
                  <a:pt x="1249456" y="183698"/>
                  <a:pt x="1248882" y="184117"/>
                  <a:pt x="1248087" y="184471"/>
                </a:cubicBezTo>
                <a:cubicBezTo>
                  <a:pt x="1247292" y="184824"/>
                  <a:pt x="1246187" y="185089"/>
                  <a:pt x="1244774" y="185266"/>
                </a:cubicBezTo>
                <a:cubicBezTo>
                  <a:pt x="1243360" y="185443"/>
                  <a:pt x="1241549" y="185531"/>
                  <a:pt x="1239340" y="185531"/>
                </a:cubicBezTo>
                <a:cubicBezTo>
                  <a:pt x="1237220" y="185531"/>
                  <a:pt x="1235453" y="185443"/>
                  <a:pt x="1234039" y="185266"/>
                </a:cubicBezTo>
                <a:cubicBezTo>
                  <a:pt x="1232626" y="185089"/>
                  <a:pt x="1231499" y="184824"/>
                  <a:pt x="1230660" y="184471"/>
                </a:cubicBezTo>
                <a:cubicBezTo>
                  <a:pt x="1229821" y="184117"/>
                  <a:pt x="1229247" y="183698"/>
                  <a:pt x="1228937" y="183212"/>
                </a:cubicBezTo>
                <a:cubicBezTo>
                  <a:pt x="1228628" y="182726"/>
                  <a:pt x="1228474" y="182130"/>
                  <a:pt x="1228474" y="181423"/>
                </a:cubicBezTo>
                <a:lnTo>
                  <a:pt x="1228474" y="62153"/>
                </a:lnTo>
                <a:cubicBezTo>
                  <a:pt x="1228474" y="61446"/>
                  <a:pt x="1228606" y="60850"/>
                  <a:pt x="1228871" y="60364"/>
                </a:cubicBezTo>
                <a:cubicBezTo>
                  <a:pt x="1229136" y="59878"/>
                  <a:pt x="1229666" y="59436"/>
                  <a:pt x="1230461" y="59039"/>
                </a:cubicBezTo>
                <a:cubicBezTo>
                  <a:pt x="1231257" y="58641"/>
                  <a:pt x="1232273" y="58376"/>
                  <a:pt x="1233509" y="58243"/>
                </a:cubicBezTo>
                <a:cubicBezTo>
                  <a:pt x="1234746" y="58111"/>
                  <a:pt x="1236381" y="58045"/>
                  <a:pt x="1238413" y="58045"/>
                </a:cubicBezTo>
                <a:cubicBezTo>
                  <a:pt x="1240356" y="58045"/>
                  <a:pt x="1241969" y="58111"/>
                  <a:pt x="1243250" y="58243"/>
                </a:cubicBezTo>
                <a:cubicBezTo>
                  <a:pt x="1244531" y="58376"/>
                  <a:pt x="1245525" y="58641"/>
                  <a:pt x="1246232" y="59039"/>
                </a:cubicBezTo>
                <a:cubicBezTo>
                  <a:pt x="1246938" y="59436"/>
                  <a:pt x="1247446" y="59878"/>
                  <a:pt x="1247756" y="60364"/>
                </a:cubicBezTo>
                <a:cubicBezTo>
                  <a:pt x="1248065" y="60850"/>
                  <a:pt x="1248219" y="61446"/>
                  <a:pt x="1248219" y="62153"/>
                </a:cubicBezTo>
                <a:lnTo>
                  <a:pt x="1248219" y="77923"/>
                </a:lnTo>
                <a:cubicBezTo>
                  <a:pt x="1254934" y="70413"/>
                  <a:pt x="1261626" y="64914"/>
                  <a:pt x="1268296" y="61424"/>
                </a:cubicBezTo>
                <a:cubicBezTo>
                  <a:pt x="1274967" y="57934"/>
                  <a:pt x="1281703" y="56189"/>
                  <a:pt x="1288506" y="56189"/>
                </a:cubicBezTo>
                <a:cubicBezTo>
                  <a:pt x="1296457" y="56189"/>
                  <a:pt x="1303150" y="57537"/>
                  <a:pt x="1308583" y="60231"/>
                </a:cubicBezTo>
                <a:cubicBezTo>
                  <a:pt x="1314017" y="62926"/>
                  <a:pt x="1318412" y="66526"/>
                  <a:pt x="1321769" y="71032"/>
                </a:cubicBezTo>
                <a:cubicBezTo>
                  <a:pt x="1325126" y="75538"/>
                  <a:pt x="1327534" y="80816"/>
                  <a:pt x="1328992" y="86868"/>
                </a:cubicBezTo>
                <a:cubicBezTo>
                  <a:pt x="1330449" y="92920"/>
                  <a:pt x="1331178" y="100187"/>
                  <a:pt x="1331178" y="108668"/>
                </a:cubicBezTo>
                <a:lnTo>
                  <a:pt x="1331178" y="181423"/>
                </a:lnTo>
                <a:close/>
                <a:moveTo>
                  <a:pt x="1460811" y="181555"/>
                </a:moveTo>
                <a:cubicBezTo>
                  <a:pt x="1460811" y="182616"/>
                  <a:pt x="1460457" y="183411"/>
                  <a:pt x="1459750" y="183941"/>
                </a:cubicBezTo>
                <a:cubicBezTo>
                  <a:pt x="1459044" y="184471"/>
                  <a:pt x="1458072" y="184868"/>
                  <a:pt x="1456835" y="185133"/>
                </a:cubicBezTo>
                <a:cubicBezTo>
                  <a:pt x="1455598" y="185398"/>
                  <a:pt x="1453787" y="185531"/>
                  <a:pt x="1451401" y="185531"/>
                </a:cubicBezTo>
                <a:cubicBezTo>
                  <a:pt x="1449104" y="185531"/>
                  <a:pt x="1447271" y="185398"/>
                  <a:pt x="1445902" y="185133"/>
                </a:cubicBezTo>
                <a:cubicBezTo>
                  <a:pt x="1444532" y="184868"/>
                  <a:pt x="1443538" y="184471"/>
                  <a:pt x="1442920" y="183941"/>
                </a:cubicBezTo>
                <a:cubicBezTo>
                  <a:pt x="1442302" y="183411"/>
                  <a:pt x="1441992" y="182616"/>
                  <a:pt x="1441992" y="181555"/>
                </a:cubicBezTo>
                <a:lnTo>
                  <a:pt x="1441992" y="169628"/>
                </a:lnTo>
                <a:cubicBezTo>
                  <a:pt x="1436780" y="175194"/>
                  <a:pt x="1430971" y="179545"/>
                  <a:pt x="1424566" y="182682"/>
                </a:cubicBezTo>
                <a:cubicBezTo>
                  <a:pt x="1418160" y="185818"/>
                  <a:pt x="1411380" y="187386"/>
                  <a:pt x="1404224" y="187386"/>
                </a:cubicBezTo>
                <a:cubicBezTo>
                  <a:pt x="1397951" y="187386"/>
                  <a:pt x="1392274" y="186566"/>
                  <a:pt x="1387194" y="184926"/>
                </a:cubicBezTo>
                <a:cubicBezTo>
                  <a:pt x="1382114" y="183286"/>
                  <a:pt x="1377785" y="180915"/>
                  <a:pt x="1374207" y="177812"/>
                </a:cubicBezTo>
                <a:cubicBezTo>
                  <a:pt x="1370629" y="174708"/>
                  <a:pt x="1367846" y="170897"/>
                  <a:pt x="1365858" y="166377"/>
                </a:cubicBezTo>
                <a:cubicBezTo>
                  <a:pt x="1363871" y="161855"/>
                  <a:pt x="1362877" y="156712"/>
                  <a:pt x="1362877" y="150947"/>
                </a:cubicBezTo>
                <a:cubicBezTo>
                  <a:pt x="1362877" y="144210"/>
                  <a:pt x="1364246" y="138360"/>
                  <a:pt x="1366985" y="133396"/>
                </a:cubicBezTo>
                <a:cubicBezTo>
                  <a:pt x="1369724" y="128429"/>
                  <a:pt x="1373655" y="124306"/>
                  <a:pt x="1378779" y="121026"/>
                </a:cubicBezTo>
                <a:cubicBezTo>
                  <a:pt x="1383904" y="117746"/>
                  <a:pt x="1390176" y="115286"/>
                  <a:pt x="1397597" y="113646"/>
                </a:cubicBezTo>
                <a:cubicBezTo>
                  <a:pt x="1405019" y="112006"/>
                  <a:pt x="1413368" y="111186"/>
                  <a:pt x="1422644" y="111186"/>
                </a:cubicBezTo>
                <a:lnTo>
                  <a:pt x="1439077" y="111186"/>
                </a:lnTo>
                <a:lnTo>
                  <a:pt x="1439077" y="101943"/>
                </a:lnTo>
                <a:cubicBezTo>
                  <a:pt x="1439077" y="97365"/>
                  <a:pt x="1438591" y="93316"/>
                  <a:pt x="1437619" y="89796"/>
                </a:cubicBezTo>
                <a:cubicBezTo>
                  <a:pt x="1436647" y="86273"/>
                  <a:pt x="1435079" y="83345"/>
                  <a:pt x="1432915" y="81012"/>
                </a:cubicBezTo>
                <a:cubicBezTo>
                  <a:pt x="1430750" y="78679"/>
                  <a:pt x="1427945" y="76919"/>
                  <a:pt x="1424499" y="75732"/>
                </a:cubicBezTo>
                <a:cubicBezTo>
                  <a:pt x="1421054" y="74542"/>
                  <a:pt x="1416813" y="73947"/>
                  <a:pt x="1411777" y="73947"/>
                </a:cubicBezTo>
                <a:cubicBezTo>
                  <a:pt x="1406388" y="73947"/>
                  <a:pt x="1401551" y="74581"/>
                  <a:pt x="1397266" y="75848"/>
                </a:cubicBezTo>
                <a:cubicBezTo>
                  <a:pt x="1392981" y="77115"/>
                  <a:pt x="1389226" y="78514"/>
                  <a:pt x="1386002" y="80043"/>
                </a:cubicBezTo>
                <a:cubicBezTo>
                  <a:pt x="1382777" y="81573"/>
                  <a:pt x="1380082" y="82971"/>
                  <a:pt x="1377918" y="84239"/>
                </a:cubicBezTo>
                <a:cubicBezTo>
                  <a:pt x="1375753" y="85506"/>
                  <a:pt x="1374141" y="86139"/>
                  <a:pt x="1373081" y="86139"/>
                </a:cubicBezTo>
                <a:cubicBezTo>
                  <a:pt x="1372374" y="86139"/>
                  <a:pt x="1371756" y="85963"/>
                  <a:pt x="1371226" y="85609"/>
                </a:cubicBezTo>
                <a:cubicBezTo>
                  <a:pt x="1370695" y="85256"/>
                  <a:pt x="1370232" y="84726"/>
                  <a:pt x="1369834" y="84019"/>
                </a:cubicBezTo>
                <a:cubicBezTo>
                  <a:pt x="1369437" y="83312"/>
                  <a:pt x="1369149" y="82407"/>
                  <a:pt x="1368973" y="81302"/>
                </a:cubicBezTo>
                <a:cubicBezTo>
                  <a:pt x="1368796" y="80198"/>
                  <a:pt x="1368708" y="78983"/>
                  <a:pt x="1368708" y="77658"/>
                </a:cubicBezTo>
                <a:cubicBezTo>
                  <a:pt x="1368708" y="75449"/>
                  <a:pt x="1368862" y="73704"/>
                  <a:pt x="1369171" y="72423"/>
                </a:cubicBezTo>
                <a:cubicBezTo>
                  <a:pt x="1369481" y="71142"/>
                  <a:pt x="1370232" y="69928"/>
                  <a:pt x="1371424" y="68779"/>
                </a:cubicBezTo>
                <a:cubicBezTo>
                  <a:pt x="1372617" y="67630"/>
                  <a:pt x="1374671" y="66293"/>
                  <a:pt x="1377587" y="64766"/>
                </a:cubicBezTo>
                <a:cubicBezTo>
                  <a:pt x="1380502" y="63237"/>
                  <a:pt x="1383859" y="61840"/>
                  <a:pt x="1387658" y="60575"/>
                </a:cubicBezTo>
                <a:cubicBezTo>
                  <a:pt x="1391457" y="59311"/>
                  <a:pt x="1395610" y="58264"/>
                  <a:pt x="1400115" y="57436"/>
                </a:cubicBezTo>
                <a:cubicBezTo>
                  <a:pt x="1404621" y="56605"/>
                  <a:pt x="1409171" y="56189"/>
                  <a:pt x="1413765" y="56189"/>
                </a:cubicBezTo>
                <a:cubicBezTo>
                  <a:pt x="1422335" y="56189"/>
                  <a:pt x="1429624" y="57161"/>
                  <a:pt x="1435631" y="59105"/>
                </a:cubicBezTo>
                <a:cubicBezTo>
                  <a:pt x="1441639" y="61049"/>
                  <a:pt x="1446498" y="63898"/>
                  <a:pt x="1450209" y="67653"/>
                </a:cubicBezTo>
                <a:cubicBezTo>
                  <a:pt x="1453919" y="71407"/>
                  <a:pt x="1456614" y="76068"/>
                  <a:pt x="1458293" y="81634"/>
                </a:cubicBezTo>
                <a:cubicBezTo>
                  <a:pt x="1459971" y="87200"/>
                  <a:pt x="1460811" y="93693"/>
                  <a:pt x="1460811" y="101114"/>
                </a:cubicBezTo>
                <a:lnTo>
                  <a:pt x="1460811" y="181555"/>
                </a:lnTo>
                <a:moveTo>
                  <a:pt x="1439077" y="126956"/>
                </a:moveTo>
                <a:lnTo>
                  <a:pt x="1420391" y="126956"/>
                </a:lnTo>
                <a:cubicBezTo>
                  <a:pt x="1414384" y="126956"/>
                  <a:pt x="1409171" y="127468"/>
                  <a:pt x="1404754" y="128493"/>
                </a:cubicBezTo>
                <a:cubicBezTo>
                  <a:pt x="1400336" y="129514"/>
                  <a:pt x="1396670" y="131024"/>
                  <a:pt x="1393754" y="133023"/>
                </a:cubicBezTo>
                <a:cubicBezTo>
                  <a:pt x="1390839" y="135022"/>
                  <a:pt x="1388696" y="137423"/>
                  <a:pt x="1387327" y="140225"/>
                </a:cubicBezTo>
                <a:cubicBezTo>
                  <a:pt x="1385958" y="143025"/>
                  <a:pt x="1385273" y="146246"/>
                  <a:pt x="1385273" y="149891"/>
                </a:cubicBezTo>
                <a:cubicBezTo>
                  <a:pt x="1385273" y="156114"/>
                  <a:pt x="1387239" y="161070"/>
                  <a:pt x="1391170" y="164758"/>
                </a:cubicBezTo>
                <a:cubicBezTo>
                  <a:pt x="1395102" y="168447"/>
                  <a:pt x="1400601" y="170291"/>
                  <a:pt x="1407669" y="170291"/>
                </a:cubicBezTo>
                <a:cubicBezTo>
                  <a:pt x="1413412" y="170291"/>
                  <a:pt x="1418735" y="168825"/>
                  <a:pt x="1423638" y="165893"/>
                </a:cubicBezTo>
                <a:cubicBezTo>
                  <a:pt x="1428541" y="162958"/>
                  <a:pt x="1433688" y="158469"/>
                  <a:pt x="1439077" y="152425"/>
                </a:cubicBezTo>
                <a:lnTo>
                  <a:pt x="1439077" y="126956"/>
                </a:lnTo>
                <a:close/>
                <a:moveTo>
                  <a:pt x="1522829" y="181419"/>
                </a:moveTo>
                <a:cubicBezTo>
                  <a:pt x="1522829" y="182125"/>
                  <a:pt x="1522653" y="182723"/>
                  <a:pt x="1522299" y="183212"/>
                </a:cubicBezTo>
                <a:cubicBezTo>
                  <a:pt x="1521946" y="183698"/>
                  <a:pt x="1521372" y="184117"/>
                  <a:pt x="1520577" y="184471"/>
                </a:cubicBezTo>
                <a:cubicBezTo>
                  <a:pt x="1519781" y="184824"/>
                  <a:pt x="1518677" y="185089"/>
                  <a:pt x="1517264" y="185266"/>
                </a:cubicBezTo>
                <a:cubicBezTo>
                  <a:pt x="1515850" y="185443"/>
                  <a:pt x="1514039" y="185531"/>
                  <a:pt x="1511830" y="185531"/>
                </a:cubicBezTo>
                <a:cubicBezTo>
                  <a:pt x="1509710" y="185531"/>
                  <a:pt x="1507943" y="185443"/>
                  <a:pt x="1506529" y="185266"/>
                </a:cubicBezTo>
                <a:cubicBezTo>
                  <a:pt x="1505116" y="185089"/>
                  <a:pt x="1503989" y="184824"/>
                  <a:pt x="1503150" y="184471"/>
                </a:cubicBezTo>
                <a:cubicBezTo>
                  <a:pt x="1502311" y="184117"/>
                  <a:pt x="1501736" y="183698"/>
                  <a:pt x="1501427" y="183212"/>
                </a:cubicBezTo>
                <a:cubicBezTo>
                  <a:pt x="1501118" y="182723"/>
                  <a:pt x="1500963" y="182125"/>
                  <a:pt x="1500963" y="181419"/>
                </a:cubicBezTo>
                <a:lnTo>
                  <a:pt x="1500963" y="4245"/>
                </a:lnTo>
                <a:cubicBezTo>
                  <a:pt x="1500963" y="3538"/>
                  <a:pt x="1501118" y="2920"/>
                  <a:pt x="1501427" y="2390"/>
                </a:cubicBezTo>
                <a:cubicBezTo>
                  <a:pt x="1501736" y="1857"/>
                  <a:pt x="1502311" y="1414"/>
                  <a:pt x="1503150" y="1060"/>
                </a:cubicBezTo>
                <a:cubicBezTo>
                  <a:pt x="1503989" y="707"/>
                  <a:pt x="1505116" y="442"/>
                  <a:pt x="1506529" y="265"/>
                </a:cubicBezTo>
                <a:cubicBezTo>
                  <a:pt x="1507943" y="88"/>
                  <a:pt x="1509710" y="0"/>
                  <a:pt x="1511830" y="0"/>
                </a:cubicBezTo>
                <a:cubicBezTo>
                  <a:pt x="1514039" y="0"/>
                  <a:pt x="1515850" y="88"/>
                  <a:pt x="1517264" y="265"/>
                </a:cubicBezTo>
                <a:cubicBezTo>
                  <a:pt x="1518677" y="442"/>
                  <a:pt x="1519781" y="707"/>
                  <a:pt x="1520577" y="1060"/>
                </a:cubicBezTo>
                <a:cubicBezTo>
                  <a:pt x="1521372" y="1414"/>
                  <a:pt x="1521946" y="1857"/>
                  <a:pt x="1522299" y="2390"/>
                </a:cubicBezTo>
                <a:cubicBezTo>
                  <a:pt x="1522653" y="2920"/>
                  <a:pt x="1522829" y="3538"/>
                  <a:pt x="1522829" y="4245"/>
                </a:cubicBezTo>
                <a:lnTo>
                  <a:pt x="1522829" y="181419"/>
                </a:lnTo>
                <a:close/>
                <a:moveTo>
                  <a:pt x="1617722" y="184736"/>
                </a:moveTo>
                <a:lnTo>
                  <a:pt x="1601819" y="228601"/>
                </a:lnTo>
                <a:cubicBezTo>
                  <a:pt x="1601289" y="230014"/>
                  <a:pt x="1599941" y="231097"/>
                  <a:pt x="1597777" y="231847"/>
                </a:cubicBezTo>
                <a:cubicBezTo>
                  <a:pt x="1595612" y="232598"/>
                  <a:pt x="1592321" y="232974"/>
                  <a:pt x="1587904" y="232974"/>
                </a:cubicBezTo>
                <a:cubicBezTo>
                  <a:pt x="1585607" y="232974"/>
                  <a:pt x="1583752" y="232863"/>
                  <a:pt x="1582338" y="232643"/>
                </a:cubicBezTo>
                <a:cubicBezTo>
                  <a:pt x="1580925" y="232422"/>
                  <a:pt x="1579842" y="232046"/>
                  <a:pt x="1579091" y="231516"/>
                </a:cubicBezTo>
                <a:cubicBezTo>
                  <a:pt x="1578340" y="230986"/>
                  <a:pt x="1577921" y="230279"/>
                  <a:pt x="1577832" y="229396"/>
                </a:cubicBezTo>
                <a:cubicBezTo>
                  <a:pt x="1577744" y="228512"/>
                  <a:pt x="1577965" y="227452"/>
                  <a:pt x="1578495" y="226215"/>
                </a:cubicBezTo>
                <a:lnTo>
                  <a:pt x="1594928" y="184736"/>
                </a:lnTo>
                <a:cubicBezTo>
                  <a:pt x="1594133" y="184382"/>
                  <a:pt x="1593382" y="183808"/>
                  <a:pt x="1592675" y="183013"/>
                </a:cubicBezTo>
                <a:cubicBezTo>
                  <a:pt x="1591968" y="182218"/>
                  <a:pt x="1591482" y="181379"/>
                  <a:pt x="1591217" y="180495"/>
                </a:cubicBezTo>
                <a:lnTo>
                  <a:pt x="1548677" y="66526"/>
                </a:lnTo>
                <a:cubicBezTo>
                  <a:pt x="1547971" y="64671"/>
                  <a:pt x="1547617" y="63213"/>
                  <a:pt x="1547617" y="62153"/>
                </a:cubicBezTo>
                <a:cubicBezTo>
                  <a:pt x="1547617" y="61093"/>
                  <a:pt x="1547971" y="60253"/>
                  <a:pt x="1548677" y="59635"/>
                </a:cubicBezTo>
                <a:cubicBezTo>
                  <a:pt x="1549384" y="59017"/>
                  <a:pt x="1550533" y="58597"/>
                  <a:pt x="1552123" y="58376"/>
                </a:cubicBezTo>
                <a:cubicBezTo>
                  <a:pt x="1553713" y="58155"/>
                  <a:pt x="1555834" y="58045"/>
                  <a:pt x="1558484" y="58045"/>
                </a:cubicBezTo>
                <a:cubicBezTo>
                  <a:pt x="1561135" y="58045"/>
                  <a:pt x="1563211" y="58111"/>
                  <a:pt x="1564713" y="58243"/>
                </a:cubicBezTo>
                <a:cubicBezTo>
                  <a:pt x="1566215" y="58376"/>
                  <a:pt x="1567407" y="58619"/>
                  <a:pt x="1568291" y="58972"/>
                </a:cubicBezTo>
                <a:cubicBezTo>
                  <a:pt x="1569174" y="59326"/>
                  <a:pt x="1569815" y="59834"/>
                  <a:pt x="1570212" y="60496"/>
                </a:cubicBezTo>
                <a:cubicBezTo>
                  <a:pt x="1570610" y="61159"/>
                  <a:pt x="1571030" y="62065"/>
                  <a:pt x="1571471" y="63213"/>
                </a:cubicBezTo>
                <a:lnTo>
                  <a:pt x="1605529" y="158894"/>
                </a:lnTo>
                <a:lnTo>
                  <a:pt x="1605927" y="158894"/>
                </a:lnTo>
                <a:lnTo>
                  <a:pt x="1638793" y="62683"/>
                </a:lnTo>
                <a:cubicBezTo>
                  <a:pt x="1639323" y="61004"/>
                  <a:pt x="1639963" y="59922"/>
                  <a:pt x="1640714" y="59436"/>
                </a:cubicBezTo>
                <a:cubicBezTo>
                  <a:pt x="1641465" y="58950"/>
                  <a:pt x="1642591" y="58597"/>
                  <a:pt x="1644093" y="58376"/>
                </a:cubicBezTo>
                <a:cubicBezTo>
                  <a:pt x="1645595" y="58155"/>
                  <a:pt x="1647760" y="58045"/>
                  <a:pt x="1650587" y="58045"/>
                </a:cubicBezTo>
                <a:cubicBezTo>
                  <a:pt x="1653061" y="58045"/>
                  <a:pt x="1655093" y="58155"/>
                  <a:pt x="1656683" y="58376"/>
                </a:cubicBezTo>
                <a:cubicBezTo>
                  <a:pt x="1658273" y="58597"/>
                  <a:pt x="1659444" y="59017"/>
                  <a:pt x="1660195" y="59635"/>
                </a:cubicBezTo>
                <a:cubicBezTo>
                  <a:pt x="1660946" y="60253"/>
                  <a:pt x="1661321" y="61093"/>
                  <a:pt x="1661321" y="62153"/>
                </a:cubicBezTo>
                <a:cubicBezTo>
                  <a:pt x="1661321" y="63213"/>
                  <a:pt x="1661056" y="64538"/>
                  <a:pt x="1660526" y="66129"/>
                </a:cubicBezTo>
                <a:lnTo>
                  <a:pt x="1617722" y="184736"/>
                </a:lnTo>
                <a:close/>
                <a:moveTo>
                  <a:pt x="1759309" y="149050"/>
                </a:moveTo>
                <a:cubicBezTo>
                  <a:pt x="1759309" y="155152"/>
                  <a:pt x="1758182" y="160591"/>
                  <a:pt x="1755929" y="165367"/>
                </a:cubicBezTo>
                <a:cubicBezTo>
                  <a:pt x="1753677" y="170140"/>
                  <a:pt x="1750474" y="174164"/>
                  <a:pt x="1746322" y="177439"/>
                </a:cubicBezTo>
                <a:cubicBezTo>
                  <a:pt x="1742169" y="180710"/>
                  <a:pt x="1737222" y="183186"/>
                  <a:pt x="1731479" y="184864"/>
                </a:cubicBezTo>
                <a:cubicBezTo>
                  <a:pt x="1725736" y="186546"/>
                  <a:pt x="1719420" y="187386"/>
                  <a:pt x="1712528" y="187386"/>
                </a:cubicBezTo>
                <a:cubicBezTo>
                  <a:pt x="1708288" y="187386"/>
                  <a:pt x="1704246" y="187055"/>
                  <a:pt x="1700403" y="186392"/>
                </a:cubicBezTo>
                <a:cubicBezTo>
                  <a:pt x="1696559" y="185730"/>
                  <a:pt x="1693114" y="184890"/>
                  <a:pt x="1690066" y="183874"/>
                </a:cubicBezTo>
                <a:cubicBezTo>
                  <a:pt x="1687018" y="182858"/>
                  <a:pt x="1684434" y="181798"/>
                  <a:pt x="1682313" y="180694"/>
                </a:cubicBezTo>
                <a:cubicBezTo>
                  <a:pt x="1680193" y="179590"/>
                  <a:pt x="1678647" y="178596"/>
                  <a:pt x="1677675" y="177712"/>
                </a:cubicBezTo>
                <a:cubicBezTo>
                  <a:pt x="1676703" y="176829"/>
                  <a:pt x="1675996" y="175592"/>
                  <a:pt x="1675555" y="174002"/>
                </a:cubicBezTo>
                <a:cubicBezTo>
                  <a:pt x="1675113" y="172411"/>
                  <a:pt x="1674892" y="170247"/>
                  <a:pt x="1674892" y="167508"/>
                </a:cubicBezTo>
                <a:cubicBezTo>
                  <a:pt x="1674892" y="165829"/>
                  <a:pt x="1674980" y="164416"/>
                  <a:pt x="1675157" y="163267"/>
                </a:cubicBezTo>
                <a:cubicBezTo>
                  <a:pt x="1675334" y="162119"/>
                  <a:pt x="1675555" y="161191"/>
                  <a:pt x="1675820" y="160484"/>
                </a:cubicBezTo>
                <a:cubicBezTo>
                  <a:pt x="1676085" y="159778"/>
                  <a:pt x="1676460" y="159270"/>
                  <a:pt x="1676946" y="158960"/>
                </a:cubicBezTo>
                <a:cubicBezTo>
                  <a:pt x="1677432" y="158651"/>
                  <a:pt x="1677984" y="158496"/>
                  <a:pt x="1678603" y="158496"/>
                </a:cubicBezTo>
                <a:cubicBezTo>
                  <a:pt x="1679575" y="158496"/>
                  <a:pt x="1681010" y="159093"/>
                  <a:pt x="1682910" y="160286"/>
                </a:cubicBezTo>
                <a:cubicBezTo>
                  <a:pt x="1684809" y="161478"/>
                  <a:pt x="1687150" y="162781"/>
                  <a:pt x="1689933" y="164195"/>
                </a:cubicBezTo>
                <a:cubicBezTo>
                  <a:pt x="1692716" y="165608"/>
                  <a:pt x="1696007" y="166912"/>
                  <a:pt x="1699806" y="168104"/>
                </a:cubicBezTo>
                <a:cubicBezTo>
                  <a:pt x="1703605" y="169297"/>
                  <a:pt x="1707978" y="169893"/>
                  <a:pt x="1712926" y="169893"/>
                </a:cubicBezTo>
                <a:cubicBezTo>
                  <a:pt x="1716637" y="169893"/>
                  <a:pt x="1719994" y="169496"/>
                  <a:pt x="1722998" y="168701"/>
                </a:cubicBezTo>
                <a:cubicBezTo>
                  <a:pt x="1726001" y="167903"/>
                  <a:pt x="1728608" y="166729"/>
                  <a:pt x="1730816" y="165181"/>
                </a:cubicBezTo>
                <a:cubicBezTo>
                  <a:pt x="1733025" y="163632"/>
                  <a:pt x="1734726" y="161662"/>
                  <a:pt x="1735919" y="159271"/>
                </a:cubicBezTo>
                <a:cubicBezTo>
                  <a:pt x="1737111" y="156880"/>
                  <a:pt x="1737708" y="154047"/>
                  <a:pt x="1737708" y="150773"/>
                </a:cubicBezTo>
                <a:cubicBezTo>
                  <a:pt x="1737708" y="147413"/>
                  <a:pt x="1736846" y="144583"/>
                  <a:pt x="1735123" y="142283"/>
                </a:cubicBezTo>
                <a:cubicBezTo>
                  <a:pt x="1733401" y="139983"/>
                  <a:pt x="1731126" y="137950"/>
                  <a:pt x="1728299" y="136183"/>
                </a:cubicBezTo>
                <a:cubicBezTo>
                  <a:pt x="1725471" y="134413"/>
                  <a:pt x="1722291" y="132844"/>
                  <a:pt x="1718757" y="131474"/>
                </a:cubicBezTo>
                <a:cubicBezTo>
                  <a:pt x="1715223" y="130102"/>
                  <a:pt x="1711579" y="128665"/>
                  <a:pt x="1707824" y="127163"/>
                </a:cubicBezTo>
                <a:cubicBezTo>
                  <a:pt x="1704069" y="125659"/>
                  <a:pt x="1700403" y="123955"/>
                  <a:pt x="1696825" y="122053"/>
                </a:cubicBezTo>
                <a:cubicBezTo>
                  <a:pt x="1693246" y="120151"/>
                  <a:pt x="1690044" y="117829"/>
                  <a:pt x="1687217" y="115087"/>
                </a:cubicBezTo>
                <a:cubicBezTo>
                  <a:pt x="1684390" y="112346"/>
                  <a:pt x="1682115" y="109074"/>
                  <a:pt x="1680392" y="105272"/>
                </a:cubicBezTo>
                <a:cubicBezTo>
                  <a:pt x="1678669" y="101471"/>
                  <a:pt x="1677808" y="96916"/>
                  <a:pt x="1677808" y="91610"/>
                </a:cubicBezTo>
                <a:cubicBezTo>
                  <a:pt x="1677808" y="86922"/>
                  <a:pt x="1678713" y="82434"/>
                  <a:pt x="1680524" y="78147"/>
                </a:cubicBezTo>
                <a:cubicBezTo>
                  <a:pt x="1682335" y="73856"/>
                  <a:pt x="1685052" y="70097"/>
                  <a:pt x="1688674" y="66870"/>
                </a:cubicBezTo>
                <a:cubicBezTo>
                  <a:pt x="1692297" y="63640"/>
                  <a:pt x="1696825" y="61053"/>
                  <a:pt x="1702258" y="59109"/>
                </a:cubicBezTo>
                <a:cubicBezTo>
                  <a:pt x="1707691" y="57163"/>
                  <a:pt x="1714030" y="56189"/>
                  <a:pt x="1721275" y="56189"/>
                </a:cubicBezTo>
                <a:cubicBezTo>
                  <a:pt x="1724455" y="56189"/>
                  <a:pt x="1727636" y="56459"/>
                  <a:pt x="1730816" y="56997"/>
                </a:cubicBezTo>
                <a:cubicBezTo>
                  <a:pt x="1733997" y="57535"/>
                  <a:pt x="1736868" y="58208"/>
                  <a:pt x="1739430" y="59014"/>
                </a:cubicBezTo>
                <a:cubicBezTo>
                  <a:pt x="1741992" y="59820"/>
                  <a:pt x="1744179" y="60694"/>
                  <a:pt x="1745990" y="61635"/>
                </a:cubicBezTo>
                <a:cubicBezTo>
                  <a:pt x="1747801" y="62577"/>
                  <a:pt x="1749171" y="63406"/>
                  <a:pt x="1750098" y="64124"/>
                </a:cubicBezTo>
                <a:cubicBezTo>
                  <a:pt x="1751026" y="64842"/>
                  <a:pt x="1751645" y="65466"/>
                  <a:pt x="1751954" y="65996"/>
                </a:cubicBezTo>
                <a:cubicBezTo>
                  <a:pt x="1752263" y="66526"/>
                  <a:pt x="1752484" y="67122"/>
                  <a:pt x="1752616" y="67785"/>
                </a:cubicBezTo>
                <a:cubicBezTo>
                  <a:pt x="1752749" y="68448"/>
                  <a:pt x="1752881" y="69265"/>
                  <a:pt x="1753014" y="70237"/>
                </a:cubicBezTo>
                <a:cubicBezTo>
                  <a:pt x="1753146" y="71209"/>
                  <a:pt x="1753213" y="72401"/>
                  <a:pt x="1753213" y="73815"/>
                </a:cubicBezTo>
                <a:cubicBezTo>
                  <a:pt x="1753213" y="75317"/>
                  <a:pt x="1753146" y="76620"/>
                  <a:pt x="1753014" y="77724"/>
                </a:cubicBezTo>
                <a:cubicBezTo>
                  <a:pt x="1752881" y="78829"/>
                  <a:pt x="1752661" y="79734"/>
                  <a:pt x="1752351" y="80441"/>
                </a:cubicBezTo>
                <a:cubicBezTo>
                  <a:pt x="1752042" y="81148"/>
                  <a:pt x="1751667" y="81656"/>
                  <a:pt x="1751225" y="81965"/>
                </a:cubicBezTo>
                <a:cubicBezTo>
                  <a:pt x="1750783" y="82274"/>
                  <a:pt x="1750297" y="82429"/>
                  <a:pt x="1749767" y="82429"/>
                </a:cubicBezTo>
                <a:cubicBezTo>
                  <a:pt x="1748972" y="82429"/>
                  <a:pt x="1747823" y="81936"/>
                  <a:pt x="1746322" y="80950"/>
                </a:cubicBezTo>
                <a:cubicBezTo>
                  <a:pt x="1744820" y="79965"/>
                  <a:pt x="1742876" y="78911"/>
                  <a:pt x="1740491" y="77790"/>
                </a:cubicBezTo>
                <a:cubicBezTo>
                  <a:pt x="1738105" y="76670"/>
                  <a:pt x="1735300" y="75616"/>
                  <a:pt x="1732075" y="74631"/>
                </a:cubicBezTo>
                <a:cubicBezTo>
                  <a:pt x="1728851" y="73645"/>
                  <a:pt x="1725162" y="73152"/>
                  <a:pt x="1721010" y="73152"/>
                </a:cubicBezTo>
                <a:cubicBezTo>
                  <a:pt x="1717299" y="73152"/>
                  <a:pt x="1714030" y="73573"/>
                  <a:pt x="1711203" y="74415"/>
                </a:cubicBezTo>
                <a:cubicBezTo>
                  <a:pt x="1708376" y="75255"/>
                  <a:pt x="1706057" y="76449"/>
                  <a:pt x="1704246" y="77998"/>
                </a:cubicBezTo>
                <a:cubicBezTo>
                  <a:pt x="1702435" y="79546"/>
                  <a:pt x="1701065" y="81384"/>
                  <a:pt x="1700138" y="83510"/>
                </a:cubicBezTo>
                <a:cubicBezTo>
                  <a:pt x="1699210" y="85633"/>
                  <a:pt x="1698746" y="87934"/>
                  <a:pt x="1698746" y="90413"/>
                </a:cubicBezTo>
                <a:cubicBezTo>
                  <a:pt x="1698746" y="93862"/>
                  <a:pt x="1699630" y="96758"/>
                  <a:pt x="1701397" y="99102"/>
                </a:cubicBezTo>
                <a:cubicBezTo>
                  <a:pt x="1703163" y="101446"/>
                  <a:pt x="1705461" y="103503"/>
                  <a:pt x="1708288" y="105272"/>
                </a:cubicBezTo>
                <a:cubicBezTo>
                  <a:pt x="1711115" y="107039"/>
                  <a:pt x="1714340" y="108631"/>
                  <a:pt x="1717962" y="110047"/>
                </a:cubicBezTo>
                <a:cubicBezTo>
                  <a:pt x="1721584" y="111461"/>
                  <a:pt x="1725273" y="112920"/>
                  <a:pt x="1729027" y="114425"/>
                </a:cubicBezTo>
                <a:cubicBezTo>
                  <a:pt x="1732782" y="115926"/>
                  <a:pt x="1736493" y="117606"/>
                  <a:pt x="1740159" y="119465"/>
                </a:cubicBezTo>
                <a:cubicBezTo>
                  <a:pt x="1743826" y="121323"/>
                  <a:pt x="1747072" y="123578"/>
                  <a:pt x="1749900" y="126231"/>
                </a:cubicBezTo>
                <a:cubicBezTo>
                  <a:pt x="1752727" y="128885"/>
                  <a:pt x="1755002" y="132069"/>
                  <a:pt x="1756725" y="135785"/>
                </a:cubicBezTo>
                <a:cubicBezTo>
                  <a:pt x="1758447" y="139499"/>
                  <a:pt x="1759309" y="143920"/>
                  <a:pt x="1759309" y="149050"/>
                </a:cubicBezTo>
                <a:close/>
                <a:moveTo>
                  <a:pt x="1812419" y="181423"/>
                </a:moveTo>
                <a:cubicBezTo>
                  <a:pt x="1812419" y="182130"/>
                  <a:pt x="1812242" y="182726"/>
                  <a:pt x="1811889" y="183212"/>
                </a:cubicBezTo>
                <a:cubicBezTo>
                  <a:pt x="1811536" y="183698"/>
                  <a:pt x="1810961" y="184117"/>
                  <a:pt x="1810166" y="184471"/>
                </a:cubicBezTo>
                <a:cubicBezTo>
                  <a:pt x="1809371" y="184824"/>
                  <a:pt x="1808267" y="185089"/>
                  <a:pt x="1806853" y="185266"/>
                </a:cubicBezTo>
                <a:cubicBezTo>
                  <a:pt x="1805440" y="185443"/>
                  <a:pt x="1803628" y="185531"/>
                  <a:pt x="1801420" y="185531"/>
                </a:cubicBezTo>
                <a:cubicBezTo>
                  <a:pt x="1799299" y="185531"/>
                  <a:pt x="1797532" y="185443"/>
                  <a:pt x="1796119" y="185266"/>
                </a:cubicBezTo>
                <a:cubicBezTo>
                  <a:pt x="1794705" y="185089"/>
                  <a:pt x="1793579" y="184824"/>
                  <a:pt x="1792740" y="184471"/>
                </a:cubicBezTo>
                <a:cubicBezTo>
                  <a:pt x="1791900" y="184117"/>
                  <a:pt x="1791326" y="183698"/>
                  <a:pt x="1791017" y="183212"/>
                </a:cubicBezTo>
                <a:cubicBezTo>
                  <a:pt x="1790708" y="182726"/>
                  <a:pt x="1790553" y="182130"/>
                  <a:pt x="1790553" y="181423"/>
                </a:cubicBezTo>
                <a:lnTo>
                  <a:pt x="1790553" y="62153"/>
                </a:lnTo>
                <a:cubicBezTo>
                  <a:pt x="1790553" y="61534"/>
                  <a:pt x="1790708" y="60960"/>
                  <a:pt x="1791017" y="60430"/>
                </a:cubicBezTo>
                <a:cubicBezTo>
                  <a:pt x="1791326" y="59900"/>
                  <a:pt x="1791900" y="59458"/>
                  <a:pt x="1792740" y="59105"/>
                </a:cubicBezTo>
                <a:cubicBezTo>
                  <a:pt x="1793579" y="58751"/>
                  <a:pt x="1794705" y="58486"/>
                  <a:pt x="1796119" y="58310"/>
                </a:cubicBezTo>
                <a:cubicBezTo>
                  <a:pt x="1797532" y="58133"/>
                  <a:pt x="1799299" y="58045"/>
                  <a:pt x="1801420" y="58045"/>
                </a:cubicBezTo>
                <a:cubicBezTo>
                  <a:pt x="1803628" y="58045"/>
                  <a:pt x="1805440" y="58133"/>
                  <a:pt x="1806853" y="58310"/>
                </a:cubicBezTo>
                <a:cubicBezTo>
                  <a:pt x="1808267" y="58486"/>
                  <a:pt x="1809371" y="58751"/>
                  <a:pt x="1810166" y="59105"/>
                </a:cubicBezTo>
                <a:cubicBezTo>
                  <a:pt x="1810961" y="59458"/>
                  <a:pt x="1811536" y="59900"/>
                  <a:pt x="1811889" y="60430"/>
                </a:cubicBezTo>
                <a:cubicBezTo>
                  <a:pt x="1812242" y="60960"/>
                  <a:pt x="1812419" y="61534"/>
                  <a:pt x="1812419" y="62153"/>
                </a:cubicBezTo>
                <a:lnTo>
                  <a:pt x="1812419" y="181423"/>
                </a:lnTo>
                <a:moveTo>
                  <a:pt x="1814937" y="21734"/>
                </a:moveTo>
                <a:cubicBezTo>
                  <a:pt x="1814937" y="26858"/>
                  <a:pt x="1813965" y="30348"/>
                  <a:pt x="1812022" y="32203"/>
                </a:cubicBezTo>
                <a:cubicBezTo>
                  <a:pt x="1810078" y="34058"/>
                  <a:pt x="1806500" y="34986"/>
                  <a:pt x="1801287" y="34986"/>
                </a:cubicBezTo>
                <a:cubicBezTo>
                  <a:pt x="1796163" y="34986"/>
                  <a:pt x="1792651" y="34080"/>
                  <a:pt x="1790752" y="32269"/>
                </a:cubicBezTo>
                <a:cubicBezTo>
                  <a:pt x="1788852" y="30458"/>
                  <a:pt x="1787903" y="27035"/>
                  <a:pt x="1787903" y="21999"/>
                </a:cubicBezTo>
                <a:cubicBezTo>
                  <a:pt x="1787903" y="16874"/>
                  <a:pt x="1788874" y="13385"/>
                  <a:pt x="1790818" y="11529"/>
                </a:cubicBezTo>
                <a:cubicBezTo>
                  <a:pt x="1792762" y="9674"/>
                  <a:pt x="1796340" y="8746"/>
                  <a:pt x="1801552" y="8746"/>
                </a:cubicBezTo>
                <a:cubicBezTo>
                  <a:pt x="1806676" y="8746"/>
                  <a:pt x="1810188" y="9652"/>
                  <a:pt x="1812088" y="11463"/>
                </a:cubicBezTo>
                <a:cubicBezTo>
                  <a:pt x="1813987" y="13274"/>
                  <a:pt x="1814937" y="16698"/>
                  <a:pt x="1814937" y="21734"/>
                </a:cubicBezTo>
                <a:close/>
                <a:moveTo>
                  <a:pt x="1927851" y="149050"/>
                </a:moveTo>
                <a:cubicBezTo>
                  <a:pt x="1927851" y="155152"/>
                  <a:pt x="1926725" y="160591"/>
                  <a:pt x="1924472" y="165367"/>
                </a:cubicBezTo>
                <a:cubicBezTo>
                  <a:pt x="1922219" y="170140"/>
                  <a:pt x="1919016" y="174164"/>
                  <a:pt x="1914864" y="177439"/>
                </a:cubicBezTo>
                <a:cubicBezTo>
                  <a:pt x="1910712" y="180710"/>
                  <a:pt x="1905764" y="183186"/>
                  <a:pt x="1900022" y="184864"/>
                </a:cubicBezTo>
                <a:cubicBezTo>
                  <a:pt x="1894279" y="186546"/>
                  <a:pt x="1887962" y="187386"/>
                  <a:pt x="1881071" y="187386"/>
                </a:cubicBezTo>
                <a:cubicBezTo>
                  <a:pt x="1876830" y="187386"/>
                  <a:pt x="1872788" y="187055"/>
                  <a:pt x="1868945" y="186392"/>
                </a:cubicBezTo>
                <a:cubicBezTo>
                  <a:pt x="1865102" y="185730"/>
                  <a:pt x="1861656" y="184890"/>
                  <a:pt x="1858608" y="183874"/>
                </a:cubicBezTo>
                <a:cubicBezTo>
                  <a:pt x="1855560" y="182858"/>
                  <a:pt x="1852976" y="181798"/>
                  <a:pt x="1850856" y="180694"/>
                </a:cubicBezTo>
                <a:cubicBezTo>
                  <a:pt x="1848735" y="179590"/>
                  <a:pt x="1847189" y="178596"/>
                  <a:pt x="1846218" y="177712"/>
                </a:cubicBezTo>
                <a:cubicBezTo>
                  <a:pt x="1845246" y="176829"/>
                  <a:pt x="1844539" y="175592"/>
                  <a:pt x="1844097" y="174002"/>
                </a:cubicBezTo>
                <a:cubicBezTo>
                  <a:pt x="1843655" y="172411"/>
                  <a:pt x="1843435" y="170247"/>
                  <a:pt x="1843435" y="167508"/>
                </a:cubicBezTo>
                <a:cubicBezTo>
                  <a:pt x="1843435" y="165829"/>
                  <a:pt x="1843523" y="164416"/>
                  <a:pt x="1843700" y="163267"/>
                </a:cubicBezTo>
                <a:cubicBezTo>
                  <a:pt x="1843876" y="162119"/>
                  <a:pt x="1844097" y="161191"/>
                  <a:pt x="1844362" y="160484"/>
                </a:cubicBezTo>
                <a:cubicBezTo>
                  <a:pt x="1844627" y="159778"/>
                  <a:pt x="1845003" y="159270"/>
                  <a:pt x="1845489" y="158960"/>
                </a:cubicBezTo>
                <a:cubicBezTo>
                  <a:pt x="1845975" y="158651"/>
                  <a:pt x="1846527" y="158496"/>
                  <a:pt x="1847145" y="158496"/>
                </a:cubicBezTo>
                <a:cubicBezTo>
                  <a:pt x="1848117" y="158496"/>
                  <a:pt x="1849553" y="159093"/>
                  <a:pt x="1851452" y="160286"/>
                </a:cubicBezTo>
                <a:cubicBezTo>
                  <a:pt x="1853352" y="161478"/>
                  <a:pt x="1855693" y="162781"/>
                  <a:pt x="1858476" y="164195"/>
                </a:cubicBezTo>
                <a:cubicBezTo>
                  <a:pt x="1861259" y="165608"/>
                  <a:pt x="1864550" y="166912"/>
                  <a:pt x="1868349" y="168104"/>
                </a:cubicBezTo>
                <a:cubicBezTo>
                  <a:pt x="1872148" y="169297"/>
                  <a:pt x="1876521" y="169893"/>
                  <a:pt x="1881468" y="169893"/>
                </a:cubicBezTo>
                <a:cubicBezTo>
                  <a:pt x="1885179" y="169893"/>
                  <a:pt x="1888536" y="169496"/>
                  <a:pt x="1891540" y="168701"/>
                </a:cubicBezTo>
                <a:cubicBezTo>
                  <a:pt x="1894544" y="167903"/>
                  <a:pt x="1897150" y="166729"/>
                  <a:pt x="1899359" y="165181"/>
                </a:cubicBezTo>
                <a:cubicBezTo>
                  <a:pt x="1901568" y="163632"/>
                  <a:pt x="1903268" y="161662"/>
                  <a:pt x="1904461" y="159271"/>
                </a:cubicBezTo>
                <a:cubicBezTo>
                  <a:pt x="1905654" y="156880"/>
                  <a:pt x="1906250" y="154047"/>
                  <a:pt x="1906250" y="150773"/>
                </a:cubicBezTo>
                <a:cubicBezTo>
                  <a:pt x="1906250" y="147413"/>
                  <a:pt x="1905389" y="144583"/>
                  <a:pt x="1903666" y="142283"/>
                </a:cubicBezTo>
                <a:cubicBezTo>
                  <a:pt x="1901943" y="139983"/>
                  <a:pt x="1899668" y="137950"/>
                  <a:pt x="1896841" y="136183"/>
                </a:cubicBezTo>
                <a:cubicBezTo>
                  <a:pt x="1894014" y="134413"/>
                  <a:pt x="1890833" y="132844"/>
                  <a:pt x="1887299" y="131474"/>
                </a:cubicBezTo>
                <a:cubicBezTo>
                  <a:pt x="1883766" y="130102"/>
                  <a:pt x="1880121" y="128665"/>
                  <a:pt x="1876366" y="127163"/>
                </a:cubicBezTo>
                <a:cubicBezTo>
                  <a:pt x="1872612" y="125659"/>
                  <a:pt x="1868945" y="123955"/>
                  <a:pt x="1865367" y="122053"/>
                </a:cubicBezTo>
                <a:cubicBezTo>
                  <a:pt x="1861789" y="120151"/>
                  <a:pt x="1858586" y="117829"/>
                  <a:pt x="1855759" y="115087"/>
                </a:cubicBezTo>
                <a:cubicBezTo>
                  <a:pt x="1852932" y="112346"/>
                  <a:pt x="1850657" y="109074"/>
                  <a:pt x="1848934" y="105272"/>
                </a:cubicBezTo>
                <a:cubicBezTo>
                  <a:pt x="1847211" y="101471"/>
                  <a:pt x="1846350" y="96916"/>
                  <a:pt x="1846350" y="91610"/>
                </a:cubicBezTo>
                <a:cubicBezTo>
                  <a:pt x="1846350" y="86922"/>
                  <a:pt x="1847256" y="82434"/>
                  <a:pt x="1849067" y="78147"/>
                </a:cubicBezTo>
                <a:cubicBezTo>
                  <a:pt x="1850878" y="73856"/>
                  <a:pt x="1853595" y="70097"/>
                  <a:pt x="1857217" y="66870"/>
                </a:cubicBezTo>
                <a:cubicBezTo>
                  <a:pt x="1860839" y="63640"/>
                  <a:pt x="1865367" y="61053"/>
                  <a:pt x="1870800" y="59109"/>
                </a:cubicBezTo>
                <a:cubicBezTo>
                  <a:pt x="1876234" y="57163"/>
                  <a:pt x="1882573" y="56189"/>
                  <a:pt x="1889817" y="56189"/>
                </a:cubicBezTo>
                <a:cubicBezTo>
                  <a:pt x="1892998" y="56189"/>
                  <a:pt x="1896178" y="56459"/>
                  <a:pt x="1899359" y="56997"/>
                </a:cubicBezTo>
                <a:cubicBezTo>
                  <a:pt x="1902539" y="57535"/>
                  <a:pt x="1905411" y="58208"/>
                  <a:pt x="1907973" y="59014"/>
                </a:cubicBezTo>
                <a:cubicBezTo>
                  <a:pt x="1910535" y="59820"/>
                  <a:pt x="1912722" y="60694"/>
                  <a:pt x="1914533" y="61635"/>
                </a:cubicBezTo>
                <a:cubicBezTo>
                  <a:pt x="1916344" y="62577"/>
                  <a:pt x="1917713" y="63406"/>
                  <a:pt x="1918641" y="64124"/>
                </a:cubicBezTo>
                <a:cubicBezTo>
                  <a:pt x="1919569" y="64842"/>
                  <a:pt x="1920187" y="65466"/>
                  <a:pt x="1920496" y="65996"/>
                </a:cubicBezTo>
                <a:cubicBezTo>
                  <a:pt x="1920805" y="66526"/>
                  <a:pt x="1921026" y="67122"/>
                  <a:pt x="1921159" y="67785"/>
                </a:cubicBezTo>
                <a:cubicBezTo>
                  <a:pt x="1921291" y="68448"/>
                  <a:pt x="1921424" y="69265"/>
                  <a:pt x="1921556" y="70237"/>
                </a:cubicBezTo>
                <a:cubicBezTo>
                  <a:pt x="1921689" y="71209"/>
                  <a:pt x="1921755" y="72401"/>
                  <a:pt x="1921755" y="73815"/>
                </a:cubicBezTo>
                <a:cubicBezTo>
                  <a:pt x="1921755" y="75317"/>
                  <a:pt x="1921689" y="76620"/>
                  <a:pt x="1921556" y="77724"/>
                </a:cubicBezTo>
                <a:cubicBezTo>
                  <a:pt x="1921424" y="78829"/>
                  <a:pt x="1921203" y="79734"/>
                  <a:pt x="1920894" y="80441"/>
                </a:cubicBezTo>
                <a:cubicBezTo>
                  <a:pt x="1920585" y="81148"/>
                  <a:pt x="1920209" y="81656"/>
                  <a:pt x="1919767" y="81965"/>
                </a:cubicBezTo>
                <a:cubicBezTo>
                  <a:pt x="1919326" y="82274"/>
                  <a:pt x="1918840" y="82429"/>
                  <a:pt x="1918310" y="82429"/>
                </a:cubicBezTo>
                <a:cubicBezTo>
                  <a:pt x="1917514" y="82429"/>
                  <a:pt x="1916366" y="81936"/>
                  <a:pt x="1914864" y="80950"/>
                </a:cubicBezTo>
                <a:cubicBezTo>
                  <a:pt x="1913362" y="79965"/>
                  <a:pt x="1911418" y="78911"/>
                  <a:pt x="1909033" y="77790"/>
                </a:cubicBezTo>
                <a:cubicBezTo>
                  <a:pt x="1906648" y="76670"/>
                  <a:pt x="1903843" y="75616"/>
                  <a:pt x="1900618" y="74631"/>
                </a:cubicBezTo>
                <a:cubicBezTo>
                  <a:pt x="1897393" y="73645"/>
                  <a:pt x="1893705" y="73152"/>
                  <a:pt x="1889552" y="73152"/>
                </a:cubicBezTo>
                <a:cubicBezTo>
                  <a:pt x="1885842" y="73152"/>
                  <a:pt x="1882573" y="73573"/>
                  <a:pt x="1879746" y="74415"/>
                </a:cubicBezTo>
                <a:cubicBezTo>
                  <a:pt x="1876919" y="75255"/>
                  <a:pt x="1874599" y="76449"/>
                  <a:pt x="1872788" y="77998"/>
                </a:cubicBezTo>
                <a:cubicBezTo>
                  <a:pt x="1870977" y="79546"/>
                  <a:pt x="1869608" y="81384"/>
                  <a:pt x="1868680" y="83510"/>
                </a:cubicBezTo>
                <a:cubicBezTo>
                  <a:pt x="1867752" y="85633"/>
                  <a:pt x="1867289" y="87934"/>
                  <a:pt x="1867289" y="90413"/>
                </a:cubicBezTo>
                <a:cubicBezTo>
                  <a:pt x="1867289" y="93862"/>
                  <a:pt x="1868172" y="96758"/>
                  <a:pt x="1869939" y="99102"/>
                </a:cubicBezTo>
                <a:cubicBezTo>
                  <a:pt x="1871706" y="101446"/>
                  <a:pt x="1874003" y="103503"/>
                  <a:pt x="1876830" y="105272"/>
                </a:cubicBezTo>
                <a:cubicBezTo>
                  <a:pt x="1879657" y="107039"/>
                  <a:pt x="1882882" y="108631"/>
                  <a:pt x="1886504" y="110047"/>
                </a:cubicBezTo>
                <a:cubicBezTo>
                  <a:pt x="1890127" y="111461"/>
                  <a:pt x="1893815" y="112920"/>
                  <a:pt x="1897570" y="114425"/>
                </a:cubicBezTo>
                <a:cubicBezTo>
                  <a:pt x="1901325" y="115926"/>
                  <a:pt x="1905035" y="117606"/>
                  <a:pt x="1908702" y="119465"/>
                </a:cubicBezTo>
                <a:cubicBezTo>
                  <a:pt x="1912368" y="121323"/>
                  <a:pt x="1915615" y="123578"/>
                  <a:pt x="1918442" y="126231"/>
                </a:cubicBezTo>
                <a:cubicBezTo>
                  <a:pt x="1921269" y="128885"/>
                  <a:pt x="1923544" y="132069"/>
                  <a:pt x="1925267" y="135785"/>
                </a:cubicBezTo>
                <a:cubicBezTo>
                  <a:pt x="1926990" y="139499"/>
                  <a:pt x="1927851" y="143920"/>
                  <a:pt x="1927851" y="1490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JNIFER">
            <a:extLst xmlns:a="http://schemas.openxmlformats.org/drawingml/2006/main">
              <a:ext uri="{FF2B5EF4-FFF2-40B4-BE49-F238E27FC236}">
                <a16:creationId xmlns:a16="http://schemas.microsoft.com/office/drawing/2014/main" id="{D1495DE2-85F4-4B64-9525-646285D1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366" y="860973"/>
            <a:ext cx="992478" cy="233705"/>
          </a:xfrm>
          <a:custGeom xmlns:a="http://schemas.openxmlformats.org/drawingml/2006/main">
            <a:pathLst>
              <a:path w="992478" h="233705">
                <a:moveTo>
                  <a:pt x="94899" y="166427"/>
                </a:moveTo>
                <a:cubicBezTo>
                  <a:pt x="94899" y="176813"/>
                  <a:pt x="93925" y="186168"/>
                  <a:pt x="91977" y="194489"/>
                </a:cubicBezTo>
                <a:cubicBezTo>
                  <a:pt x="90030" y="202810"/>
                  <a:pt x="86725" y="209892"/>
                  <a:pt x="82062" y="215735"/>
                </a:cubicBezTo>
                <a:cubicBezTo>
                  <a:pt x="77400" y="221578"/>
                  <a:pt x="71292" y="226033"/>
                  <a:pt x="63738" y="229102"/>
                </a:cubicBezTo>
                <a:cubicBezTo>
                  <a:pt x="56184" y="232171"/>
                  <a:pt x="46859" y="233705"/>
                  <a:pt x="35764" y="233705"/>
                </a:cubicBezTo>
                <a:cubicBezTo>
                  <a:pt x="32223" y="233705"/>
                  <a:pt x="28712" y="233445"/>
                  <a:pt x="25230" y="232925"/>
                </a:cubicBezTo>
                <a:cubicBezTo>
                  <a:pt x="21748" y="232409"/>
                  <a:pt x="18561" y="231749"/>
                  <a:pt x="15669" y="230945"/>
                </a:cubicBezTo>
                <a:cubicBezTo>
                  <a:pt x="12777" y="230140"/>
                  <a:pt x="10269" y="229279"/>
                  <a:pt x="8144" y="228361"/>
                </a:cubicBezTo>
                <a:cubicBezTo>
                  <a:pt x="6020" y="227439"/>
                  <a:pt x="4603" y="226592"/>
                  <a:pt x="3895" y="225821"/>
                </a:cubicBezTo>
                <a:cubicBezTo>
                  <a:pt x="3187" y="225050"/>
                  <a:pt x="2597" y="224250"/>
                  <a:pt x="2125" y="223420"/>
                </a:cubicBezTo>
                <a:cubicBezTo>
                  <a:pt x="1652" y="222590"/>
                  <a:pt x="1239" y="221495"/>
                  <a:pt x="885" y="220133"/>
                </a:cubicBezTo>
                <a:cubicBezTo>
                  <a:pt x="531" y="218769"/>
                  <a:pt x="295" y="217079"/>
                  <a:pt x="177" y="215065"/>
                </a:cubicBezTo>
                <a:cubicBezTo>
                  <a:pt x="59" y="213048"/>
                  <a:pt x="0" y="210499"/>
                  <a:pt x="0" y="207419"/>
                </a:cubicBezTo>
                <a:cubicBezTo>
                  <a:pt x="0" y="203388"/>
                  <a:pt x="89" y="199979"/>
                  <a:pt x="266" y="197194"/>
                </a:cubicBezTo>
                <a:cubicBezTo>
                  <a:pt x="443" y="194406"/>
                  <a:pt x="738" y="192213"/>
                  <a:pt x="1151" y="190616"/>
                </a:cubicBezTo>
                <a:cubicBezTo>
                  <a:pt x="1564" y="189015"/>
                  <a:pt x="2154" y="187888"/>
                  <a:pt x="2921" y="187235"/>
                </a:cubicBezTo>
                <a:cubicBezTo>
                  <a:pt x="3689" y="186583"/>
                  <a:pt x="4662" y="186256"/>
                  <a:pt x="5843" y="186256"/>
                </a:cubicBezTo>
                <a:cubicBezTo>
                  <a:pt x="6905" y="186256"/>
                  <a:pt x="8144" y="186640"/>
                  <a:pt x="9561" y="187407"/>
                </a:cubicBezTo>
                <a:cubicBezTo>
                  <a:pt x="10977" y="188174"/>
                  <a:pt x="12571" y="188971"/>
                  <a:pt x="14341" y="189797"/>
                </a:cubicBezTo>
                <a:cubicBezTo>
                  <a:pt x="16112" y="190623"/>
                  <a:pt x="18177" y="191420"/>
                  <a:pt x="20538" y="192187"/>
                </a:cubicBezTo>
                <a:cubicBezTo>
                  <a:pt x="22898" y="192955"/>
                  <a:pt x="25672" y="193338"/>
                  <a:pt x="28859" y="193338"/>
                </a:cubicBezTo>
                <a:cubicBezTo>
                  <a:pt x="32046" y="193338"/>
                  <a:pt x="34849" y="192895"/>
                  <a:pt x="37269" y="192010"/>
                </a:cubicBezTo>
                <a:cubicBezTo>
                  <a:pt x="39689" y="191125"/>
                  <a:pt x="41695" y="189591"/>
                  <a:pt x="43289" y="187407"/>
                </a:cubicBezTo>
                <a:cubicBezTo>
                  <a:pt x="44882" y="185223"/>
                  <a:pt x="46092" y="182302"/>
                  <a:pt x="46918" y="178643"/>
                </a:cubicBezTo>
                <a:cubicBezTo>
                  <a:pt x="47744" y="174984"/>
                  <a:pt x="48157" y="170263"/>
                  <a:pt x="48157" y="164479"/>
                </a:cubicBezTo>
                <a:lnTo>
                  <a:pt x="48157" y="7082"/>
                </a:lnTo>
                <a:cubicBezTo>
                  <a:pt x="48157" y="5902"/>
                  <a:pt x="48541" y="4869"/>
                  <a:pt x="49308" y="3984"/>
                </a:cubicBezTo>
                <a:cubicBezTo>
                  <a:pt x="50076" y="3098"/>
                  <a:pt x="51315" y="2361"/>
                  <a:pt x="53026" y="1770"/>
                </a:cubicBezTo>
                <a:cubicBezTo>
                  <a:pt x="54738" y="1180"/>
                  <a:pt x="57128" y="738"/>
                  <a:pt x="60197" y="443"/>
                </a:cubicBezTo>
                <a:cubicBezTo>
                  <a:pt x="63266" y="148"/>
                  <a:pt x="67043" y="0"/>
                  <a:pt x="71528" y="0"/>
                </a:cubicBezTo>
                <a:cubicBezTo>
                  <a:pt x="76013" y="0"/>
                  <a:pt x="79731" y="148"/>
                  <a:pt x="82682" y="443"/>
                </a:cubicBezTo>
                <a:cubicBezTo>
                  <a:pt x="85633" y="738"/>
                  <a:pt x="88023" y="1180"/>
                  <a:pt x="89853" y="1770"/>
                </a:cubicBezTo>
                <a:cubicBezTo>
                  <a:pt x="91682" y="2361"/>
                  <a:pt x="92981" y="3098"/>
                  <a:pt x="93748" y="3984"/>
                </a:cubicBezTo>
                <a:cubicBezTo>
                  <a:pt x="94515" y="4869"/>
                  <a:pt x="94899" y="5902"/>
                  <a:pt x="94899" y="7082"/>
                </a:cubicBezTo>
                <a:lnTo>
                  <a:pt x="94899" y="166427"/>
                </a:lnTo>
                <a:close/>
                <a:moveTo>
                  <a:pt x="333364" y="213876"/>
                </a:moveTo>
                <a:cubicBezTo>
                  <a:pt x="333364" y="216591"/>
                  <a:pt x="332892" y="219010"/>
                  <a:pt x="331948" y="221135"/>
                </a:cubicBezTo>
                <a:cubicBezTo>
                  <a:pt x="331004" y="223259"/>
                  <a:pt x="329735" y="225030"/>
                  <a:pt x="328141" y="226446"/>
                </a:cubicBezTo>
                <a:cubicBezTo>
                  <a:pt x="326548" y="227863"/>
                  <a:pt x="324659" y="228896"/>
                  <a:pt x="322476" y="229545"/>
                </a:cubicBezTo>
                <a:cubicBezTo>
                  <a:pt x="320292" y="230194"/>
                  <a:pt x="318079" y="230519"/>
                  <a:pt x="315836" y="230519"/>
                </a:cubicBezTo>
                <a:lnTo>
                  <a:pt x="296007" y="230519"/>
                </a:lnTo>
                <a:cubicBezTo>
                  <a:pt x="291876" y="230519"/>
                  <a:pt x="288305" y="230105"/>
                  <a:pt x="285295" y="229279"/>
                </a:cubicBezTo>
                <a:cubicBezTo>
                  <a:pt x="282285" y="228453"/>
                  <a:pt x="279512" y="226948"/>
                  <a:pt x="276974" y="224764"/>
                </a:cubicBezTo>
                <a:cubicBezTo>
                  <a:pt x="274436" y="222581"/>
                  <a:pt x="271987" y="219630"/>
                  <a:pt x="269626" y="215912"/>
                </a:cubicBezTo>
                <a:cubicBezTo>
                  <a:pt x="267266" y="212194"/>
                  <a:pt x="264610" y="207393"/>
                  <a:pt x="261659" y="201510"/>
                </a:cubicBezTo>
                <a:lnTo>
                  <a:pt x="204649" y="94500"/>
                </a:lnTo>
                <a:cubicBezTo>
                  <a:pt x="201344" y="88134"/>
                  <a:pt x="197980" y="81266"/>
                  <a:pt x="194557" y="73896"/>
                </a:cubicBezTo>
                <a:cubicBezTo>
                  <a:pt x="191134" y="66526"/>
                  <a:pt x="188066" y="59363"/>
                  <a:pt x="185351" y="52407"/>
                </a:cubicBezTo>
                <a:lnTo>
                  <a:pt x="184997" y="52407"/>
                </a:lnTo>
                <a:cubicBezTo>
                  <a:pt x="185469" y="60898"/>
                  <a:pt x="185823" y="69359"/>
                  <a:pt x="186059" y="77791"/>
                </a:cubicBezTo>
                <a:cubicBezTo>
                  <a:pt x="186295" y="86219"/>
                  <a:pt x="186413" y="94915"/>
                  <a:pt x="186413" y="103878"/>
                </a:cubicBezTo>
                <a:lnTo>
                  <a:pt x="186413" y="223619"/>
                </a:lnTo>
                <a:cubicBezTo>
                  <a:pt x="186413" y="224799"/>
                  <a:pt x="186089" y="225862"/>
                  <a:pt x="185439" y="226806"/>
                </a:cubicBezTo>
                <a:cubicBezTo>
                  <a:pt x="184790" y="227750"/>
                  <a:pt x="183669" y="228547"/>
                  <a:pt x="182075" y="229196"/>
                </a:cubicBezTo>
                <a:cubicBezTo>
                  <a:pt x="180482" y="229842"/>
                  <a:pt x="178328" y="230341"/>
                  <a:pt x="175613" y="230696"/>
                </a:cubicBezTo>
                <a:cubicBezTo>
                  <a:pt x="172898" y="231050"/>
                  <a:pt x="169416" y="231227"/>
                  <a:pt x="165167" y="231227"/>
                </a:cubicBezTo>
                <a:cubicBezTo>
                  <a:pt x="161036" y="231227"/>
                  <a:pt x="157613" y="231050"/>
                  <a:pt x="154898" y="230696"/>
                </a:cubicBezTo>
                <a:cubicBezTo>
                  <a:pt x="152184" y="230341"/>
                  <a:pt x="150059" y="229840"/>
                  <a:pt x="148525" y="229191"/>
                </a:cubicBezTo>
                <a:cubicBezTo>
                  <a:pt x="146990" y="228541"/>
                  <a:pt x="145928" y="227745"/>
                  <a:pt x="145338" y="226800"/>
                </a:cubicBezTo>
                <a:cubicBezTo>
                  <a:pt x="144747" y="225856"/>
                  <a:pt x="144452" y="224794"/>
                  <a:pt x="144452" y="223614"/>
                </a:cubicBezTo>
                <a:lnTo>
                  <a:pt x="144452" y="17705"/>
                </a:lnTo>
                <a:cubicBezTo>
                  <a:pt x="144452" y="12157"/>
                  <a:pt x="146075" y="7997"/>
                  <a:pt x="149321" y="5223"/>
                </a:cubicBezTo>
                <a:cubicBezTo>
                  <a:pt x="152567" y="2449"/>
                  <a:pt x="156551" y="1062"/>
                  <a:pt x="161272" y="1062"/>
                </a:cubicBezTo>
                <a:lnTo>
                  <a:pt x="186236" y="1062"/>
                </a:lnTo>
                <a:cubicBezTo>
                  <a:pt x="190721" y="1062"/>
                  <a:pt x="194498" y="1446"/>
                  <a:pt x="197567" y="2213"/>
                </a:cubicBezTo>
                <a:cubicBezTo>
                  <a:pt x="200636" y="2980"/>
                  <a:pt x="203380" y="4249"/>
                  <a:pt x="205800" y="6020"/>
                </a:cubicBezTo>
                <a:cubicBezTo>
                  <a:pt x="208220" y="7790"/>
                  <a:pt x="210492" y="10239"/>
                  <a:pt x="212617" y="13367"/>
                </a:cubicBezTo>
                <a:cubicBezTo>
                  <a:pt x="214741" y="16495"/>
                  <a:pt x="216925" y="20351"/>
                  <a:pt x="219167" y="24936"/>
                </a:cubicBezTo>
                <a:lnTo>
                  <a:pt x="263784" y="108592"/>
                </a:lnTo>
                <a:cubicBezTo>
                  <a:pt x="266381" y="113664"/>
                  <a:pt x="268948" y="118647"/>
                  <a:pt x="271485" y="123542"/>
                </a:cubicBezTo>
                <a:cubicBezTo>
                  <a:pt x="274023" y="128433"/>
                  <a:pt x="276472" y="133326"/>
                  <a:pt x="278833" y="138220"/>
                </a:cubicBezTo>
                <a:cubicBezTo>
                  <a:pt x="281194" y="143111"/>
                  <a:pt x="283495" y="147916"/>
                  <a:pt x="285738" y="152633"/>
                </a:cubicBezTo>
                <a:cubicBezTo>
                  <a:pt x="287981" y="157347"/>
                  <a:pt x="290164" y="162063"/>
                  <a:pt x="292289" y="166781"/>
                </a:cubicBezTo>
                <a:lnTo>
                  <a:pt x="292466" y="166781"/>
                </a:lnTo>
                <a:cubicBezTo>
                  <a:pt x="292112" y="158526"/>
                  <a:pt x="291846" y="149919"/>
                  <a:pt x="291669" y="140959"/>
                </a:cubicBezTo>
                <a:cubicBezTo>
                  <a:pt x="291492" y="132000"/>
                  <a:pt x="291404" y="123451"/>
                  <a:pt x="291404" y="115315"/>
                </a:cubicBezTo>
                <a:lnTo>
                  <a:pt x="291404" y="7962"/>
                </a:lnTo>
                <a:cubicBezTo>
                  <a:pt x="291404" y="6781"/>
                  <a:pt x="291758" y="5719"/>
                  <a:pt x="292466" y="4775"/>
                </a:cubicBezTo>
                <a:cubicBezTo>
                  <a:pt x="293174" y="3831"/>
                  <a:pt x="294354" y="3006"/>
                  <a:pt x="296007" y="2302"/>
                </a:cubicBezTo>
                <a:cubicBezTo>
                  <a:pt x="297659" y="1593"/>
                  <a:pt x="299843" y="1092"/>
                  <a:pt x="302558" y="797"/>
                </a:cubicBezTo>
                <a:cubicBezTo>
                  <a:pt x="305272" y="502"/>
                  <a:pt x="308754" y="354"/>
                  <a:pt x="313004" y="354"/>
                </a:cubicBezTo>
                <a:cubicBezTo>
                  <a:pt x="317017" y="354"/>
                  <a:pt x="320381" y="502"/>
                  <a:pt x="323095" y="797"/>
                </a:cubicBezTo>
                <a:cubicBezTo>
                  <a:pt x="325810" y="1092"/>
                  <a:pt x="327905" y="1593"/>
                  <a:pt x="329381" y="2302"/>
                </a:cubicBezTo>
                <a:cubicBezTo>
                  <a:pt x="330856" y="3010"/>
                  <a:pt x="331889" y="3836"/>
                  <a:pt x="332479" y="4780"/>
                </a:cubicBezTo>
                <a:cubicBezTo>
                  <a:pt x="333069" y="5725"/>
                  <a:pt x="333364" y="6787"/>
                  <a:pt x="333364" y="7967"/>
                </a:cubicBezTo>
                <a:lnTo>
                  <a:pt x="333364" y="213876"/>
                </a:lnTo>
                <a:close/>
                <a:moveTo>
                  <a:pt x="430146" y="223791"/>
                </a:moveTo>
                <a:cubicBezTo>
                  <a:pt x="430146" y="224971"/>
                  <a:pt x="429762" y="226033"/>
                  <a:pt x="428995" y="226978"/>
                </a:cubicBezTo>
                <a:cubicBezTo>
                  <a:pt x="428228" y="227922"/>
                  <a:pt x="426959" y="228689"/>
                  <a:pt x="425188" y="229279"/>
                </a:cubicBezTo>
                <a:cubicBezTo>
                  <a:pt x="423418" y="229869"/>
                  <a:pt x="421057" y="230341"/>
                  <a:pt x="418106" y="230696"/>
                </a:cubicBezTo>
                <a:cubicBezTo>
                  <a:pt x="415155" y="231050"/>
                  <a:pt x="411378" y="231227"/>
                  <a:pt x="406775" y="231227"/>
                </a:cubicBezTo>
                <a:cubicBezTo>
                  <a:pt x="402290" y="231227"/>
                  <a:pt x="398542" y="231050"/>
                  <a:pt x="395532" y="230696"/>
                </a:cubicBezTo>
                <a:cubicBezTo>
                  <a:pt x="392523" y="230341"/>
                  <a:pt x="390132" y="229869"/>
                  <a:pt x="388362" y="229279"/>
                </a:cubicBezTo>
                <a:cubicBezTo>
                  <a:pt x="386591" y="228689"/>
                  <a:pt x="385323" y="227922"/>
                  <a:pt x="384555" y="226978"/>
                </a:cubicBezTo>
                <a:cubicBezTo>
                  <a:pt x="383788" y="226033"/>
                  <a:pt x="383405" y="224971"/>
                  <a:pt x="383405" y="223791"/>
                </a:cubicBezTo>
                <a:lnTo>
                  <a:pt x="383405" y="7436"/>
                </a:lnTo>
                <a:cubicBezTo>
                  <a:pt x="383405" y="6256"/>
                  <a:pt x="383788" y="5193"/>
                  <a:pt x="384555" y="4249"/>
                </a:cubicBezTo>
                <a:cubicBezTo>
                  <a:pt x="385323" y="3305"/>
                  <a:pt x="386621" y="2538"/>
                  <a:pt x="388450" y="1948"/>
                </a:cubicBezTo>
                <a:cubicBezTo>
                  <a:pt x="390280" y="1357"/>
                  <a:pt x="392670" y="885"/>
                  <a:pt x="395621" y="531"/>
                </a:cubicBezTo>
                <a:cubicBezTo>
                  <a:pt x="398572" y="177"/>
                  <a:pt x="402290" y="0"/>
                  <a:pt x="406775" y="0"/>
                </a:cubicBezTo>
                <a:cubicBezTo>
                  <a:pt x="411378" y="0"/>
                  <a:pt x="415155" y="177"/>
                  <a:pt x="418106" y="531"/>
                </a:cubicBezTo>
                <a:cubicBezTo>
                  <a:pt x="421057" y="885"/>
                  <a:pt x="423418" y="1357"/>
                  <a:pt x="425188" y="1948"/>
                </a:cubicBezTo>
                <a:cubicBezTo>
                  <a:pt x="426959" y="2538"/>
                  <a:pt x="428228" y="3305"/>
                  <a:pt x="428995" y="4249"/>
                </a:cubicBezTo>
                <a:cubicBezTo>
                  <a:pt x="429762" y="5193"/>
                  <a:pt x="430146" y="6256"/>
                  <a:pt x="430146" y="7436"/>
                </a:cubicBezTo>
                <a:lnTo>
                  <a:pt x="430146" y="223791"/>
                </a:lnTo>
                <a:close/>
                <a:moveTo>
                  <a:pt x="607669" y="20272"/>
                </a:moveTo>
                <a:cubicBezTo>
                  <a:pt x="607669" y="23832"/>
                  <a:pt x="607521" y="26827"/>
                  <a:pt x="607226" y="29257"/>
                </a:cubicBezTo>
                <a:cubicBezTo>
                  <a:pt x="606931" y="31688"/>
                  <a:pt x="606459" y="33615"/>
                  <a:pt x="605809" y="35039"/>
                </a:cubicBezTo>
                <a:cubicBezTo>
                  <a:pt x="605160" y="36459"/>
                  <a:pt x="604423" y="37525"/>
                  <a:pt x="603596" y="38237"/>
                </a:cubicBezTo>
                <a:cubicBezTo>
                  <a:pt x="602770" y="38949"/>
                  <a:pt x="601826" y="39305"/>
                  <a:pt x="600764" y="39305"/>
                </a:cubicBezTo>
                <a:lnTo>
                  <a:pt x="525872" y="39305"/>
                </a:lnTo>
                <a:lnTo>
                  <a:pt x="525872" y="100564"/>
                </a:lnTo>
                <a:lnTo>
                  <a:pt x="596160" y="100564"/>
                </a:lnTo>
                <a:cubicBezTo>
                  <a:pt x="597223" y="100564"/>
                  <a:pt x="598167" y="100861"/>
                  <a:pt x="598993" y="101455"/>
                </a:cubicBezTo>
                <a:cubicBezTo>
                  <a:pt x="599819" y="102049"/>
                  <a:pt x="600557" y="103058"/>
                  <a:pt x="601206" y="104481"/>
                </a:cubicBezTo>
                <a:cubicBezTo>
                  <a:pt x="601855" y="105901"/>
                  <a:pt x="602328" y="107797"/>
                  <a:pt x="602623" y="110169"/>
                </a:cubicBezTo>
                <a:cubicBezTo>
                  <a:pt x="602918" y="112541"/>
                  <a:pt x="603065" y="115506"/>
                  <a:pt x="603065" y="119066"/>
                </a:cubicBezTo>
                <a:cubicBezTo>
                  <a:pt x="603065" y="122622"/>
                  <a:pt x="602918" y="125585"/>
                  <a:pt x="602623" y="127957"/>
                </a:cubicBezTo>
                <a:cubicBezTo>
                  <a:pt x="602328" y="130329"/>
                  <a:pt x="601855" y="132286"/>
                  <a:pt x="601206" y="133827"/>
                </a:cubicBezTo>
                <a:cubicBezTo>
                  <a:pt x="600557" y="135369"/>
                  <a:pt x="599819" y="136466"/>
                  <a:pt x="598993" y="137119"/>
                </a:cubicBezTo>
                <a:cubicBezTo>
                  <a:pt x="598167" y="137772"/>
                  <a:pt x="597223" y="138099"/>
                  <a:pt x="596160" y="138099"/>
                </a:cubicBezTo>
                <a:lnTo>
                  <a:pt x="525872" y="138099"/>
                </a:lnTo>
                <a:lnTo>
                  <a:pt x="525872" y="223437"/>
                </a:lnTo>
                <a:cubicBezTo>
                  <a:pt x="525872" y="224735"/>
                  <a:pt x="525518" y="225856"/>
                  <a:pt x="524809" y="226800"/>
                </a:cubicBezTo>
                <a:cubicBezTo>
                  <a:pt x="524101" y="227745"/>
                  <a:pt x="522832" y="228541"/>
                  <a:pt x="521003" y="229191"/>
                </a:cubicBezTo>
                <a:cubicBezTo>
                  <a:pt x="519173" y="229840"/>
                  <a:pt x="516783" y="230341"/>
                  <a:pt x="513832" y="230696"/>
                </a:cubicBezTo>
                <a:cubicBezTo>
                  <a:pt x="510881" y="231050"/>
                  <a:pt x="507104" y="231227"/>
                  <a:pt x="502501" y="231227"/>
                </a:cubicBezTo>
                <a:cubicBezTo>
                  <a:pt x="498016" y="231227"/>
                  <a:pt x="494268" y="231050"/>
                  <a:pt x="491258" y="230696"/>
                </a:cubicBezTo>
                <a:cubicBezTo>
                  <a:pt x="488249" y="230341"/>
                  <a:pt x="485858" y="229840"/>
                  <a:pt x="484088" y="229191"/>
                </a:cubicBezTo>
                <a:cubicBezTo>
                  <a:pt x="482317" y="228541"/>
                  <a:pt x="481049" y="227745"/>
                  <a:pt x="480281" y="226800"/>
                </a:cubicBezTo>
                <a:cubicBezTo>
                  <a:pt x="479514" y="225856"/>
                  <a:pt x="479131" y="224735"/>
                  <a:pt x="479131" y="223437"/>
                </a:cubicBezTo>
                <a:lnTo>
                  <a:pt x="479131" y="15757"/>
                </a:lnTo>
                <a:cubicBezTo>
                  <a:pt x="479131" y="10564"/>
                  <a:pt x="480458" y="6816"/>
                  <a:pt x="483114" y="4515"/>
                </a:cubicBezTo>
                <a:cubicBezTo>
                  <a:pt x="485770" y="2213"/>
                  <a:pt x="489045" y="1062"/>
                  <a:pt x="492940" y="1062"/>
                </a:cubicBezTo>
                <a:lnTo>
                  <a:pt x="600764" y="1062"/>
                </a:lnTo>
                <a:cubicBezTo>
                  <a:pt x="601826" y="1062"/>
                  <a:pt x="602770" y="1389"/>
                  <a:pt x="603596" y="2042"/>
                </a:cubicBezTo>
                <a:cubicBezTo>
                  <a:pt x="604423" y="2694"/>
                  <a:pt x="605160" y="3762"/>
                  <a:pt x="605809" y="5245"/>
                </a:cubicBezTo>
                <a:cubicBezTo>
                  <a:pt x="606459" y="6724"/>
                  <a:pt x="606931" y="8710"/>
                  <a:pt x="607226" y="11204"/>
                </a:cubicBezTo>
                <a:cubicBezTo>
                  <a:pt x="607521" y="13694"/>
                  <a:pt x="607669" y="16716"/>
                  <a:pt x="607669" y="20272"/>
                </a:cubicBezTo>
                <a:close/>
                <a:moveTo>
                  <a:pt x="781360" y="211928"/>
                </a:moveTo>
                <a:cubicBezTo>
                  <a:pt x="781360" y="215351"/>
                  <a:pt x="781212" y="218214"/>
                  <a:pt x="780917" y="220515"/>
                </a:cubicBezTo>
                <a:cubicBezTo>
                  <a:pt x="780622" y="222817"/>
                  <a:pt x="780179" y="224676"/>
                  <a:pt x="779589" y="226092"/>
                </a:cubicBezTo>
                <a:cubicBezTo>
                  <a:pt x="778999" y="227509"/>
                  <a:pt x="778261" y="228541"/>
                  <a:pt x="777376" y="229191"/>
                </a:cubicBezTo>
                <a:cubicBezTo>
                  <a:pt x="776491" y="229840"/>
                  <a:pt x="775517" y="230164"/>
                  <a:pt x="774455" y="230164"/>
                </a:cubicBezTo>
                <a:lnTo>
                  <a:pt x="659373" y="230164"/>
                </a:lnTo>
                <a:cubicBezTo>
                  <a:pt x="655478" y="230164"/>
                  <a:pt x="652202" y="229014"/>
                  <a:pt x="649546" y="226712"/>
                </a:cubicBezTo>
                <a:cubicBezTo>
                  <a:pt x="646891" y="224410"/>
                  <a:pt x="645563" y="220663"/>
                  <a:pt x="645563" y="215469"/>
                </a:cubicBezTo>
                <a:lnTo>
                  <a:pt x="645563" y="15757"/>
                </a:lnTo>
                <a:cubicBezTo>
                  <a:pt x="645563" y="10564"/>
                  <a:pt x="646891" y="6816"/>
                  <a:pt x="649546" y="4515"/>
                </a:cubicBezTo>
                <a:cubicBezTo>
                  <a:pt x="652202" y="2213"/>
                  <a:pt x="655478" y="1062"/>
                  <a:pt x="659373" y="1062"/>
                </a:cubicBezTo>
                <a:lnTo>
                  <a:pt x="773747" y="1062"/>
                </a:lnTo>
                <a:cubicBezTo>
                  <a:pt x="774809" y="1062"/>
                  <a:pt x="775753" y="1357"/>
                  <a:pt x="776579" y="1948"/>
                </a:cubicBezTo>
                <a:cubicBezTo>
                  <a:pt x="777406" y="2538"/>
                  <a:pt x="778114" y="3570"/>
                  <a:pt x="778704" y="5046"/>
                </a:cubicBezTo>
                <a:cubicBezTo>
                  <a:pt x="779294" y="6521"/>
                  <a:pt x="779737" y="8410"/>
                  <a:pt x="780032" y="10711"/>
                </a:cubicBezTo>
                <a:cubicBezTo>
                  <a:pt x="780327" y="13013"/>
                  <a:pt x="780475" y="15934"/>
                  <a:pt x="780475" y="19475"/>
                </a:cubicBezTo>
                <a:cubicBezTo>
                  <a:pt x="780475" y="22780"/>
                  <a:pt x="780327" y="25584"/>
                  <a:pt x="780032" y="27885"/>
                </a:cubicBezTo>
                <a:cubicBezTo>
                  <a:pt x="779737" y="30187"/>
                  <a:pt x="779294" y="32046"/>
                  <a:pt x="778704" y="33462"/>
                </a:cubicBezTo>
                <a:cubicBezTo>
                  <a:pt x="778114" y="34879"/>
                  <a:pt x="777406" y="35912"/>
                  <a:pt x="776579" y="36561"/>
                </a:cubicBezTo>
                <a:cubicBezTo>
                  <a:pt x="775753" y="37210"/>
                  <a:pt x="774809" y="37534"/>
                  <a:pt x="773747" y="37534"/>
                </a:cubicBezTo>
                <a:lnTo>
                  <a:pt x="691950" y="37534"/>
                </a:lnTo>
                <a:lnTo>
                  <a:pt x="691950" y="93128"/>
                </a:lnTo>
                <a:lnTo>
                  <a:pt x="761176" y="93128"/>
                </a:lnTo>
                <a:cubicBezTo>
                  <a:pt x="762238" y="93128"/>
                  <a:pt x="763212" y="93454"/>
                  <a:pt x="764097" y="94107"/>
                </a:cubicBezTo>
                <a:cubicBezTo>
                  <a:pt x="764983" y="94760"/>
                  <a:pt x="765720" y="95769"/>
                  <a:pt x="766311" y="97134"/>
                </a:cubicBezTo>
                <a:cubicBezTo>
                  <a:pt x="766901" y="98495"/>
                  <a:pt x="767343" y="100334"/>
                  <a:pt x="767638" y="102650"/>
                </a:cubicBezTo>
                <a:cubicBezTo>
                  <a:pt x="767934" y="104963"/>
                  <a:pt x="768081" y="107779"/>
                  <a:pt x="768081" y="111099"/>
                </a:cubicBezTo>
                <a:cubicBezTo>
                  <a:pt x="768081" y="114540"/>
                  <a:pt x="767934" y="117388"/>
                  <a:pt x="767638" y="119641"/>
                </a:cubicBezTo>
                <a:cubicBezTo>
                  <a:pt x="767343" y="121895"/>
                  <a:pt x="766901" y="123704"/>
                  <a:pt x="766311" y="125069"/>
                </a:cubicBezTo>
                <a:cubicBezTo>
                  <a:pt x="765720" y="126430"/>
                  <a:pt x="764983" y="127407"/>
                  <a:pt x="764097" y="128001"/>
                </a:cubicBezTo>
                <a:cubicBezTo>
                  <a:pt x="763212" y="128595"/>
                  <a:pt x="762238" y="128892"/>
                  <a:pt x="761176" y="128892"/>
                </a:cubicBezTo>
                <a:lnTo>
                  <a:pt x="691950" y="128892"/>
                </a:lnTo>
                <a:lnTo>
                  <a:pt x="691950" y="193692"/>
                </a:lnTo>
                <a:lnTo>
                  <a:pt x="774455" y="193692"/>
                </a:lnTo>
                <a:cubicBezTo>
                  <a:pt x="775517" y="193692"/>
                  <a:pt x="776491" y="194017"/>
                  <a:pt x="777376" y="194666"/>
                </a:cubicBezTo>
                <a:cubicBezTo>
                  <a:pt x="778261" y="195315"/>
                  <a:pt x="778999" y="196348"/>
                  <a:pt x="779589" y="197764"/>
                </a:cubicBezTo>
                <a:cubicBezTo>
                  <a:pt x="780179" y="199181"/>
                  <a:pt x="780622" y="201040"/>
                  <a:pt x="780917" y="203341"/>
                </a:cubicBezTo>
                <a:cubicBezTo>
                  <a:pt x="781212" y="205643"/>
                  <a:pt x="781360" y="208505"/>
                  <a:pt x="781360" y="211928"/>
                </a:cubicBezTo>
                <a:close/>
                <a:moveTo>
                  <a:pt x="992478" y="224150"/>
                </a:moveTo>
                <a:cubicBezTo>
                  <a:pt x="992478" y="225449"/>
                  <a:pt x="992242" y="226540"/>
                  <a:pt x="991769" y="227426"/>
                </a:cubicBezTo>
                <a:cubicBezTo>
                  <a:pt x="991297" y="228307"/>
                  <a:pt x="990176" y="229043"/>
                  <a:pt x="988405" y="229633"/>
                </a:cubicBezTo>
                <a:cubicBezTo>
                  <a:pt x="986635" y="230223"/>
                  <a:pt x="984038" y="230637"/>
                  <a:pt x="980615" y="230873"/>
                </a:cubicBezTo>
                <a:cubicBezTo>
                  <a:pt x="977192" y="231109"/>
                  <a:pt x="972530" y="231227"/>
                  <a:pt x="966628" y="231227"/>
                </a:cubicBezTo>
                <a:cubicBezTo>
                  <a:pt x="961671" y="231227"/>
                  <a:pt x="957717" y="231109"/>
                  <a:pt x="954766" y="230873"/>
                </a:cubicBezTo>
                <a:cubicBezTo>
                  <a:pt x="951815" y="230637"/>
                  <a:pt x="949484" y="230196"/>
                  <a:pt x="947773" y="229550"/>
                </a:cubicBezTo>
                <a:cubicBezTo>
                  <a:pt x="946061" y="228901"/>
                  <a:pt x="944851" y="228077"/>
                  <a:pt x="944143" y="227077"/>
                </a:cubicBezTo>
                <a:cubicBezTo>
                  <a:pt x="943435" y="226074"/>
                  <a:pt x="942845" y="224866"/>
                  <a:pt x="942373" y="223453"/>
                </a:cubicBezTo>
                <a:lnTo>
                  <a:pt x="921835" y="172380"/>
                </a:lnTo>
                <a:cubicBezTo>
                  <a:pt x="919356" y="166607"/>
                  <a:pt x="916936" y="161482"/>
                  <a:pt x="914576" y="157004"/>
                </a:cubicBezTo>
                <a:cubicBezTo>
                  <a:pt x="912215" y="152526"/>
                  <a:pt x="909589" y="148786"/>
                  <a:pt x="906697" y="145784"/>
                </a:cubicBezTo>
                <a:cubicBezTo>
                  <a:pt x="903805" y="142778"/>
                  <a:pt x="900471" y="140509"/>
                  <a:pt x="896694" y="138978"/>
                </a:cubicBezTo>
                <a:cubicBezTo>
                  <a:pt x="892917" y="137448"/>
                  <a:pt x="888550" y="136682"/>
                  <a:pt x="883592" y="136682"/>
                </a:cubicBezTo>
                <a:lnTo>
                  <a:pt x="869074" y="136682"/>
                </a:lnTo>
                <a:lnTo>
                  <a:pt x="869074" y="223807"/>
                </a:lnTo>
                <a:cubicBezTo>
                  <a:pt x="869074" y="224984"/>
                  <a:pt x="868690" y="226044"/>
                  <a:pt x="867923" y="226989"/>
                </a:cubicBezTo>
                <a:cubicBezTo>
                  <a:pt x="867156" y="227929"/>
                  <a:pt x="865887" y="228695"/>
                  <a:pt x="864117" y="229285"/>
                </a:cubicBezTo>
                <a:cubicBezTo>
                  <a:pt x="862346" y="229871"/>
                  <a:pt x="859986" y="230341"/>
                  <a:pt x="857035" y="230696"/>
                </a:cubicBezTo>
                <a:cubicBezTo>
                  <a:pt x="854084" y="231050"/>
                  <a:pt x="850307" y="231227"/>
                  <a:pt x="845704" y="231227"/>
                </a:cubicBezTo>
                <a:cubicBezTo>
                  <a:pt x="841218" y="231227"/>
                  <a:pt x="837471" y="231050"/>
                  <a:pt x="834461" y="230696"/>
                </a:cubicBezTo>
                <a:cubicBezTo>
                  <a:pt x="831451" y="230341"/>
                  <a:pt x="829061" y="229869"/>
                  <a:pt x="827290" y="229279"/>
                </a:cubicBezTo>
                <a:cubicBezTo>
                  <a:pt x="825520" y="228689"/>
                  <a:pt x="824281" y="227922"/>
                  <a:pt x="823572" y="226978"/>
                </a:cubicBezTo>
                <a:cubicBezTo>
                  <a:pt x="822864" y="226033"/>
                  <a:pt x="822510" y="224971"/>
                  <a:pt x="822510" y="223791"/>
                </a:cubicBezTo>
                <a:lnTo>
                  <a:pt x="822510" y="15757"/>
                </a:lnTo>
                <a:cubicBezTo>
                  <a:pt x="822510" y="10564"/>
                  <a:pt x="823838" y="6816"/>
                  <a:pt x="826494" y="4515"/>
                </a:cubicBezTo>
                <a:cubicBezTo>
                  <a:pt x="829149" y="2213"/>
                  <a:pt x="832425" y="1062"/>
                  <a:pt x="836320" y="1062"/>
                </a:cubicBezTo>
                <a:lnTo>
                  <a:pt x="895631" y="1062"/>
                </a:lnTo>
                <a:cubicBezTo>
                  <a:pt x="901651" y="1062"/>
                  <a:pt x="906609" y="1180"/>
                  <a:pt x="910504" y="1416"/>
                </a:cubicBezTo>
                <a:cubicBezTo>
                  <a:pt x="914399" y="1652"/>
                  <a:pt x="917940" y="1948"/>
                  <a:pt x="921127" y="2302"/>
                </a:cubicBezTo>
                <a:cubicBezTo>
                  <a:pt x="930333" y="3604"/>
                  <a:pt x="938625" y="5850"/>
                  <a:pt x="946002" y="9041"/>
                </a:cubicBezTo>
                <a:cubicBezTo>
                  <a:pt x="953379" y="12227"/>
                  <a:pt x="959635" y="16392"/>
                  <a:pt x="964769" y="21534"/>
                </a:cubicBezTo>
                <a:cubicBezTo>
                  <a:pt x="969904" y="26672"/>
                  <a:pt x="973828" y="32756"/>
                  <a:pt x="976543" y="39786"/>
                </a:cubicBezTo>
                <a:cubicBezTo>
                  <a:pt x="979258" y="46813"/>
                  <a:pt x="980615" y="54874"/>
                  <a:pt x="980615" y="63970"/>
                </a:cubicBezTo>
                <a:cubicBezTo>
                  <a:pt x="980615" y="71650"/>
                  <a:pt x="979642" y="78651"/>
                  <a:pt x="977694" y="84973"/>
                </a:cubicBezTo>
                <a:cubicBezTo>
                  <a:pt x="975746" y="91291"/>
                  <a:pt x="972884" y="96933"/>
                  <a:pt x="969107" y="101898"/>
                </a:cubicBezTo>
                <a:cubicBezTo>
                  <a:pt x="965330" y="106859"/>
                  <a:pt x="960668" y="111171"/>
                  <a:pt x="955120" y="114833"/>
                </a:cubicBezTo>
                <a:cubicBezTo>
                  <a:pt x="949573" y="118492"/>
                  <a:pt x="943258" y="121445"/>
                  <a:pt x="936176" y="123691"/>
                </a:cubicBezTo>
                <a:cubicBezTo>
                  <a:pt x="939599" y="125344"/>
                  <a:pt x="942815" y="127348"/>
                  <a:pt x="945825" y="129705"/>
                </a:cubicBezTo>
                <a:cubicBezTo>
                  <a:pt x="948835" y="132062"/>
                  <a:pt x="951668" y="134921"/>
                  <a:pt x="954323" y="138281"/>
                </a:cubicBezTo>
                <a:cubicBezTo>
                  <a:pt x="956979" y="141641"/>
                  <a:pt x="959487" y="145474"/>
                  <a:pt x="961848" y="149778"/>
                </a:cubicBezTo>
                <a:cubicBezTo>
                  <a:pt x="964209" y="154083"/>
                  <a:pt x="966510" y="158946"/>
                  <a:pt x="968753" y="164368"/>
                </a:cubicBezTo>
                <a:lnTo>
                  <a:pt x="988051" y="209472"/>
                </a:lnTo>
                <a:cubicBezTo>
                  <a:pt x="989822" y="213953"/>
                  <a:pt x="991002" y="217227"/>
                  <a:pt x="991592" y="219292"/>
                </a:cubicBezTo>
                <a:cubicBezTo>
                  <a:pt x="992183" y="221354"/>
                  <a:pt x="992478" y="222974"/>
                  <a:pt x="992478" y="224150"/>
                </a:cubicBezTo>
                <a:moveTo>
                  <a:pt x="932458" y="68784"/>
                </a:moveTo>
                <a:cubicBezTo>
                  <a:pt x="932458" y="61252"/>
                  <a:pt x="930746" y="54896"/>
                  <a:pt x="927323" y="49718"/>
                </a:cubicBezTo>
                <a:cubicBezTo>
                  <a:pt x="923900" y="44535"/>
                  <a:pt x="918294" y="40886"/>
                  <a:pt x="910504" y="38768"/>
                </a:cubicBezTo>
                <a:cubicBezTo>
                  <a:pt x="908143" y="38178"/>
                  <a:pt x="905458" y="37708"/>
                  <a:pt x="902448" y="37357"/>
                </a:cubicBezTo>
                <a:cubicBezTo>
                  <a:pt x="899438" y="37003"/>
                  <a:pt x="895277" y="36826"/>
                  <a:pt x="889966" y="36826"/>
                </a:cubicBezTo>
                <a:lnTo>
                  <a:pt x="869074" y="36826"/>
                </a:lnTo>
                <a:lnTo>
                  <a:pt x="869074" y="101626"/>
                </a:lnTo>
                <a:lnTo>
                  <a:pt x="892799" y="101626"/>
                </a:lnTo>
                <a:cubicBezTo>
                  <a:pt x="899409" y="101626"/>
                  <a:pt x="905192" y="100832"/>
                  <a:pt x="910150" y="99242"/>
                </a:cubicBezTo>
                <a:cubicBezTo>
                  <a:pt x="915107" y="97652"/>
                  <a:pt x="919238" y="95417"/>
                  <a:pt x="922543" y="92536"/>
                </a:cubicBezTo>
                <a:cubicBezTo>
                  <a:pt x="925848" y="89652"/>
                  <a:pt x="928327" y="86208"/>
                  <a:pt x="929979" y="82206"/>
                </a:cubicBezTo>
                <a:cubicBezTo>
                  <a:pt x="931632" y="78204"/>
                  <a:pt x="932458" y="73730"/>
                  <a:pt x="932458" y="68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43D14-2FF9-47C8-A87E-BB8024C2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508" y="624207"/>
            <a:ext cx="113086" cy="574022"/>
          </a:xfrm>
          <a:custGeom xmlns:a="http://schemas.openxmlformats.org/drawingml/2006/main">
            <a:pathLst>
              <a:path w="113086" h="574022">
                <a:moveTo>
                  <a:pt x="67851" y="0"/>
                </a:moveTo>
                <a:lnTo>
                  <a:pt x="45234" y="0"/>
                </a:lnTo>
                <a:lnTo>
                  <a:pt x="45234" y="460937"/>
                </a:lnTo>
                <a:lnTo>
                  <a:pt x="0" y="460937"/>
                </a:lnTo>
                <a:lnTo>
                  <a:pt x="56543" y="574022"/>
                </a:lnTo>
                <a:lnTo>
                  <a:pt x="113086" y="460937"/>
                </a:lnTo>
                <a:lnTo>
                  <a:pt x="67851" y="460937"/>
                </a:lnTo>
                <a:lnTo>
                  <a:pt x="678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D1870-4FC8-4CED-944D-99524578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312" y="621380"/>
            <a:ext cx="113086" cy="576963"/>
          </a:xfrm>
          <a:custGeom xmlns:a="http://schemas.openxmlformats.org/drawingml/2006/main">
            <a:pathLst>
              <a:path w="113086" h="576963">
                <a:moveTo>
                  <a:pt x="64685" y="0"/>
                </a:moveTo>
                <a:lnTo>
                  <a:pt x="42068" y="226"/>
                </a:lnTo>
                <a:lnTo>
                  <a:pt x="45269" y="463945"/>
                </a:lnTo>
                <a:lnTo>
                  <a:pt x="0" y="464216"/>
                </a:lnTo>
                <a:lnTo>
                  <a:pt x="57334" y="576963"/>
                </a:lnTo>
                <a:lnTo>
                  <a:pt x="113086" y="463538"/>
                </a:lnTo>
                <a:lnTo>
                  <a:pt x="67887" y="463809"/>
                </a:lnTo>
                <a:lnTo>
                  <a:pt x="6468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21AB5-8A95-40CB-B74D-B8B42893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821" y="8484784"/>
            <a:ext cx="3878382" cy="388110"/>
          </a:xfrm>
          <a:custGeom xmlns:a="http://schemas.openxmlformats.org/drawingml/2006/main">
            <a:pathLst>
              <a:path w="3878382" h="388110">
                <a:moveTo>
                  <a:pt x="0" y="64685"/>
                </a:moveTo>
                <a:cubicBezTo>
                  <a:pt x="0" y="28950"/>
                  <a:pt x="28950" y="0"/>
                  <a:pt x="64685" y="0"/>
                </a:cubicBezTo>
                <a:lnTo>
                  <a:pt x="3813698" y="0"/>
                </a:lnTo>
                <a:cubicBezTo>
                  <a:pt x="3849433" y="0"/>
                  <a:pt x="3878382" y="28950"/>
                  <a:pt x="3878382" y="64685"/>
                </a:cubicBezTo>
                <a:lnTo>
                  <a:pt x="3878382" y="323425"/>
                </a:lnTo>
                <a:cubicBezTo>
                  <a:pt x="3878382" y="359160"/>
                  <a:pt x="3849433" y="388110"/>
                  <a:pt x="3813698" y="388110"/>
                </a:cubicBezTo>
                <a:lnTo>
                  <a:pt x="64685" y="388110"/>
                </a:lnTo>
                <a:cubicBezTo>
                  <a:pt x="28950" y="388110"/>
                  <a:pt x="0" y="359160"/>
                  <a:pt x="0" y="323425"/>
                </a:cubicBezTo>
                <a:lnTo>
                  <a:pt x="0" y="64685"/>
                </a:lnTo>
                <a:close/>
              </a:path>
            </a:pathLst>
          </a:custGeom>
          <a:solidFill xmlns:a="http://schemas.openxmlformats.org/drawingml/2006/main">
            <a:srgbClr val="E3F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033B7-0330-4CD5-AD79-BD1C0815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821" y="8484784"/>
            <a:ext cx="3878382" cy="388110"/>
          </a:xfrm>
          <a:custGeom xmlns:a="http://schemas.openxmlformats.org/drawingml/2006/main">
            <a:pathLst>
              <a:path w="3878382" h="388110" fill="none">
                <a:moveTo>
                  <a:pt x="0" y="64685"/>
                </a:moveTo>
                <a:cubicBezTo>
                  <a:pt x="0" y="28950"/>
                  <a:pt x="28950" y="0"/>
                  <a:pt x="64685" y="0"/>
                </a:cubicBezTo>
                <a:lnTo>
                  <a:pt x="3813698" y="0"/>
                </a:lnTo>
                <a:cubicBezTo>
                  <a:pt x="3849433" y="0"/>
                  <a:pt x="3878382" y="28950"/>
                  <a:pt x="3878382" y="64685"/>
                </a:cubicBezTo>
                <a:lnTo>
                  <a:pt x="3878382" y="323425"/>
                </a:lnTo>
                <a:cubicBezTo>
                  <a:pt x="3878382" y="359160"/>
                  <a:pt x="3849433" y="388110"/>
                  <a:pt x="3813698" y="388110"/>
                </a:cubicBezTo>
                <a:lnTo>
                  <a:pt x="64685" y="388110"/>
                </a:lnTo>
                <a:cubicBezTo>
                  <a:pt x="28950" y="388110"/>
                  <a:pt x="0" y="359160"/>
                  <a:pt x="0" y="323425"/>
                </a:cubicBezTo>
                <a:lnTo>
                  <a:pt x="0" y="646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44" name="Text ResolvedCross-LanguageInteractions">
            <a:extLst xmlns:a="http://schemas.openxmlformats.org/drawingml/2006/main">
              <a:ext uri="{FF2B5EF4-FFF2-40B4-BE49-F238E27FC236}">
                <a16:creationId xmlns:a16="http://schemas.microsoft.com/office/drawing/2014/main" id="{24D13278-D083-46D2-A3FB-33A32744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681" y="8601371"/>
            <a:ext cx="3425174" cy="194755"/>
          </a:xfrm>
          <a:custGeom xmlns:a="http://schemas.openxmlformats.org/drawingml/2006/main">
            <a:pathLst>
              <a:path w="3425174" h="194755">
                <a:moveTo>
                  <a:pt x="95496" y="151377"/>
                </a:moveTo>
                <a:cubicBezTo>
                  <a:pt x="95496" y="151968"/>
                  <a:pt x="95385" y="152484"/>
                  <a:pt x="95164" y="152927"/>
                </a:cubicBezTo>
                <a:cubicBezTo>
                  <a:pt x="94943" y="153369"/>
                  <a:pt x="94463" y="153738"/>
                  <a:pt x="93726" y="154033"/>
                </a:cubicBezTo>
                <a:cubicBezTo>
                  <a:pt x="92988" y="154328"/>
                  <a:pt x="91955" y="154550"/>
                  <a:pt x="90627" y="154697"/>
                </a:cubicBezTo>
                <a:cubicBezTo>
                  <a:pt x="89299" y="154845"/>
                  <a:pt x="87529" y="154918"/>
                  <a:pt x="85316" y="154918"/>
                </a:cubicBezTo>
                <a:cubicBezTo>
                  <a:pt x="83398" y="154918"/>
                  <a:pt x="81830" y="154845"/>
                  <a:pt x="80613" y="154697"/>
                </a:cubicBezTo>
                <a:cubicBezTo>
                  <a:pt x="79396" y="154550"/>
                  <a:pt x="78418" y="154310"/>
                  <a:pt x="77681" y="153978"/>
                </a:cubicBezTo>
                <a:cubicBezTo>
                  <a:pt x="76943" y="153646"/>
                  <a:pt x="76371" y="153185"/>
                  <a:pt x="75965" y="152595"/>
                </a:cubicBezTo>
                <a:cubicBezTo>
                  <a:pt x="75560" y="152004"/>
                  <a:pt x="75209" y="151267"/>
                  <a:pt x="74914" y="150381"/>
                </a:cubicBezTo>
                <a:lnTo>
                  <a:pt x="61746" y="116631"/>
                </a:lnTo>
                <a:cubicBezTo>
                  <a:pt x="60197" y="112795"/>
                  <a:pt x="58592" y="109273"/>
                  <a:pt x="56933" y="106064"/>
                </a:cubicBezTo>
                <a:cubicBezTo>
                  <a:pt x="55273" y="102855"/>
                  <a:pt x="53299" y="100088"/>
                  <a:pt x="51012" y="97765"/>
                </a:cubicBezTo>
                <a:cubicBezTo>
                  <a:pt x="48726" y="95441"/>
                  <a:pt x="46033" y="93633"/>
                  <a:pt x="42935" y="92342"/>
                </a:cubicBezTo>
                <a:cubicBezTo>
                  <a:pt x="39836" y="91051"/>
                  <a:pt x="36111" y="90406"/>
                  <a:pt x="31758" y="90406"/>
                </a:cubicBezTo>
                <a:lnTo>
                  <a:pt x="19033" y="90406"/>
                </a:lnTo>
                <a:lnTo>
                  <a:pt x="19033" y="151377"/>
                </a:lnTo>
                <a:cubicBezTo>
                  <a:pt x="19033" y="151968"/>
                  <a:pt x="18867" y="152484"/>
                  <a:pt x="18535" y="152927"/>
                </a:cubicBezTo>
                <a:cubicBezTo>
                  <a:pt x="18203" y="153369"/>
                  <a:pt x="17687" y="153720"/>
                  <a:pt x="16986" y="153978"/>
                </a:cubicBezTo>
                <a:cubicBezTo>
                  <a:pt x="16285" y="154236"/>
                  <a:pt x="15326" y="154457"/>
                  <a:pt x="14109" y="154642"/>
                </a:cubicBezTo>
                <a:cubicBezTo>
                  <a:pt x="12891" y="154826"/>
                  <a:pt x="11361" y="154918"/>
                  <a:pt x="9516" y="154918"/>
                </a:cubicBezTo>
                <a:cubicBezTo>
                  <a:pt x="7672" y="154918"/>
                  <a:pt x="6141" y="154826"/>
                  <a:pt x="4924" y="154642"/>
                </a:cubicBezTo>
                <a:cubicBezTo>
                  <a:pt x="3707" y="154457"/>
                  <a:pt x="2730" y="154236"/>
                  <a:pt x="1992" y="153978"/>
                </a:cubicBezTo>
                <a:cubicBezTo>
                  <a:pt x="1254" y="153720"/>
                  <a:pt x="738" y="153369"/>
                  <a:pt x="443" y="152927"/>
                </a:cubicBezTo>
                <a:cubicBezTo>
                  <a:pt x="148" y="152484"/>
                  <a:pt x="0" y="151968"/>
                  <a:pt x="0" y="151377"/>
                </a:cubicBezTo>
                <a:lnTo>
                  <a:pt x="0" y="18812"/>
                </a:lnTo>
                <a:cubicBezTo>
                  <a:pt x="0" y="15934"/>
                  <a:pt x="756" y="13924"/>
                  <a:pt x="2268" y="12781"/>
                </a:cubicBezTo>
                <a:cubicBezTo>
                  <a:pt x="3781" y="11637"/>
                  <a:pt x="5385" y="11066"/>
                  <a:pt x="7082" y="11066"/>
                </a:cubicBezTo>
                <a:lnTo>
                  <a:pt x="37512" y="11066"/>
                </a:lnTo>
                <a:cubicBezTo>
                  <a:pt x="41127" y="11066"/>
                  <a:pt x="44133" y="11158"/>
                  <a:pt x="46531" y="11342"/>
                </a:cubicBezTo>
                <a:cubicBezTo>
                  <a:pt x="48928" y="11527"/>
                  <a:pt x="51086" y="11730"/>
                  <a:pt x="53004" y="11951"/>
                </a:cubicBezTo>
                <a:cubicBezTo>
                  <a:pt x="58537" y="12910"/>
                  <a:pt x="63424" y="14422"/>
                  <a:pt x="67666" y="16488"/>
                </a:cubicBezTo>
                <a:cubicBezTo>
                  <a:pt x="71908" y="18553"/>
                  <a:pt x="75467" y="21172"/>
                  <a:pt x="78344" y="24344"/>
                </a:cubicBezTo>
                <a:cubicBezTo>
                  <a:pt x="81221" y="27516"/>
                  <a:pt x="83379" y="31150"/>
                  <a:pt x="84818" y="35244"/>
                </a:cubicBezTo>
                <a:cubicBezTo>
                  <a:pt x="86256" y="39338"/>
                  <a:pt x="86976" y="43857"/>
                  <a:pt x="86976" y="48799"/>
                </a:cubicBezTo>
                <a:cubicBezTo>
                  <a:pt x="86976" y="53594"/>
                  <a:pt x="86330" y="57892"/>
                  <a:pt x="85039" y="61691"/>
                </a:cubicBezTo>
                <a:cubicBezTo>
                  <a:pt x="83748" y="65490"/>
                  <a:pt x="81885" y="68846"/>
                  <a:pt x="79451" y="71760"/>
                </a:cubicBezTo>
                <a:cubicBezTo>
                  <a:pt x="77017" y="74674"/>
                  <a:pt x="74103" y="77201"/>
                  <a:pt x="70709" y="79340"/>
                </a:cubicBezTo>
                <a:cubicBezTo>
                  <a:pt x="67316" y="81480"/>
                  <a:pt x="63517" y="83287"/>
                  <a:pt x="59312" y="84762"/>
                </a:cubicBezTo>
                <a:cubicBezTo>
                  <a:pt x="61672" y="85795"/>
                  <a:pt x="63812" y="87105"/>
                  <a:pt x="65730" y="88691"/>
                </a:cubicBezTo>
                <a:cubicBezTo>
                  <a:pt x="67648" y="90277"/>
                  <a:pt x="69437" y="92176"/>
                  <a:pt x="71096" y="94390"/>
                </a:cubicBezTo>
                <a:cubicBezTo>
                  <a:pt x="72756" y="96603"/>
                  <a:pt x="74324" y="99148"/>
                  <a:pt x="75799" y="102025"/>
                </a:cubicBezTo>
                <a:cubicBezTo>
                  <a:pt x="77275" y="104902"/>
                  <a:pt x="78750" y="108148"/>
                  <a:pt x="80226" y="111763"/>
                </a:cubicBezTo>
                <a:lnTo>
                  <a:pt x="93062" y="143300"/>
                </a:lnTo>
                <a:cubicBezTo>
                  <a:pt x="94094" y="145955"/>
                  <a:pt x="94758" y="147818"/>
                  <a:pt x="95053" y="148888"/>
                </a:cubicBezTo>
                <a:cubicBezTo>
                  <a:pt x="95349" y="149957"/>
                  <a:pt x="95496" y="150787"/>
                  <a:pt x="95496" y="151377"/>
                </a:cubicBezTo>
                <a:moveTo>
                  <a:pt x="66836" y="50791"/>
                </a:moveTo>
                <a:cubicBezTo>
                  <a:pt x="66836" y="45185"/>
                  <a:pt x="65582" y="40445"/>
                  <a:pt x="63074" y="36572"/>
                </a:cubicBezTo>
                <a:cubicBezTo>
                  <a:pt x="60566" y="32699"/>
                  <a:pt x="56361" y="29914"/>
                  <a:pt x="50459" y="28217"/>
                </a:cubicBezTo>
                <a:cubicBezTo>
                  <a:pt x="48615" y="27701"/>
                  <a:pt x="46531" y="27332"/>
                  <a:pt x="44207" y="27111"/>
                </a:cubicBezTo>
                <a:cubicBezTo>
                  <a:pt x="41883" y="26889"/>
                  <a:pt x="38840" y="26779"/>
                  <a:pt x="35078" y="26779"/>
                </a:cubicBezTo>
                <a:lnTo>
                  <a:pt x="19033" y="26779"/>
                </a:lnTo>
                <a:lnTo>
                  <a:pt x="19033" y="75025"/>
                </a:lnTo>
                <a:lnTo>
                  <a:pt x="37623" y="75025"/>
                </a:lnTo>
                <a:cubicBezTo>
                  <a:pt x="42639" y="75025"/>
                  <a:pt x="46973" y="74416"/>
                  <a:pt x="50625" y="73199"/>
                </a:cubicBezTo>
                <a:cubicBezTo>
                  <a:pt x="54277" y="71982"/>
                  <a:pt x="57320" y="70285"/>
                  <a:pt x="59754" y="68109"/>
                </a:cubicBezTo>
                <a:cubicBezTo>
                  <a:pt x="62189" y="65933"/>
                  <a:pt x="63978" y="63369"/>
                  <a:pt x="65121" y="60418"/>
                </a:cubicBezTo>
                <a:cubicBezTo>
                  <a:pt x="66264" y="57467"/>
                  <a:pt x="66836" y="54258"/>
                  <a:pt x="66836" y="50791"/>
                </a:cubicBezTo>
                <a:close/>
                <a:moveTo>
                  <a:pt x="202312" y="97377"/>
                </a:moveTo>
                <a:cubicBezTo>
                  <a:pt x="202312" y="100254"/>
                  <a:pt x="201592" y="102301"/>
                  <a:pt x="200154" y="103519"/>
                </a:cubicBezTo>
                <a:cubicBezTo>
                  <a:pt x="198715" y="104736"/>
                  <a:pt x="197074" y="105345"/>
                  <a:pt x="195230" y="105345"/>
                </a:cubicBezTo>
                <a:lnTo>
                  <a:pt x="129943" y="105345"/>
                </a:lnTo>
                <a:cubicBezTo>
                  <a:pt x="129943" y="110893"/>
                  <a:pt x="130496" y="115888"/>
                  <a:pt x="131602" y="120328"/>
                </a:cubicBezTo>
                <a:cubicBezTo>
                  <a:pt x="132709" y="124768"/>
                  <a:pt x="134553" y="128579"/>
                  <a:pt x="137135" y="131760"/>
                </a:cubicBezTo>
                <a:cubicBezTo>
                  <a:pt x="139717" y="134942"/>
                  <a:pt x="143074" y="137384"/>
                  <a:pt x="147205" y="139088"/>
                </a:cubicBezTo>
                <a:cubicBezTo>
                  <a:pt x="151336" y="140789"/>
                  <a:pt x="156389" y="141640"/>
                  <a:pt x="162365" y="141640"/>
                </a:cubicBezTo>
                <a:cubicBezTo>
                  <a:pt x="167086" y="141640"/>
                  <a:pt x="171291" y="141252"/>
                  <a:pt x="174980" y="140478"/>
                </a:cubicBezTo>
                <a:cubicBezTo>
                  <a:pt x="178668" y="139703"/>
                  <a:pt x="181859" y="138836"/>
                  <a:pt x="184551" y="137877"/>
                </a:cubicBezTo>
                <a:cubicBezTo>
                  <a:pt x="187244" y="136918"/>
                  <a:pt x="189457" y="136052"/>
                  <a:pt x="191191" y="135277"/>
                </a:cubicBezTo>
                <a:cubicBezTo>
                  <a:pt x="192924" y="134502"/>
                  <a:pt x="194234" y="134115"/>
                  <a:pt x="195119" y="134115"/>
                </a:cubicBezTo>
                <a:cubicBezTo>
                  <a:pt x="195635" y="134115"/>
                  <a:pt x="196096" y="134244"/>
                  <a:pt x="196502" y="134502"/>
                </a:cubicBezTo>
                <a:cubicBezTo>
                  <a:pt x="196908" y="134761"/>
                  <a:pt x="197221" y="135148"/>
                  <a:pt x="197443" y="135664"/>
                </a:cubicBezTo>
                <a:cubicBezTo>
                  <a:pt x="197664" y="136181"/>
                  <a:pt x="197830" y="136900"/>
                  <a:pt x="197941" y="137822"/>
                </a:cubicBezTo>
                <a:cubicBezTo>
                  <a:pt x="198051" y="138744"/>
                  <a:pt x="198107" y="139869"/>
                  <a:pt x="198107" y="141197"/>
                </a:cubicBezTo>
                <a:cubicBezTo>
                  <a:pt x="198107" y="142156"/>
                  <a:pt x="198070" y="142986"/>
                  <a:pt x="197996" y="143687"/>
                </a:cubicBezTo>
                <a:cubicBezTo>
                  <a:pt x="197922" y="144388"/>
                  <a:pt x="197830" y="145015"/>
                  <a:pt x="197719" y="145568"/>
                </a:cubicBezTo>
                <a:cubicBezTo>
                  <a:pt x="197609" y="146121"/>
                  <a:pt x="197424" y="146619"/>
                  <a:pt x="197166" y="147062"/>
                </a:cubicBezTo>
                <a:cubicBezTo>
                  <a:pt x="196908" y="147504"/>
                  <a:pt x="196576" y="147929"/>
                  <a:pt x="196170" y="148334"/>
                </a:cubicBezTo>
                <a:cubicBezTo>
                  <a:pt x="195764" y="148740"/>
                  <a:pt x="194566" y="149404"/>
                  <a:pt x="192574" y="150326"/>
                </a:cubicBezTo>
                <a:cubicBezTo>
                  <a:pt x="190582" y="151248"/>
                  <a:pt x="188000" y="152152"/>
                  <a:pt x="184828" y="153037"/>
                </a:cubicBezTo>
                <a:cubicBezTo>
                  <a:pt x="181656" y="153922"/>
                  <a:pt x="177986" y="154716"/>
                  <a:pt x="173818" y="155416"/>
                </a:cubicBezTo>
                <a:cubicBezTo>
                  <a:pt x="169650" y="156117"/>
                  <a:pt x="165205" y="156468"/>
                  <a:pt x="160484" y="156468"/>
                </a:cubicBezTo>
                <a:cubicBezTo>
                  <a:pt x="152295" y="156468"/>
                  <a:pt x="145121" y="155323"/>
                  <a:pt x="138961" y="153034"/>
                </a:cubicBezTo>
                <a:cubicBezTo>
                  <a:pt x="132801" y="150745"/>
                  <a:pt x="127619" y="147348"/>
                  <a:pt x="123414" y="142843"/>
                </a:cubicBezTo>
                <a:cubicBezTo>
                  <a:pt x="119209" y="138338"/>
                  <a:pt x="116037" y="132689"/>
                  <a:pt x="113897" y="125895"/>
                </a:cubicBezTo>
                <a:cubicBezTo>
                  <a:pt x="111758" y="119102"/>
                  <a:pt x="110688" y="111200"/>
                  <a:pt x="110688" y="102191"/>
                </a:cubicBezTo>
                <a:cubicBezTo>
                  <a:pt x="110688" y="93624"/>
                  <a:pt x="111795" y="85926"/>
                  <a:pt x="114008" y="79095"/>
                </a:cubicBezTo>
                <a:cubicBezTo>
                  <a:pt x="116221" y="72264"/>
                  <a:pt x="119412" y="66467"/>
                  <a:pt x="123580" y="61705"/>
                </a:cubicBezTo>
                <a:cubicBezTo>
                  <a:pt x="127748" y="56942"/>
                  <a:pt x="132783" y="53287"/>
                  <a:pt x="138684" y="50739"/>
                </a:cubicBezTo>
                <a:cubicBezTo>
                  <a:pt x="144586" y="48192"/>
                  <a:pt x="151188" y="46918"/>
                  <a:pt x="158492" y="46918"/>
                </a:cubicBezTo>
                <a:cubicBezTo>
                  <a:pt x="166311" y="46918"/>
                  <a:pt x="172969" y="48172"/>
                  <a:pt x="178465" y="50680"/>
                </a:cubicBezTo>
                <a:cubicBezTo>
                  <a:pt x="183961" y="53189"/>
                  <a:pt x="188480" y="56564"/>
                  <a:pt x="192021" y="60805"/>
                </a:cubicBezTo>
                <a:cubicBezTo>
                  <a:pt x="195562" y="65047"/>
                  <a:pt x="198162" y="70027"/>
                  <a:pt x="199822" y="75744"/>
                </a:cubicBezTo>
                <a:cubicBezTo>
                  <a:pt x="201482" y="81461"/>
                  <a:pt x="202312" y="87566"/>
                  <a:pt x="202312" y="94058"/>
                </a:cubicBezTo>
                <a:lnTo>
                  <a:pt x="202312" y="97377"/>
                </a:lnTo>
                <a:moveTo>
                  <a:pt x="183943" y="91955"/>
                </a:moveTo>
                <a:cubicBezTo>
                  <a:pt x="184164" y="82365"/>
                  <a:pt x="182043" y="74840"/>
                  <a:pt x="177580" y="69381"/>
                </a:cubicBezTo>
                <a:cubicBezTo>
                  <a:pt x="173117" y="63922"/>
                  <a:pt x="166496" y="61193"/>
                  <a:pt x="157717" y="61193"/>
                </a:cubicBezTo>
                <a:cubicBezTo>
                  <a:pt x="153217" y="61193"/>
                  <a:pt x="149270" y="62041"/>
                  <a:pt x="145877" y="63738"/>
                </a:cubicBezTo>
                <a:cubicBezTo>
                  <a:pt x="142484" y="65435"/>
                  <a:pt x="139643" y="67685"/>
                  <a:pt x="137356" y="70488"/>
                </a:cubicBezTo>
                <a:cubicBezTo>
                  <a:pt x="135070" y="73291"/>
                  <a:pt x="133299" y="76556"/>
                  <a:pt x="132045" y="80281"/>
                </a:cubicBezTo>
                <a:cubicBezTo>
                  <a:pt x="130791" y="84006"/>
                  <a:pt x="130090" y="87898"/>
                  <a:pt x="129943" y="91955"/>
                </a:cubicBezTo>
                <a:lnTo>
                  <a:pt x="183943" y="91955"/>
                </a:lnTo>
                <a:close/>
                <a:moveTo>
                  <a:pt x="292707" y="124457"/>
                </a:moveTo>
                <a:cubicBezTo>
                  <a:pt x="292707" y="129552"/>
                  <a:pt x="291766" y="134093"/>
                  <a:pt x="289885" y="138081"/>
                </a:cubicBezTo>
                <a:cubicBezTo>
                  <a:pt x="288004" y="142067"/>
                  <a:pt x="285330" y="145427"/>
                  <a:pt x="281863" y="148161"/>
                </a:cubicBezTo>
                <a:cubicBezTo>
                  <a:pt x="278395" y="150893"/>
                  <a:pt x="274264" y="152960"/>
                  <a:pt x="269469" y="154362"/>
                </a:cubicBezTo>
                <a:cubicBezTo>
                  <a:pt x="264674" y="155766"/>
                  <a:pt x="259399" y="156468"/>
                  <a:pt x="253645" y="156468"/>
                </a:cubicBezTo>
                <a:cubicBezTo>
                  <a:pt x="250104" y="156468"/>
                  <a:pt x="246729" y="156191"/>
                  <a:pt x="243520" y="155638"/>
                </a:cubicBezTo>
                <a:cubicBezTo>
                  <a:pt x="240311" y="155084"/>
                  <a:pt x="237434" y="154384"/>
                  <a:pt x="234889" y="153535"/>
                </a:cubicBezTo>
                <a:cubicBezTo>
                  <a:pt x="232344" y="152687"/>
                  <a:pt x="230186" y="151802"/>
                  <a:pt x="228416" y="150879"/>
                </a:cubicBezTo>
                <a:cubicBezTo>
                  <a:pt x="226645" y="149957"/>
                  <a:pt x="225354" y="149127"/>
                  <a:pt x="224543" y="148390"/>
                </a:cubicBezTo>
                <a:cubicBezTo>
                  <a:pt x="223731" y="147652"/>
                  <a:pt x="223141" y="146619"/>
                  <a:pt x="222772" y="145291"/>
                </a:cubicBezTo>
                <a:cubicBezTo>
                  <a:pt x="222403" y="143963"/>
                  <a:pt x="222219" y="142156"/>
                  <a:pt x="222219" y="139869"/>
                </a:cubicBezTo>
                <a:cubicBezTo>
                  <a:pt x="222219" y="138468"/>
                  <a:pt x="222293" y="137287"/>
                  <a:pt x="222440" y="136328"/>
                </a:cubicBezTo>
                <a:cubicBezTo>
                  <a:pt x="222588" y="135369"/>
                  <a:pt x="222772" y="134595"/>
                  <a:pt x="222994" y="134004"/>
                </a:cubicBezTo>
                <a:cubicBezTo>
                  <a:pt x="223215" y="133414"/>
                  <a:pt x="223528" y="132990"/>
                  <a:pt x="223934" y="132732"/>
                </a:cubicBezTo>
                <a:cubicBezTo>
                  <a:pt x="224340" y="132474"/>
                  <a:pt x="224801" y="132345"/>
                  <a:pt x="225317" y="132345"/>
                </a:cubicBezTo>
                <a:cubicBezTo>
                  <a:pt x="226129" y="132345"/>
                  <a:pt x="227328" y="132843"/>
                  <a:pt x="228914" y="133838"/>
                </a:cubicBezTo>
                <a:cubicBezTo>
                  <a:pt x="230500" y="134834"/>
                  <a:pt x="232455" y="135922"/>
                  <a:pt x="234779" y="137103"/>
                </a:cubicBezTo>
                <a:cubicBezTo>
                  <a:pt x="237102" y="138283"/>
                  <a:pt x="239850" y="139371"/>
                  <a:pt x="243022" y="140367"/>
                </a:cubicBezTo>
                <a:cubicBezTo>
                  <a:pt x="246195" y="141363"/>
                  <a:pt x="249846" y="141861"/>
                  <a:pt x="253977" y="141861"/>
                </a:cubicBezTo>
                <a:cubicBezTo>
                  <a:pt x="257076" y="141861"/>
                  <a:pt x="259879" y="141529"/>
                  <a:pt x="262387" y="140865"/>
                </a:cubicBezTo>
                <a:cubicBezTo>
                  <a:pt x="264895" y="140199"/>
                  <a:pt x="267072" y="139219"/>
                  <a:pt x="268916" y="137926"/>
                </a:cubicBezTo>
                <a:cubicBezTo>
                  <a:pt x="270760" y="136632"/>
                  <a:pt x="272180" y="134988"/>
                  <a:pt x="273176" y="132991"/>
                </a:cubicBezTo>
                <a:cubicBezTo>
                  <a:pt x="274172" y="130995"/>
                  <a:pt x="274670" y="128630"/>
                  <a:pt x="274670" y="125895"/>
                </a:cubicBezTo>
                <a:cubicBezTo>
                  <a:pt x="274670" y="123090"/>
                  <a:pt x="273951" y="120727"/>
                  <a:pt x="272512" y="118807"/>
                </a:cubicBezTo>
                <a:cubicBezTo>
                  <a:pt x="271074" y="116886"/>
                  <a:pt x="269174" y="115188"/>
                  <a:pt x="266813" y="113713"/>
                </a:cubicBezTo>
                <a:cubicBezTo>
                  <a:pt x="264453" y="112235"/>
                  <a:pt x="261797" y="110925"/>
                  <a:pt x="258846" y="109781"/>
                </a:cubicBezTo>
                <a:cubicBezTo>
                  <a:pt x="255895" y="108635"/>
                  <a:pt x="252852" y="107435"/>
                  <a:pt x="249717" y="106181"/>
                </a:cubicBezTo>
                <a:cubicBezTo>
                  <a:pt x="246582" y="104925"/>
                  <a:pt x="243520" y="103503"/>
                  <a:pt x="240533" y="101914"/>
                </a:cubicBezTo>
                <a:cubicBezTo>
                  <a:pt x="237545" y="100326"/>
                  <a:pt x="234871" y="98387"/>
                  <a:pt x="232510" y="96098"/>
                </a:cubicBezTo>
                <a:cubicBezTo>
                  <a:pt x="230149" y="93809"/>
                  <a:pt x="228250" y="91077"/>
                  <a:pt x="226811" y="87902"/>
                </a:cubicBezTo>
                <a:cubicBezTo>
                  <a:pt x="225373" y="84728"/>
                  <a:pt x="224653" y="80925"/>
                  <a:pt x="224653" y="76494"/>
                </a:cubicBezTo>
                <a:cubicBezTo>
                  <a:pt x="224653" y="72580"/>
                  <a:pt x="225410" y="68833"/>
                  <a:pt x="226922" y="65252"/>
                </a:cubicBezTo>
                <a:cubicBezTo>
                  <a:pt x="228434" y="61670"/>
                  <a:pt x="230703" y="58531"/>
                  <a:pt x="233727" y="55836"/>
                </a:cubicBezTo>
                <a:cubicBezTo>
                  <a:pt x="236752" y="53139"/>
                  <a:pt x="240533" y="50979"/>
                  <a:pt x="245070" y="49356"/>
                </a:cubicBezTo>
                <a:cubicBezTo>
                  <a:pt x="249606" y="47731"/>
                  <a:pt x="254899" y="46918"/>
                  <a:pt x="260949" y="46918"/>
                </a:cubicBezTo>
                <a:cubicBezTo>
                  <a:pt x="263604" y="46918"/>
                  <a:pt x="266260" y="47143"/>
                  <a:pt x="268916" y="47592"/>
                </a:cubicBezTo>
                <a:cubicBezTo>
                  <a:pt x="271572" y="48042"/>
                  <a:pt x="273969" y="48603"/>
                  <a:pt x="276109" y="49276"/>
                </a:cubicBezTo>
                <a:cubicBezTo>
                  <a:pt x="278248" y="49950"/>
                  <a:pt x="280074" y="50679"/>
                  <a:pt x="281586" y="51465"/>
                </a:cubicBezTo>
                <a:cubicBezTo>
                  <a:pt x="283098" y="52252"/>
                  <a:pt x="284242" y="52944"/>
                  <a:pt x="285016" y="53544"/>
                </a:cubicBezTo>
                <a:cubicBezTo>
                  <a:pt x="285791" y="54143"/>
                  <a:pt x="286307" y="54664"/>
                  <a:pt x="286566" y="55107"/>
                </a:cubicBezTo>
                <a:cubicBezTo>
                  <a:pt x="286824" y="55549"/>
                  <a:pt x="287008" y="56047"/>
                  <a:pt x="287119" y="56601"/>
                </a:cubicBezTo>
                <a:cubicBezTo>
                  <a:pt x="287229" y="57154"/>
                  <a:pt x="287340" y="57836"/>
                  <a:pt x="287451" y="58648"/>
                </a:cubicBezTo>
                <a:cubicBezTo>
                  <a:pt x="287561" y="59459"/>
                  <a:pt x="287617" y="60455"/>
                  <a:pt x="287617" y="61635"/>
                </a:cubicBezTo>
                <a:cubicBezTo>
                  <a:pt x="287617" y="62889"/>
                  <a:pt x="287561" y="63978"/>
                  <a:pt x="287451" y="64900"/>
                </a:cubicBezTo>
                <a:cubicBezTo>
                  <a:pt x="287340" y="65822"/>
                  <a:pt x="287156" y="66578"/>
                  <a:pt x="286897" y="67168"/>
                </a:cubicBezTo>
                <a:cubicBezTo>
                  <a:pt x="286639" y="67758"/>
                  <a:pt x="286326" y="68183"/>
                  <a:pt x="285957" y="68441"/>
                </a:cubicBezTo>
                <a:cubicBezTo>
                  <a:pt x="285588" y="68699"/>
                  <a:pt x="285182" y="68828"/>
                  <a:pt x="284740" y="68828"/>
                </a:cubicBezTo>
                <a:cubicBezTo>
                  <a:pt x="284076" y="68828"/>
                  <a:pt x="283117" y="68417"/>
                  <a:pt x="281863" y="67594"/>
                </a:cubicBezTo>
                <a:cubicBezTo>
                  <a:pt x="280609" y="66771"/>
                  <a:pt x="278986" y="65891"/>
                  <a:pt x="276994" y="64955"/>
                </a:cubicBezTo>
                <a:cubicBezTo>
                  <a:pt x="275002" y="64019"/>
                  <a:pt x="272660" y="63140"/>
                  <a:pt x="269967" y="62317"/>
                </a:cubicBezTo>
                <a:cubicBezTo>
                  <a:pt x="267274" y="61494"/>
                  <a:pt x="264195" y="61082"/>
                  <a:pt x="260727" y="61082"/>
                </a:cubicBezTo>
                <a:cubicBezTo>
                  <a:pt x="257629" y="61082"/>
                  <a:pt x="254899" y="61434"/>
                  <a:pt x="252539" y="62137"/>
                </a:cubicBezTo>
                <a:cubicBezTo>
                  <a:pt x="250178" y="62838"/>
                  <a:pt x="248242" y="63835"/>
                  <a:pt x="246729" y="65128"/>
                </a:cubicBezTo>
                <a:cubicBezTo>
                  <a:pt x="245217" y="66421"/>
                  <a:pt x="244074" y="67955"/>
                  <a:pt x="243299" y="69731"/>
                </a:cubicBezTo>
                <a:cubicBezTo>
                  <a:pt x="242524" y="71503"/>
                  <a:pt x="242137" y="73425"/>
                  <a:pt x="242137" y="75495"/>
                </a:cubicBezTo>
                <a:cubicBezTo>
                  <a:pt x="242137" y="78374"/>
                  <a:pt x="242875" y="80793"/>
                  <a:pt x="244350" y="82750"/>
                </a:cubicBezTo>
                <a:cubicBezTo>
                  <a:pt x="245826" y="84707"/>
                  <a:pt x="247744" y="86425"/>
                  <a:pt x="250104" y="87902"/>
                </a:cubicBezTo>
                <a:cubicBezTo>
                  <a:pt x="252465" y="89378"/>
                  <a:pt x="255158" y="90707"/>
                  <a:pt x="258182" y="91889"/>
                </a:cubicBezTo>
                <a:cubicBezTo>
                  <a:pt x="261207" y="93070"/>
                  <a:pt x="264287" y="94288"/>
                  <a:pt x="267422" y="95545"/>
                </a:cubicBezTo>
                <a:cubicBezTo>
                  <a:pt x="270557" y="96799"/>
                  <a:pt x="273656" y="98201"/>
                  <a:pt x="276717" y="99753"/>
                </a:cubicBezTo>
                <a:cubicBezTo>
                  <a:pt x="279779" y="101304"/>
                  <a:pt x="282490" y="103188"/>
                  <a:pt x="284850" y="105403"/>
                </a:cubicBezTo>
                <a:cubicBezTo>
                  <a:pt x="287211" y="107619"/>
                  <a:pt x="289111" y="110278"/>
                  <a:pt x="290549" y="113381"/>
                </a:cubicBezTo>
                <a:cubicBezTo>
                  <a:pt x="291988" y="116482"/>
                  <a:pt x="292707" y="120174"/>
                  <a:pt x="292707" y="124457"/>
                </a:cubicBezTo>
                <a:close/>
                <a:moveTo>
                  <a:pt x="411415" y="100642"/>
                </a:moveTo>
                <a:cubicBezTo>
                  <a:pt x="411415" y="108763"/>
                  <a:pt x="410345" y="116240"/>
                  <a:pt x="408206" y="123070"/>
                </a:cubicBezTo>
                <a:cubicBezTo>
                  <a:pt x="406067" y="129901"/>
                  <a:pt x="402876" y="135791"/>
                  <a:pt x="398634" y="140741"/>
                </a:cubicBezTo>
                <a:cubicBezTo>
                  <a:pt x="394392" y="145688"/>
                  <a:pt x="389081" y="149546"/>
                  <a:pt x="382700" y="152315"/>
                </a:cubicBezTo>
                <a:cubicBezTo>
                  <a:pt x="376319" y="155083"/>
                  <a:pt x="368923" y="156468"/>
                  <a:pt x="360513" y="156468"/>
                </a:cubicBezTo>
                <a:cubicBezTo>
                  <a:pt x="352325" y="156468"/>
                  <a:pt x="345187" y="155249"/>
                  <a:pt x="339101" y="152812"/>
                </a:cubicBezTo>
                <a:cubicBezTo>
                  <a:pt x="333015" y="150376"/>
                  <a:pt x="327943" y="146831"/>
                  <a:pt x="323886" y="142179"/>
                </a:cubicBezTo>
                <a:cubicBezTo>
                  <a:pt x="319829" y="137527"/>
                  <a:pt x="316804" y="131878"/>
                  <a:pt x="314812" y="125231"/>
                </a:cubicBezTo>
                <a:cubicBezTo>
                  <a:pt x="312821" y="118585"/>
                  <a:pt x="311825" y="111053"/>
                  <a:pt x="311825" y="102633"/>
                </a:cubicBezTo>
                <a:cubicBezTo>
                  <a:pt x="311825" y="94512"/>
                  <a:pt x="312876" y="87036"/>
                  <a:pt x="314978" y="80205"/>
                </a:cubicBezTo>
                <a:cubicBezTo>
                  <a:pt x="317081" y="73374"/>
                  <a:pt x="320253" y="67485"/>
                  <a:pt x="324495" y="62538"/>
                </a:cubicBezTo>
                <a:cubicBezTo>
                  <a:pt x="328737" y="57588"/>
                  <a:pt x="334030" y="53748"/>
                  <a:pt x="340374" y="51016"/>
                </a:cubicBezTo>
                <a:cubicBezTo>
                  <a:pt x="346718" y="48284"/>
                  <a:pt x="354132" y="46918"/>
                  <a:pt x="362616" y="46918"/>
                </a:cubicBezTo>
                <a:cubicBezTo>
                  <a:pt x="370804" y="46918"/>
                  <a:pt x="377942" y="48137"/>
                  <a:pt x="384028" y="50573"/>
                </a:cubicBezTo>
                <a:cubicBezTo>
                  <a:pt x="390114" y="53010"/>
                  <a:pt x="395185" y="56554"/>
                  <a:pt x="399243" y="61207"/>
                </a:cubicBezTo>
                <a:cubicBezTo>
                  <a:pt x="403300" y="65859"/>
                  <a:pt x="406343" y="71508"/>
                  <a:pt x="408372" y="78154"/>
                </a:cubicBezTo>
                <a:cubicBezTo>
                  <a:pt x="410401" y="84801"/>
                  <a:pt x="411415" y="92296"/>
                  <a:pt x="411415" y="100642"/>
                </a:cubicBezTo>
                <a:moveTo>
                  <a:pt x="392161" y="101859"/>
                </a:moveTo>
                <a:cubicBezTo>
                  <a:pt x="392161" y="96467"/>
                  <a:pt x="391663" y="91370"/>
                  <a:pt x="390667" y="86568"/>
                </a:cubicBezTo>
                <a:cubicBezTo>
                  <a:pt x="389671" y="81766"/>
                  <a:pt x="388030" y="77555"/>
                  <a:pt x="385743" y="73935"/>
                </a:cubicBezTo>
                <a:cubicBezTo>
                  <a:pt x="383456" y="70316"/>
                  <a:pt x="380358" y="67454"/>
                  <a:pt x="376448" y="65349"/>
                </a:cubicBezTo>
                <a:cubicBezTo>
                  <a:pt x="372538" y="63242"/>
                  <a:pt x="367669" y="62189"/>
                  <a:pt x="361841" y="62189"/>
                </a:cubicBezTo>
                <a:cubicBezTo>
                  <a:pt x="356456" y="62189"/>
                  <a:pt x="351827" y="63149"/>
                  <a:pt x="347954" y="65069"/>
                </a:cubicBezTo>
                <a:cubicBezTo>
                  <a:pt x="344081" y="66990"/>
                  <a:pt x="340890" y="69705"/>
                  <a:pt x="338382" y="73216"/>
                </a:cubicBezTo>
                <a:cubicBezTo>
                  <a:pt x="335874" y="76725"/>
                  <a:pt x="334011" y="80880"/>
                  <a:pt x="332794" y="85682"/>
                </a:cubicBezTo>
                <a:cubicBezTo>
                  <a:pt x="331577" y="90482"/>
                  <a:pt x="330968" y="95727"/>
                  <a:pt x="330968" y="101416"/>
                </a:cubicBezTo>
                <a:cubicBezTo>
                  <a:pt x="330968" y="106882"/>
                  <a:pt x="331466" y="112016"/>
                  <a:pt x="332462" y="116818"/>
                </a:cubicBezTo>
                <a:cubicBezTo>
                  <a:pt x="333458" y="121620"/>
                  <a:pt x="335118" y="125812"/>
                  <a:pt x="337441" y="129395"/>
                </a:cubicBezTo>
                <a:cubicBezTo>
                  <a:pt x="339765" y="132977"/>
                  <a:pt x="342882" y="135822"/>
                  <a:pt x="346792" y="137929"/>
                </a:cubicBezTo>
                <a:cubicBezTo>
                  <a:pt x="350702" y="140034"/>
                  <a:pt x="355571" y="141086"/>
                  <a:pt x="361398" y="141086"/>
                </a:cubicBezTo>
                <a:cubicBezTo>
                  <a:pt x="366710" y="141086"/>
                  <a:pt x="371321" y="140126"/>
                  <a:pt x="375230" y="138206"/>
                </a:cubicBezTo>
                <a:cubicBezTo>
                  <a:pt x="379140" y="136286"/>
                  <a:pt x="382349" y="133589"/>
                  <a:pt x="384858" y="130118"/>
                </a:cubicBezTo>
                <a:cubicBezTo>
                  <a:pt x="387366" y="126643"/>
                  <a:pt x="389210" y="122507"/>
                  <a:pt x="390390" y="117707"/>
                </a:cubicBezTo>
                <a:cubicBezTo>
                  <a:pt x="391571" y="112905"/>
                  <a:pt x="392161" y="107622"/>
                  <a:pt x="392161" y="101859"/>
                </a:cubicBezTo>
                <a:close/>
                <a:moveTo>
                  <a:pt x="456485" y="151485"/>
                </a:moveTo>
                <a:cubicBezTo>
                  <a:pt x="456485" y="152075"/>
                  <a:pt x="456338" y="152574"/>
                  <a:pt x="456043" y="152982"/>
                </a:cubicBezTo>
                <a:cubicBezTo>
                  <a:pt x="455748" y="153388"/>
                  <a:pt x="455268" y="153738"/>
                  <a:pt x="454604" y="154033"/>
                </a:cubicBezTo>
                <a:cubicBezTo>
                  <a:pt x="453940" y="154328"/>
                  <a:pt x="453018" y="154550"/>
                  <a:pt x="451838" y="154697"/>
                </a:cubicBezTo>
                <a:cubicBezTo>
                  <a:pt x="450657" y="154845"/>
                  <a:pt x="449145" y="154918"/>
                  <a:pt x="447301" y="154918"/>
                </a:cubicBezTo>
                <a:cubicBezTo>
                  <a:pt x="445530" y="154918"/>
                  <a:pt x="444055" y="154845"/>
                  <a:pt x="442875" y="154697"/>
                </a:cubicBezTo>
                <a:cubicBezTo>
                  <a:pt x="441694" y="154550"/>
                  <a:pt x="440754" y="154328"/>
                  <a:pt x="440053" y="154033"/>
                </a:cubicBezTo>
                <a:cubicBezTo>
                  <a:pt x="439352" y="153738"/>
                  <a:pt x="438873" y="153388"/>
                  <a:pt x="438614" y="152982"/>
                </a:cubicBezTo>
                <a:cubicBezTo>
                  <a:pt x="438356" y="152574"/>
                  <a:pt x="438227" y="152075"/>
                  <a:pt x="438227" y="151485"/>
                </a:cubicBezTo>
                <a:lnTo>
                  <a:pt x="438227" y="3544"/>
                </a:lnTo>
                <a:cubicBezTo>
                  <a:pt x="438227" y="2954"/>
                  <a:pt x="438356" y="2438"/>
                  <a:pt x="438614" y="1995"/>
                </a:cubicBezTo>
                <a:cubicBezTo>
                  <a:pt x="438873" y="1550"/>
                  <a:pt x="439352" y="1180"/>
                  <a:pt x="440053" y="885"/>
                </a:cubicBezTo>
                <a:cubicBezTo>
                  <a:pt x="440754" y="590"/>
                  <a:pt x="441694" y="369"/>
                  <a:pt x="442875" y="221"/>
                </a:cubicBezTo>
                <a:cubicBezTo>
                  <a:pt x="444055" y="74"/>
                  <a:pt x="445530" y="0"/>
                  <a:pt x="447301" y="0"/>
                </a:cubicBezTo>
                <a:cubicBezTo>
                  <a:pt x="449145" y="0"/>
                  <a:pt x="450657" y="74"/>
                  <a:pt x="451838" y="221"/>
                </a:cubicBezTo>
                <a:cubicBezTo>
                  <a:pt x="453018" y="369"/>
                  <a:pt x="453940" y="590"/>
                  <a:pt x="454604" y="885"/>
                </a:cubicBezTo>
                <a:cubicBezTo>
                  <a:pt x="455268" y="1180"/>
                  <a:pt x="455748" y="1550"/>
                  <a:pt x="456043" y="1995"/>
                </a:cubicBezTo>
                <a:cubicBezTo>
                  <a:pt x="456338" y="2438"/>
                  <a:pt x="456485" y="2954"/>
                  <a:pt x="456485" y="3544"/>
                </a:cubicBezTo>
                <a:lnTo>
                  <a:pt x="456485" y="151485"/>
                </a:lnTo>
                <a:close/>
                <a:moveTo>
                  <a:pt x="570881" y="51676"/>
                </a:moveTo>
                <a:cubicBezTo>
                  <a:pt x="570881" y="51971"/>
                  <a:pt x="570863" y="52285"/>
                  <a:pt x="570826" y="52617"/>
                </a:cubicBezTo>
                <a:cubicBezTo>
                  <a:pt x="570789" y="52949"/>
                  <a:pt x="570734" y="53299"/>
                  <a:pt x="570660" y="53668"/>
                </a:cubicBezTo>
                <a:cubicBezTo>
                  <a:pt x="570586" y="54037"/>
                  <a:pt x="570494" y="54443"/>
                  <a:pt x="570383" y="54885"/>
                </a:cubicBezTo>
                <a:cubicBezTo>
                  <a:pt x="570272" y="55328"/>
                  <a:pt x="570143" y="55808"/>
                  <a:pt x="569996" y="56324"/>
                </a:cubicBezTo>
                <a:lnTo>
                  <a:pt x="536024" y="150935"/>
                </a:lnTo>
                <a:cubicBezTo>
                  <a:pt x="535729" y="151746"/>
                  <a:pt x="535342" y="152410"/>
                  <a:pt x="534863" y="152927"/>
                </a:cubicBezTo>
                <a:cubicBezTo>
                  <a:pt x="534383" y="153443"/>
                  <a:pt x="533664" y="153849"/>
                  <a:pt x="532705" y="154144"/>
                </a:cubicBezTo>
                <a:cubicBezTo>
                  <a:pt x="531746" y="154439"/>
                  <a:pt x="530529" y="154642"/>
                  <a:pt x="529053" y="154752"/>
                </a:cubicBezTo>
                <a:cubicBezTo>
                  <a:pt x="527578" y="154863"/>
                  <a:pt x="525733" y="154918"/>
                  <a:pt x="523520" y="154918"/>
                </a:cubicBezTo>
                <a:cubicBezTo>
                  <a:pt x="521307" y="154918"/>
                  <a:pt x="519463" y="154845"/>
                  <a:pt x="517988" y="154697"/>
                </a:cubicBezTo>
                <a:cubicBezTo>
                  <a:pt x="516512" y="154550"/>
                  <a:pt x="515313" y="154328"/>
                  <a:pt x="514391" y="154033"/>
                </a:cubicBezTo>
                <a:cubicBezTo>
                  <a:pt x="513469" y="153738"/>
                  <a:pt x="512750" y="153332"/>
                  <a:pt x="512233" y="152816"/>
                </a:cubicBezTo>
                <a:cubicBezTo>
                  <a:pt x="511717" y="152300"/>
                  <a:pt x="511311" y="151672"/>
                  <a:pt x="511016" y="150935"/>
                </a:cubicBezTo>
                <a:lnTo>
                  <a:pt x="477155" y="56324"/>
                </a:lnTo>
                <a:cubicBezTo>
                  <a:pt x="476860" y="55439"/>
                  <a:pt x="476621" y="54664"/>
                  <a:pt x="476436" y="54000"/>
                </a:cubicBezTo>
                <a:cubicBezTo>
                  <a:pt x="476252" y="53336"/>
                  <a:pt x="476141" y="52838"/>
                  <a:pt x="476104" y="52506"/>
                </a:cubicBezTo>
                <a:cubicBezTo>
                  <a:pt x="476067" y="52174"/>
                  <a:pt x="476049" y="51898"/>
                  <a:pt x="476049" y="51676"/>
                </a:cubicBezTo>
                <a:cubicBezTo>
                  <a:pt x="476049" y="51086"/>
                  <a:pt x="476196" y="50570"/>
                  <a:pt x="476492" y="50127"/>
                </a:cubicBezTo>
                <a:cubicBezTo>
                  <a:pt x="476787" y="49685"/>
                  <a:pt x="477285" y="49334"/>
                  <a:pt x="477985" y="49076"/>
                </a:cubicBezTo>
                <a:cubicBezTo>
                  <a:pt x="478686" y="48818"/>
                  <a:pt x="479608" y="48652"/>
                  <a:pt x="480752" y="48578"/>
                </a:cubicBezTo>
                <a:cubicBezTo>
                  <a:pt x="481895" y="48504"/>
                  <a:pt x="483315" y="48467"/>
                  <a:pt x="485012" y="48467"/>
                </a:cubicBezTo>
                <a:cubicBezTo>
                  <a:pt x="487151" y="48467"/>
                  <a:pt x="488867" y="48523"/>
                  <a:pt x="490158" y="48633"/>
                </a:cubicBezTo>
                <a:cubicBezTo>
                  <a:pt x="491449" y="48744"/>
                  <a:pt x="492444" y="48947"/>
                  <a:pt x="493145" y="49242"/>
                </a:cubicBezTo>
                <a:cubicBezTo>
                  <a:pt x="493846" y="49537"/>
                  <a:pt x="494362" y="49906"/>
                  <a:pt x="494694" y="50348"/>
                </a:cubicBezTo>
                <a:cubicBezTo>
                  <a:pt x="495026" y="50791"/>
                  <a:pt x="495340" y="51344"/>
                  <a:pt x="495635" y="52008"/>
                </a:cubicBezTo>
                <a:lnTo>
                  <a:pt x="523742" y="134115"/>
                </a:lnTo>
                <a:lnTo>
                  <a:pt x="524184" y="135443"/>
                </a:lnTo>
                <a:lnTo>
                  <a:pt x="524516" y="134115"/>
                </a:lnTo>
                <a:lnTo>
                  <a:pt x="552291" y="52008"/>
                </a:lnTo>
                <a:cubicBezTo>
                  <a:pt x="552438" y="51344"/>
                  <a:pt x="552697" y="50791"/>
                  <a:pt x="553065" y="50348"/>
                </a:cubicBezTo>
                <a:cubicBezTo>
                  <a:pt x="553434" y="49906"/>
                  <a:pt x="553969" y="49537"/>
                  <a:pt x="554670" y="49242"/>
                </a:cubicBezTo>
                <a:cubicBezTo>
                  <a:pt x="555371" y="48947"/>
                  <a:pt x="556330" y="48744"/>
                  <a:pt x="557547" y="48633"/>
                </a:cubicBezTo>
                <a:cubicBezTo>
                  <a:pt x="558764" y="48523"/>
                  <a:pt x="560369" y="48467"/>
                  <a:pt x="562361" y="48467"/>
                </a:cubicBezTo>
                <a:cubicBezTo>
                  <a:pt x="564057" y="48467"/>
                  <a:pt x="565459" y="48504"/>
                  <a:pt x="566565" y="48578"/>
                </a:cubicBezTo>
                <a:cubicBezTo>
                  <a:pt x="567672" y="48652"/>
                  <a:pt x="568539" y="48836"/>
                  <a:pt x="569166" y="49131"/>
                </a:cubicBezTo>
                <a:cubicBezTo>
                  <a:pt x="569793" y="49426"/>
                  <a:pt x="570236" y="49777"/>
                  <a:pt x="570494" y="50182"/>
                </a:cubicBezTo>
                <a:cubicBezTo>
                  <a:pt x="570752" y="50588"/>
                  <a:pt x="570881" y="51086"/>
                  <a:pt x="570881" y="51676"/>
                </a:cubicBezTo>
                <a:close/>
                <a:moveTo>
                  <a:pt x="673235" y="97377"/>
                </a:moveTo>
                <a:cubicBezTo>
                  <a:pt x="673235" y="100254"/>
                  <a:pt x="672516" y="102301"/>
                  <a:pt x="671078" y="103519"/>
                </a:cubicBezTo>
                <a:cubicBezTo>
                  <a:pt x="669639" y="104736"/>
                  <a:pt x="667998" y="105345"/>
                  <a:pt x="666153" y="105345"/>
                </a:cubicBezTo>
                <a:lnTo>
                  <a:pt x="600866" y="105345"/>
                </a:lnTo>
                <a:cubicBezTo>
                  <a:pt x="600866" y="110893"/>
                  <a:pt x="601420" y="115888"/>
                  <a:pt x="602526" y="120328"/>
                </a:cubicBezTo>
                <a:cubicBezTo>
                  <a:pt x="603633" y="124768"/>
                  <a:pt x="605477" y="128579"/>
                  <a:pt x="608059" y="131760"/>
                </a:cubicBezTo>
                <a:cubicBezTo>
                  <a:pt x="610641" y="134942"/>
                  <a:pt x="613998" y="137384"/>
                  <a:pt x="618129" y="139088"/>
                </a:cubicBezTo>
                <a:cubicBezTo>
                  <a:pt x="622260" y="140789"/>
                  <a:pt x="627313" y="141640"/>
                  <a:pt x="633289" y="141640"/>
                </a:cubicBezTo>
                <a:cubicBezTo>
                  <a:pt x="638010" y="141640"/>
                  <a:pt x="642215" y="141252"/>
                  <a:pt x="645903" y="140478"/>
                </a:cubicBezTo>
                <a:cubicBezTo>
                  <a:pt x="649592" y="139703"/>
                  <a:pt x="652782" y="138836"/>
                  <a:pt x="655475" y="137877"/>
                </a:cubicBezTo>
                <a:cubicBezTo>
                  <a:pt x="658168" y="136918"/>
                  <a:pt x="660381" y="136052"/>
                  <a:pt x="662114" y="135277"/>
                </a:cubicBezTo>
                <a:cubicBezTo>
                  <a:pt x="663848" y="134502"/>
                  <a:pt x="665157" y="134115"/>
                  <a:pt x="666043" y="134115"/>
                </a:cubicBezTo>
                <a:cubicBezTo>
                  <a:pt x="666559" y="134115"/>
                  <a:pt x="667020" y="134244"/>
                  <a:pt x="667426" y="134502"/>
                </a:cubicBezTo>
                <a:cubicBezTo>
                  <a:pt x="667832" y="134761"/>
                  <a:pt x="668145" y="135148"/>
                  <a:pt x="668366" y="135664"/>
                </a:cubicBezTo>
                <a:cubicBezTo>
                  <a:pt x="668588" y="136181"/>
                  <a:pt x="668754" y="136900"/>
                  <a:pt x="668864" y="137822"/>
                </a:cubicBezTo>
                <a:cubicBezTo>
                  <a:pt x="668975" y="138744"/>
                  <a:pt x="669030" y="139869"/>
                  <a:pt x="669030" y="141197"/>
                </a:cubicBezTo>
                <a:cubicBezTo>
                  <a:pt x="669030" y="142156"/>
                  <a:pt x="668994" y="142986"/>
                  <a:pt x="668920" y="143687"/>
                </a:cubicBezTo>
                <a:cubicBezTo>
                  <a:pt x="668846" y="144388"/>
                  <a:pt x="668754" y="145015"/>
                  <a:pt x="668643" y="145568"/>
                </a:cubicBezTo>
                <a:cubicBezTo>
                  <a:pt x="668532" y="146121"/>
                  <a:pt x="668348" y="146619"/>
                  <a:pt x="668090" y="147062"/>
                </a:cubicBezTo>
                <a:cubicBezTo>
                  <a:pt x="667832" y="147504"/>
                  <a:pt x="667500" y="147929"/>
                  <a:pt x="667094" y="148334"/>
                </a:cubicBezTo>
                <a:cubicBezTo>
                  <a:pt x="666688" y="148740"/>
                  <a:pt x="665489" y="149404"/>
                  <a:pt x="663498" y="150326"/>
                </a:cubicBezTo>
                <a:cubicBezTo>
                  <a:pt x="661506" y="151248"/>
                  <a:pt x="658924" y="152152"/>
                  <a:pt x="655752" y="153037"/>
                </a:cubicBezTo>
                <a:cubicBezTo>
                  <a:pt x="652580" y="153922"/>
                  <a:pt x="648909" y="154716"/>
                  <a:pt x="644741" y="155416"/>
                </a:cubicBezTo>
                <a:cubicBezTo>
                  <a:pt x="640573" y="156117"/>
                  <a:pt x="636129" y="156468"/>
                  <a:pt x="631407" y="156468"/>
                </a:cubicBezTo>
                <a:cubicBezTo>
                  <a:pt x="623219" y="156468"/>
                  <a:pt x="616045" y="155323"/>
                  <a:pt x="609885" y="153034"/>
                </a:cubicBezTo>
                <a:cubicBezTo>
                  <a:pt x="603725" y="150745"/>
                  <a:pt x="598543" y="147348"/>
                  <a:pt x="594338" y="142843"/>
                </a:cubicBezTo>
                <a:cubicBezTo>
                  <a:pt x="590133" y="138338"/>
                  <a:pt x="586961" y="132689"/>
                  <a:pt x="584821" y="125895"/>
                </a:cubicBezTo>
                <a:cubicBezTo>
                  <a:pt x="582682" y="119102"/>
                  <a:pt x="581612" y="111200"/>
                  <a:pt x="581612" y="102191"/>
                </a:cubicBezTo>
                <a:cubicBezTo>
                  <a:pt x="581612" y="93624"/>
                  <a:pt x="582719" y="85926"/>
                  <a:pt x="584932" y="79095"/>
                </a:cubicBezTo>
                <a:cubicBezTo>
                  <a:pt x="587145" y="72264"/>
                  <a:pt x="590336" y="66467"/>
                  <a:pt x="594504" y="61705"/>
                </a:cubicBezTo>
                <a:cubicBezTo>
                  <a:pt x="598672" y="56942"/>
                  <a:pt x="603707" y="53287"/>
                  <a:pt x="609608" y="50739"/>
                </a:cubicBezTo>
                <a:cubicBezTo>
                  <a:pt x="615510" y="48192"/>
                  <a:pt x="622112" y="46918"/>
                  <a:pt x="629416" y="46918"/>
                </a:cubicBezTo>
                <a:cubicBezTo>
                  <a:pt x="637235" y="46918"/>
                  <a:pt x="643893" y="48172"/>
                  <a:pt x="649389" y="50680"/>
                </a:cubicBezTo>
                <a:cubicBezTo>
                  <a:pt x="654885" y="53189"/>
                  <a:pt x="659403" y="56564"/>
                  <a:pt x="662944" y="60805"/>
                </a:cubicBezTo>
                <a:cubicBezTo>
                  <a:pt x="666485" y="65047"/>
                  <a:pt x="669086" y="70027"/>
                  <a:pt x="670746" y="75744"/>
                </a:cubicBezTo>
                <a:cubicBezTo>
                  <a:pt x="672405" y="81461"/>
                  <a:pt x="673235" y="87566"/>
                  <a:pt x="673235" y="94058"/>
                </a:cubicBezTo>
                <a:lnTo>
                  <a:pt x="673235" y="97377"/>
                </a:lnTo>
                <a:moveTo>
                  <a:pt x="654866" y="91955"/>
                </a:moveTo>
                <a:cubicBezTo>
                  <a:pt x="655088" y="82365"/>
                  <a:pt x="652967" y="74840"/>
                  <a:pt x="648504" y="69381"/>
                </a:cubicBezTo>
                <a:cubicBezTo>
                  <a:pt x="644041" y="63922"/>
                  <a:pt x="637420" y="61193"/>
                  <a:pt x="628641" y="61193"/>
                </a:cubicBezTo>
                <a:cubicBezTo>
                  <a:pt x="624141" y="61193"/>
                  <a:pt x="620194" y="62041"/>
                  <a:pt x="616801" y="63738"/>
                </a:cubicBezTo>
                <a:cubicBezTo>
                  <a:pt x="613407" y="65435"/>
                  <a:pt x="610567" y="67685"/>
                  <a:pt x="608280" y="70488"/>
                </a:cubicBezTo>
                <a:cubicBezTo>
                  <a:pt x="605993" y="73291"/>
                  <a:pt x="604223" y="76556"/>
                  <a:pt x="602969" y="80281"/>
                </a:cubicBezTo>
                <a:cubicBezTo>
                  <a:pt x="601715" y="84006"/>
                  <a:pt x="601014" y="87898"/>
                  <a:pt x="600866" y="91955"/>
                </a:cubicBezTo>
                <a:lnTo>
                  <a:pt x="654866" y="91955"/>
                </a:lnTo>
                <a:close/>
                <a:moveTo>
                  <a:pt x="786426" y="151485"/>
                </a:moveTo>
                <a:cubicBezTo>
                  <a:pt x="786426" y="152075"/>
                  <a:pt x="786297" y="152592"/>
                  <a:pt x="786038" y="153037"/>
                </a:cubicBezTo>
                <a:cubicBezTo>
                  <a:pt x="785780" y="153480"/>
                  <a:pt x="785338" y="153830"/>
                  <a:pt x="784711" y="154088"/>
                </a:cubicBezTo>
                <a:cubicBezTo>
                  <a:pt x="784084" y="154347"/>
                  <a:pt x="783254" y="154550"/>
                  <a:pt x="782221" y="154697"/>
                </a:cubicBezTo>
                <a:cubicBezTo>
                  <a:pt x="781188" y="154845"/>
                  <a:pt x="779934" y="154918"/>
                  <a:pt x="778459" y="154918"/>
                </a:cubicBezTo>
                <a:cubicBezTo>
                  <a:pt x="776909" y="154918"/>
                  <a:pt x="775618" y="154845"/>
                  <a:pt x="774586" y="154697"/>
                </a:cubicBezTo>
                <a:cubicBezTo>
                  <a:pt x="773553" y="154552"/>
                  <a:pt x="772704" y="154351"/>
                  <a:pt x="772040" y="154095"/>
                </a:cubicBezTo>
                <a:cubicBezTo>
                  <a:pt x="771377" y="153837"/>
                  <a:pt x="770897" y="153488"/>
                  <a:pt x="770602" y="153048"/>
                </a:cubicBezTo>
                <a:cubicBezTo>
                  <a:pt x="770307" y="152607"/>
                  <a:pt x="770159" y="152094"/>
                  <a:pt x="770159" y="151509"/>
                </a:cubicBezTo>
                <a:lnTo>
                  <a:pt x="770159" y="138413"/>
                </a:lnTo>
                <a:cubicBezTo>
                  <a:pt x="764922" y="144098"/>
                  <a:pt x="759481" y="148529"/>
                  <a:pt x="753838" y="151706"/>
                </a:cubicBezTo>
                <a:cubicBezTo>
                  <a:pt x="748194" y="154880"/>
                  <a:pt x="742016" y="156468"/>
                  <a:pt x="735303" y="156468"/>
                </a:cubicBezTo>
                <a:cubicBezTo>
                  <a:pt x="727999" y="156468"/>
                  <a:pt x="721766" y="155046"/>
                  <a:pt x="716602" y="152204"/>
                </a:cubicBezTo>
                <a:cubicBezTo>
                  <a:pt x="711438" y="149361"/>
                  <a:pt x="707251" y="145522"/>
                  <a:pt x="704042" y="140685"/>
                </a:cubicBezTo>
                <a:cubicBezTo>
                  <a:pt x="700833" y="135846"/>
                  <a:pt x="698491" y="130160"/>
                  <a:pt x="697016" y="123627"/>
                </a:cubicBezTo>
                <a:cubicBezTo>
                  <a:pt x="695540" y="117091"/>
                  <a:pt x="694803" y="110204"/>
                  <a:pt x="694803" y="102965"/>
                </a:cubicBezTo>
                <a:cubicBezTo>
                  <a:pt x="694803" y="94401"/>
                  <a:pt x="695725" y="86667"/>
                  <a:pt x="697569" y="79762"/>
                </a:cubicBezTo>
                <a:cubicBezTo>
                  <a:pt x="699413" y="72858"/>
                  <a:pt x="702143" y="66969"/>
                  <a:pt x="705758" y="62095"/>
                </a:cubicBezTo>
                <a:cubicBezTo>
                  <a:pt x="709372" y="57220"/>
                  <a:pt x="713854" y="53471"/>
                  <a:pt x="719202" y="50850"/>
                </a:cubicBezTo>
                <a:cubicBezTo>
                  <a:pt x="724551" y="48229"/>
                  <a:pt x="730729" y="46918"/>
                  <a:pt x="737737" y="46918"/>
                </a:cubicBezTo>
                <a:cubicBezTo>
                  <a:pt x="743565" y="46918"/>
                  <a:pt x="748895" y="48192"/>
                  <a:pt x="753727" y="50739"/>
                </a:cubicBezTo>
                <a:cubicBezTo>
                  <a:pt x="758559" y="53287"/>
                  <a:pt x="763336" y="57034"/>
                  <a:pt x="768057" y="61981"/>
                </a:cubicBezTo>
                <a:lnTo>
                  <a:pt x="768057" y="3991"/>
                </a:lnTo>
                <a:cubicBezTo>
                  <a:pt x="768057" y="3474"/>
                  <a:pt x="768186" y="2976"/>
                  <a:pt x="768444" y="2497"/>
                </a:cubicBezTo>
                <a:cubicBezTo>
                  <a:pt x="768702" y="2015"/>
                  <a:pt x="769200" y="1645"/>
                  <a:pt x="769938" y="1387"/>
                </a:cubicBezTo>
                <a:cubicBezTo>
                  <a:pt x="770676" y="1126"/>
                  <a:pt x="771616" y="904"/>
                  <a:pt x="772760" y="719"/>
                </a:cubicBezTo>
                <a:cubicBezTo>
                  <a:pt x="773903" y="535"/>
                  <a:pt x="775360" y="443"/>
                  <a:pt x="777131" y="443"/>
                </a:cubicBezTo>
                <a:cubicBezTo>
                  <a:pt x="778975" y="443"/>
                  <a:pt x="780487" y="535"/>
                  <a:pt x="781668" y="719"/>
                </a:cubicBezTo>
                <a:cubicBezTo>
                  <a:pt x="782848" y="904"/>
                  <a:pt x="783770" y="1125"/>
                  <a:pt x="784434" y="1383"/>
                </a:cubicBezTo>
                <a:cubicBezTo>
                  <a:pt x="785098" y="1641"/>
                  <a:pt x="785596" y="2011"/>
                  <a:pt x="785928" y="2493"/>
                </a:cubicBezTo>
                <a:cubicBezTo>
                  <a:pt x="786260" y="2973"/>
                  <a:pt x="786426" y="3471"/>
                  <a:pt x="786426" y="3987"/>
                </a:cubicBezTo>
                <a:lnTo>
                  <a:pt x="786426" y="151485"/>
                </a:lnTo>
                <a:moveTo>
                  <a:pt x="768057" y="81477"/>
                </a:moveTo>
                <a:cubicBezTo>
                  <a:pt x="763114" y="75343"/>
                  <a:pt x="758338" y="70669"/>
                  <a:pt x="753727" y="67455"/>
                </a:cubicBezTo>
                <a:cubicBezTo>
                  <a:pt x="749116" y="64239"/>
                  <a:pt x="744303" y="62631"/>
                  <a:pt x="739286" y="62631"/>
                </a:cubicBezTo>
                <a:cubicBezTo>
                  <a:pt x="734639" y="62631"/>
                  <a:pt x="730692" y="63740"/>
                  <a:pt x="727446" y="65958"/>
                </a:cubicBezTo>
                <a:cubicBezTo>
                  <a:pt x="724200" y="68173"/>
                  <a:pt x="721563" y="71091"/>
                  <a:pt x="719534" y="74710"/>
                </a:cubicBezTo>
                <a:cubicBezTo>
                  <a:pt x="717506" y="78329"/>
                  <a:pt x="716030" y="82430"/>
                  <a:pt x="715108" y="87010"/>
                </a:cubicBezTo>
                <a:cubicBezTo>
                  <a:pt x="714186" y="91591"/>
                  <a:pt x="713725" y="96245"/>
                  <a:pt x="713725" y="100974"/>
                </a:cubicBezTo>
                <a:cubicBezTo>
                  <a:pt x="713725" y="105997"/>
                  <a:pt x="714112" y="110910"/>
                  <a:pt x="714887" y="115712"/>
                </a:cubicBezTo>
                <a:cubicBezTo>
                  <a:pt x="715661" y="120514"/>
                  <a:pt x="717008" y="124780"/>
                  <a:pt x="718926" y="128510"/>
                </a:cubicBezTo>
                <a:cubicBezTo>
                  <a:pt x="720844" y="132240"/>
                  <a:pt x="723389" y="135232"/>
                  <a:pt x="726561" y="137487"/>
                </a:cubicBezTo>
                <a:cubicBezTo>
                  <a:pt x="729733" y="139739"/>
                  <a:pt x="733717" y="140865"/>
                  <a:pt x="738512" y="140865"/>
                </a:cubicBezTo>
                <a:cubicBezTo>
                  <a:pt x="740946" y="140865"/>
                  <a:pt x="743288" y="140533"/>
                  <a:pt x="745538" y="139869"/>
                </a:cubicBezTo>
                <a:cubicBezTo>
                  <a:pt x="747788" y="139203"/>
                  <a:pt x="750094" y="138094"/>
                  <a:pt x="752454" y="136543"/>
                </a:cubicBezTo>
                <a:cubicBezTo>
                  <a:pt x="754815" y="134991"/>
                  <a:pt x="757286" y="132977"/>
                  <a:pt x="759868" y="130501"/>
                </a:cubicBezTo>
                <a:cubicBezTo>
                  <a:pt x="762450" y="128026"/>
                  <a:pt x="765180" y="124977"/>
                  <a:pt x="768057" y="121355"/>
                </a:cubicBezTo>
                <a:lnTo>
                  <a:pt x="768057" y="81477"/>
                </a:lnTo>
                <a:close/>
                <a:moveTo>
                  <a:pt x="969013" y="133894"/>
                </a:moveTo>
                <a:cubicBezTo>
                  <a:pt x="969013" y="135074"/>
                  <a:pt x="968976" y="136107"/>
                  <a:pt x="968903" y="136992"/>
                </a:cubicBezTo>
                <a:cubicBezTo>
                  <a:pt x="968829" y="137877"/>
                  <a:pt x="968700" y="138652"/>
                  <a:pt x="968515" y="139316"/>
                </a:cubicBezTo>
                <a:cubicBezTo>
                  <a:pt x="968331" y="139980"/>
                  <a:pt x="968091" y="140570"/>
                  <a:pt x="967796" y="141086"/>
                </a:cubicBezTo>
                <a:cubicBezTo>
                  <a:pt x="967501" y="141603"/>
                  <a:pt x="966985" y="142233"/>
                  <a:pt x="966247" y="142978"/>
                </a:cubicBezTo>
                <a:cubicBezTo>
                  <a:pt x="965509" y="143720"/>
                  <a:pt x="963960" y="144853"/>
                  <a:pt x="961599" y="146377"/>
                </a:cubicBezTo>
                <a:cubicBezTo>
                  <a:pt x="959239" y="147901"/>
                  <a:pt x="956306" y="149388"/>
                  <a:pt x="952802" y="150838"/>
                </a:cubicBezTo>
                <a:cubicBezTo>
                  <a:pt x="949298" y="152288"/>
                  <a:pt x="945278" y="153514"/>
                  <a:pt x="940741" y="154517"/>
                </a:cubicBezTo>
                <a:cubicBezTo>
                  <a:pt x="936204" y="155522"/>
                  <a:pt x="931243" y="156025"/>
                  <a:pt x="925858" y="156025"/>
                </a:cubicBezTo>
                <a:cubicBezTo>
                  <a:pt x="916562" y="156025"/>
                  <a:pt x="908171" y="154476"/>
                  <a:pt x="900683" y="151377"/>
                </a:cubicBezTo>
                <a:cubicBezTo>
                  <a:pt x="893196" y="148279"/>
                  <a:pt x="886814" y="143705"/>
                  <a:pt x="881540" y="137656"/>
                </a:cubicBezTo>
                <a:cubicBezTo>
                  <a:pt x="876265" y="131607"/>
                  <a:pt x="872208" y="124138"/>
                  <a:pt x="869368" y="115248"/>
                </a:cubicBezTo>
                <a:cubicBezTo>
                  <a:pt x="866527" y="106359"/>
                  <a:pt x="865107" y="96123"/>
                  <a:pt x="865107" y="84541"/>
                </a:cubicBezTo>
                <a:cubicBezTo>
                  <a:pt x="865107" y="72664"/>
                  <a:pt x="866638" y="62078"/>
                  <a:pt x="869700" y="52783"/>
                </a:cubicBezTo>
                <a:cubicBezTo>
                  <a:pt x="872761" y="43488"/>
                  <a:pt x="877058" y="35613"/>
                  <a:pt x="882591" y="29158"/>
                </a:cubicBezTo>
                <a:cubicBezTo>
                  <a:pt x="888124" y="22703"/>
                  <a:pt x="894745" y="17779"/>
                  <a:pt x="902454" y="14385"/>
                </a:cubicBezTo>
                <a:cubicBezTo>
                  <a:pt x="910163" y="10992"/>
                  <a:pt x="918702" y="9295"/>
                  <a:pt x="928071" y="9295"/>
                </a:cubicBezTo>
                <a:cubicBezTo>
                  <a:pt x="932202" y="9295"/>
                  <a:pt x="936222" y="9686"/>
                  <a:pt x="940132" y="10467"/>
                </a:cubicBezTo>
                <a:cubicBezTo>
                  <a:pt x="944042" y="11249"/>
                  <a:pt x="947657" y="12234"/>
                  <a:pt x="950976" y="13424"/>
                </a:cubicBezTo>
                <a:cubicBezTo>
                  <a:pt x="954296" y="14614"/>
                  <a:pt x="957247" y="15990"/>
                  <a:pt x="959829" y="17553"/>
                </a:cubicBezTo>
                <a:cubicBezTo>
                  <a:pt x="962411" y="19114"/>
                  <a:pt x="964200" y="20396"/>
                  <a:pt x="965196" y="21402"/>
                </a:cubicBezTo>
                <a:cubicBezTo>
                  <a:pt x="966192" y="22404"/>
                  <a:pt x="966837" y="23164"/>
                  <a:pt x="967132" y="23680"/>
                </a:cubicBezTo>
                <a:cubicBezTo>
                  <a:pt x="967427" y="24197"/>
                  <a:pt x="967667" y="24805"/>
                  <a:pt x="967851" y="25506"/>
                </a:cubicBezTo>
                <a:cubicBezTo>
                  <a:pt x="968036" y="26207"/>
                  <a:pt x="968183" y="27037"/>
                  <a:pt x="968294" y="27996"/>
                </a:cubicBezTo>
                <a:cubicBezTo>
                  <a:pt x="968405" y="28955"/>
                  <a:pt x="968460" y="30098"/>
                  <a:pt x="968460" y="31426"/>
                </a:cubicBezTo>
                <a:cubicBezTo>
                  <a:pt x="968460" y="32902"/>
                  <a:pt x="968386" y="34156"/>
                  <a:pt x="968239" y="35189"/>
                </a:cubicBezTo>
                <a:cubicBezTo>
                  <a:pt x="968091" y="36221"/>
                  <a:pt x="967870" y="37088"/>
                  <a:pt x="967575" y="37789"/>
                </a:cubicBezTo>
                <a:cubicBezTo>
                  <a:pt x="967280" y="38490"/>
                  <a:pt x="966929" y="39006"/>
                  <a:pt x="966524" y="39338"/>
                </a:cubicBezTo>
                <a:cubicBezTo>
                  <a:pt x="966118" y="39670"/>
                  <a:pt x="965620" y="39836"/>
                  <a:pt x="965030" y="39836"/>
                </a:cubicBezTo>
                <a:cubicBezTo>
                  <a:pt x="963997" y="39836"/>
                  <a:pt x="962558" y="39111"/>
                  <a:pt x="960714" y="37661"/>
                </a:cubicBezTo>
                <a:cubicBezTo>
                  <a:pt x="958870" y="36211"/>
                  <a:pt x="956491" y="34612"/>
                  <a:pt x="953577" y="32865"/>
                </a:cubicBezTo>
                <a:cubicBezTo>
                  <a:pt x="950663" y="31117"/>
                  <a:pt x="947122" y="29519"/>
                  <a:pt x="942954" y="28069"/>
                </a:cubicBezTo>
                <a:cubicBezTo>
                  <a:pt x="938786" y="26619"/>
                  <a:pt x="933788" y="25894"/>
                  <a:pt x="927960" y="25894"/>
                </a:cubicBezTo>
                <a:cubicBezTo>
                  <a:pt x="921616" y="25894"/>
                  <a:pt x="915843" y="27166"/>
                  <a:pt x="910642" y="29711"/>
                </a:cubicBezTo>
                <a:cubicBezTo>
                  <a:pt x="905441" y="32256"/>
                  <a:pt x="900997" y="36000"/>
                  <a:pt x="897308" y="40943"/>
                </a:cubicBezTo>
                <a:cubicBezTo>
                  <a:pt x="893620" y="45885"/>
                  <a:pt x="890761" y="51916"/>
                  <a:pt x="888732" y="59035"/>
                </a:cubicBezTo>
                <a:cubicBezTo>
                  <a:pt x="886704" y="66154"/>
                  <a:pt x="885689" y="74287"/>
                  <a:pt x="885689" y="83435"/>
                </a:cubicBezTo>
                <a:cubicBezTo>
                  <a:pt x="885689" y="92508"/>
                  <a:pt x="886667" y="100531"/>
                  <a:pt x="888622" y="107502"/>
                </a:cubicBezTo>
                <a:cubicBezTo>
                  <a:pt x="890577" y="114474"/>
                  <a:pt x="893380" y="120302"/>
                  <a:pt x="897032" y="124986"/>
                </a:cubicBezTo>
                <a:cubicBezTo>
                  <a:pt x="900683" y="129670"/>
                  <a:pt x="905165" y="133211"/>
                  <a:pt x="910476" y="135609"/>
                </a:cubicBezTo>
                <a:cubicBezTo>
                  <a:pt x="915788" y="138006"/>
                  <a:pt x="921800" y="139205"/>
                  <a:pt x="928513" y="139205"/>
                </a:cubicBezTo>
                <a:cubicBezTo>
                  <a:pt x="934194" y="139205"/>
                  <a:pt x="939155" y="138499"/>
                  <a:pt x="943397" y="137085"/>
                </a:cubicBezTo>
                <a:cubicBezTo>
                  <a:pt x="947638" y="135672"/>
                  <a:pt x="951253" y="134092"/>
                  <a:pt x="954241" y="132345"/>
                </a:cubicBezTo>
                <a:cubicBezTo>
                  <a:pt x="957229" y="130597"/>
                  <a:pt x="959681" y="129017"/>
                  <a:pt x="961599" y="127604"/>
                </a:cubicBezTo>
                <a:cubicBezTo>
                  <a:pt x="963517" y="126190"/>
                  <a:pt x="965030" y="125484"/>
                  <a:pt x="966136" y="125484"/>
                </a:cubicBezTo>
                <a:cubicBezTo>
                  <a:pt x="966653" y="125484"/>
                  <a:pt x="967095" y="125595"/>
                  <a:pt x="967464" y="125816"/>
                </a:cubicBezTo>
                <a:cubicBezTo>
                  <a:pt x="967833" y="126037"/>
                  <a:pt x="968128" y="126461"/>
                  <a:pt x="968349" y="127088"/>
                </a:cubicBezTo>
                <a:cubicBezTo>
                  <a:pt x="968571" y="127715"/>
                  <a:pt x="968737" y="128582"/>
                  <a:pt x="968847" y="129689"/>
                </a:cubicBezTo>
                <a:cubicBezTo>
                  <a:pt x="968958" y="130795"/>
                  <a:pt x="969013" y="132197"/>
                  <a:pt x="969013" y="133894"/>
                </a:cubicBezTo>
                <a:close/>
                <a:moveTo>
                  <a:pt x="1050300" y="58426"/>
                </a:moveTo>
                <a:cubicBezTo>
                  <a:pt x="1050300" y="60049"/>
                  <a:pt x="1050263" y="61414"/>
                  <a:pt x="1050189" y="62521"/>
                </a:cubicBezTo>
                <a:cubicBezTo>
                  <a:pt x="1050116" y="63627"/>
                  <a:pt x="1049968" y="64494"/>
                  <a:pt x="1049747" y="65121"/>
                </a:cubicBezTo>
                <a:cubicBezTo>
                  <a:pt x="1049525" y="65748"/>
                  <a:pt x="1049249" y="66228"/>
                  <a:pt x="1048917" y="66560"/>
                </a:cubicBezTo>
                <a:cubicBezTo>
                  <a:pt x="1048585" y="66892"/>
                  <a:pt x="1048124" y="67058"/>
                  <a:pt x="1047534" y="67058"/>
                </a:cubicBezTo>
                <a:cubicBezTo>
                  <a:pt x="1046943" y="67058"/>
                  <a:pt x="1046224" y="66892"/>
                  <a:pt x="1045376" y="66560"/>
                </a:cubicBezTo>
                <a:cubicBezTo>
                  <a:pt x="1044527" y="66228"/>
                  <a:pt x="1043568" y="65896"/>
                  <a:pt x="1042499" y="65564"/>
                </a:cubicBezTo>
                <a:cubicBezTo>
                  <a:pt x="1041429" y="65232"/>
                  <a:pt x="1040230" y="64918"/>
                  <a:pt x="1038902" y="64623"/>
                </a:cubicBezTo>
                <a:cubicBezTo>
                  <a:pt x="1037575" y="64328"/>
                  <a:pt x="1036136" y="64180"/>
                  <a:pt x="1034587" y="64180"/>
                </a:cubicBezTo>
                <a:cubicBezTo>
                  <a:pt x="1032743" y="64180"/>
                  <a:pt x="1030935" y="64549"/>
                  <a:pt x="1029165" y="65287"/>
                </a:cubicBezTo>
                <a:cubicBezTo>
                  <a:pt x="1027394" y="66025"/>
                  <a:pt x="1025531" y="67242"/>
                  <a:pt x="1023577" y="68939"/>
                </a:cubicBezTo>
                <a:cubicBezTo>
                  <a:pt x="1021622" y="70635"/>
                  <a:pt x="1019574" y="72885"/>
                  <a:pt x="1017435" y="75689"/>
                </a:cubicBezTo>
                <a:cubicBezTo>
                  <a:pt x="1015296" y="78492"/>
                  <a:pt x="1012935" y="81922"/>
                  <a:pt x="1010353" y="85980"/>
                </a:cubicBezTo>
                <a:lnTo>
                  <a:pt x="1010353" y="151488"/>
                </a:lnTo>
                <a:cubicBezTo>
                  <a:pt x="1010353" y="152078"/>
                  <a:pt x="1010206" y="152576"/>
                  <a:pt x="1009911" y="152982"/>
                </a:cubicBezTo>
                <a:cubicBezTo>
                  <a:pt x="1009615" y="153388"/>
                  <a:pt x="1009136" y="153738"/>
                  <a:pt x="1008472" y="154033"/>
                </a:cubicBezTo>
                <a:cubicBezTo>
                  <a:pt x="1007808" y="154328"/>
                  <a:pt x="1006886" y="154550"/>
                  <a:pt x="1005706" y="154697"/>
                </a:cubicBezTo>
                <a:cubicBezTo>
                  <a:pt x="1004525" y="154845"/>
                  <a:pt x="1003013" y="154918"/>
                  <a:pt x="1001169" y="154918"/>
                </a:cubicBezTo>
                <a:cubicBezTo>
                  <a:pt x="999398" y="154918"/>
                  <a:pt x="997923" y="154845"/>
                  <a:pt x="996742" y="154697"/>
                </a:cubicBezTo>
                <a:cubicBezTo>
                  <a:pt x="995562" y="154550"/>
                  <a:pt x="994622" y="154328"/>
                  <a:pt x="993921" y="154033"/>
                </a:cubicBezTo>
                <a:cubicBezTo>
                  <a:pt x="993220" y="153738"/>
                  <a:pt x="992740" y="153388"/>
                  <a:pt x="992482" y="152982"/>
                </a:cubicBezTo>
                <a:cubicBezTo>
                  <a:pt x="992224" y="152576"/>
                  <a:pt x="992095" y="152078"/>
                  <a:pt x="992095" y="151488"/>
                </a:cubicBezTo>
                <a:lnTo>
                  <a:pt x="992095" y="51898"/>
                </a:lnTo>
                <a:cubicBezTo>
                  <a:pt x="992095" y="51308"/>
                  <a:pt x="992206" y="50810"/>
                  <a:pt x="992427" y="50404"/>
                </a:cubicBezTo>
                <a:cubicBezTo>
                  <a:pt x="992648" y="49998"/>
                  <a:pt x="993091" y="49629"/>
                  <a:pt x="993755" y="49297"/>
                </a:cubicBezTo>
                <a:cubicBezTo>
                  <a:pt x="994419" y="48965"/>
                  <a:pt x="995267" y="48744"/>
                  <a:pt x="996300" y="48633"/>
                </a:cubicBezTo>
                <a:cubicBezTo>
                  <a:pt x="997333" y="48523"/>
                  <a:pt x="998697" y="48467"/>
                  <a:pt x="1000394" y="48467"/>
                </a:cubicBezTo>
                <a:cubicBezTo>
                  <a:pt x="1002017" y="48467"/>
                  <a:pt x="1003363" y="48523"/>
                  <a:pt x="1004433" y="48633"/>
                </a:cubicBezTo>
                <a:cubicBezTo>
                  <a:pt x="1005503" y="48744"/>
                  <a:pt x="1006333" y="48965"/>
                  <a:pt x="1006923" y="49297"/>
                </a:cubicBezTo>
                <a:cubicBezTo>
                  <a:pt x="1007513" y="49629"/>
                  <a:pt x="1007937" y="49998"/>
                  <a:pt x="1008195" y="50404"/>
                </a:cubicBezTo>
                <a:cubicBezTo>
                  <a:pt x="1008454" y="50810"/>
                  <a:pt x="1008583" y="51308"/>
                  <a:pt x="1008583" y="51898"/>
                </a:cubicBezTo>
                <a:lnTo>
                  <a:pt x="1008583" y="66394"/>
                </a:lnTo>
                <a:cubicBezTo>
                  <a:pt x="1011312" y="62410"/>
                  <a:pt x="1013876" y="59164"/>
                  <a:pt x="1016273" y="56656"/>
                </a:cubicBezTo>
                <a:cubicBezTo>
                  <a:pt x="1018671" y="54148"/>
                  <a:pt x="1020939" y="52174"/>
                  <a:pt x="1023079" y="50736"/>
                </a:cubicBezTo>
                <a:cubicBezTo>
                  <a:pt x="1025218" y="49297"/>
                  <a:pt x="1027339" y="48301"/>
                  <a:pt x="1029441" y="47748"/>
                </a:cubicBezTo>
                <a:cubicBezTo>
                  <a:pt x="1031544" y="47195"/>
                  <a:pt x="1033665" y="46918"/>
                  <a:pt x="1035804" y="46918"/>
                </a:cubicBezTo>
                <a:cubicBezTo>
                  <a:pt x="1036763" y="46918"/>
                  <a:pt x="1037851" y="46973"/>
                  <a:pt x="1039068" y="47084"/>
                </a:cubicBezTo>
                <a:cubicBezTo>
                  <a:pt x="1040286" y="47195"/>
                  <a:pt x="1041558" y="47398"/>
                  <a:pt x="1042886" y="47693"/>
                </a:cubicBezTo>
                <a:cubicBezTo>
                  <a:pt x="1044214" y="47988"/>
                  <a:pt x="1045413" y="48320"/>
                  <a:pt x="1046482" y="48689"/>
                </a:cubicBezTo>
                <a:cubicBezTo>
                  <a:pt x="1047552" y="49057"/>
                  <a:pt x="1048308" y="49426"/>
                  <a:pt x="1048751" y="49795"/>
                </a:cubicBezTo>
                <a:cubicBezTo>
                  <a:pt x="1049193" y="50164"/>
                  <a:pt x="1049488" y="50514"/>
                  <a:pt x="1049636" y="50846"/>
                </a:cubicBezTo>
                <a:cubicBezTo>
                  <a:pt x="1049784" y="51178"/>
                  <a:pt x="1049913" y="51603"/>
                  <a:pt x="1050023" y="52119"/>
                </a:cubicBezTo>
                <a:cubicBezTo>
                  <a:pt x="1050134" y="52635"/>
                  <a:pt x="1050208" y="53392"/>
                  <a:pt x="1050245" y="54387"/>
                </a:cubicBezTo>
                <a:cubicBezTo>
                  <a:pt x="1050282" y="55383"/>
                  <a:pt x="1050300" y="56730"/>
                  <a:pt x="1050300" y="58426"/>
                </a:cubicBezTo>
                <a:close/>
                <a:moveTo>
                  <a:pt x="1159953" y="100642"/>
                </a:moveTo>
                <a:cubicBezTo>
                  <a:pt x="1159953" y="108763"/>
                  <a:pt x="1158883" y="116240"/>
                  <a:pt x="1156744" y="123070"/>
                </a:cubicBezTo>
                <a:cubicBezTo>
                  <a:pt x="1154605" y="129901"/>
                  <a:pt x="1151414" y="135791"/>
                  <a:pt x="1147172" y="140741"/>
                </a:cubicBezTo>
                <a:cubicBezTo>
                  <a:pt x="1142931" y="145688"/>
                  <a:pt x="1137619" y="149546"/>
                  <a:pt x="1131238" y="152315"/>
                </a:cubicBezTo>
                <a:cubicBezTo>
                  <a:pt x="1124857" y="155083"/>
                  <a:pt x="1117461" y="156468"/>
                  <a:pt x="1109051" y="156468"/>
                </a:cubicBezTo>
                <a:cubicBezTo>
                  <a:pt x="1100863" y="156468"/>
                  <a:pt x="1093726" y="155249"/>
                  <a:pt x="1087639" y="152812"/>
                </a:cubicBezTo>
                <a:cubicBezTo>
                  <a:pt x="1081553" y="150376"/>
                  <a:pt x="1076482" y="146831"/>
                  <a:pt x="1072424" y="142179"/>
                </a:cubicBezTo>
                <a:cubicBezTo>
                  <a:pt x="1068367" y="137527"/>
                  <a:pt x="1065342" y="131878"/>
                  <a:pt x="1063350" y="125231"/>
                </a:cubicBezTo>
                <a:cubicBezTo>
                  <a:pt x="1061359" y="118585"/>
                  <a:pt x="1060363" y="111053"/>
                  <a:pt x="1060363" y="102633"/>
                </a:cubicBezTo>
                <a:cubicBezTo>
                  <a:pt x="1060363" y="94512"/>
                  <a:pt x="1061414" y="87036"/>
                  <a:pt x="1063516" y="80205"/>
                </a:cubicBezTo>
                <a:cubicBezTo>
                  <a:pt x="1065619" y="73374"/>
                  <a:pt x="1068791" y="67485"/>
                  <a:pt x="1073033" y="62538"/>
                </a:cubicBezTo>
                <a:cubicBezTo>
                  <a:pt x="1077275" y="57588"/>
                  <a:pt x="1082568" y="53748"/>
                  <a:pt x="1088912" y="51016"/>
                </a:cubicBezTo>
                <a:cubicBezTo>
                  <a:pt x="1095256" y="48284"/>
                  <a:pt x="1102670" y="46918"/>
                  <a:pt x="1111154" y="46918"/>
                </a:cubicBezTo>
                <a:cubicBezTo>
                  <a:pt x="1119342" y="46918"/>
                  <a:pt x="1126480" y="48137"/>
                  <a:pt x="1132566" y="50573"/>
                </a:cubicBezTo>
                <a:cubicBezTo>
                  <a:pt x="1138652" y="53010"/>
                  <a:pt x="1143724" y="56554"/>
                  <a:pt x="1147781" y="61207"/>
                </a:cubicBezTo>
                <a:cubicBezTo>
                  <a:pt x="1151838" y="65859"/>
                  <a:pt x="1154881" y="71508"/>
                  <a:pt x="1156910" y="78154"/>
                </a:cubicBezTo>
                <a:cubicBezTo>
                  <a:pt x="1158939" y="84801"/>
                  <a:pt x="1159953" y="92296"/>
                  <a:pt x="1159953" y="100642"/>
                </a:cubicBezTo>
                <a:moveTo>
                  <a:pt x="1140699" y="101859"/>
                </a:moveTo>
                <a:cubicBezTo>
                  <a:pt x="1140699" y="96467"/>
                  <a:pt x="1140201" y="91370"/>
                  <a:pt x="1139205" y="86568"/>
                </a:cubicBezTo>
                <a:cubicBezTo>
                  <a:pt x="1138209" y="81766"/>
                  <a:pt x="1136568" y="77555"/>
                  <a:pt x="1134281" y="73935"/>
                </a:cubicBezTo>
                <a:cubicBezTo>
                  <a:pt x="1131994" y="70316"/>
                  <a:pt x="1128896" y="67454"/>
                  <a:pt x="1124986" y="65349"/>
                </a:cubicBezTo>
                <a:cubicBezTo>
                  <a:pt x="1121076" y="63242"/>
                  <a:pt x="1116207" y="62189"/>
                  <a:pt x="1110379" y="62189"/>
                </a:cubicBezTo>
                <a:cubicBezTo>
                  <a:pt x="1104994" y="62189"/>
                  <a:pt x="1100365" y="63149"/>
                  <a:pt x="1096492" y="65069"/>
                </a:cubicBezTo>
                <a:cubicBezTo>
                  <a:pt x="1092619" y="66990"/>
                  <a:pt x="1089428" y="69705"/>
                  <a:pt x="1086920" y="73216"/>
                </a:cubicBezTo>
                <a:cubicBezTo>
                  <a:pt x="1084412" y="76725"/>
                  <a:pt x="1082549" y="80880"/>
                  <a:pt x="1081332" y="85682"/>
                </a:cubicBezTo>
                <a:cubicBezTo>
                  <a:pt x="1080115" y="90482"/>
                  <a:pt x="1079506" y="95727"/>
                  <a:pt x="1079506" y="101416"/>
                </a:cubicBezTo>
                <a:cubicBezTo>
                  <a:pt x="1079506" y="106882"/>
                  <a:pt x="1080004" y="112016"/>
                  <a:pt x="1081000" y="116818"/>
                </a:cubicBezTo>
                <a:cubicBezTo>
                  <a:pt x="1081996" y="121620"/>
                  <a:pt x="1083656" y="125812"/>
                  <a:pt x="1085980" y="129395"/>
                </a:cubicBezTo>
                <a:cubicBezTo>
                  <a:pt x="1088303" y="132977"/>
                  <a:pt x="1091420" y="135822"/>
                  <a:pt x="1095330" y="137929"/>
                </a:cubicBezTo>
                <a:cubicBezTo>
                  <a:pt x="1099240" y="140034"/>
                  <a:pt x="1104109" y="141086"/>
                  <a:pt x="1109937" y="141086"/>
                </a:cubicBezTo>
                <a:cubicBezTo>
                  <a:pt x="1115248" y="141086"/>
                  <a:pt x="1119859" y="140126"/>
                  <a:pt x="1123769" y="138206"/>
                </a:cubicBezTo>
                <a:cubicBezTo>
                  <a:pt x="1127678" y="136286"/>
                  <a:pt x="1130887" y="133589"/>
                  <a:pt x="1133396" y="130118"/>
                </a:cubicBezTo>
                <a:cubicBezTo>
                  <a:pt x="1135904" y="126643"/>
                  <a:pt x="1137748" y="122507"/>
                  <a:pt x="1138928" y="117707"/>
                </a:cubicBezTo>
                <a:cubicBezTo>
                  <a:pt x="1140109" y="112905"/>
                  <a:pt x="1140699" y="107622"/>
                  <a:pt x="1140699" y="101859"/>
                </a:cubicBezTo>
                <a:close/>
                <a:moveTo>
                  <a:pt x="1249285" y="124457"/>
                </a:moveTo>
                <a:cubicBezTo>
                  <a:pt x="1249285" y="129552"/>
                  <a:pt x="1248344" y="134093"/>
                  <a:pt x="1246463" y="138081"/>
                </a:cubicBezTo>
                <a:cubicBezTo>
                  <a:pt x="1244582" y="142067"/>
                  <a:pt x="1241908" y="145427"/>
                  <a:pt x="1238440" y="148161"/>
                </a:cubicBezTo>
                <a:cubicBezTo>
                  <a:pt x="1234973" y="150893"/>
                  <a:pt x="1230842" y="152960"/>
                  <a:pt x="1226047" y="154362"/>
                </a:cubicBezTo>
                <a:cubicBezTo>
                  <a:pt x="1221252" y="155766"/>
                  <a:pt x="1215977" y="156468"/>
                  <a:pt x="1210223" y="156468"/>
                </a:cubicBezTo>
                <a:cubicBezTo>
                  <a:pt x="1206682" y="156468"/>
                  <a:pt x="1203307" y="156191"/>
                  <a:pt x="1200098" y="155638"/>
                </a:cubicBezTo>
                <a:cubicBezTo>
                  <a:pt x="1196889" y="155084"/>
                  <a:pt x="1194012" y="154384"/>
                  <a:pt x="1191467" y="153535"/>
                </a:cubicBezTo>
                <a:cubicBezTo>
                  <a:pt x="1188922" y="152687"/>
                  <a:pt x="1186764" y="151802"/>
                  <a:pt x="1184994" y="150879"/>
                </a:cubicBezTo>
                <a:cubicBezTo>
                  <a:pt x="1183223" y="149957"/>
                  <a:pt x="1181932" y="149127"/>
                  <a:pt x="1181121" y="148390"/>
                </a:cubicBezTo>
                <a:cubicBezTo>
                  <a:pt x="1180309" y="147652"/>
                  <a:pt x="1179719" y="146619"/>
                  <a:pt x="1179350" y="145291"/>
                </a:cubicBezTo>
                <a:cubicBezTo>
                  <a:pt x="1178981" y="143963"/>
                  <a:pt x="1178797" y="142156"/>
                  <a:pt x="1178797" y="139869"/>
                </a:cubicBezTo>
                <a:cubicBezTo>
                  <a:pt x="1178797" y="138468"/>
                  <a:pt x="1178871" y="137287"/>
                  <a:pt x="1179018" y="136328"/>
                </a:cubicBezTo>
                <a:cubicBezTo>
                  <a:pt x="1179166" y="135369"/>
                  <a:pt x="1179350" y="134595"/>
                  <a:pt x="1179571" y="134004"/>
                </a:cubicBezTo>
                <a:cubicBezTo>
                  <a:pt x="1179793" y="133414"/>
                  <a:pt x="1180106" y="132990"/>
                  <a:pt x="1180512" y="132732"/>
                </a:cubicBezTo>
                <a:cubicBezTo>
                  <a:pt x="1180918" y="132474"/>
                  <a:pt x="1181379" y="132345"/>
                  <a:pt x="1181895" y="132345"/>
                </a:cubicBezTo>
                <a:cubicBezTo>
                  <a:pt x="1182707" y="132345"/>
                  <a:pt x="1183906" y="132843"/>
                  <a:pt x="1185492" y="133838"/>
                </a:cubicBezTo>
                <a:cubicBezTo>
                  <a:pt x="1187078" y="134834"/>
                  <a:pt x="1189033" y="135922"/>
                  <a:pt x="1191356" y="137103"/>
                </a:cubicBezTo>
                <a:cubicBezTo>
                  <a:pt x="1193680" y="138283"/>
                  <a:pt x="1196428" y="139371"/>
                  <a:pt x="1199600" y="140367"/>
                </a:cubicBezTo>
                <a:cubicBezTo>
                  <a:pt x="1202772" y="141363"/>
                  <a:pt x="1206424" y="141861"/>
                  <a:pt x="1210555" y="141861"/>
                </a:cubicBezTo>
                <a:cubicBezTo>
                  <a:pt x="1213654" y="141861"/>
                  <a:pt x="1216457" y="141529"/>
                  <a:pt x="1218965" y="140865"/>
                </a:cubicBezTo>
                <a:cubicBezTo>
                  <a:pt x="1221473" y="140199"/>
                  <a:pt x="1223649" y="139219"/>
                  <a:pt x="1225494" y="137926"/>
                </a:cubicBezTo>
                <a:cubicBezTo>
                  <a:pt x="1227338" y="136632"/>
                  <a:pt x="1228758" y="134988"/>
                  <a:pt x="1229754" y="132991"/>
                </a:cubicBezTo>
                <a:cubicBezTo>
                  <a:pt x="1230750" y="130995"/>
                  <a:pt x="1231248" y="128630"/>
                  <a:pt x="1231248" y="125895"/>
                </a:cubicBezTo>
                <a:cubicBezTo>
                  <a:pt x="1231248" y="123090"/>
                  <a:pt x="1230529" y="120727"/>
                  <a:pt x="1229090" y="118807"/>
                </a:cubicBezTo>
                <a:cubicBezTo>
                  <a:pt x="1227652" y="116886"/>
                  <a:pt x="1225752" y="115188"/>
                  <a:pt x="1223391" y="113713"/>
                </a:cubicBezTo>
                <a:cubicBezTo>
                  <a:pt x="1221031" y="112235"/>
                  <a:pt x="1218375" y="110925"/>
                  <a:pt x="1215424" y="109781"/>
                </a:cubicBezTo>
                <a:cubicBezTo>
                  <a:pt x="1212473" y="108635"/>
                  <a:pt x="1209430" y="107435"/>
                  <a:pt x="1206295" y="106181"/>
                </a:cubicBezTo>
                <a:cubicBezTo>
                  <a:pt x="1203160" y="104925"/>
                  <a:pt x="1200098" y="103503"/>
                  <a:pt x="1197110" y="101914"/>
                </a:cubicBezTo>
                <a:cubicBezTo>
                  <a:pt x="1194123" y="100326"/>
                  <a:pt x="1191449" y="98387"/>
                  <a:pt x="1189088" y="96098"/>
                </a:cubicBezTo>
                <a:cubicBezTo>
                  <a:pt x="1186727" y="93809"/>
                  <a:pt x="1184828" y="91077"/>
                  <a:pt x="1183389" y="87902"/>
                </a:cubicBezTo>
                <a:cubicBezTo>
                  <a:pt x="1181951" y="84728"/>
                  <a:pt x="1181231" y="80925"/>
                  <a:pt x="1181231" y="76494"/>
                </a:cubicBezTo>
                <a:cubicBezTo>
                  <a:pt x="1181231" y="72580"/>
                  <a:pt x="1181987" y="68833"/>
                  <a:pt x="1183500" y="65252"/>
                </a:cubicBezTo>
                <a:cubicBezTo>
                  <a:pt x="1185012" y="61670"/>
                  <a:pt x="1187281" y="58531"/>
                  <a:pt x="1190305" y="55836"/>
                </a:cubicBezTo>
                <a:cubicBezTo>
                  <a:pt x="1193330" y="53139"/>
                  <a:pt x="1197110" y="50979"/>
                  <a:pt x="1201647" y="49356"/>
                </a:cubicBezTo>
                <a:cubicBezTo>
                  <a:pt x="1206184" y="47731"/>
                  <a:pt x="1211477" y="46918"/>
                  <a:pt x="1217526" y="46918"/>
                </a:cubicBezTo>
                <a:cubicBezTo>
                  <a:pt x="1220182" y="46918"/>
                  <a:pt x="1222838" y="47143"/>
                  <a:pt x="1225494" y="47592"/>
                </a:cubicBezTo>
                <a:cubicBezTo>
                  <a:pt x="1228149" y="48042"/>
                  <a:pt x="1230547" y="48603"/>
                  <a:pt x="1232686" y="49276"/>
                </a:cubicBezTo>
                <a:cubicBezTo>
                  <a:pt x="1234826" y="49950"/>
                  <a:pt x="1236652" y="50679"/>
                  <a:pt x="1238164" y="51465"/>
                </a:cubicBezTo>
                <a:cubicBezTo>
                  <a:pt x="1239676" y="52252"/>
                  <a:pt x="1240820" y="52944"/>
                  <a:pt x="1241594" y="53544"/>
                </a:cubicBezTo>
                <a:cubicBezTo>
                  <a:pt x="1242369" y="54143"/>
                  <a:pt x="1242885" y="54664"/>
                  <a:pt x="1243143" y="55107"/>
                </a:cubicBezTo>
                <a:cubicBezTo>
                  <a:pt x="1243402" y="55549"/>
                  <a:pt x="1243586" y="56047"/>
                  <a:pt x="1243697" y="56601"/>
                </a:cubicBezTo>
                <a:cubicBezTo>
                  <a:pt x="1243807" y="57154"/>
                  <a:pt x="1243918" y="57836"/>
                  <a:pt x="1244029" y="58648"/>
                </a:cubicBezTo>
                <a:cubicBezTo>
                  <a:pt x="1244139" y="59459"/>
                  <a:pt x="1244195" y="60455"/>
                  <a:pt x="1244195" y="61635"/>
                </a:cubicBezTo>
                <a:cubicBezTo>
                  <a:pt x="1244195" y="62889"/>
                  <a:pt x="1244139" y="63978"/>
                  <a:pt x="1244029" y="64900"/>
                </a:cubicBezTo>
                <a:cubicBezTo>
                  <a:pt x="1243918" y="65822"/>
                  <a:pt x="1243734" y="66578"/>
                  <a:pt x="1243475" y="67168"/>
                </a:cubicBezTo>
                <a:cubicBezTo>
                  <a:pt x="1243217" y="67758"/>
                  <a:pt x="1242904" y="68183"/>
                  <a:pt x="1242535" y="68441"/>
                </a:cubicBezTo>
                <a:cubicBezTo>
                  <a:pt x="1242166" y="68699"/>
                  <a:pt x="1241760" y="68828"/>
                  <a:pt x="1241318" y="68828"/>
                </a:cubicBezTo>
                <a:cubicBezTo>
                  <a:pt x="1240654" y="68828"/>
                  <a:pt x="1239695" y="68417"/>
                  <a:pt x="1238440" y="67594"/>
                </a:cubicBezTo>
                <a:cubicBezTo>
                  <a:pt x="1237186" y="66771"/>
                  <a:pt x="1235563" y="65891"/>
                  <a:pt x="1233572" y="64955"/>
                </a:cubicBezTo>
                <a:cubicBezTo>
                  <a:pt x="1231580" y="64019"/>
                  <a:pt x="1229238" y="63140"/>
                  <a:pt x="1226545" y="62317"/>
                </a:cubicBezTo>
                <a:cubicBezTo>
                  <a:pt x="1223852" y="61494"/>
                  <a:pt x="1220772" y="61082"/>
                  <a:pt x="1217305" y="61082"/>
                </a:cubicBezTo>
                <a:cubicBezTo>
                  <a:pt x="1214207" y="61082"/>
                  <a:pt x="1211477" y="61434"/>
                  <a:pt x="1209117" y="62137"/>
                </a:cubicBezTo>
                <a:cubicBezTo>
                  <a:pt x="1206756" y="62838"/>
                  <a:pt x="1204819" y="63835"/>
                  <a:pt x="1203307" y="65128"/>
                </a:cubicBezTo>
                <a:cubicBezTo>
                  <a:pt x="1201795" y="66421"/>
                  <a:pt x="1200651" y="67955"/>
                  <a:pt x="1199877" y="69731"/>
                </a:cubicBezTo>
                <a:cubicBezTo>
                  <a:pt x="1199102" y="71503"/>
                  <a:pt x="1198715" y="73425"/>
                  <a:pt x="1198715" y="75495"/>
                </a:cubicBezTo>
                <a:cubicBezTo>
                  <a:pt x="1198715" y="78374"/>
                  <a:pt x="1199453" y="80793"/>
                  <a:pt x="1200928" y="82750"/>
                </a:cubicBezTo>
                <a:cubicBezTo>
                  <a:pt x="1202404" y="84707"/>
                  <a:pt x="1204322" y="86425"/>
                  <a:pt x="1206682" y="87902"/>
                </a:cubicBezTo>
                <a:cubicBezTo>
                  <a:pt x="1209043" y="89378"/>
                  <a:pt x="1211735" y="90707"/>
                  <a:pt x="1214760" y="91889"/>
                </a:cubicBezTo>
                <a:cubicBezTo>
                  <a:pt x="1217785" y="93070"/>
                  <a:pt x="1220865" y="94288"/>
                  <a:pt x="1224000" y="95545"/>
                </a:cubicBezTo>
                <a:cubicBezTo>
                  <a:pt x="1227135" y="96799"/>
                  <a:pt x="1230233" y="98201"/>
                  <a:pt x="1233295" y="99753"/>
                </a:cubicBezTo>
                <a:cubicBezTo>
                  <a:pt x="1236356" y="101304"/>
                  <a:pt x="1239068" y="103188"/>
                  <a:pt x="1241428" y="105403"/>
                </a:cubicBezTo>
                <a:cubicBezTo>
                  <a:pt x="1243789" y="107619"/>
                  <a:pt x="1245688" y="110278"/>
                  <a:pt x="1247127" y="113381"/>
                </a:cubicBezTo>
                <a:cubicBezTo>
                  <a:pt x="1248565" y="116482"/>
                  <a:pt x="1249285" y="120174"/>
                  <a:pt x="1249285" y="124457"/>
                </a:cubicBezTo>
                <a:close/>
                <a:moveTo>
                  <a:pt x="1337895" y="124457"/>
                </a:moveTo>
                <a:cubicBezTo>
                  <a:pt x="1337895" y="129552"/>
                  <a:pt x="1336954" y="134093"/>
                  <a:pt x="1335073" y="138081"/>
                </a:cubicBezTo>
                <a:cubicBezTo>
                  <a:pt x="1333192" y="142067"/>
                  <a:pt x="1330518" y="145427"/>
                  <a:pt x="1327050" y="148161"/>
                </a:cubicBezTo>
                <a:cubicBezTo>
                  <a:pt x="1323583" y="150893"/>
                  <a:pt x="1319452" y="152960"/>
                  <a:pt x="1314657" y="154362"/>
                </a:cubicBezTo>
                <a:cubicBezTo>
                  <a:pt x="1309862" y="155766"/>
                  <a:pt x="1304587" y="156468"/>
                  <a:pt x="1298833" y="156468"/>
                </a:cubicBezTo>
                <a:cubicBezTo>
                  <a:pt x="1295292" y="156468"/>
                  <a:pt x="1291917" y="156191"/>
                  <a:pt x="1288708" y="155638"/>
                </a:cubicBezTo>
                <a:cubicBezTo>
                  <a:pt x="1285499" y="155084"/>
                  <a:pt x="1282622" y="154384"/>
                  <a:pt x="1280077" y="153535"/>
                </a:cubicBezTo>
                <a:cubicBezTo>
                  <a:pt x="1277532" y="152687"/>
                  <a:pt x="1275374" y="151802"/>
                  <a:pt x="1273604" y="150879"/>
                </a:cubicBezTo>
                <a:cubicBezTo>
                  <a:pt x="1271833" y="149957"/>
                  <a:pt x="1270542" y="149127"/>
                  <a:pt x="1269731" y="148390"/>
                </a:cubicBezTo>
                <a:cubicBezTo>
                  <a:pt x="1268919" y="147652"/>
                  <a:pt x="1268329" y="146619"/>
                  <a:pt x="1267960" y="145291"/>
                </a:cubicBezTo>
                <a:cubicBezTo>
                  <a:pt x="1267591" y="143963"/>
                  <a:pt x="1267407" y="142156"/>
                  <a:pt x="1267407" y="139869"/>
                </a:cubicBezTo>
                <a:cubicBezTo>
                  <a:pt x="1267407" y="138468"/>
                  <a:pt x="1267481" y="137287"/>
                  <a:pt x="1267628" y="136328"/>
                </a:cubicBezTo>
                <a:cubicBezTo>
                  <a:pt x="1267776" y="135369"/>
                  <a:pt x="1267960" y="134595"/>
                  <a:pt x="1268181" y="134004"/>
                </a:cubicBezTo>
                <a:cubicBezTo>
                  <a:pt x="1268403" y="133414"/>
                  <a:pt x="1268716" y="132990"/>
                  <a:pt x="1269122" y="132732"/>
                </a:cubicBezTo>
                <a:cubicBezTo>
                  <a:pt x="1269528" y="132474"/>
                  <a:pt x="1269989" y="132345"/>
                  <a:pt x="1270505" y="132345"/>
                </a:cubicBezTo>
                <a:cubicBezTo>
                  <a:pt x="1271317" y="132345"/>
                  <a:pt x="1272515" y="132843"/>
                  <a:pt x="1274101" y="133838"/>
                </a:cubicBezTo>
                <a:cubicBezTo>
                  <a:pt x="1275688" y="134834"/>
                  <a:pt x="1277642" y="135922"/>
                  <a:pt x="1279966" y="137103"/>
                </a:cubicBezTo>
                <a:cubicBezTo>
                  <a:pt x="1282290" y="138283"/>
                  <a:pt x="1285038" y="139371"/>
                  <a:pt x="1288210" y="140367"/>
                </a:cubicBezTo>
                <a:cubicBezTo>
                  <a:pt x="1291382" y="141363"/>
                  <a:pt x="1295034" y="141861"/>
                  <a:pt x="1299165" y="141861"/>
                </a:cubicBezTo>
                <a:cubicBezTo>
                  <a:pt x="1302263" y="141861"/>
                  <a:pt x="1305067" y="141529"/>
                  <a:pt x="1307575" y="140865"/>
                </a:cubicBezTo>
                <a:cubicBezTo>
                  <a:pt x="1310083" y="140199"/>
                  <a:pt x="1312259" y="139219"/>
                  <a:pt x="1314104" y="137926"/>
                </a:cubicBezTo>
                <a:cubicBezTo>
                  <a:pt x="1315948" y="136632"/>
                  <a:pt x="1317368" y="134988"/>
                  <a:pt x="1318364" y="132991"/>
                </a:cubicBezTo>
                <a:cubicBezTo>
                  <a:pt x="1319360" y="130995"/>
                  <a:pt x="1319858" y="128630"/>
                  <a:pt x="1319858" y="125895"/>
                </a:cubicBezTo>
                <a:cubicBezTo>
                  <a:pt x="1319858" y="123090"/>
                  <a:pt x="1319138" y="120727"/>
                  <a:pt x="1317700" y="118807"/>
                </a:cubicBezTo>
                <a:cubicBezTo>
                  <a:pt x="1316261" y="116886"/>
                  <a:pt x="1314362" y="115188"/>
                  <a:pt x="1312001" y="113713"/>
                </a:cubicBezTo>
                <a:cubicBezTo>
                  <a:pt x="1309640" y="112235"/>
                  <a:pt x="1306985" y="110925"/>
                  <a:pt x="1304034" y="109781"/>
                </a:cubicBezTo>
                <a:cubicBezTo>
                  <a:pt x="1301083" y="108635"/>
                  <a:pt x="1298040" y="107435"/>
                  <a:pt x="1294905" y="106181"/>
                </a:cubicBezTo>
                <a:cubicBezTo>
                  <a:pt x="1291770" y="104925"/>
                  <a:pt x="1288708" y="103503"/>
                  <a:pt x="1285720" y="101914"/>
                </a:cubicBezTo>
                <a:cubicBezTo>
                  <a:pt x="1282733" y="100326"/>
                  <a:pt x="1280058" y="98387"/>
                  <a:pt x="1277698" y="96098"/>
                </a:cubicBezTo>
                <a:cubicBezTo>
                  <a:pt x="1275337" y="93809"/>
                  <a:pt x="1273438" y="91077"/>
                  <a:pt x="1271999" y="87902"/>
                </a:cubicBezTo>
                <a:cubicBezTo>
                  <a:pt x="1270560" y="84728"/>
                  <a:pt x="1269841" y="80925"/>
                  <a:pt x="1269841" y="76494"/>
                </a:cubicBezTo>
                <a:cubicBezTo>
                  <a:pt x="1269841" y="72580"/>
                  <a:pt x="1270597" y="68833"/>
                  <a:pt x="1272110" y="65252"/>
                </a:cubicBezTo>
                <a:cubicBezTo>
                  <a:pt x="1273622" y="61670"/>
                  <a:pt x="1275890" y="58531"/>
                  <a:pt x="1278915" y="55836"/>
                </a:cubicBezTo>
                <a:cubicBezTo>
                  <a:pt x="1281940" y="53139"/>
                  <a:pt x="1285720" y="50979"/>
                  <a:pt x="1290257" y="49356"/>
                </a:cubicBezTo>
                <a:cubicBezTo>
                  <a:pt x="1294794" y="47731"/>
                  <a:pt x="1300087" y="46918"/>
                  <a:pt x="1306136" y="46918"/>
                </a:cubicBezTo>
                <a:cubicBezTo>
                  <a:pt x="1308792" y="46918"/>
                  <a:pt x="1311448" y="47143"/>
                  <a:pt x="1314104" y="47592"/>
                </a:cubicBezTo>
                <a:cubicBezTo>
                  <a:pt x="1316759" y="48042"/>
                  <a:pt x="1319157" y="48603"/>
                  <a:pt x="1321296" y="49276"/>
                </a:cubicBezTo>
                <a:cubicBezTo>
                  <a:pt x="1323436" y="49950"/>
                  <a:pt x="1325261" y="50679"/>
                  <a:pt x="1326774" y="51465"/>
                </a:cubicBezTo>
                <a:cubicBezTo>
                  <a:pt x="1328286" y="52252"/>
                  <a:pt x="1329429" y="52944"/>
                  <a:pt x="1330204" y="53544"/>
                </a:cubicBezTo>
                <a:cubicBezTo>
                  <a:pt x="1330979" y="54143"/>
                  <a:pt x="1331495" y="54664"/>
                  <a:pt x="1331753" y="55107"/>
                </a:cubicBezTo>
                <a:cubicBezTo>
                  <a:pt x="1332011" y="55549"/>
                  <a:pt x="1332196" y="56047"/>
                  <a:pt x="1332307" y="56601"/>
                </a:cubicBezTo>
                <a:cubicBezTo>
                  <a:pt x="1332417" y="57154"/>
                  <a:pt x="1332528" y="57836"/>
                  <a:pt x="1332638" y="58648"/>
                </a:cubicBezTo>
                <a:cubicBezTo>
                  <a:pt x="1332749" y="59459"/>
                  <a:pt x="1332804" y="60455"/>
                  <a:pt x="1332804" y="61635"/>
                </a:cubicBezTo>
                <a:cubicBezTo>
                  <a:pt x="1332804" y="62889"/>
                  <a:pt x="1332749" y="63978"/>
                  <a:pt x="1332638" y="64900"/>
                </a:cubicBezTo>
                <a:cubicBezTo>
                  <a:pt x="1332528" y="65822"/>
                  <a:pt x="1332343" y="66578"/>
                  <a:pt x="1332085" y="67168"/>
                </a:cubicBezTo>
                <a:cubicBezTo>
                  <a:pt x="1331827" y="67758"/>
                  <a:pt x="1331513" y="68183"/>
                  <a:pt x="1331145" y="68441"/>
                </a:cubicBezTo>
                <a:cubicBezTo>
                  <a:pt x="1330776" y="68699"/>
                  <a:pt x="1330370" y="68828"/>
                  <a:pt x="1329927" y="68828"/>
                </a:cubicBezTo>
                <a:cubicBezTo>
                  <a:pt x="1329263" y="68828"/>
                  <a:pt x="1328304" y="68417"/>
                  <a:pt x="1327050" y="67594"/>
                </a:cubicBezTo>
                <a:cubicBezTo>
                  <a:pt x="1325796" y="66771"/>
                  <a:pt x="1324173" y="65891"/>
                  <a:pt x="1322181" y="64955"/>
                </a:cubicBezTo>
                <a:cubicBezTo>
                  <a:pt x="1320190" y="64019"/>
                  <a:pt x="1317847" y="63140"/>
                  <a:pt x="1315155" y="62317"/>
                </a:cubicBezTo>
                <a:cubicBezTo>
                  <a:pt x="1312462" y="61494"/>
                  <a:pt x="1309382" y="61082"/>
                  <a:pt x="1305915" y="61082"/>
                </a:cubicBezTo>
                <a:cubicBezTo>
                  <a:pt x="1302817" y="61082"/>
                  <a:pt x="1300087" y="61434"/>
                  <a:pt x="1297727" y="62137"/>
                </a:cubicBezTo>
                <a:cubicBezTo>
                  <a:pt x="1295366" y="62838"/>
                  <a:pt x="1293429" y="63835"/>
                  <a:pt x="1291917" y="65128"/>
                </a:cubicBezTo>
                <a:cubicBezTo>
                  <a:pt x="1290405" y="66421"/>
                  <a:pt x="1289261" y="67955"/>
                  <a:pt x="1288487" y="69731"/>
                </a:cubicBezTo>
                <a:cubicBezTo>
                  <a:pt x="1287712" y="71503"/>
                  <a:pt x="1287325" y="73425"/>
                  <a:pt x="1287325" y="75495"/>
                </a:cubicBezTo>
                <a:cubicBezTo>
                  <a:pt x="1287325" y="78374"/>
                  <a:pt x="1288063" y="80793"/>
                  <a:pt x="1289538" y="82750"/>
                </a:cubicBezTo>
                <a:cubicBezTo>
                  <a:pt x="1291013" y="84707"/>
                  <a:pt x="1292931" y="86425"/>
                  <a:pt x="1295292" y="87902"/>
                </a:cubicBezTo>
                <a:cubicBezTo>
                  <a:pt x="1297653" y="89378"/>
                  <a:pt x="1300345" y="90707"/>
                  <a:pt x="1303370" y="91889"/>
                </a:cubicBezTo>
                <a:cubicBezTo>
                  <a:pt x="1306395" y="93070"/>
                  <a:pt x="1309474" y="94288"/>
                  <a:pt x="1312610" y="95545"/>
                </a:cubicBezTo>
                <a:cubicBezTo>
                  <a:pt x="1315745" y="96799"/>
                  <a:pt x="1318843" y="98201"/>
                  <a:pt x="1321905" y="99753"/>
                </a:cubicBezTo>
                <a:cubicBezTo>
                  <a:pt x="1324966" y="101304"/>
                  <a:pt x="1327677" y="103188"/>
                  <a:pt x="1330038" y="105403"/>
                </a:cubicBezTo>
                <a:cubicBezTo>
                  <a:pt x="1332399" y="107619"/>
                  <a:pt x="1334298" y="110278"/>
                  <a:pt x="1335737" y="113381"/>
                </a:cubicBezTo>
                <a:cubicBezTo>
                  <a:pt x="1337175" y="116482"/>
                  <a:pt x="1337895" y="120174"/>
                  <a:pt x="1337895" y="124457"/>
                </a:cubicBezTo>
                <a:close/>
                <a:moveTo>
                  <a:pt x="1408109" y="98373"/>
                </a:moveTo>
                <a:cubicBezTo>
                  <a:pt x="1408109" y="101250"/>
                  <a:pt x="1407777" y="103242"/>
                  <a:pt x="1407113" y="104349"/>
                </a:cubicBezTo>
                <a:cubicBezTo>
                  <a:pt x="1406449" y="105455"/>
                  <a:pt x="1405490" y="106008"/>
                  <a:pt x="1404236" y="106008"/>
                </a:cubicBezTo>
                <a:lnTo>
                  <a:pt x="1357982" y="106008"/>
                </a:lnTo>
                <a:cubicBezTo>
                  <a:pt x="1356654" y="106008"/>
                  <a:pt x="1355658" y="105437"/>
                  <a:pt x="1354994" y="104293"/>
                </a:cubicBezTo>
                <a:cubicBezTo>
                  <a:pt x="1354330" y="103150"/>
                  <a:pt x="1353998" y="101176"/>
                  <a:pt x="1353998" y="98373"/>
                </a:cubicBezTo>
                <a:cubicBezTo>
                  <a:pt x="1353998" y="95570"/>
                  <a:pt x="1354330" y="93615"/>
                  <a:pt x="1354994" y="92508"/>
                </a:cubicBezTo>
                <a:cubicBezTo>
                  <a:pt x="1355658" y="91402"/>
                  <a:pt x="1356654" y="90849"/>
                  <a:pt x="1357982" y="90849"/>
                </a:cubicBezTo>
                <a:lnTo>
                  <a:pt x="1404236" y="90849"/>
                </a:lnTo>
                <a:cubicBezTo>
                  <a:pt x="1404826" y="90849"/>
                  <a:pt x="1405361" y="90959"/>
                  <a:pt x="1405840" y="91181"/>
                </a:cubicBezTo>
                <a:cubicBezTo>
                  <a:pt x="1406320" y="91402"/>
                  <a:pt x="1406726" y="91826"/>
                  <a:pt x="1407057" y="92453"/>
                </a:cubicBezTo>
                <a:cubicBezTo>
                  <a:pt x="1407389" y="93080"/>
                  <a:pt x="1407648" y="93873"/>
                  <a:pt x="1407832" y="94832"/>
                </a:cubicBezTo>
                <a:cubicBezTo>
                  <a:pt x="1408017" y="95791"/>
                  <a:pt x="1408109" y="96972"/>
                  <a:pt x="1408109" y="98373"/>
                </a:cubicBezTo>
                <a:close/>
                <a:moveTo>
                  <a:pt x="1508854" y="145955"/>
                </a:moveTo>
                <a:cubicBezTo>
                  <a:pt x="1508854" y="147431"/>
                  <a:pt x="1508780" y="148666"/>
                  <a:pt x="1508632" y="149662"/>
                </a:cubicBezTo>
                <a:cubicBezTo>
                  <a:pt x="1508485" y="150658"/>
                  <a:pt x="1508245" y="151506"/>
                  <a:pt x="1507913" y="152207"/>
                </a:cubicBezTo>
                <a:cubicBezTo>
                  <a:pt x="1507581" y="152908"/>
                  <a:pt x="1507175" y="153425"/>
                  <a:pt x="1506696" y="153757"/>
                </a:cubicBezTo>
                <a:cubicBezTo>
                  <a:pt x="1506216" y="154088"/>
                  <a:pt x="1505645" y="154254"/>
                  <a:pt x="1504981" y="154254"/>
                </a:cubicBezTo>
                <a:lnTo>
                  <a:pt x="1441686" y="154254"/>
                </a:lnTo>
                <a:cubicBezTo>
                  <a:pt x="1439989" y="154254"/>
                  <a:pt x="1438384" y="153683"/>
                  <a:pt x="1436872" y="152539"/>
                </a:cubicBezTo>
                <a:cubicBezTo>
                  <a:pt x="1435360" y="151396"/>
                  <a:pt x="1434604" y="149386"/>
                  <a:pt x="1434604" y="146509"/>
                </a:cubicBezTo>
                <a:lnTo>
                  <a:pt x="1434604" y="13943"/>
                </a:lnTo>
                <a:cubicBezTo>
                  <a:pt x="1434604" y="13352"/>
                  <a:pt x="1434751" y="12836"/>
                  <a:pt x="1435046" y="12393"/>
                </a:cubicBezTo>
                <a:cubicBezTo>
                  <a:pt x="1435341" y="11951"/>
                  <a:pt x="1435858" y="11600"/>
                  <a:pt x="1436595" y="11342"/>
                </a:cubicBezTo>
                <a:cubicBezTo>
                  <a:pt x="1437333" y="11084"/>
                  <a:pt x="1438329" y="10863"/>
                  <a:pt x="1439583" y="10678"/>
                </a:cubicBezTo>
                <a:cubicBezTo>
                  <a:pt x="1440837" y="10494"/>
                  <a:pt x="1442350" y="10402"/>
                  <a:pt x="1444120" y="10402"/>
                </a:cubicBezTo>
                <a:cubicBezTo>
                  <a:pt x="1445964" y="10402"/>
                  <a:pt x="1447495" y="10494"/>
                  <a:pt x="1448712" y="10678"/>
                </a:cubicBezTo>
                <a:cubicBezTo>
                  <a:pt x="1449929" y="10863"/>
                  <a:pt x="1450907" y="11084"/>
                  <a:pt x="1451645" y="11342"/>
                </a:cubicBezTo>
                <a:cubicBezTo>
                  <a:pt x="1452382" y="11600"/>
                  <a:pt x="1452899" y="11951"/>
                  <a:pt x="1453194" y="12393"/>
                </a:cubicBezTo>
                <a:cubicBezTo>
                  <a:pt x="1453489" y="12836"/>
                  <a:pt x="1453636" y="13352"/>
                  <a:pt x="1453636" y="13943"/>
                </a:cubicBezTo>
                <a:lnTo>
                  <a:pt x="1453636" y="137767"/>
                </a:lnTo>
                <a:lnTo>
                  <a:pt x="1504981" y="137767"/>
                </a:lnTo>
                <a:cubicBezTo>
                  <a:pt x="1505645" y="137767"/>
                  <a:pt x="1506216" y="137933"/>
                  <a:pt x="1506696" y="138265"/>
                </a:cubicBezTo>
                <a:cubicBezTo>
                  <a:pt x="1507175" y="138597"/>
                  <a:pt x="1507581" y="139076"/>
                  <a:pt x="1507913" y="139703"/>
                </a:cubicBezTo>
                <a:cubicBezTo>
                  <a:pt x="1508245" y="140330"/>
                  <a:pt x="1508485" y="141160"/>
                  <a:pt x="1508632" y="142193"/>
                </a:cubicBezTo>
                <a:cubicBezTo>
                  <a:pt x="1508780" y="143226"/>
                  <a:pt x="1508854" y="144480"/>
                  <a:pt x="1508854" y="145955"/>
                </a:cubicBezTo>
                <a:close/>
                <a:moveTo>
                  <a:pt x="1602708" y="151599"/>
                </a:moveTo>
                <a:cubicBezTo>
                  <a:pt x="1602708" y="152484"/>
                  <a:pt x="1602413" y="153148"/>
                  <a:pt x="1601823" y="153591"/>
                </a:cubicBezTo>
                <a:cubicBezTo>
                  <a:pt x="1601232" y="154033"/>
                  <a:pt x="1600421" y="154365"/>
                  <a:pt x="1599388" y="154586"/>
                </a:cubicBezTo>
                <a:cubicBezTo>
                  <a:pt x="1598355" y="154808"/>
                  <a:pt x="1596843" y="154918"/>
                  <a:pt x="1594851" y="154918"/>
                </a:cubicBezTo>
                <a:cubicBezTo>
                  <a:pt x="1592933" y="154918"/>
                  <a:pt x="1591402" y="154808"/>
                  <a:pt x="1590259" y="154586"/>
                </a:cubicBezTo>
                <a:cubicBezTo>
                  <a:pt x="1589116" y="154365"/>
                  <a:pt x="1588286" y="154033"/>
                  <a:pt x="1587769" y="153591"/>
                </a:cubicBezTo>
                <a:cubicBezTo>
                  <a:pt x="1587253" y="153148"/>
                  <a:pt x="1586995" y="152484"/>
                  <a:pt x="1586995" y="151599"/>
                </a:cubicBezTo>
                <a:lnTo>
                  <a:pt x="1586995" y="141640"/>
                </a:lnTo>
                <a:cubicBezTo>
                  <a:pt x="1582642" y="146287"/>
                  <a:pt x="1577792" y="149920"/>
                  <a:pt x="1572443" y="152539"/>
                </a:cubicBezTo>
                <a:cubicBezTo>
                  <a:pt x="1567095" y="155158"/>
                  <a:pt x="1561433" y="156468"/>
                  <a:pt x="1555458" y="156468"/>
                </a:cubicBezTo>
                <a:cubicBezTo>
                  <a:pt x="1550220" y="156468"/>
                  <a:pt x="1545480" y="155783"/>
                  <a:pt x="1541238" y="154414"/>
                </a:cubicBezTo>
                <a:cubicBezTo>
                  <a:pt x="1536997" y="153044"/>
                  <a:pt x="1533382" y="151064"/>
                  <a:pt x="1530394" y="148473"/>
                </a:cubicBezTo>
                <a:cubicBezTo>
                  <a:pt x="1527406" y="145881"/>
                  <a:pt x="1525083" y="142699"/>
                  <a:pt x="1523423" y="138925"/>
                </a:cubicBezTo>
                <a:cubicBezTo>
                  <a:pt x="1521763" y="135149"/>
                  <a:pt x="1520933" y="130854"/>
                  <a:pt x="1520933" y="126041"/>
                </a:cubicBezTo>
                <a:cubicBezTo>
                  <a:pt x="1520933" y="120416"/>
                  <a:pt x="1522076" y="115531"/>
                  <a:pt x="1524363" y="111386"/>
                </a:cubicBezTo>
                <a:cubicBezTo>
                  <a:pt x="1526650" y="107238"/>
                  <a:pt x="1529933" y="103795"/>
                  <a:pt x="1534212" y="101057"/>
                </a:cubicBezTo>
                <a:cubicBezTo>
                  <a:pt x="1538490" y="98318"/>
                  <a:pt x="1543728" y="96264"/>
                  <a:pt x="1549925" y="94894"/>
                </a:cubicBezTo>
                <a:cubicBezTo>
                  <a:pt x="1556122" y="93525"/>
                  <a:pt x="1563093" y="92840"/>
                  <a:pt x="1570839" y="92840"/>
                </a:cubicBezTo>
                <a:lnTo>
                  <a:pt x="1584560" y="92840"/>
                </a:lnTo>
                <a:lnTo>
                  <a:pt x="1584560" y="85122"/>
                </a:lnTo>
                <a:cubicBezTo>
                  <a:pt x="1584560" y="81300"/>
                  <a:pt x="1584154" y="77919"/>
                  <a:pt x="1583343" y="74980"/>
                </a:cubicBezTo>
                <a:cubicBezTo>
                  <a:pt x="1582532" y="72038"/>
                  <a:pt x="1581222" y="69593"/>
                  <a:pt x="1579415" y="67645"/>
                </a:cubicBezTo>
                <a:cubicBezTo>
                  <a:pt x="1577607" y="65697"/>
                  <a:pt x="1575265" y="64228"/>
                  <a:pt x="1572388" y="63236"/>
                </a:cubicBezTo>
                <a:cubicBezTo>
                  <a:pt x="1569511" y="62243"/>
                  <a:pt x="1565970" y="61746"/>
                  <a:pt x="1561765" y="61746"/>
                </a:cubicBezTo>
                <a:cubicBezTo>
                  <a:pt x="1557265" y="61746"/>
                  <a:pt x="1553226" y="62275"/>
                  <a:pt x="1549648" y="63333"/>
                </a:cubicBezTo>
                <a:cubicBezTo>
                  <a:pt x="1546070" y="64391"/>
                  <a:pt x="1542935" y="65559"/>
                  <a:pt x="1540242" y="66836"/>
                </a:cubicBezTo>
                <a:cubicBezTo>
                  <a:pt x="1537550" y="68113"/>
                  <a:pt x="1535300" y="69281"/>
                  <a:pt x="1533492" y="70339"/>
                </a:cubicBezTo>
                <a:cubicBezTo>
                  <a:pt x="1531685" y="71397"/>
                  <a:pt x="1530339" y="71926"/>
                  <a:pt x="1529454" y="71926"/>
                </a:cubicBezTo>
                <a:cubicBezTo>
                  <a:pt x="1528863" y="71926"/>
                  <a:pt x="1528347" y="71779"/>
                  <a:pt x="1527904" y="71484"/>
                </a:cubicBezTo>
                <a:cubicBezTo>
                  <a:pt x="1527462" y="71189"/>
                  <a:pt x="1527074" y="70746"/>
                  <a:pt x="1526742" y="70156"/>
                </a:cubicBezTo>
                <a:cubicBezTo>
                  <a:pt x="1526410" y="69566"/>
                  <a:pt x="1526171" y="68810"/>
                  <a:pt x="1526023" y="67887"/>
                </a:cubicBezTo>
                <a:cubicBezTo>
                  <a:pt x="1525876" y="66965"/>
                  <a:pt x="1525802" y="65951"/>
                  <a:pt x="1525802" y="64844"/>
                </a:cubicBezTo>
                <a:cubicBezTo>
                  <a:pt x="1525802" y="63000"/>
                  <a:pt x="1525931" y="61543"/>
                  <a:pt x="1526189" y="60474"/>
                </a:cubicBezTo>
                <a:cubicBezTo>
                  <a:pt x="1526447" y="59404"/>
                  <a:pt x="1527074" y="58389"/>
                  <a:pt x="1528070" y="57430"/>
                </a:cubicBezTo>
                <a:cubicBezTo>
                  <a:pt x="1529066" y="56471"/>
                  <a:pt x="1530781" y="55355"/>
                  <a:pt x="1533216" y="54080"/>
                </a:cubicBezTo>
                <a:cubicBezTo>
                  <a:pt x="1535650" y="52803"/>
                  <a:pt x="1538454" y="51636"/>
                  <a:pt x="1541626" y="50580"/>
                </a:cubicBezTo>
                <a:cubicBezTo>
                  <a:pt x="1544798" y="49524"/>
                  <a:pt x="1548265" y="48651"/>
                  <a:pt x="1552027" y="47959"/>
                </a:cubicBezTo>
                <a:cubicBezTo>
                  <a:pt x="1555790" y="47265"/>
                  <a:pt x="1559589" y="46918"/>
                  <a:pt x="1563425" y="46918"/>
                </a:cubicBezTo>
                <a:cubicBezTo>
                  <a:pt x="1570581" y="46918"/>
                  <a:pt x="1576667" y="47730"/>
                  <a:pt x="1581683" y="49353"/>
                </a:cubicBezTo>
                <a:cubicBezTo>
                  <a:pt x="1586700" y="50976"/>
                  <a:pt x="1590757" y="53355"/>
                  <a:pt x="1593855" y="56490"/>
                </a:cubicBezTo>
                <a:cubicBezTo>
                  <a:pt x="1596954" y="59625"/>
                  <a:pt x="1599204" y="63517"/>
                  <a:pt x="1600605" y="68164"/>
                </a:cubicBezTo>
                <a:cubicBezTo>
                  <a:pt x="1602007" y="72812"/>
                  <a:pt x="1602708" y="78234"/>
                  <a:pt x="1602708" y="84431"/>
                </a:cubicBezTo>
                <a:lnTo>
                  <a:pt x="1602708" y="151599"/>
                </a:lnTo>
                <a:moveTo>
                  <a:pt x="1584560" y="106008"/>
                </a:moveTo>
                <a:lnTo>
                  <a:pt x="1568958" y="106008"/>
                </a:lnTo>
                <a:cubicBezTo>
                  <a:pt x="1563941" y="106008"/>
                  <a:pt x="1559589" y="106436"/>
                  <a:pt x="1555900" y="107291"/>
                </a:cubicBezTo>
                <a:cubicBezTo>
                  <a:pt x="1552212" y="108144"/>
                  <a:pt x="1549150" y="109405"/>
                  <a:pt x="1546716" y="111074"/>
                </a:cubicBezTo>
                <a:cubicBezTo>
                  <a:pt x="1544281" y="112743"/>
                  <a:pt x="1542492" y="114748"/>
                  <a:pt x="1541349" y="117088"/>
                </a:cubicBezTo>
                <a:cubicBezTo>
                  <a:pt x="1540206" y="119425"/>
                  <a:pt x="1539634" y="122116"/>
                  <a:pt x="1539634" y="125159"/>
                </a:cubicBezTo>
                <a:cubicBezTo>
                  <a:pt x="1539634" y="130355"/>
                  <a:pt x="1541275" y="134493"/>
                  <a:pt x="1544558" y="137573"/>
                </a:cubicBezTo>
                <a:cubicBezTo>
                  <a:pt x="1547841" y="140653"/>
                  <a:pt x="1552433" y="142193"/>
                  <a:pt x="1558335" y="142193"/>
                </a:cubicBezTo>
                <a:cubicBezTo>
                  <a:pt x="1563130" y="142193"/>
                  <a:pt x="1567575" y="140969"/>
                  <a:pt x="1571669" y="138521"/>
                </a:cubicBezTo>
                <a:cubicBezTo>
                  <a:pt x="1575763" y="136070"/>
                  <a:pt x="1580060" y="132322"/>
                  <a:pt x="1584560" y="127275"/>
                </a:cubicBezTo>
                <a:lnTo>
                  <a:pt x="1584560" y="106008"/>
                </a:lnTo>
                <a:close/>
                <a:moveTo>
                  <a:pt x="1721994" y="151488"/>
                </a:moveTo>
                <a:cubicBezTo>
                  <a:pt x="1721994" y="152078"/>
                  <a:pt x="1721847" y="152576"/>
                  <a:pt x="1721552" y="152982"/>
                </a:cubicBezTo>
                <a:cubicBezTo>
                  <a:pt x="1721256" y="153388"/>
                  <a:pt x="1720777" y="153738"/>
                  <a:pt x="1720113" y="154033"/>
                </a:cubicBezTo>
                <a:cubicBezTo>
                  <a:pt x="1719449" y="154328"/>
                  <a:pt x="1718527" y="154550"/>
                  <a:pt x="1717347" y="154697"/>
                </a:cubicBezTo>
                <a:cubicBezTo>
                  <a:pt x="1716166" y="154845"/>
                  <a:pt x="1714691" y="154918"/>
                  <a:pt x="1712920" y="154918"/>
                </a:cubicBezTo>
                <a:cubicBezTo>
                  <a:pt x="1711076" y="154918"/>
                  <a:pt x="1709564" y="154845"/>
                  <a:pt x="1708383" y="154697"/>
                </a:cubicBezTo>
                <a:cubicBezTo>
                  <a:pt x="1707203" y="154550"/>
                  <a:pt x="1706281" y="154328"/>
                  <a:pt x="1705617" y="154033"/>
                </a:cubicBezTo>
                <a:cubicBezTo>
                  <a:pt x="1704953" y="153738"/>
                  <a:pt x="1704474" y="153388"/>
                  <a:pt x="1704179" y="152982"/>
                </a:cubicBezTo>
                <a:cubicBezTo>
                  <a:pt x="1703883" y="152576"/>
                  <a:pt x="1703736" y="152078"/>
                  <a:pt x="1703736" y="151488"/>
                </a:cubicBezTo>
                <a:lnTo>
                  <a:pt x="1703736" y="93172"/>
                </a:lnTo>
                <a:cubicBezTo>
                  <a:pt x="1703736" y="87492"/>
                  <a:pt x="1703293" y="82918"/>
                  <a:pt x="1702408" y="79451"/>
                </a:cubicBezTo>
                <a:cubicBezTo>
                  <a:pt x="1701523" y="75984"/>
                  <a:pt x="1700232" y="72996"/>
                  <a:pt x="1698535" y="70488"/>
                </a:cubicBezTo>
                <a:cubicBezTo>
                  <a:pt x="1696838" y="67980"/>
                  <a:pt x="1694644" y="66062"/>
                  <a:pt x="1691951" y="64734"/>
                </a:cubicBezTo>
                <a:cubicBezTo>
                  <a:pt x="1689258" y="63406"/>
                  <a:pt x="1686142" y="62742"/>
                  <a:pt x="1682601" y="62742"/>
                </a:cubicBezTo>
                <a:cubicBezTo>
                  <a:pt x="1678027" y="62742"/>
                  <a:pt x="1673453" y="64365"/>
                  <a:pt x="1668879" y="67611"/>
                </a:cubicBezTo>
                <a:cubicBezTo>
                  <a:pt x="1664305" y="70857"/>
                  <a:pt x="1659510" y="75615"/>
                  <a:pt x="1654494" y="81885"/>
                </a:cubicBezTo>
                <a:lnTo>
                  <a:pt x="1654494" y="151488"/>
                </a:lnTo>
                <a:cubicBezTo>
                  <a:pt x="1654494" y="152078"/>
                  <a:pt x="1654346" y="152576"/>
                  <a:pt x="1654051" y="152982"/>
                </a:cubicBezTo>
                <a:cubicBezTo>
                  <a:pt x="1653756" y="153388"/>
                  <a:pt x="1653277" y="153738"/>
                  <a:pt x="1652613" y="154033"/>
                </a:cubicBezTo>
                <a:cubicBezTo>
                  <a:pt x="1651949" y="154328"/>
                  <a:pt x="1651027" y="154550"/>
                  <a:pt x="1649846" y="154697"/>
                </a:cubicBezTo>
                <a:cubicBezTo>
                  <a:pt x="1648666" y="154845"/>
                  <a:pt x="1647154" y="154918"/>
                  <a:pt x="1645310" y="154918"/>
                </a:cubicBezTo>
                <a:cubicBezTo>
                  <a:pt x="1643539" y="154918"/>
                  <a:pt x="1642064" y="154845"/>
                  <a:pt x="1640883" y="154697"/>
                </a:cubicBezTo>
                <a:cubicBezTo>
                  <a:pt x="1639703" y="154550"/>
                  <a:pt x="1638762" y="154328"/>
                  <a:pt x="1638062" y="154033"/>
                </a:cubicBezTo>
                <a:cubicBezTo>
                  <a:pt x="1637361" y="153738"/>
                  <a:pt x="1636881" y="153388"/>
                  <a:pt x="1636623" y="152982"/>
                </a:cubicBezTo>
                <a:cubicBezTo>
                  <a:pt x="1636365" y="152576"/>
                  <a:pt x="1636236" y="152078"/>
                  <a:pt x="1636236" y="151488"/>
                </a:cubicBezTo>
                <a:lnTo>
                  <a:pt x="1636236" y="51898"/>
                </a:lnTo>
                <a:cubicBezTo>
                  <a:pt x="1636236" y="51308"/>
                  <a:pt x="1636346" y="50810"/>
                  <a:pt x="1636568" y="50404"/>
                </a:cubicBezTo>
                <a:cubicBezTo>
                  <a:pt x="1636789" y="49998"/>
                  <a:pt x="1637232" y="49629"/>
                  <a:pt x="1637896" y="49297"/>
                </a:cubicBezTo>
                <a:cubicBezTo>
                  <a:pt x="1638560" y="48965"/>
                  <a:pt x="1639408" y="48744"/>
                  <a:pt x="1640441" y="48633"/>
                </a:cubicBezTo>
                <a:cubicBezTo>
                  <a:pt x="1641473" y="48523"/>
                  <a:pt x="1642838" y="48467"/>
                  <a:pt x="1644535" y="48467"/>
                </a:cubicBezTo>
                <a:cubicBezTo>
                  <a:pt x="1646158" y="48467"/>
                  <a:pt x="1647504" y="48523"/>
                  <a:pt x="1648574" y="48633"/>
                </a:cubicBezTo>
                <a:cubicBezTo>
                  <a:pt x="1649644" y="48744"/>
                  <a:pt x="1650473" y="48965"/>
                  <a:pt x="1651064" y="49297"/>
                </a:cubicBezTo>
                <a:cubicBezTo>
                  <a:pt x="1651654" y="49629"/>
                  <a:pt x="1652078" y="49998"/>
                  <a:pt x="1652336" y="50404"/>
                </a:cubicBezTo>
                <a:cubicBezTo>
                  <a:pt x="1652594" y="50810"/>
                  <a:pt x="1652723" y="51308"/>
                  <a:pt x="1652723" y="51898"/>
                </a:cubicBezTo>
                <a:lnTo>
                  <a:pt x="1652723" y="65066"/>
                </a:lnTo>
                <a:cubicBezTo>
                  <a:pt x="1658330" y="58795"/>
                  <a:pt x="1663918" y="54203"/>
                  <a:pt x="1669488" y="51289"/>
                </a:cubicBezTo>
                <a:cubicBezTo>
                  <a:pt x="1675058" y="48375"/>
                  <a:pt x="1680683" y="46918"/>
                  <a:pt x="1686363" y="46918"/>
                </a:cubicBezTo>
                <a:cubicBezTo>
                  <a:pt x="1693002" y="46918"/>
                  <a:pt x="1698590" y="48043"/>
                  <a:pt x="1703127" y="50293"/>
                </a:cubicBezTo>
                <a:cubicBezTo>
                  <a:pt x="1707664" y="52543"/>
                  <a:pt x="1711334" y="55549"/>
                  <a:pt x="1714138" y="59312"/>
                </a:cubicBezTo>
                <a:cubicBezTo>
                  <a:pt x="1716941" y="63074"/>
                  <a:pt x="1718951" y="67482"/>
                  <a:pt x="1720168" y="72535"/>
                </a:cubicBezTo>
                <a:cubicBezTo>
                  <a:pt x="1721386" y="77588"/>
                  <a:pt x="1721994" y="83656"/>
                  <a:pt x="1721994" y="90738"/>
                </a:cubicBezTo>
                <a:lnTo>
                  <a:pt x="1721994" y="151488"/>
                </a:lnTo>
                <a:close/>
                <a:moveTo>
                  <a:pt x="1838426" y="56324"/>
                </a:moveTo>
                <a:cubicBezTo>
                  <a:pt x="1838426" y="58906"/>
                  <a:pt x="1838076" y="60769"/>
                  <a:pt x="1837375" y="61912"/>
                </a:cubicBezTo>
                <a:cubicBezTo>
                  <a:pt x="1836674" y="63055"/>
                  <a:pt x="1835770" y="63627"/>
                  <a:pt x="1834664" y="63627"/>
                </a:cubicBezTo>
                <a:lnTo>
                  <a:pt x="1820389" y="63627"/>
                </a:lnTo>
                <a:cubicBezTo>
                  <a:pt x="1822971" y="66290"/>
                  <a:pt x="1824779" y="69231"/>
                  <a:pt x="1825811" y="72452"/>
                </a:cubicBezTo>
                <a:cubicBezTo>
                  <a:pt x="1826844" y="75670"/>
                  <a:pt x="1827361" y="79018"/>
                  <a:pt x="1827361" y="82494"/>
                </a:cubicBezTo>
                <a:cubicBezTo>
                  <a:pt x="1827361" y="88239"/>
                  <a:pt x="1826438" y="93321"/>
                  <a:pt x="1824594" y="97740"/>
                </a:cubicBezTo>
                <a:cubicBezTo>
                  <a:pt x="1822750" y="102160"/>
                  <a:pt x="1820113" y="105898"/>
                  <a:pt x="1816682" y="108955"/>
                </a:cubicBezTo>
                <a:cubicBezTo>
                  <a:pt x="1813252" y="112012"/>
                  <a:pt x="1809176" y="114350"/>
                  <a:pt x="1804455" y="115971"/>
                </a:cubicBezTo>
                <a:cubicBezTo>
                  <a:pt x="1799733" y="117592"/>
                  <a:pt x="1794496" y="118402"/>
                  <a:pt x="1788742" y="118402"/>
                </a:cubicBezTo>
                <a:cubicBezTo>
                  <a:pt x="1784684" y="118402"/>
                  <a:pt x="1780830" y="117868"/>
                  <a:pt x="1777178" y="116801"/>
                </a:cubicBezTo>
                <a:cubicBezTo>
                  <a:pt x="1773526" y="115733"/>
                  <a:pt x="1770705" y="114389"/>
                  <a:pt x="1768713" y="112769"/>
                </a:cubicBezTo>
                <a:cubicBezTo>
                  <a:pt x="1767385" y="114097"/>
                  <a:pt x="1766297" y="115609"/>
                  <a:pt x="1765449" y="117306"/>
                </a:cubicBezTo>
                <a:cubicBezTo>
                  <a:pt x="1764600" y="119000"/>
                  <a:pt x="1764176" y="120953"/>
                  <a:pt x="1764176" y="123164"/>
                </a:cubicBezTo>
                <a:cubicBezTo>
                  <a:pt x="1764176" y="125746"/>
                  <a:pt x="1765375" y="127885"/>
                  <a:pt x="1767772" y="129582"/>
                </a:cubicBezTo>
                <a:cubicBezTo>
                  <a:pt x="1770170" y="131276"/>
                  <a:pt x="1773360" y="132197"/>
                  <a:pt x="1777344" y="132345"/>
                </a:cubicBezTo>
                <a:lnTo>
                  <a:pt x="1803348" y="133455"/>
                </a:lnTo>
                <a:cubicBezTo>
                  <a:pt x="1808291" y="133602"/>
                  <a:pt x="1812828" y="134287"/>
                  <a:pt x="1816959" y="135509"/>
                </a:cubicBezTo>
                <a:cubicBezTo>
                  <a:pt x="1821090" y="136730"/>
                  <a:pt x="1824668" y="138471"/>
                  <a:pt x="1827693" y="140730"/>
                </a:cubicBezTo>
                <a:cubicBezTo>
                  <a:pt x="1830717" y="142987"/>
                  <a:pt x="1833078" y="145763"/>
                  <a:pt x="1834775" y="149057"/>
                </a:cubicBezTo>
                <a:cubicBezTo>
                  <a:pt x="1836471" y="152351"/>
                  <a:pt x="1837320" y="156183"/>
                  <a:pt x="1837320" y="160551"/>
                </a:cubicBezTo>
                <a:cubicBezTo>
                  <a:pt x="1837320" y="165141"/>
                  <a:pt x="1836361" y="169509"/>
                  <a:pt x="1834443" y="173654"/>
                </a:cubicBezTo>
                <a:cubicBezTo>
                  <a:pt x="1832525" y="177801"/>
                  <a:pt x="1829592" y="181447"/>
                  <a:pt x="1825645" y="184591"/>
                </a:cubicBezTo>
                <a:cubicBezTo>
                  <a:pt x="1821699" y="187738"/>
                  <a:pt x="1816664" y="190219"/>
                  <a:pt x="1810541" y="192033"/>
                </a:cubicBezTo>
                <a:cubicBezTo>
                  <a:pt x="1804418" y="193847"/>
                  <a:pt x="1797188" y="194755"/>
                  <a:pt x="1788852" y="194755"/>
                </a:cubicBezTo>
                <a:cubicBezTo>
                  <a:pt x="1780811" y="194755"/>
                  <a:pt x="1773969" y="194071"/>
                  <a:pt x="1768326" y="192704"/>
                </a:cubicBezTo>
                <a:cubicBezTo>
                  <a:pt x="1762682" y="191339"/>
                  <a:pt x="1758053" y="189475"/>
                  <a:pt x="1754438" y="187112"/>
                </a:cubicBezTo>
                <a:cubicBezTo>
                  <a:pt x="1750824" y="184752"/>
                  <a:pt x="1748205" y="181929"/>
                  <a:pt x="1746582" y="178644"/>
                </a:cubicBezTo>
                <a:cubicBezTo>
                  <a:pt x="1744959" y="175359"/>
                  <a:pt x="1744147" y="171796"/>
                  <a:pt x="1744147" y="167955"/>
                </a:cubicBezTo>
                <a:cubicBezTo>
                  <a:pt x="1744147" y="165521"/>
                  <a:pt x="1744442" y="163159"/>
                  <a:pt x="1745033" y="160870"/>
                </a:cubicBezTo>
                <a:cubicBezTo>
                  <a:pt x="1745623" y="158580"/>
                  <a:pt x="1746526" y="156402"/>
                  <a:pt x="1747744" y="154334"/>
                </a:cubicBezTo>
                <a:cubicBezTo>
                  <a:pt x="1748961" y="152268"/>
                  <a:pt x="1750473" y="150295"/>
                  <a:pt x="1752281" y="148414"/>
                </a:cubicBezTo>
                <a:cubicBezTo>
                  <a:pt x="1754088" y="146530"/>
                  <a:pt x="1756172" y="144665"/>
                  <a:pt x="1758533" y="142819"/>
                </a:cubicBezTo>
                <a:cubicBezTo>
                  <a:pt x="1754918" y="140968"/>
                  <a:pt x="1752244" y="138635"/>
                  <a:pt x="1750510" y="135820"/>
                </a:cubicBezTo>
                <a:cubicBezTo>
                  <a:pt x="1748776" y="133003"/>
                  <a:pt x="1747910" y="129964"/>
                  <a:pt x="1747910" y="126705"/>
                </a:cubicBezTo>
                <a:cubicBezTo>
                  <a:pt x="1747910" y="122186"/>
                  <a:pt x="1748832" y="118148"/>
                  <a:pt x="1750676" y="114591"/>
                </a:cubicBezTo>
                <a:cubicBezTo>
                  <a:pt x="1752520" y="111034"/>
                  <a:pt x="1754807" y="107848"/>
                  <a:pt x="1757537" y="105033"/>
                </a:cubicBezTo>
                <a:cubicBezTo>
                  <a:pt x="1755250" y="102308"/>
                  <a:pt x="1753442" y="99233"/>
                  <a:pt x="1752115" y="95807"/>
                </a:cubicBezTo>
                <a:cubicBezTo>
                  <a:pt x="1750787" y="92382"/>
                  <a:pt x="1750123" y="88239"/>
                  <a:pt x="1750123" y="83379"/>
                </a:cubicBezTo>
                <a:cubicBezTo>
                  <a:pt x="1750123" y="77708"/>
                  <a:pt x="1751082" y="72626"/>
                  <a:pt x="1753000" y="68133"/>
                </a:cubicBezTo>
                <a:cubicBezTo>
                  <a:pt x="1754918" y="63640"/>
                  <a:pt x="1757574" y="59846"/>
                  <a:pt x="1760967" y="56753"/>
                </a:cubicBezTo>
                <a:cubicBezTo>
                  <a:pt x="1764360" y="53659"/>
                  <a:pt x="1768436" y="51283"/>
                  <a:pt x="1773194" y="49626"/>
                </a:cubicBezTo>
                <a:cubicBezTo>
                  <a:pt x="1777953" y="47968"/>
                  <a:pt x="1783135" y="47139"/>
                  <a:pt x="1788742" y="47139"/>
                </a:cubicBezTo>
                <a:cubicBezTo>
                  <a:pt x="1791766" y="47139"/>
                  <a:pt x="1794588" y="47296"/>
                  <a:pt x="1797207" y="47610"/>
                </a:cubicBezTo>
                <a:cubicBezTo>
                  <a:pt x="1799826" y="47921"/>
                  <a:pt x="1802279" y="48354"/>
                  <a:pt x="1804565" y="48910"/>
                </a:cubicBezTo>
                <a:lnTo>
                  <a:pt x="1834664" y="48910"/>
                </a:lnTo>
                <a:cubicBezTo>
                  <a:pt x="1835918" y="48910"/>
                  <a:pt x="1836859" y="49519"/>
                  <a:pt x="1837486" y="50736"/>
                </a:cubicBezTo>
                <a:cubicBezTo>
                  <a:pt x="1838113" y="51953"/>
                  <a:pt x="1838426" y="53816"/>
                  <a:pt x="1838426" y="56324"/>
                </a:cubicBezTo>
                <a:moveTo>
                  <a:pt x="1809877" y="82605"/>
                </a:moveTo>
                <a:cubicBezTo>
                  <a:pt x="1809877" y="75836"/>
                  <a:pt x="1808014" y="70557"/>
                  <a:pt x="1804289" y="66767"/>
                </a:cubicBezTo>
                <a:cubicBezTo>
                  <a:pt x="1800563" y="62977"/>
                  <a:pt x="1795270" y="61082"/>
                  <a:pt x="1788410" y="61082"/>
                </a:cubicBezTo>
                <a:cubicBezTo>
                  <a:pt x="1784869" y="61082"/>
                  <a:pt x="1781789" y="61671"/>
                  <a:pt x="1779170" y="62849"/>
                </a:cubicBezTo>
                <a:cubicBezTo>
                  <a:pt x="1776551" y="64025"/>
                  <a:pt x="1774375" y="65643"/>
                  <a:pt x="1772641" y="67704"/>
                </a:cubicBezTo>
                <a:cubicBezTo>
                  <a:pt x="1770908" y="69765"/>
                  <a:pt x="1769617" y="72138"/>
                  <a:pt x="1768768" y="74824"/>
                </a:cubicBezTo>
                <a:cubicBezTo>
                  <a:pt x="1767920" y="77510"/>
                  <a:pt x="1767496" y="80325"/>
                  <a:pt x="1767496" y="83269"/>
                </a:cubicBezTo>
                <a:cubicBezTo>
                  <a:pt x="1767496" y="89816"/>
                  <a:pt x="1769358" y="94966"/>
                  <a:pt x="1773084" y="98719"/>
                </a:cubicBezTo>
                <a:cubicBezTo>
                  <a:pt x="1776809" y="102472"/>
                  <a:pt x="1782029" y="104349"/>
                  <a:pt x="1788742" y="104349"/>
                </a:cubicBezTo>
                <a:cubicBezTo>
                  <a:pt x="1792356" y="104349"/>
                  <a:pt x="1795492" y="103779"/>
                  <a:pt x="1798147" y="102640"/>
                </a:cubicBezTo>
                <a:cubicBezTo>
                  <a:pt x="1800803" y="101499"/>
                  <a:pt x="1802998" y="99917"/>
                  <a:pt x="1804731" y="97893"/>
                </a:cubicBezTo>
                <a:cubicBezTo>
                  <a:pt x="1806465" y="95868"/>
                  <a:pt x="1807756" y="93532"/>
                  <a:pt x="1808604" y="90883"/>
                </a:cubicBezTo>
                <a:cubicBezTo>
                  <a:pt x="1809453" y="88234"/>
                  <a:pt x="1809877" y="85475"/>
                  <a:pt x="1809877" y="82605"/>
                </a:cubicBezTo>
                <a:moveTo>
                  <a:pt x="1819061" y="161544"/>
                </a:moveTo>
                <a:cubicBezTo>
                  <a:pt x="1819061" y="157235"/>
                  <a:pt x="1817309" y="153912"/>
                  <a:pt x="1813805" y="151575"/>
                </a:cubicBezTo>
                <a:cubicBezTo>
                  <a:pt x="1810301" y="149235"/>
                  <a:pt x="1805561" y="147991"/>
                  <a:pt x="1799586" y="147843"/>
                </a:cubicBezTo>
                <a:lnTo>
                  <a:pt x="1773803" y="146951"/>
                </a:lnTo>
                <a:cubicBezTo>
                  <a:pt x="1771442" y="148807"/>
                  <a:pt x="1769506" y="150571"/>
                  <a:pt x="1767994" y="152242"/>
                </a:cubicBezTo>
                <a:cubicBezTo>
                  <a:pt x="1766481" y="153913"/>
                  <a:pt x="1765283" y="155510"/>
                  <a:pt x="1764397" y="157031"/>
                </a:cubicBezTo>
                <a:cubicBezTo>
                  <a:pt x="1763512" y="158553"/>
                  <a:pt x="1762903" y="160056"/>
                  <a:pt x="1762572" y="161540"/>
                </a:cubicBezTo>
                <a:cubicBezTo>
                  <a:pt x="1762240" y="163027"/>
                  <a:pt x="1762074" y="164550"/>
                  <a:pt x="1762074" y="166108"/>
                </a:cubicBezTo>
                <a:cubicBezTo>
                  <a:pt x="1762074" y="170936"/>
                  <a:pt x="1764508" y="174593"/>
                  <a:pt x="1769377" y="177081"/>
                </a:cubicBezTo>
                <a:cubicBezTo>
                  <a:pt x="1774246" y="179568"/>
                  <a:pt x="1781033" y="180812"/>
                  <a:pt x="1789738" y="180812"/>
                </a:cubicBezTo>
                <a:cubicBezTo>
                  <a:pt x="1795270" y="180812"/>
                  <a:pt x="1799899" y="180274"/>
                  <a:pt x="1803625" y="179197"/>
                </a:cubicBezTo>
                <a:cubicBezTo>
                  <a:pt x="1807350" y="178120"/>
                  <a:pt x="1810356" y="176691"/>
                  <a:pt x="1812643" y="174909"/>
                </a:cubicBezTo>
                <a:cubicBezTo>
                  <a:pt x="1814930" y="173127"/>
                  <a:pt x="1816572" y="171085"/>
                  <a:pt x="1817568" y="168782"/>
                </a:cubicBezTo>
                <a:cubicBezTo>
                  <a:pt x="1818563" y="166481"/>
                  <a:pt x="1819061" y="164068"/>
                  <a:pt x="1819061" y="161544"/>
                </a:cubicBezTo>
                <a:close/>
                <a:moveTo>
                  <a:pt x="1947721" y="151488"/>
                </a:moveTo>
                <a:cubicBezTo>
                  <a:pt x="1947721" y="152078"/>
                  <a:pt x="1947592" y="152576"/>
                  <a:pt x="1947334" y="152982"/>
                </a:cubicBezTo>
                <a:cubicBezTo>
                  <a:pt x="1947076" y="153388"/>
                  <a:pt x="1946615" y="153738"/>
                  <a:pt x="1945951" y="154033"/>
                </a:cubicBezTo>
                <a:cubicBezTo>
                  <a:pt x="1945287" y="154328"/>
                  <a:pt x="1944420" y="154550"/>
                  <a:pt x="1943351" y="154697"/>
                </a:cubicBezTo>
                <a:cubicBezTo>
                  <a:pt x="1942281" y="154845"/>
                  <a:pt x="1940971" y="154918"/>
                  <a:pt x="1939422" y="154918"/>
                </a:cubicBezTo>
                <a:cubicBezTo>
                  <a:pt x="1937726" y="154918"/>
                  <a:pt x="1936342" y="154845"/>
                  <a:pt x="1935273" y="154697"/>
                </a:cubicBezTo>
                <a:cubicBezTo>
                  <a:pt x="1934203" y="154550"/>
                  <a:pt x="1933355" y="154328"/>
                  <a:pt x="1932728" y="154033"/>
                </a:cubicBezTo>
                <a:cubicBezTo>
                  <a:pt x="1932101" y="153738"/>
                  <a:pt x="1931676" y="153388"/>
                  <a:pt x="1931455" y="152982"/>
                </a:cubicBezTo>
                <a:cubicBezTo>
                  <a:pt x="1931234" y="152576"/>
                  <a:pt x="1931123" y="152078"/>
                  <a:pt x="1931123" y="151488"/>
                </a:cubicBezTo>
                <a:lnTo>
                  <a:pt x="1931123" y="138320"/>
                </a:lnTo>
                <a:cubicBezTo>
                  <a:pt x="1925443" y="144630"/>
                  <a:pt x="1919836" y="149232"/>
                  <a:pt x="1914303" y="152128"/>
                </a:cubicBezTo>
                <a:cubicBezTo>
                  <a:pt x="1908771" y="155021"/>
                  <a:pt x="1903164" y="156468"/>
                  <a:pt x="1897484" y="156468"/>
                </a:cubicBezTo>
                <a:cubicBezTo>
                  <a:pt x="1890844" y="156468"/>
                  <a:pt x="1885256" y="155360"/>
                  <a:pt x="1880719" y="153144"/>
                </a:cubicBezTo>
                <a:cubicBezTo>
                  <a:pt x="1876182" y="150929"/>
                  <a:pt x="1872512" y="147921"/>
                  <a:pt x="1869709" y="144119"/>
                </a:cubicBezTo>
                <a:cubicBezTo>
                  <a:pt x="1866906" y="140315"/>
                  <a:pt x="1864895" y="135884"/>
                  <a:pt x="1863678" y="130827"/>
                </a:cubicBezTo>
                <a:cubicBezTo>
                  <a:pt x="1862461" y="125766"/>
                  <a:pt x="1861852" y="119618"/>
                  <a:pt x="1861852" y="112382"/>
                </a:cubicBezTo>
                <a:lnTo>
                  <a:pt x="1861852" y="51901"/>
                </a:lnTo>
                <a:cubicBezTo>
                  <a:pt x="1861852" y="51311"/>
                  <a:pt x="1861982" y="50813"/>
                  <a:pt x="1862240" y="50407"/>
                </a:cubicBezTo>
                <a:cubicBezTo>
                  <a:pt x="1862498" y="49999"/>
                  <a:pt x="1862996" y="49629"/>
                  <a:pt x="1863734" y="49297"/>
                </a:cubicBezTo>
                <a:cubicBezTo>
                  <a:pt x="1864471" y="48965"/>
                  <a:pt x="1865430" y="48744"/>
                  <a:pt x="1866611" y="48633"/>
                </a:cubicBezTo>
                <a:cubicBezTo>
                  <a:pt x="1867791" y="48523"/>
                  <a:pt x="1869266" y="48467"/>
                  <a:pt x="1871037" y="48467"/>
                </a:cubicBezTo>
                <a:cubicBezTo>
                  <a:pt x="1872807" y="48467"/>
                  <a:pt x="1874283" y="48523"/>
                  <a:pt x="1875463" y="48633"/>
                </a:cubicBezTo>
                <a:cubicBezTo>
                  <a:pt x="1876643" y="48744"/>
                  <a:pt x="1877584" y="48965"/>
                  <a:pt x="1878285" y="49297"/>
                </a:cubicBezTo>
                <a:cubicBezTo>
                  <a:pt x="1878986" y="49629"/>
                  <a:pt x="1879484" y="49999"/>
                  <a:pt x="1879779" y="50407"/>
                </a:cubicBezTo>
                <a:cubicBezTo>
                  <a:pt x="1880074" y="50813"/>
                  <a:pt x="1880221" y="51311"/>
                  <a:pt x="1880221" y="51901"/>
                </a:cubicBezTo>
                <a:lnTo>
                  <a:pt x="1880221" y="109954"/>
                </a:lnTo>
                <a:cubicBezTo>
                  <a:pt x="1880221" y="115789"/>
                  <a:pt x="1880646" y="120461"/>
                  <a:pt x="1881494" y="123969"/>
                </a:cubicBezTo>
                <a:cubicBezTo>
                  <a:pt x="1882342" y="127478"/>
                  <a:pt x="1883633" y="130470"/>
                  <a:pt x="1885367" y="132946"/>
                </a:cubicBezTo>
                <a:cubicBezTo>
                  <a:pt x="1887100" y="135420"/>
                  <a:pt x="1889295" y="137340"/>
                  <a:pt x="1891951" y="138707"/>
                </a:cubicBezTo>
                <a:cubicBezTo>
                  <a:pt x="1894607" y="140072"/>
                  <a:pt x="1897705" y="140754"/>
                  <a:pt x="1901246" y="140754"/>
                </a:cubicBezTo>
                <a:cubicBezTo>
                  <a:pt x="1905820" y="140754"/>
                  <a:pt x="1910375" y="139122"/>
                  <a:pt x="1914912" y="135858"/>
                </a:cubicBezTo>
                <a:cubicBezTo>
                  <a:pt x="1919449" y="132594"/>
                  <a:pt x="1924262" y="127808"/>
                  <a:pt x="1929353" y="121500"/>
                </a:cubicBezTo>
                <a:lnTo>
                  <a:pt x="1929353" y="51898"/>
                </a:lnTo>
                <a:cubicBezTo>
                  <a:pt x="1929353" y="51308"/>
                  <a:pt x="1929482" y="50810"/>
                  <a:pt x="1929740" y="50404"/>
                </a:cubicBezTo>
                <a:cubicBezTo>
                  <a:pt x="1929998" y="49998"/>
                  <a:pt x="1930496" y="49629"/>
                  <a:pt x="1931234" y="49297"/>
                </a:cubicBezTo>
                <a:cubicBezTo>
                  <a:pt x="1931971" y="48965"/>
                  <a:pt x="1932912" y="48744"/>
                  <a:pt x="1934055" y="48633"/>
                </a:cubicBezTo>
                <a:cubicBezTo>
                  <a:pt x="1935199" y="48523"/>
                  <a:pt x="1936693" y="48467"/>
                  <a:pt x="1938537" y="48467"/>
                </a:cubicBezTo>
                <a:cubicBezTo>
                  <a:pt x="1940308" y="48467"/>
                  <a:pt x="1941783" y="48523"/>
                  <a:pt x="1942963" y="48633"/>
                </a:cubicBezTo>
                <a:cubicBezTo>
                  <a:pt x="1944144" y="48744"/>
                  <a:pt x="1945066" y="48965"/>
                  <a:pt x="1945730" y="49297"/>
                </a:cubicBezTo>
                <a:cubicBezTo>
                  <a:pt x="1946394" y="49629"/>
                  <a:pt x="1946892" y="49998"/>
                  <a:pt x="1947224" y="50404"/>
                </a:cubicBezTo>
                <a:cubicBezTo>
                  <a:pt x="1947555" y="50810"/>
                  <a:pt x="1947721" y="51308"/>
                  <a:pt x="1947721" y="51898"/>
                </a:cubicBezTo>
                <a:lnTo>
                  <a:pt x="1947721" y="151488"/>
                </a:lnTo>
                <a:close/>
                <a:moveTo>
                  <a:pt x="2056408" y="151599"/>
                </a:moveTo>
                <a:cubicBezTo>
                  <a:pt x="2056408" y="152484"/>
                  <a:pt x="2056113" y="153148"/>
                  <a:pt x="2055523" y="153591"/>
                </a:cubicBezTo>
                <a:cubicBezTo>
                  <a:pt x="2054933" y="154033"/>
                  <a:pt x="2054121" y="154365"/>
                  <a:pt x="2053088" y="154586"/>
                </a:cubicBezTo>
                <a:cubicBezTo>
                  <a:pt x="2052055" y="154808"/>
                  <a:pt x="2050543" y="154918"/>
                  <a:pt x="2048551" y="154918"/>
                </a:cubicBezTo>
                <a:cubicBezTo>
                  <a:pt x="2046633" y="154918"/>
                  <a:pt x="2045103" y="154808"/>
                  <a:pt x="2043959" y="154586"/>
                </a:cubicBezTo>
                <a:cubicBezTo>
                  <a:pt x="2042816" y="154365"/>
                  <a:pt x="2041986" y="154033"/>
                  <a:pt x="2041469" y="153591"/>
                </a:cubicBezTo>
                <a:cubicBezTo>
                  <a:pt x="2040953" y="153148"/>
                  <a:pt x="2040695" y="152484"/>
                  <a:pt x="2040695" y="151599"/>
                </a:cubicBezTo>
                <a:lnTo>
                  <a:pt x="2040695" y="141640"/>
                </a:lnTo>
                <a:cubicBezTo>
                  <a:pt x="2036342" y="146287"/>
                  <a:pt x="2031492" y="149920"/>
                  <a:pt x="2026144" y="152539"/>
                </a:cubicBezTo>
                <a:cubicBezTo>
                  <a:pt x="2020795" y="155158"/>
                  <a:pt x="2015133" y="156468"/>
                  <a:pt x="2009158" y="156468"/>
                </a:cubicBezTo>
                <a:cubicBezTo>
                  <a:pt x="2003920" y="156468"/>
                  <a:pt x="1999180" y="155783"/>
                  <a:pt x="1994939" y="154414"/>
                </a:cubicBezTo>
                <a:cubicBezTo>
                  <a:pt x="1990697" y="153044"/>
                  <a:pt x="1987082" y="151064"/>
                  <a:pt x="1984094" y="148473"/>
                </a:cubicBezTo>
                <a:cubicBezTo>
                  <a:pt x="1981107" y="145881"/>
                  <a:pt x="1978783" y="142699"/>
                  <a:pt x="1977123" y="138925"/>
                </a:cubicBezTo>
                <a:cubicBezTo>
                  <a:pt x="1975463" y="135149"/>
                  <a:pt x="1974633" y="130854"/>
                  <a:pt x="1974633" y="126041"/>
                </a:cubicBezTo>
                <a:cubicBezTo>
                  <a:pt x="1974633" y="120416"/>
                  <a:pt x="1975777" y="115531"/>
                  <a:pt x="1978063" y="111386"/>
                </a:cubicBezTo>
                <a:cubicBezTo>
                  <a:pt x="1980350" y="107238"/>
                  <a:pt x="1983633" y="103795"/>
                  <a:pt x="1987912" y="101057"/>
                </a:cubicBezTo>
                <a:cubicBezTo>
                  <a:pt x="1992191" y="98318"/>
                  <a:pt x="1997428" y="96264"/>
                  <a:pt x="2003625" y="94894"/>
                </a:cubicBezTo>
                <a:cubicBezTo>
                  <a:pt x="2009822" y="93525"/>
                  <a:pt x="2016793" y="92840"/>
                  <a:pt x="2024539" y="92840"/>
                </a:cubicBezTo>
                <a:lnTo>
                  <a:pt x="2038260" y="92840"/>
                </a:lnTo>
                <a:lnTo>
                  <a:pt x="2038260" y="85122"/>
                </a:lnTo>
                <a:cubicBezTo>
                  <a:pt x="2038260" y="81300"/>
                  <a:pt x="2037855" y="77919"/>
                  <a:pt x="2037043" y="74980"/>
                </a:cubicBezTo>
                <a:cubicBezTo>
                  <a:pt x="2036232" y="72038"/>
                  <a:pt x="2034922" y="69593"/>
                  <a:pt x="2033115" y="67645"/>
                </a:cubicBezTo>
                <a:cubicBezTo>
                  <a:pt x="2031307" y="65697"/>
                  <a:pt x="2028965" y="64228"/>
                  <a:pt x="2026088" y="63236"/>
                </a:cubicBezTo>
                <a:cubicBezTo>
                  <a:pt x="2023211" y="62243"/>
                  <a:pt x="2019670" y="61746"/>
                  <a:pt x="2015465" y="61746"/>
                </a:cubicBezTo>
                <a:cubicBezTo>
                  <a:pt x="2010965" y="61746"/>
                  <a:pt x="2006926" y="62275"/>
                  <a:pt x="2003348" y="63333"/>
                </a:cubicBezTo>
                <a:cubicBezTo>
                  <a:pt x="1999770" y="64391"/>
                  <a:pt x="1996635" y="65559"/>
                  <a:pt x="1993943" y="66836"/>
                </a:cubicBezTo>
                <a:cubicBezTo>
                  <a:pt x="1991250" y="68113"/>
                  <a:pt x="1989000" y="69281"/>
                  <a:pt x="1987193" y="70339"/>
                </a:cubicBezTo>
                <a:cubicBezTo>
                  <a:pt x="1985385" y="71397"/>
                  <a:pt x="1984039" y="71926"/>
                  <a:pt x="1983154" y="71926"/>
                </a:cubicBezTo>
                <a:cubicBezTo>
                  <a:pt x="1982563" y="71926"/>
                  <a:pt x="1982047" y="71779"/>
                  <a:pt x="1981604" y="71484"/>
                </a:cubicBezTo>
                <a:cubicBezTo>
                  <a:pt x="1981162" y="71189"/>
                  <a:pt x="1980775" y="70746"/>
                  <a:pt x="1980443" y="70156"/>
                </a:cubicBezTo>
                <a:cubicBezTo>
                  <a:pt x="1980111" y="69566"/>
                  <a:pt x="1979871" y="68810"/>
                  <a:pt x="1979723" y="67887"/>
                </a:cubicBezTo>
                <a:cubicBezTo>
                  <a:pt x="1979576" y="66965"/>
                  <a:pt x="1979502" y="65951"/>
                  <a:pt x="1979502" y="64844"/>
                </a:cubicBezTo>
                <a:cubicBezTo>
                  <a:pt x="1979502" y="63000"/>
                  <a:pt x="1979631" y="61543"/>
                  <a:pt x="1979889" y="60474"/>
                </a:cubicBezTo>
                <a:cubicBezTo>
                  <a:pt x="1980147" y="59404"/>
                  <a:pt x="1980775" y="58389"/>
                  <a:pt x="1981770" y="57430"/>
                </a:cubicBezTo>
                <a:cubicBezTo>
                  <a:pt x="1982766" y="56471"/>
                  <a:pt x="1984482" y="55355"/>
                  <a:pt x="1986916" y="54080"/>
                </a:cubicBezTo>
                <a:cubicBezTo>
                  <a:pt x="1989350" y="52803"/>
                  <a:pt x="1992154" y="51636"/>
                  <a:pt x="1995326" y="50580"/>
                </a:cubicBezTo>
                <a:cubicBezTo>
                  <a:pt x="1998498" y="49524"/>
                  <a:pt x="2001965" y="48651"/>
                  <a:pt x="2005727" y="47959"/>
                </a:cubicBezTo>
                <a:cubicBezTo>
                  <a:pt x="2009490" y="47265"/>
                  <a:pt x="2013289" y="46918"/>
                  <a:pt x="2017125" y="46918"/>
                </a:cubicBezTo>
                <a:cubicBezTo>
                  <a:pt x="2024281" y="46918"/>
                  <a:pt x="2030367" y="47730"/>
                  <a:pt x="2035383" y="49353"/>
                </a:cubicBezTo>
                <a:cubicBezTo>
                  <a:pt x="2040400" y="50976"/>
                  <a:pt x="2044457" y="53355"/>
                  <a:pt x="2047555" y="56490"/>
                </a:cubicBezTo>
                <a:cubicBezTo>
                  <a:pt x="2050654" y="59625"/>
                  <a:pt x="2052904" y="63517"/>
                  <a:pt x="2054305" y="68164"/>
                </a:cubicBezTo>
                <a:cubicBezTo>
                  <a:pt x="2055707" y="72812"/>
                  <a:pt x="2056408" y="78234"/>
                  <a:pt x="2056408" y="84431"/>
                </a:cubicBezTo>
                <a:lnTo>
                  <a:pt x="2056408" y="151599"/>
                </a:lnTo>
                <a:moveTo>
                  <a:pt x="2038260" y="106008"/>
                </a:moveTo>
                <a:lnTo>
                  <a:pt x="2022658" y="106008"/>
                </a:lnTo>
                <a:cubicBezTo>
                  <a:pt x="2017641" y="106008"/>
                  <a:pt x="2013289" y="106436"/>
                  <a:pt x="2009600" y="107291"/>
                </a:cubicBezTo>
                <a:cubicBezTo>
                  <a:pt x="2005912" y="108144"/>
                  <a:pt x="2002850" y="109405"/>
                  <a:pt x="2000416" y="111074"/>
                </a:cubicBezTo>
                <a:cubicBezTo>
                  <a:pt x="1997982" y="112743"/>
                  <a:pt x="1996193" y="114748"/>
                  <a:pt x="1995049" y="117088"/>
                </a:cubicBezTo>
                <a:cubicBezTo>
                  <a:pt x="1993906" y="119425"/>
                  <a:pt x="1993334" y="122116"/>
                  <a:pt x="1993334" y="125159"/>
                </a:cubicBezTo>
                <a:cubicBezTo>
                  <a:pt x="1993334" y="130355"/>
                  <a:pt x="1994975" y="134493"/>
                  <a:pt x="1998258" y="137573"/>
                </a:cubicBezTo>
                <a:cubicBezTo>
                  <a:pt x="2001541" y="140653"/>
                  <a:pt x="2006133" y="142193"/>
                  <a:pt x="2012035" y="142193"/>
                </a:cubicBezTo>
                <a:cubicBezTo>
                  <a:pt x="2016830" y="142193"/>
                  <a:pt x="2021275" y="140969"/>
                  <a:pt x="2025369" y="138521"/>
                </a:cubicBezTo>
                <a:cubicBezTo>
                  <a:pt x="2029463" y="136070"/>
                  <a:pt x="2033760" y="132322"/>
                  <a:pt x="2038260" y="127275"/>
                </a:cubicBezTo>
                <a:lnTo>
                  <a:pt x="2038260" y="106008"/>
                </a:lnTo>
                <a:close/>
                <a:moveTo>
                  <a:pt x="2173149" y="56324"/>
                </a:moveTo>
                <a:cubicBezTo>
                  <a:pt x="2173149" y="58906"/>
                  <a:pt x="2172799" y="60769"/>
                  <a:pt x="2172098" y="61912"/>
                </a:cubicBezTo>
                <a:cubicBezTo>
                  <a:pt x="2171397" y="63055"/>
                  <a:pt x="2170493" y="63627"/>
                  <a:pt x="2169387" y="63627"/>
                </a:cubicBezTo>
                <a:lnTo>
                  <a:pt x="2155112" y="63627"/>
                </a:lnTo>
                <a:cubicBezTo>
                  <a:pt x="2157694" y="66290"/>
                  <a:pt x="2159502" y="69231"/>
                  <a:pt x="2160534" y="72452"/>
                </a:cubicBezTo>
                <a:cubicBezTo>
                  <a:pt x="2161567" y="75670"/>
                  <a:pt x="2162084" y="79018"/>
                  <a:pt x="2162084" y="82494"/>
                </a:cubicBezTo>
                <a:cubicBezTo>
                  <a:pt x="2162084" y="88239"/>
                  <a:pt x="2161161" y="93321"/>
                  <a:pt x="2159317" y="97740"/>
                </a:cubicBezTo>
                <a:cubicBezTo>
                  <a:pt x="2157473" y="102160"/>
                  <a:pt x="2154836" y="105898"/>
                  <a:pt x="2151405" y="108955"/>
                </a:cubicBezTo>
                <a:cubicBezTo>
                  <a:pt x="2147975" y="112012"/>
                  <a:pt x="2143899" y="114350"/>
                  <a:pt x="2139178" y="115971"/>
                </a:cubicBezTo>
                <a:cubicBezTo>
                  <a:pt x="2134456" y="117592"/>
                  <a:pt x="2129219" y="118402"/>
                  <a:pt x="2123465" y="118402"/>
                </a:cubicBezTo>
                <a:cubicBezTo>
                  <a:pt x="2119407" y="118402"/>
                  <a:pt x="2115553" y="117868"/>
                  <a:pt x="2111901" y="116801"/>
                </a:cubicBezTo>
                <a:cubicBezTo>
                  <a:pt x="2108249" y="115733"/>
                  <a:pt x="2105428" y="114389"/>
                  <a:pt x="2103436" y="112769"/>
                </a:cubicBezTo>
                <a:cubicBezTo>
                  <a:pt x="2102108" y="114097"/>
                  <a:pt x="2101020" y="115609"/>
                  <a:pt x="2100172" y="117306"/>
                </a:cubicBezTo>
                <a:cubicBezTo>
                  <a:pt x="2099323" y="119000"/>
                  <a:pt x="2098899" y="120953"/>
                  <a:pt x="2098899" y="123164"/>
                </a:cubicBezTo>
                <a:cubicBezTo>
                  <a:pt x="2098899" y="125746"/>
                  <a:pt x="2100098" y="127885"/>
                  <a:pt x="2102495" y="129582"/>
                </a:cubicBezTo>
                <a:cubicBezTo>
                  <a:pt x="2104893" y="131276"/>
                  <a:pt x="2108083" y="132197"/>
                  <a:pt x="2112067" y="132345"/>
                </a:cubicBezTo>
                <a:lnTo>
                  <a:pt x="2138071" y="133455"/>
                </a:lnTo>
                <a:cubicBezTo>
                  <a:pt x="2143014" y="133602"/>
                  <a:pt x="2147551" y="134287"/>
                  <a:pt x="2151682" y="135509"/>
                </a:cubicBezTo>
                <a:cubicBezTo>
                  <a:pt x="2155813" y="136730"/>
                  <a:pt x="2159391" y="138471"/>
                  <a:pt x="2162416" y="140730"/>
                </a:cubicBezTo>
                <a:cubicBezTo>
                  <a:pt x="2165440" y="142987"/>
                  <a:pt x="2167801" y="145763"/>
                  <a:pt x="2169498" y="149057"/>
                </a:cubicBezTo>
                <a:cubicBezTo>
                  <a:pt x="2171194" y="152351"/>
                  <a:pt x="2172043" y="156183"/>
                  <a:pt x="2172043" y="160551"/>
                </a:cubicBezTo>
                <a:cubicBezTo>
                  <a:pt x="2172043" y="165141"/>
                  <a:pt x="2171084" y="169509"/>
                  <a:pt x="2169166" y="173654"/>
                </a:cubicBezTo>
                <a:cubicBezTo>
                  <a:pt x="2167248" y="177801"/>
                  <a:pt x="2164315" y="181447"/>
                  <a:pt x="2160368" y="184591"/>
                </a:cubicBezTo>
                <a:cubicBezTo>
                  <a:pt x="2156422" y="187738"/>
                  <a:pt x="2151387" y="190219"/>
                  <a:pt x="2145264" y="192033"/>
                </a:cubicBezTo>
                <a:cubicBezTo>
                  <a:pt x="2139141" y="193847"/>
                  <a:pt x="2131911" y="194755"/>
                  <a:pt x="2123575" y="194755"/>
                </a:cubicBezTo>
                <a:cubicBezTo>
                  <a:pt x="2115534" y="194755"/>
                  <a:pt x="2108692" y="194071"/>
                  <a:pt x="2103049" y="192704"/>
                </a:cubicBezTo>
                <a:cubicBezTo>
                  <a:pt x="2097405" y="191339"/>
                  <a:pt x="2092776" y="189475"/>
                  <a:pt x="2089161" y="187112"/>
                </a:cubicBezTo>
                <a:cubicBezTo>
                  <a:pt x="2085547" y="184752"/>
                  <a:pt x="2082928" y="181929"/>
                  <a:pt x="2081305" y="178644"/>
                </a:cubicBezTo>
                <a:cubicBezTo>
                  <a:pt x="2079682" y="175359"/>
                  <a:pt x="2078870" y="171796"/>
                  <a:pt x="2078870" y="167955"/>
                </a:cubicBezTo>
                <a:cubicBezTo>
                  <a:pt x="2078870" y="165521"/>
                  <a:pt x="2079165" y="163159"/>
                  <a:pt x="2079756" y="160870"/>
                </a:cubicBezTo>
                <a:cubicBezTo>
                  <a:pt x="2080346" y="158580"/>
                  <a:pt x="2081249" y="156402"/>
                  <a:pt x="2082467" y="154334"/>
                </a:cubicBezTo>
                <a:cubicBezTo>
                  <a:pt x="2083684" y="152268"/>
                  <a:pt x="2085196" y="150295"/>
                  <a:pt x="2087003" y="148414"/>
                </a:cubicBezTo>
                <a:cubicBezTo>
                  <a:pt x="2088811" y="146530"/>
                  <a:pt x="2090895" y="144665"/>
                  <a:pt x="2093256" y="142819"/>
                </a:cubicBezTo>
                <a:cubicBezTo>
                  <a:pt x="2089641" y="140968"/>
                  <a:pt x="2086967" y="138635"/>
                  <a:pt x="2085233" y="135820"/>
                </a:cubicBezTo>
                <a:cubicBezTo>
                  <a:pt x="2083499" y="133003"/>
                  <a:pt x="2082633" y="129964"/>
                  <a:pt x="2082633" y="126705"/>
                </a:cubicBezTo>
                <a:cubicBezTo>
                  <a:pt x="2082633" y="122186"/>
                  <a:pt x="2083555" y="118148"/>
                  <a:pt x="2085399" y="114591"/>
                </a:cubicBezTo>
                <a:cubicBezTo>
                  <a:pt x="2087243" y="111034"/>
                  <a:pt x="2089530" y="107848"/>
                  <a:pt x="2092260" y="105033"/>
                </a:cubicBezTo>
                <a:cubicBezTo>
                  <a:pt x="2089973" y="102308"/>
                  <a:pt x="2088165" y="99233"/>
                  <a:pt x="2086837" y="95807"/>
                </a:cubicBezTo>
                <a:cubicBezTo>
                  <a:pt x="2085510" y="92382"/>
                  <a:pt x="2084846" y="88239"/>
                  <a:pt x="2084846" y="83379"/>
                </a:cubicBezTo>
                <a:cubicBezTo>
                  <a:pt x="2084846" y="77708"/>
                  <a:pt x="2085805" y="72626"/>
                  <a:pt x="2087723" y="68133"/>
                </a:cubicBezTo>
                <a:cubicBezTo>
                  <a:pt x="2089641" y="63640"/>
                  <a:pt x="2092297" y="59846"/>
                  <a:pt x="2095690" y="56753"/>
                </a:cubicBezTo>
                <a:cubicBezTo>
                  <a:pt x="2099083" y="53659"/>
                  <a:pt x="2103159" y="51283"/>
                  <a:pt x="2107917" y="49626"/>
                </a:cubicBezTo>
                <a:cubicBezTo>
                  <a:pt x="2112676" y="47968"/>
                  <a:pt x="2117858" y="47139"/>
                  <a:pt x="2123465" y="47139"/>
                </a:cubicBezTo>
                <a:cubicBezTo>
                  <a:pt x="2126489" y="47139"/>
                  <a:pt x="2129311" y="47296"/>
                  <a:pt x="2131930" y="47610"/>
                </a:cubicBezTo>
                <a:cubicBezTo>
                  <a:pt x="2134549" y="47921"/>
                  <a:pt x="2137002" y="48354"/>
                  <a:pt x="2139288" y="48910"/>
                </a:cubicBezTo>
                <a:lnTo>
                  <a:pt x="2169387" y="48910"/>
                </a:lnTo>
                <a:cubicBezTo>
                  <a:pt x="2170641" y="48910"/>
                  <a:pt x="2171582" y="49519"/>
                  <a:pt x="2172209" y="50736"/>
                </a:cubicBezTo>
                <a:cubicBezTo>
                  <a:pt x="2172836" y="51953"/>
                  <a:pt x="2173149" y="53816"/>
                  <a:pt x="2173149" y="56324"/>
                </a:cubicBezTo>
                <a:moveTo>
                  <a:pt x="2144600" y="82605"/>
                </a:moveTo>
                <a:cubicBezTo>
                  <a:pt x="2144600" y="75836"/>
                  <a:pt x="2142737" y="70557"/>
                  <a:pt x="2139012" y="66767"/>
                </a:cubicBezTo>
                <a:cubicBezTo>
                  <a:pt x="2135286" y="62977"/>
                  <a:pt x="2129993" y="61082"/>
                  <a:pt x="2123133" y="61082"/>
                </a:cubicBezTo>
                <a:cubicBezTo>
                  <a:pt x="2119592" y="61082"/>
                  <a:pt x="2116512" y="61671"/>
                  <a:pt x="2113893" y="62849"/>
                </a:cubicBezTo>
                <a:cubicBezTo>
                  <a:pt x="2111274" y="64025"/>
                  <a:pt x="2109098" y="65643"/>
                  <a:pt x="2107364" y="67704"/>
                </a:cubicBezTo>
                <a:cubicBezTo>
                  <a:pt x="2105631" y="69765"/>
                  <a:pt x="2104340" y="72138"/>
                  <a:pt x="2103491" y="74824"/>
                </a:cubicBezTo>
                <a:cubicBezTo>
                  <a:pt x="2102643" y="77510"/>
                  <a:pt x="2102219" y="80325"/>
                  <a:pt x="2102219" y="83269"/>
                </a:cubicBezTo>
                <a:cubicBezTo>
                  <a:pt x="2102219" y="89816"/>
                  <a:pt x="2104081" y="94966"/>
                  <a:pt x="2107807" y="98719"/>
                </a:cubicBezTo>
                <a:cubicBezTo>
                  <a:pt x="2111532" y="102472"/>
                  <a:pt x="2116752" y="104349"/>
                  <a:pt x="2123465" y="104349"/>
                </a:cubicBezTo>
                <a:cubicBezTo>
                  <a:pt x="2127079" y="104349"/>
                  <a:pt x="2130215" y="103779"/>
                  <a:pt x="2132870" y="102640"/>
                </a:cubicBezTo>
                <a:cubicBezTo>
                  <a:pt x="2135526" y="101499"/>
                  <a:pt x="2137721" y="99917"/>
                  <a:pt x="2139454" y="97893"/>
                </a:cubicBezTo>
                <a:cubicBezTo>
                  <a:pt x="2141188" y="95868"/>
                  <a:pt x="2142479" y="93532"/>
                  <a:pt x="2143327" y="90883"/>
                </a:cubicBezTo>
                <a:cubicBezTo>
                  <a:pt x="2144176" y="88234"/>
                  <a:pt x="2144600" y="85475"/>
                  <a:pt x="2144600" y="82605"/>
                </a:cubicBezTo>
                <a:moveTo>
                  <a:pt x="2153784" y="161544"/>
                </a:moveTo>
                <a:cubicBezTo>
                  <a:pt x="2153784" y="157235"/>
                  <a:pt x="2152032" y="153912"/>
                  <a:pt x="2148528" y="151575"/>
                </a:cubicBezTo>
                <a:cubicBezTo>
                  <a:pt x="2145024" y="149235"/>
                  <a:pt x="2140284" y="147991"/>
                  <a:pt x="2134309" y="147843"/>
                </a:cubicBezTo>
                <a:lnTo>
                  <a:pt x="2108526" y="146951"/>
                </a:lnTo>
                <a:cubicBezTo>
                  <a:pt x="2106165" y="148807"/>
                  <a:pt x="2104229" y="150571"/>
                  <a:pt x="2102717" y="152242"/>
                </a:cubicBezTo>
                <a:cubicBezTo>
                  <a:pt x="2101204" y="153913"/>
                  <a:pt x="2100006" y="155510"/>
                  <a:pt x="2099120" y="157031"/>
                </a:cubicBezTo>
                <a:cubicBezTo>
                  <a:pt x="2098235" y="158553"/>
                  <a:pt x="2097626" y="160056"/>
                  <a:pt x="2097294" y="161540"/>
                </a:cubicBezTo>
                <a:cubicBezTo>
                  <a:pt x="2096963" y="163027"/>
                  <a:pt x="2096797" y="164550"/>
                  <a:pt x="2096797" y="166108"/>
                </a:cubicBezTo>
                <a:cubicBezTo>
                  <a:pt x="2096797" y="170936"/>
                  <a:pt x="2099231" y="174593"/>
                  <a:pt x="2104100" y="177081"/>
                </a:cubicBezTo>
                <a:cubicBezTo>
                  <a:pt x="2108969" y="179568"/>
                  <a:pt x="2115756" y="180812"/>
                  <a:pt x="2124461" y="180812"/>
                </a:cubicBezTo>
                <a:cubicBezTo>
                  <a:pt x="2129993" y="180812"/>
                  <a:pt x="2134622" y="180274"/>
                  <a:pt x="2138348" y="179197"/>
                </a:cubicBezTo>
                <a:cubicBezTo>
                  <a:pt x="2142073" y="178120"/>
                  <a:pt x="2145079" y="176691"/>
                  <a:pt x="2147366" y="174909"/>
                </a:cubicBezTo>
                <a:cubicBezTo>
                  <a:pt x="2149653" y="173127"/>
                  <a:pt x="2151295" y="171085"/>
                  <a:pt x="2152291" y="168782"/>
                </a:cubicBezTo>
                <a:cubicBezTo>
                  <a:pt x="2153286" y="166481"/>
                  <a:pt x="2153784" y="164068"/>
                  <a:pt x="2153784" y="161544"/>
                </a:cubicBezTo>
                <a:close/>
                <a:moveTo>
                  <a:pt x="2281660" y="97377"/>
                </a:moveTo>
                <a:cubicBezTo>
                  <a:pt x="2281660" y="100254"/>
                  <a:pt x="2280940" y="102301"/>
                  <a:pt x="2279502" y="103519"/>
                </a:cubicBezTo>
                <a:cubicBezTo>
                  <a:pt x="2278063" y="104736"/>
                  <a:pt x="2276422" y="105345"/>
                  <a:pt x="2274578" y="105345"/>
                </a:cubicBezTo>
                <a:lnTo>
                  <a:pt x="2209291" y="105345"/>
                </a:lnTo>
                <a:cubicBezTo>
                  <a:pt x="2209291" y="110893"/>
                  <a:pt x="2209844" y="115888"/>
                  <a:pt x="2210950" y="120328"/>
                </a:cubicBezTo>
                <a:cubicBezTo>
                  <a:pt x="2212057" y="124768"/>
                  <a:pt x="2213901" y="128579"/>
                  <a:pt x="2216483" y="131760"/>
                </a:cubicBezTo>
                <a:cubicBezTo>
                  <a:pt x="2219065" y="134942"/>
                  <a:pt x="2222422" y="137384"/>
                  <a:pt x="2226553" y="139088"/>
                </a:cubicBezTo>
                <a:cubicBezTo>
                  <a:pt x="2230684" y="140789"/>
                  <a:pt x="2235737" y="141640"/>
                  <a:pt x="2241713" y="141640"/>
                </a:cubicBezTo>
                <a:cubicBezTo>
                  <a:pt x="2246434" y="141640"/>
                  <a:pt x="2250639" y="141252"/>
                  <a:pt x="2254328" y="140478"/>
                </a:cubicBezTo>
                <a:cubicBezTo>
                  <a:pt x="2258016" y="139703"/>
                  <a:pt x="2261207" y="138836"/>
                  <a:pt x="2263899" y="137877"/>
                </a:cubicBezTo>
                <a:cubicBezTo>
                  <a:pt x="2266592" y="136918"/>
                  <a:pt x="2268805" y="136052"/>
                  <a:pt x="2270539" y="135277"/>
                </a:cubicBezTo>
                <a:cubicBezTo>
                  <a:pt x="2272272" y="134502"/>
                  <a:pt x="2273582" y="134115"/>
                  <a:pt x="2274467" y="134115"/>
                </a:cubicBezTo>
                <a:cubicBezTo>
                  <a:pt x="2274983" y="134115"/>
                  <a:pt x="2275444" y="134244"/>
                  <a:pt x="2275850" y="134502"/>
                </a:cubicBezTo>
                <a:cubicBezTo>
                  <a:pt x="2276256" y="134761"/>
                  <a:pt x="2276569" y="135148"/>
                  <a:pt x="2276791" y="135664"/>
                </a:cubicBezTo>
                <a:cubicBezTo>
                  <a:pt x="2277012" y="136181"/>
                  <a:pt x="2277178" y="136900"/>
                  <a:pt x="2277289" y="137822"/>
                </a:cubicBezTo>
                <a:cubicBezTo>
                  <a:pt x="2277399" y="138744"/>
                  <a:pt x="2277455" y="139869"/>
                  <a:pt x="2277455" y="141197"/>
                </a:cubicBezTo>
                <a:cubicBezTo>
                  <a:pt x="2277455" y="142156"/>
                  <a:pt x="2277418" y="142986"/>
                  <a:pt x="2277344" y="143687"/>
                </a:cubicBezTo>
                <a:cubicBezTo>
                  <a:pt x="2277270" y="144388"/>
                  <a:pt x="2277178" y="145015"/>
                  <a:pt x="2277067" y="145568"/>
                </a:cubicBezTo>
                <a:cubicBezTo>
                  <a:pt x="2276957" y="146121"/>
                  <a:pt x="2276772" y="146619"/>
                  <a:pt x="2276514" y="147062"/>
                </a:cubicBezTo>
                <a:cubicBezTo>
                  <a:pt x="2276256" y="147504"/>
                  <a:pt x="2275924" y="147929"/>
                  <a:pt x="2275518" y="148334"/>
                </a:cubicBezTo>
                <a:cubicBezTo>
                  <a:pt x="2275112" y="148740"/>
                  <a:pt x="2273914" y="149404"/>
                  <a:pt x="2271922" y="150326"/>
                </a:cubicBezTo>
                <a:cubicBezTo>
                  <a:pt x="2269930" y="151248"/>
                  <a:pt x="2267348" y="152152"/>
                  <a:pt x="2264176" y="153037"/>
                </a:cubicBezTo>
                <a:cubicBezTo>
                  <a:pt x="2261004" y="153922"/>
                  <a:pt x="2257334" y="154716"/>
                  <a:pt x="2253166" y="155416"/>
                </a:cubicBezTo>
                <a:cubicBezTo>
                  <a:pt x="2248998" y="156117"/>
                  <a:pt x="2244553" y="156468"/>
                  <a:pt x="2239832" y="156468"/>
                </a:cubicBezTo>
                <a:cubicBezTo>
                  <a:pt x="2231643" y="156468"/>
                  <a:pt x="2224469" y="155323"/>
                  <a:pt x="2218309" y="153034"/>
                </a:cubicBezTo>
                <a:cubicBezTo>
                  <a:pt x="2212149" y="150745"/>
                  <a:pt x="2206967" y="147348"/>
                  <a:pt x="2202762" y="142843"/>
                </a:cubicBezTo>
                <a:cubicBezTo>
                  <a:pt x="2198557" y="138338"/>
                  <a:pt x="2195385" y="132689"/>
                  <a:pt x="2193245" y="125895"/>
                </a:cubicBezTo>
                <a:cubicBezTo>
                  <a:pt x="2191106" y="119102"/>
                  <a:pt x="2190036" y="111200"/>
                  <a:pt x="2190036" y="102191"/>
                </a:cubicBezTo>
                <a:cubicBezTo>
                  <a:pt x="2190036" y="93624"/>
                  <a:pt x="2191143" y="85926"/>
                  <a:pt x="2193356" y="79095"/>
                </a:cubicBezTo>
                <a:cubicBezTo>
                  <a:pt x="2195569" y="72264"/>
                  <a:pt x="2198760" y="66467"/>
                  <a:pt x="2202928" y="61705"/>
                </a:cubicBezTo>
                <a:cubicBezTo>
                  <a:pt x="2207096" y="56942"/>
                  <a:pt x="2212131" y="53287"/>
                  <a:pt x="2218032" y="50739"/>
                </a:cubicBezTo>
                <a:cubicBezTo>
                  <a:pt x="2223934" y="48192"/>
                  <a:pt x="2230537" y="46918"/>
                  <a:pt x="2237840" y="46918"/>
                </a:cubicBezTo>
                <a:cubicBezTo>
                  <a:pt x="2245659" y="46918"/>
                  <a:pt x="2252317" y="48172"/>
                  <a:pt x="2257813" y="50680"/>
                </a:cubicBezTo>
                <a:cubicBezTo>
                  <a:pt x="2263309" y="53189"/>
                  <a:pt x="2267828" y="56564"/>
                  <a:pt x="2271369" y="60805"/>
                </a:cubicBezTo>
                <a:cubicBezTo>
                  <a:pt x="2274910" y="65047"/>
                  <a:pt x="2277510" y="70027"/>
                  <a:pt x="2279170" y="75744"/>
                </a:cubicBezTo>
                <a:cubicBezTo>
                  <a:pt x="2280830" y="81461"/>
                  <a:pt x="2281660" y="87566"/>
                  <a:pt x="2281660" y="94058"/>
                </a:cubicBezTo>
                <a:lnTo>
                  <a:pt x="2281660" y="97377"/>
                </a:lnTo>
                <a:moveTo>
                  <a:pt x="2263291" y="91955"/>
                </a:moveTo>
                <a:cubicBezTo>
                  <a:pt x="2263512" y="82365"/>
                  <a:pt x="2261391" y="74840"/>
                  <a:pt x="2256928" y="69381"/>
                </a:cubicBezTo>
                <a:cubicBezTo>
                  <a:pt x="2252465" y="63922"/>
                  <a:pt x="2245844" y="61193"/>
                  <a:pt x="2237065" y="61193"/>
                </a:cubicBezTo>
                <a:cubicBezTo>
                  <a:pt x="2232565" y="61193"/>
                  <a:pt x="2228618" y="62041"/>
                  <a:pt x="2225225" y="63738"/>
                </a:cubicBezTo>
                <a:cubicBezTo>
                  <a:pt x="2221832" y="65435"/>
                  <a:pt x="2218991" y="67685"/>
                  <a:pt x="2216705" y="70488"/>
                </a:cubicBezTo>
                <a:cubicBezTo>
                  <a:pt x="2214418" y="73291"/>
                  <a:pt x="2212647" y="76556"/>
                  <a:pt x="2211393" y="80281"/>
                </a:cubicBezTo>
                <a:cubicBezTo>
                  <a:pt x="2210139" y="84006"/>
                  <a:pt x="2209438" y="87898"/>
                  <a:pt x="2209291" y="91955"/>
                </a:cubicBezTo>
                <a:lnTo>
                  <a:pt x="2263291" y="91955"/>
                </a:lnTo>
                <a:close/>
                <a:moveTo>
                  <a:pt x="2378940" y="151377"/>
                </a:moveTo>
                <a:cubicBezTo>
                  <a:pt x="2378940" y="151968"/>
                  <a:pt x="2378793" y="152484"/>
                  <a:pt x="2378498" y="152927"/>
                </a:cubicBezTo>
                <a:cubicBezTo>
                  <a:pt x="2378203" y="153369"/>
                  <a:pt x="2377686" y="153720"/>
                  <a:pt x="2376949" y="153978"/>
                </a:cubicBezTo>
                <a:cubicBezTo>
                  <a:pt x="2376211" y="154236"/>
                  <a:pt x="2375233" y="154457"/>
                  <a:pt x="2374016" y="154642"/>
                </a:cubicBezTo>
                <a:cubicBezTo>
                  <a:pt x="2372799" y="154826"/>
                  <a:pt x="2371268" y="154918"/>
                  <a:pt x="2369424" y="154918"/>
                </a:cubicBezTo>
                <a:cubicBezTo>
                  <a:pt x="2367653" y="154918"/>
                  <a:pt x="2366141" y="154826"/>
                  <a:pt x="2364887" y="154642"/>
                </a:cubicBezTo>
                <a:cubicBezTo>
                  <a:pt x="2363633" y="154457"/>
                  <a:pt x="2362637" y="154236"/>
                  <a:pt x="2361899" y="153978"/>
                </a:cubicBezTo>
                <a:cubicBezTo>
                  <a:pt x="2361162" y="153720"/>
                  <a:pt x="2360645" y="153369"/>
                  <a:pt x="2360350" y="152927"/>
                </a:cubicBezTo>
                <a:cubicBezTo>
                  <a:pt x="2360055" y="152484"/>
                  <a:pt x="2359908" y="151968"/>
                  <a:pt x="2359908" y="151377"/>
                </a:cubicBezTo>
                <a:lnTo>
                  <a:pt x="2359908" y="13943"/>
                </a:lnTo>
                <a:cubicBezTo>
                  <a:pt x="2359908" y="13352"/>
                  <a:pt x="2360074" y="12836"/>
                  <a:pt x="2360405" y="12393"/>
                </a:cubicBezTo>
                <a:cubicBezTo>
                  <a:pt x="2360737" y="11951"/>
                  <a:pt x="2361291" y="11600"/>
                  <a:pt x="2362065" y="11342"/>
                </a:cubicBezTo>
                <a:cubicBezTo>
                  <a:pt x="2362840" y="11084"/>
                  <a:pt x="2363836" y="10863"/>
                  <a:pt x="2365053" y="10678"/>
                </a:cubicBezTo>
                <a:cubicBezTo>
                  <a:pt x="2366270" y="10494"/>
                  <a:pt x="2367727" y="10402"/>
                  <a:pt x="2369424" y="10402"/>
                </a:cubicBezTo>
                <a:cubicBezTo>
                  <a:pt x="2371268" y="10402"/>
                  <a:pt x="2372799" y="10494"/>
                  <a:pt x="2374016" y="10678"/>
                </a:cubicBezTo>
                <a:cubicBezTo>
                  <a:pt x="2375233" y="10863"/>
                  <a:pt x="2376211" y="11084"/>
                  <a:pt x="2376949" y="11342"/>
                </a:cubicBezTo>
                <a:cubicBezTo>
                  <a:pt x="2377686" y="11600"/>
                  <a:pt x="2378203" y="11951"/>
                  <a:pt x="2378498" y="12393"/>
                </a:cubicBezTo>
                <a:cubicBezTo>
                  <a:pt x="2378793" y="12836"/>
                  <a:pt x="2378940" y="13352"/>
                  <a:pt x="2378940" y="13943"/>
                </a:cubicBezTo>
                <a:lnTo>
                  <a:pt x="2378940" y="151377"/>
                </a:lnTo>
                <a:close/>
                <a:moveTo>
                  <a:pt x="2500673" y="151488"/>
                </a:moveTo>
                <a:cubicBezTo>
                  <a:pt x="2500673" y="152078"/>
                  <a:pt x="2500525" y="152576"/>
                  <a:pt x="2500230" y="152982"/>
                </a:cubicBezTo>
                <a:cubicBezTo>
                  <a:pt x="2499935" y="153388"/>
                  <a:pt x="2499456" y="153738"/>
                  <a:pt x="2498792" y="154033"/>
                </a:cubicBezTo>
                <a:cubicBezTo>
                  <a:pt x="2498128" y="154328"/>
                  <a:pt x="2497206" y="154550"/>
                  <a:pt x="2496025" y="154697"/>
                </a:cubicBezTo>
                <a:cubicBezTo>
                  <a:pt x="2494845" y="154845"/>
                  <a:pt x="2493370" y="154918"/>
                  <a:pt x="2491599" y="154918"/>
                </a:cubicBezTo>
                <a:cubicBezTo>
                  <a:pt x="2489755" y="154918"/>
                  <a:pt x="2488243" y="154845"/>
                  <a:pt x="2487062" y="154697"/>
                </a:cubicBezTo>
                <a:cubicBezTo>
                  <a:pt x="2485882" y="154550"/>
                  <a:pt x="2484960" y="154328"/>
                  <a:pt x="2484296" y="154033"/>
                </a:cubicBezTo>
                <a:cubicBezTo>
                  <a:pt x="2483632" y="153738"/>
                  <a:pt x="2483152" y="153388"/>
                  <a:pt x="2482857" y="152982"/>
                </a:cubicBezTo>
                <a:cubicBezTo>
                  <a:pt x="2482562" y="152576"/>
                  <a:pt x="2482415" y="152078"/>
                  <a:pt x="2482415" y="151488"/>
                </a:cubicBezTo>
                <a:lnTo>
                  <a:pt x="2482415" y="93172"/>
                </a:lnTo>
                <a:cubicBezTo>
                  <a:pt x="2482415" y="87492"/>
                  <a:pt x="2481972" y="82918"/>
                  <a:pt x="2481087" y="79451"/>
                </a:cubicBezTo>
                <a:cubicBezTo>
                  <a:pt x="2480202" y="75984"/>
                  <a:pt x="2478911" y="72996"/>
                  <a:pt x="2477214" y="70488"/>
                </a:cubicBezTo>
                <a:cubicBezTo>
                  <a:pt x="2475517" y="67980"/>
                  <a:pt x="2473322" y="66062"/>
                  <a:pt x="2470630" y="64734"/>
                </a:cubicBezTo>
                <a:cubicBezTo>
                  <a:pt x="2467937" y="63406"/>
                  <a:pt x="2464820" y="62742"/>
                  <a:pt x="2461279" y="62742"/>
                </a:cubicBezTo>
                <a:cubicBezTo>
                  <a:pt x="2456706" y="62742"/>
                  <a:pt x="2452132" y="64365"/>
                  <a:pt x="2447558" y="67611"/>
                </a:cubicBezTo>
                <a:cubicBezTo>
                  <a:pt x="2442984" y="70857"/>
                  <a:pt x="2438189" y="75615"/>
                  <a:pt x="2433173" y="81885"/>
                </a:cubicBezTo>
                <a:lnTo>
                  <a:pt x="2433173" y="151488"/>
                </a:lnTo>
                <a:cubicBezTo>
                  <a:pt x="2433173" y="152078"/>
                  <a:pt x="2433025" y="152576"/>
                  <a:pt x="2432730" y="152982"/>
                </a:cubicBezTo>
                <a:cubicBezTo>
                  <a:pt x="2432435" y="153388"/>
                  <a:pt x="2431956" y="153738"/>
                  <a:pt x="2431292" y="154033"/>
                </a:cubicBezTo>
                <a:cubicBezTo>
                  <a:pt x="2430628" y="154328"/>
                  <a:pt x="2429705" y="154550"/>
                  <a:pt x="2428525" y="154697"/>
                </a:cubicBezTo>
                <a:cubicBezTo>
                  <a:pt x="2427345" y="154845"/>
                  <a:pt x="2425833" y="154918"/>
                  <a:pt x="2423988" y="154918"/>
                </a:cubicBezTo>
                <a:cubicBezTo>
                  <a:pt x="2422218" y="154918"/>
                  <a:pt x="2420742" y="154845"/>
                  <a:pt x="2419562" y="154697"/>
                </a:cubicBezTo>
                <a:cubicBezTo>
                  <a:pt x="2418382" y="154550"/>
                  <a:pt x="2417441" y="154328"/>
                  <a:pt x="2416740" y="154033"/>
                </a:cubicBezTo>
                <a:cubicBezTo>
                  <a:pt x="2416039" y="153738"/>
                  <a:pt x="2415560" y="153388"/>
                  <a:pt x="2415302" y="152982"/>
                </a:cubicBezTo>
                <a:cubicBezTo>
                  <a:pt x="2415044" y="152576"/>
                  <a:pt x="2414914" y="152078"/>
                  <a:pt x="2414914" y="151488"/>
                </a:cubicBezTo>
                <a:lnTo>
                  <a:pt x="2414914" y="51898"/>
                </a:lnTo>
                <a:cubicBezTo>
                  <a:pt x="2414914" y="51308"/>
                  <a:pt x="2415025" y="50810"/>
                  <a:pt x="2415246" y="50404"/>
                </a:cubicBezTo>
                <a:cubicBezTo>
                  <a:pt x="2415468" y="49998"/>
                  <a:pt x="2415910" y="49629"/>
                  <a:pt x="2416574" y="49297"/>
                </a:cubicBezTo>
                <a:cubicBezTo>
                  <a:pt x="2417238" y="48965"/>
                  <a:pt x="2418087" y="48744"/>
                  <a:pt x="2419119" y="48633"/>
                </a:cubicBezTo>
                <a:cubicBezTo>
                  <a:pt x="2420152" y="48523"/>
                  <a:pt x="2421517" y="48467"/>
                  <a:pt x="2423214" y="48467"/>
                </a:cubicBezTo>
                <a:cubicBezTo>
                  <a:pt x="2424837" y="48467"/>
                  <a:pt x="2426183" y="48523"/>
                  <a:pt x="2427253" y="48633"/>
                </a:cubicBezTo>
                <a:cubicBezTo>
                  <a:pt x="2428322" y="48744"/>
                  <a:pt x="2429152" y="48965"/>
                  <a:pt x="2429742" y="49297"/>
                </a:cubicBezTo>
                <a:cubicBezTo>
                  <a:pt x="2430333" y="49629"/>
                  <a:pt x="2430757" y="49998"/>
                  <a:pt x="2431015" y="50404"/>
                </a:cubicBezTo>
                <a:cubicBezTo>
                  <a:pt x="2431273" y="50810"/>
                  <a:pt x="2431402" y="51308"/>
                  <a:pt x="2431402" y="51898"/>
                </a:cubicBezTo>
                <a:lnTo>
                  <a:pt x="2431402" y="65066"/>
                </a:lnTo>
                <a:cubicBezTo>
                  <a:pt x="2437009" y="58795"/>
                  <a:pt x="2442597" y="54203"/>
                  <a:pt x="2448167" y="51289"/>
                </a:cubicBezTo>
                <a:cubicBezTo>
                  <a:pt x="2453736" y="48375"/>
                  <a:pt x="2459361" y="46918"/>
                  <a:pt x="2465042" y="46918"/>
                </a:cubicBezTo>
                <a:cubicBezTo>
                  <a:pt x="2471681" y="46918"/>
                  <a:pt x="2477269" y="48043"/>
                  <a:pt x="2481806" y="50293"/>
                </a:cubicBezTo>
                <a:cubicBezTo>
                  <a:pt x="2486343" y="52543"/>
                  <a:pt x="2490013" y="55549"/>
                  <a:pt x="2492816" y="59312"/>
                </a:cubicBezTo>
                <a:cubicBezTo>
                  <a:pt x="2495620" y="63074"/>
                  <a:pt x="2497630" y="67482"/>
                  <a:pt x="2498847" y="72535"/>
                </a:cubicBezTo>
                <a:cubicBezTo>
                  <a:pt x="2500064" y="77588"/>
                  <a:pt x="2500673" y="83656"/>
                  <a:pt x="2500673" y="90738"/>
                </a:cubicBezTo>
                <a:lnTo>
                  <a:pt x="2500673" y="151488"/>
                </a:lnTo>
                <a:close/>
                <a:moveTo>
                  <a:pt x="2583186" y="144295"/>
                </a:moveTo>
                <a:cubicBezTo>
                  <a:pt x="2583186" y="146435"/>
                  <a:pt x="2583039" y="148131"/>
                  <a:pt x="2582743" y="149386"/>
                </a:cubicBezTo>
                <a:cubicBezTo>
                  <a:pt x="2582448" y="150640"/>
                  <a:pt x="2582006" y="151562"/>
                  <a:pt x="2581416" y="152152"/>
                </a:cubicBezTo>
                <a:cubicBezTo>
                  <a:pt x="2580825" y="152742"/>
                  <a:pt x="2579940" y="153295"/>
                  <a:pt x="2578760" y="153812"/>
                </a:cubicBezTo>
                <a:cubicBezTo>
                  <a:pt x="2577579" y="154328"/>
                  <a:pt x="2576233" y="154752"/>
                  <a:pt x="2574721" y="155084"/>
                </a:cubicBezTo>
                <a:cubicBezTo>
                  <a:pt x="2573209" y="155416"/>
                  <a:pt x="2571604" y="155693"/>
                  <a:pt x="2569907" y="155914"/>
                </a:cubicBezTo>
                <a:cubicBezTo>
                  <a:pt x="2568211" y="156136"/>
                  <a:pt x="2566514" y="156246"/>
                  <a:pt x="2564817" y="156246"/>
                </a:cubicBezTo>
                <a:cubicBezTo>
                  <a:pt x="2559653" y="156246"/>
                  <a:pt x="2555227" y="155563"/>
                  <a:pt x="2551538" y="154196"/>
                </a:cubicBezTo>
                <a:cubicBezTo>
                  <a:pt x="2547850" y="152826"/>
                  <a:pt x="2544825" y="150755"/>
                  <a:pt x="2542465" y="147982"/>
                </a:cubicBezTo>
                <a:cubicBezTo>
                  <a:pt x="2540104" y="145208"/>
                  <a:pt x="2538389" y="141696"/>
                  <a:pt x="2537319" y="137445"/>
                </a:cubicBezTo>
                <a:cubicBezTo>
                  <a:pt x="2536249" y="133194"/>
                  <a:pt x="2535715" y="128185"/>
                  <a:pt x="2535715" y="122417"/>
                </a:cubicBezTo>
                <a:lnTo>
                  <a:pt x="2535715" y="64070"/>
                </a:lnTo>
                <a:lnTo>
                  <a:pt x="2521772" y="64070"/>
                </a:lnTo>
                <a:cubicBezTo>
                  <a:pt x="2520665" y="64070"/>
                  <a:pt x="2519780" y="63480"/>
                  <a:pt x="2519116" y="62299"/>
                </a:cubicBezTo>
                <a:cubicBezTo>
                  <a:pt x="2518452" y="61119"/>
                  <a:pt x="2518120" y="59201"/>
                  <a:pt x="2518120" y="56545"/>
                </a:cubicBezTo>
                <a:cubicBezTo>
                  <a:pt x="2518120" y="55144"/>
                  <a:pt x="2518213" y="53963"/>
                  <a:pt x="2518397" y="53004"/>
                </a:cubicBezTo>
                <a:cubicBezTo>
                  <a:pt x="2518581" y="52045"/>
                  <a:pt x="2518821" y="51252"/>
                  <a:pt x="2519116" y="50625"/>
                </a:cubicBezTo>
                <a:cubicBezTo>
                  <a:pt x="2519411" y="49998"/>
                  <a:pt x="2519799" y="49555"/>
                  <a:pt x="2520278" y="49297"/>
                </a:cubicBezTo>
                <a:cubicBezTo>
                  <a:pt x="2520758" y="49039"/>
                  <a:pt x="2521292" y="48910"/>
                  <a:pt x="2521883" y="48910"/>
                </a:cubicBezTo>
                <a:lnTo>
                  <a:pt x="2535715" y="48910"/>
                </a:lnTo>
                <a:lnTo>
                  <a:pt x="2535715" y="25230"/>
                </a:lnTo>
                <a:cubicBezTo>
                  <a:pt x="2535715" y="24713"/>
                  <a:pt x="2535844" y="24234"/>
                  <a:pt x="2536102" y="23791"/>
                </a:cubicBezTo>
                <a:cubicBezTo>
                  <a:pt x="2536360" y="23348"/>
                  <a:pt x="2536840" y="22961"/>
                  <a:pt x="2537540" y="22629"/>
                </a:cubicBezTo>
                <a:cubicBezTo>
                  <a:pt x="2538241" y="22297"/>
                  <a:pt x="2539182" y="22057"/>
                  <a:pt x="2540362" y="21910"/>
                </a:cubicBezTo>
                <a:cubicBezTo>
                  <a:pt x="2541543" y="21762"/>
                  <a:pt x="2543018" y="21689"/>
                  <a:pt x="2544788" y="21689"/>
                </a:cubicBezTo>
                <a:cubicBezTo>
                  <a:pt x="2546633" y="21689"/>
                  <a:pt x="2548145" y="21762"/>
                  <a:pt x="2549325" y="21910"/>
                </a:cubicBezTo>
                <a:cubicBezTo>
                  <a:pt x="2550506" y="22057"/>
                  <a:pt x="2551428" y="22297"/>
                  <a:pt x="2552092" y="22629"/>
                </a:cubicBezTo>
                <a:cubicBezTo>
                  <a:pt x="2552756" y="22961"/>
                  <a:pt x="2553235" y="23348"/>
                  <a:pt x="2553530" y="23791"/>
                </a:cubicBezTo>
                <a:cubicBezTo>
                  <a:pt x="2553825" y="24234"/>
                  <a:pt x="2553973" y="24713"/>
                  <a:pt x="2553973" y="25230"/>
                </a:cubicBezTo>
                <a:lnTo>
                  <a:pt x="2553973" y="48910"/>
                </a:lnTo>
                <a:lnTo>
                  <a:pt x="2579534" y="48910"/>
                </a:lnTo>
                <a:cubicBezTo>
                  <a:pt x="2580125" y="48910"/>
                  <a:pt x="2580641" y="49039"/>
                  <a:pt x="2581084" y="49297"/>
                </a:cubicBezTo>
                <a:cubicBezTo>
                  <a:pt x="2581526" y="49555"/>
                  <a:pt x="2581914" y="49998"/>
                  <a:pt x="2582245" y="50625"/>
                </a:cubicBezTo>
                <a:cubicBezTo>
                  <a:pt x="2582577" y="51252"/>
                  <a:pt x="2582817" y="52045"/>
                  <a:pt x="2582965" y="53004"/>
                </a:cubicBezTo>
                <a:cubicBezTo>
                  <a:pt x="2583112" y="53963"/>
                  <a:pt x="2583186" y="55144"/>
                  <a:pt x="2583186" y="56545"/>
                </a:cubicBezTo>
                <a:cubicBezTo>
                  <a:pt x="2583186" y="59201"/>
                  <a:pt x="2582854" y="61119"/>
                  <a:pt x="2582190" y="62299"/>
                </a:cubicBezTo>
                <a:cubicBezTo>
                  <a:pt x="2581526" y="63480"/>
                  <a:pt x="2580641" y="64070"/>
                  <a:pt x="2579534" y="64070"/>
                </a:cubicBezTo>
                <a:lnTo>
                  <a:pt x="2553973" y="64070"/>
                </a:lnTo>
                <a:lnTo>
                  <a:pt x="2553973" y="119782"/>
                </a:lnTo>
                <a:cubicBezTo>
                  <a:pt x="2553973" y="126661"/>
                  <a:pt x="2554987" y="131858"/>
                  <a:pt x="2557016" y="135374"/>
                </a:cubicBezTo>
                <a:cubicBezTo>
                  <a:pt x="2559045" y="138887"/>
                  <a:pt x="2562678" y="140644"/>
                  <a:pt x="2567916" y="140644"/>
                </a:cubicBezTo>
                <a:cubicBezTo>
                  <a:pt x="2569612" y="140644"/>
                  <a:pt x="2571125" y="140478"/>
                  <a:pt x="2572452" y="140146"/>
                </a:cubicBezTo>
                <a:cubicBezTo>
                  <a:pt x="2573780" y="139814"/>
                  <a:pt x="2574961" y="139463"/>
                  <a:pt x="2575993" y="139095"/>
                </a:cubicBezTo>
                <a:cubicBezTo>
                  <a:pt x="2577026" y="138726"/>
                  <a:pt x="2577911" y="138375"/>
                  <a:pt x="2578649" y="138043"/>
                </a:cubicBezTo>
                <a:cubicBezTo>
                  <a:pt x="2579387" y="137711"/>
                  <a:pt x="2580051" y="137545"/>
                  <a:pt x="2580641" y="137545"/>
                </a:cubicBezTo>
                <a:cubicBezTo>
                  <a:pt x="2581010" y="137545"/>
                  <a:pt x="2581360" y="137638"/>
                  <a:pt x="2581692" y="137822"/>
                </a:cubicBezTo>
                <a:cubicBezTo>
                  <a:pt x="2582024" y="138006"/>
                  <a:pt x="2582282" y="138357"/>
                  <a:pt x="2582467" y="138873"/>
                </a:cubicBezTo>
                <a:cubicBezTo>
                  <a:pt x="2582651" y="139390"/>
                  <a:pt x="2582817" y="140090"/>
                  <a:pt x="2582965" y="140976"/>
                </a:cubicBezTo>
                <a:cubicBezTo>
                  <a:pt x="2583112" y="141861"/>
                  <a:pt x="2583186" y="142968"/>
                  <a:pt x="2583186" y="144295"/>
                </a:cubicBezTo>
                <a:close/>
                <a:moveTo>
                  <a:pt x="2689582" y="97377"/>
                </a:moveTo>
                <a:cubicBezTo>
                  <a:pt x="2689582" y="100254"/>
                  <a:pt x="2688863" y="102301"/>
                  <a:pt x="2687424" y="103519"/>
                </a:cubicBezTo>
                <a:cubicBezTo>
                  <a:pt x="2685986" y="104736"/>
                  <a:pt x="2684344" y="105345"/>
                  <a:pt x="2682500" y="105345"/>
                </a:cubicBezTo>
                <a:lnTo>
                  <a:pt x="2617213" y="105345"/>
                </a:lnTo>
                <a:cubicBezTo>
                  <a:pt x="2617213" y="110893"/>
                  <a:pt x="2617766" y="115888"/>
                  <a:pt x="2618873" y="120328"/>
                </a:cubicBezTo>
                <a:cubicBezTo>
                  <a:pt x="2619979" y="124768"/>
                  <a:pt x="2621824" y="128579"/>
                  <a:pt x="2624406" y="131760"/>
                </a:cubicBezTo>
                <a:cubicBezTo>
                  <a:pt x="2626988" y="134942"/>
                  <a:pt x="2630344" y="137384"/>
                  <a:pt x="2634475" y="139088"/>
                </a:cubicBezTo>
                <a:cubicBezTo>
                  <a:pt x="2638606" y="140789"/>
                  <a:pt x="2643660" y="141640"/>
                  <a:pt x="2649635" y="141640"/>
                </a:cubicBezTo>
                <a:cubicBezTo>
                  <a:pt x="2654357" y="141640"/>
                  <a:pt x="2658561" y="141252"/>
                  <a:pt x="2662250" y="140478"/>
                </a:cubicBezTo>
                <a:cubicBezTo>
                  <a:pt x="2665938" y="139703"/>
                  <a:pt x="2669129" y="138836"/>
                  <a:pt x="2671822" y="137877"/>
                </a:cubicBezTo>
                <a:cubicBezTo>
                  <a:pt x="2674514" y="136918"/>
                  <a:pt x="2676727" y="136052"/>
                  <a:pt x="2678461" y="135277"/>
                </a:cubicBezTo>
                <a:cubicBezTo>
                  <a:pt x="2680195" y="134502"/>
                  <a:pt x="2681504" y="134115"/>
                  <a:pt x="2682389" y="134115"/>
                </a:cubicBezTo>
                <a:cubicBezTo>
                  <a:pt x="2682906" y="134115"/>
                  <a:pt x="2683367" y="134244"/>
                  <a:pt x="2683773" y="134502"/>
                </a:cubicBezTo>
                <a:cubicBezTo>
                  <a:pt x="2684178" y="134761"/>
                  <a:pt x="2684492" y="135148"/>
                  <a:pt x="2684713" y="135664"/>
                </a:cubicBezTo>
                <a:cubicBezTo>
                  <a:pt x="2684934" y="136181"/>
                  <a:pt x="2685100" y="136900"/>
                  <a:pt x="2685211" y="137822"/>
                </a:cubicBezTo>
                <a:cubicBezTo>
                  <a:pt x="2685322" y="138744"/>
                  <a:pt x="2685377" y="139869"/>
                  <a:pt x="2685377" y="141197"/>
                </a:cubicBezTo>
                <a:cubicBezTo>
                  <a:pt x="2685377" y="142156"/>
                  <a:pt x="2685340" y="142986"/>
                  <a:pt x="2685266" y="143687"/>
                </a:cubicBezTo>
                <a:cubicBezTo>
                  <a:pt x="2685193" y="144388"/>
                  <a:pt x="2685100" y="145015"/>
                  <a:pt x="2684990" y="145568"/>
                </a:cubicBezTo>
                <a:cubicBezTo>
                  <a:pt x="2684879" y="146121"/>
                  <a:pt x="2684695" y="146619"/>
                  <a:pt x="2684436" y="147062"/>
                </a:cubicBezTo>
                <a:cubicBezTo>
                  <a:pt x="2684178" y="147504"/>
                  <a:pt x="2683846" y="147929"/>
                  <a:pt x="2683441" y="148334"/>
                </a:cubicBezTo>
                <a:cubicBezTo>
                  <a:pt x="2683035" y="148740"/>
                  <a:pt x="2681836" y="149404"/>
                  <a:pt x="2679844" y="150326"/>
                </a:cubicBezTo>
                <a:cubicBezTo>
                  <a:pt x="2677852" y="151248"/>
                  <a:pt x="2675270" y="152152"/>
                  <a:pt x="2672098" y="153037"/>
                </a:cubicBezTo>
                <a:cubicBezTo>
                  <a:pt x="2668926" y="153922"/>
                  <a:pt x="2665256" y="154716"/>
                  <a:pt x="2661088" y="155416"/>
                </a:cubicBezTo>
                <a:cubicBezTo>
                  <a:pt x="2656920" y="156117"/>
                  <a:pt x="2652475" y="156468"/>
                  <a:pt x="2647754" y="156468"/>
                </a:cubicBezTo>
                <a:cubicBezTo>
                  <a:pt x="2639565" y="156468"/>
                  <a:pt x="2632391" y="155323"/>
                  <a:pt x="2626231" y="153034"/>
                </a:cubicBezTo>
                <a:cubicBezTo>
                  <a:pt x="2620072" y="150745"/>
                  <a:pt x="2614889" y="147348"/>
                  <a:pt x="2610684" y="142843"/>
                </a:cubicBezTo>
                <a:cubicBezTo>
                  <a:pt x="2606479" y="138338"/>
                  <a:pt x="2603307" y="132689"/>
                  <a:pt x="2601168" y="125895"/>
                </a:cubicBezTo>
                <a:cubicBezTo>
                  <a:pt x="2599029" y="119102"/>
                  <a:pt x="2597959" y="111200"/>
                  <a:pt x="2597959" y="102191"/>
                </a:cubicBezTo>
                <a:cubicBezTo>
                  <a:pt x="2597959" y="93624"/>
                  <a:pt x="2599065" y="85926"/>
                  <a:pt x="2601279" y="79095"/>
                </a:cubicBezTo>
                <a:cubicBezTo>
                  <a:pt x="2603492" y="72264"/>
                  <a:pt x="2606682" y="66467"/>
                  <a:pt x="2610850" y="61705"/>
                </a:cubicBezTo>
                <a:cubicBezTo>
                  <a:pt x="2615018" y="56942"/>
                  <a:pt x="2620053" y="53287"/>
                  <a:pt x="2625955" y="50739"/>
                </a:cubicBezTo>
                <a:cubicBezTo>
                  <a:pt x="2631856" y="48192"/>
                  <a:pt x="2638459" y="46918"/>
                  <a:pt x="2645762" y="46918"/>
                </a:cubicBezTo>
                <a:cubicBezTo>
                  <a:pt x="2653582" y="46918"/>
                  <a:pt x="2660240" y="48172"/>
                  <a:pt x="2665736" y="50680"/>
                </a:cubicBezTo>
                <a:cubicBezTo>
                  <a:pt x="2671232" y="53189"/>
                  <a:pt x="2675750" y="56564"/>
                  <a:pt x="2679291" y="60805"/>
                </a:cubicBezTo>
                <a:cubicBezTo>
                  <a:pt x="2682832" y="65047"/>
                  <a:pt x="2685432" y="70027"/>
                  <a:pt x="2687092" y="75744"/>
                </a:cubicBezTo>
                <a:cubicBezTo>
                  <a:pt x="2688752" y="81461"/>
                  <a:pt x="2689582" y="87566"/>
                  <a:pt x="2689582" y="94058"/>
                </a:cubicBezTo>
                <a:lnTo>
                  <a:pt x="2689582" y="97377"/>
                </a:lnTo>
                <a:moveTo>
                  <a:pt x="2671213" y="91955"/>
                </a:moveTo>
                <a:cubicBezTo>
                  <a:pt x="2671434" y="82365"/>
                  <a:pt x="2669314" y="74840"/>
                  <a:pt x="2664850" y="69381"/>
                </a:cubicBezTo>
                <a:cubicBezTo>
                  <a:pt x="2660387" y="63922"/>
                  <a:pt x="2653766" y="61193"/>
                  <a:pt x="2644988" y="61193"/>
                </a:cubicBezTo>
                <a:cubicBezTo>
                  <a:pt x="2640488" y="61193"/>
                  <a:pt x="2636541" y="62041"/>
                  <a:pt x="2633147" y="63738"/>
                </a:cubicBezTo>
                <a:cubicBezTo>
                  <a:pt x="2629754" y="65435"/>
                  <a:pt x="2626914" y="67685"/>
                  <a:pt x="2624627" y="70488"/>
                </a:cubicBezTo>
                <a:cubicBezTo>
                  <a:pt x="2622340" y="73291"/>
                  <a:pt x="2620570" y="76556"/>
                  <a:pt x="2619315" y="80281"/>
                </a:cubicBezTo>
                <a:cubicBezTo>
                  <a:pt x="2618061" y="84006"/>
                  <a:pt x="2617361" y="87898"/>
                  <a:pt x="2617213" y="91955"/>
                </a:cubicBezTo>
                <a:lnTo>
                  <a:pt x="2671213" y="91955"/>
                </a:lnTo>
                <a:close/>
                <a:moveTo>
                  <a:pt x="2775662" y="58426"/>
                </a:moveTo>
                <a:cubicBezTo>
                  <a:pt x="2775662" y="60049"/>
                  <a:pt x="2775625" y="61414"/>
                  <a:pt x="2775551" y="62521"/>
                </a:cubicBezTo>
                <a:cubicBezTo>
                  <a:pt x="2775477" y="63627"/>
                  <a:pt x="2775330" y="64494"/>
                  <a:pt x="2775108" y="65121"/>
                </a:cubicBezTo>
                <a:cubicBezTo>
                  <a:pt x="2774887" y="65748"/>
                  <a:pt x="2774610" y="66228"/>
                  <a:pt x="2774278" y="66560"/>
                </a:cubicBezTo>
                <a:cubicBezTo>
                  <a:pt x="2773946" y="66892"/>
                  <a:pt x="2773485" y="67058"/>
                  <a:pt x="2772895" y="67058"/>
                </a:cubicBezTo>
                <a:cubicBezTo>
                  <a:pt x="2772305" y="67058"/>
                  <a:pt x="2771586" y="66892"/>
                  <a:pt x="2770737" y="66560"/>
                </a:cubicBezTo>
                <a:cubicBezTo>
                  <a:pt x="2769889" y="66228"/>
                  <a:pt x="2768930" y="65896"/>
                  <a:pt x="2767860" y="65564"/>
                </a:cubicBezTo>
                <a:cubicBezTo>
                  <a:pt x="2766791" y="65232"/>
                  <a:pt x="2765592" y="64918"/>
                  <a:pt x="2764264" y="64623"/>
                </a:cubicBezTo>
                <a:cubicBezTo>
                  <a:pt x="2762936" y="64328"/>
                  <a:pt x="2761498" y="64180"/>
                  <a:pt x="2759948" y="64180"/>
                </a:cubicBezTo>
                <a:cubicBezTo>
                  <a:pt x="2758104" y="64180"/>
                  <a:pt x="2756297" y="64549"/>
                  <a:pt x="2754526" y="65287"/>
                </a:cubicBezTo>
                <a:cubicBezTo>
                  <a:pt x="2752756" y="66025"/>
                  <a:pt x="2750893" y="67242"/>
                  <a:pt x="2748938" y="68939"/>
                </a:cubicBezTo>
                <a:cubicBezTo>
                  <a:pt x="2746983" y="70635"/>
                  <a:pt x="2744936" y="72885"/>
                  <a:pt x="2742797" y="75689"/>
                </a:cubicBezTo>
                <a:cubicBezTo>
                  <a:pt x="2740657" y="78492"/>
                  <a:pt x="2738297" y="81922"/>
                  <a:pt x="2735715" y="85980"/>
                </a:cubicBezTo>
                <a:lnTo>
                  <a:pt x="2735715" y="151488"/>
                </a:lnTo>
                <a:cubicBezTo>
                  <a:pt x="2735715" y="152078"/>
                  <a:pt x="2735567" y="152576"/>
                  <a:pt x="2735272" y="152982"/>
                </a:cubicBezTo>
                <a:cubicBezTo>
                  <a:pt x="2734977" y="153388"/>
                  <a:pt x="2734498" y="153738"/>
                  <a:pt x="2733834" y="154033"/>
                </a:cubicBezTo>
                <a:cubicBezTo>
                  <a:pt x="2733170" y="154328"/>
                  <a:pt x="2732248" y="154550"/>
                  <a:pt x="2731067" y="154697"/>
                </a:cubicBezTo>
                <a:cubicBezTo>
                  <a:pt x="2729887" y="154845"/>
                  <a:pt x="2728375" y="154918"/>
                  <a:pt x="2726530" y="154918"/>
                </a:cubicBezTo>
                <a:cubicBezTo>
                  <a:pt x="2724760" y="154918"/>
                  <a:pt x="2723284" y="154845"/>
                  <a:pt x="2722104" y="154697"/>
                </a:cubicBezTo>
                <a:cubicBezTo>
                  <a:pt x="2720924" y="154550"/>
                  <a:pt x="2719983" y="154328"/>
                  <a:pt x="2719282" y="154033"/>
                </a:cubicBezTo>
                <a:cubicBezTo>
                  <a:pt x="2718582" y="153738"/>
                  <a:pt x="2718102" y="153388"/>
                  <a:pt x="2717844" y="152982"/>
                </a:cubicBezTo>
                <a:cubicBezTo>
                  <a:pt x="2717586" y="152576"/>
                  <a:pt x="2717457" y="152078"/>
                  <a:pt x="2717457" y="151488"/>
                </a:cubicBezTo>
                <a:lnTo>
                  <a:pt x="2717457" y="51898"/>
                </a:lnTo>
                <a:cubicBezTo>
                  <a:pt x="2717457" y="51308"/>
                  <a:pt x="2717567" y="50810"/>
                  <a:pt x="2717789" y="50404"/>
                </a:cubicBezTo>
                <a:cubicBezTo>
                  <a:pt x="2718010" y="49998"/>
                  <a:pt x="2718452" y="49629"/>
                  <a:pt x="2719116" y="49297"/>
                </a:cubicBezTo>
                <a:cubicBezTo>
                  <a:pt x="2719780" y="48965"/>
                  <a:pt x="2720629" y="48744"/>
                  <a:pt x="2721662" y="48633"/>
                </a:cubicBezTo>
                <a:cubicBezTo>
                  <a:pt x="2722694" y="48523"/>
                  <a:pt x="2724059" y="48467"/>
                  <a:pt x="2725756" y="48467"/>
                </a:cubicBezTo>
                <a:cubicBezTo>
                  <a:pt x="2727379" y="48467"/>
                  <a:pt x="2728725" y="48523"/>
                  <a:pt x="2729795" y="48633"/>
                </a:cubicBezTo>
                <a:cubicBezTo>
                  <a:pt x="2730864" y="48744"/>
                  <a:pt x="2731694" y="48965"/>
                  <a:pt x="2732284" y="49297"/>
                </a:cubicBezTo>
                <a:cubicBezTo>
                  <a:pt x="2732875" y="49629"/>
                  <a:pt x="2733299" y="49998"/>
                  <a:pt x="2733557" y="50404"/>
                </a:cubicBezTo>
                <a:cubicBezTo>
                  <a:pt x="2733815" y="50810"/>
                  <a:pt x="2733944" y="51308"/>
                  <a:pt x="2733944" y="51898"/>
                </a:cubicBezTo>
                <a:lnTo>
                  <a:pt x="2733944" y="66394"/>
                </a:lnTo>
                <a:cubicBezTo>
                  <a:pt x="2736674" y="62410"/>
                  <a:pt x="2739237" y="59164"/>
                  <a:pt x="2741635" y="56656"/>
                </a:cubicBezTo>
                <a:cubicBezTo>
                  <a:pt x="2744032" y="54148"/>
                  <a:pt x="2746301" y="52174"/>
                  <a:pt x="2748440" y="50736"/>
                </a:cubicBezTo>
                <a:cubicBezTo>
                  <a:pt x="2750580" y="49297"/>
                  <a:pt x="2752701" y="48301"/>
                  <a:pt x="2754803" y="47748"/>
                </a:cubicBezTo>
                <a:cubicBezTo>
                  <a:pt x="2756905" y="47195"/>
                  <a:pt x="2759026" y="46918"/>
                  <a:pt x="2761166" y="46918"/>
                </a:cubicBezTo>
                <a:cubicBezTo>
                  <a:pt x="2762125" y="46918"/>
                  <a:pt x="2763213" y="46973"/>
                  <a:pt x="2764430" y="47084"/>
                </a:cubicBezTo>
                <a:cubicBezTo>
                  <a:pt x="2765647" y="47195"/>
                  <a:pt x="2766920" y="47398"/>
                  <a:pt x="2768248" y="47693"/>
                </a:cubicBezTo>
                <a:cubicBezTo>
                  <a:pt x="2769576" y="47988"/>
                  <a:pt x="2770774" y="48320"/>
                  <a:pt x="2771844" y="48689"/>
                </a:cubicBezTo>
                <a:cubicBezTo>
                  <a:pt x="2772914" y="49057"/>
                  <a:pt x="2773670" y="49426"/>
                  <a:pt x="2774112" y="49795"/>
                </a:cubicBezTo>
                <a:cubicBezTo>
                  <a:pt x="2774555" y="50164"/>
                  <a:pt x="2774850" y="50514"/>
                  <a:pt x="2774998" y="50846"/>
                </a:cubicBezTo>
                <a:cubicBezTo>
                  <a:pt x="2775145" y="51178"/>
                  <a:pt x="2775274" y="51603"/>
                  <a:pt x="2775385" y="52119"/>
                </a:cubicBezTo>
                <a:cubicBezTo>
                  <a:pt x="2775496" y="52635"/>
                  <a:pt x="2775569" y="53392"/>
                  <a:pt x="2775606" y="54387"/>
                </a:cubicBezTo>
                <a:cubicBezTo>
                  <a:pt x="2775643" y="55383"/>
                  <a:pt x="2775662" y="56730"/>
                  <a:pt x="2775662" y="58426"/>
                </a:cubicBezTo>
                <a:close/>
                <a:moveTo>
                  <a:pt x="2866813" y="151599"/>
                </a:moveTo>
                <a:cubicBezTo>
                  <a:pt x="2866813" y="152484"/>
                  <a:pt x="2866518" y="153148"/>
                  <a:pt x="2865928" y="153591"/>
                </a:cubicBezTo>
                <a:cubicBezTo>
                  <a:pt x="2865338" y="154033"/>
                  <a:pt x="2864527" y="154365"/>
                  <a:pt x="2863494" y="154586"/>
                </a:cubicBezTo>
                <a:cubicBezTo>
                  <a:pt x="2862461" y="154808"/>
                  <a:pt x="2860949" y="154918"/>
                  <a:pt x="2858957" y="154918"/>
                </a:cubicBezTo>
                <a:cubicBezTo>
                  <a:pt x="2857039" y="154918"/>
                  <a:pt x="2855508" y="154808"/>
                  <a:pt x="2854365" y="154586"/>
                </a:cubicBezTo>
                <a:cubicBezTo>
                  <a:pt x="2853221" y="154365"/>
                  <a:pt x="2852391" y="154033"/>
                  <a:pt x="2851875" y="153591"/>
                </a:cubicBezTo>
                <a:cubicBezTo>
                  <a:pt x="2851359" y="153148"/>
                  <a:pt x="2851100" y="152484"/>
                  <a:pt x="2851100" y="151599"/>
                </a:cubicBezTo>
                <a:lnTo>
                  <a:pt x="2851100" y="141640"/>
                </a:lnTo>
                <a:cubicBezTo>
                  <a:pt x="2846748" y="146287"/>
                  <a:pt x="2841897" y="149920"/>
                  <a:pt x="2836549" y="152539"/>
                </a:cubicBezTo>
                <a:cubicBezTo>
                  <a:pt x="2831201" y="155158"/>
                  <a:pt x="2825539" y="156468"/>
                  <a:pt x="2819563" y="156468"/>
                </a:cubicBezTo>
                <a:cubicBezTo>
                  <a:pt x="2814326" y="156468"/>
                  <a:pt x="2809586" y="155783"/>
                  <a:pt x="2805344" y="154414"/>
                </a:cubicBezTo>
                <a:cubicBezTo>
                  <a:pt x="2801102" y="153044"/>
                  <a:pt x="2797488" y="151064"/>
                  <a:pt x="2794500" y="148473"/>
                </a:cubicBezTo>
                <a:cubicBezTo>
                  <a:pt x="2791512" y="145881"/>
                  <a:pt x="2789188" y="142699"/>
                  <a:pt x="2787528" y="138925"/>
                </a:cubicBezTo>
                <a:cubicBezTo>
                  <a:pt x="2785869" y="135149"/>
                  <a:pt x="2785039" y="130854"/>
                  <a:pt x="2785039" y="126041"/>
                </a:cubicBezTo>
                <a:cubicBezTo>
                  <a:pt x="2785039" y="120416"/>
                  <a:pt x="2786182" y="115531"/>
                  <a:pt x="2788469" y="111386"/>
                </a:cubicBezTo>
                <a:cubicBezTo>
                  <a:pt x="2790756" y="107238"/>
                  <a:pt x="2794039" y="103795"/>
                  <a:pt x="2798317" y="101057"/>
                </a:cubicBezTo>
                <a:cubicBezTo>
                  <a:pt x="2802596" y="98318"/>
                  <a:pt x="2807834" y="96264"/>
                  <a:pt x="2814031" y="94894"/>
                </a:cubicBezTo>
                <a:cubicBezTo>
                  <a:pt x="2820227" y="93525"/>
                  <a:pt x="2827199" y="92840"/>
                  <a:pt x="2834945" y="92840"/>
                </a:cubicBezTo>
                <a:lnTo>
                  <a:pt x="2848666" y="92840"/>
                </a:lnTo>
                <a:lnTo>
                  <a:pt x="2848666" y="85122"/>
                </a:lnTo>
                <a:cubicBezTo>
                  <a:pt x="2848666" y="81300"/>
                  <a:pt x="2848260" y="77919"/>
                  <a:pt x="2847449" y="74980"/>
                </a:cubicBezTo>
                <a:cubicBezTo>
                  <a:pt x="2846637" y="72038"/>
                  <a:pt x="2845328" y="69593"/>
                  <a:pt x="2843520" y="67645"/>
                </a:cubicBezTo>
                <a:cubicBezTo>
                  <a:pt x="2841713" y="65697"/>
                  <a:pt x="2839371" y="64228"/>
                  <a:pt x="2836494" y="63236"/>
                </a:cubicBezTo>
                <a:cubicBezTo>
                  <a:pt x="2833617" y="62243"/>
                  <a:pt x="2830076" y="61746"/>
                  <a:pt x="2825871" y="61746"/>
                </a:cubicBezTo>
                <a:cubicBezTo>
                  <a:pt x="2821371" y="61746"/>
                  <a:pt x="2817332" y="62275"/>
                  <a:pt x="2813754" y="63333"/>
                </a:cubicBezTo>
                <a:cubicBezTo>
                  <a:pt x="2810176" y="64391"/>
                  <a:pt x="2807041" y="65559"/>
                  <a:pt x="2804348" y="66836"/>
                </a:cubicBezTo>
                <a:cubicBezTo>
                  <a:pt x="2801656" y="68113"/>
                  <a:pt x="2799406" y="69281"/>
                  <a:pt x="2797598" y="70339"/>
                </a:cubicBezTo>
                <a:cubicBezTo>
                  <a:pt x="2795791" y="71397"/>
                  <a:pt x="2794444" y="71926"/>
                  <a:pt x="2793559" y="71926"/>
                </a:cubicBezTo>
                <a:cubicBezTo>
                  <a:pt x="2792969" y="71926"/>
                  <a:pt x="2792453" y="71779"/>
                  <a:pt x="2792010" y="71484"/>
                </a:cubicBezTo>
                <a:cubicBezTo>
                  <a:pt x="2791567" y="71189"/>
                  <a:pt x="2791180" y="70746"/>
                  <a:pt x="2790848" y="70156"/>
                </a:cubicBezTo>
                <a:cubicBezTo>
                  <a:pt x="2790516" y="69566"/>
                  <a:pt x="2790276" y="68810"/>
                  <a:pt x="2790129" y="67887"/>
                </a:cubicBezTo>
                <a:cubicBezTo>
                  <a:pt x="2789981" y="66965"/>
                  <a:pt x="2789908" y="65951"/>
                  <a:pt x="2789908" y="64844"/>
                </a:cubicBezTo>
                <a:cubicBezTo>
                  <a:pt x="2789908" y="63000"/>
                  <a:pt x="2790037" y="61543"/>
                  <a:pt x="2790295" y="60474"/>
                </a:cubicBezTo>
                <a:cubicBezTo>
                  <a:pt x="2790553" y="59404"/>
                  <a:pt x="2791180" y="58389"/>
                  <a:pt x="2792176" y="57430"/>
                </a:cubicBezTo>
                <a:cubicBezTo>
                  <a:pt x="2793172" y="56471"/>
                  <a:pt x="2794887" y="55355"/>
                  <a:pt x="2797322" y="54080"/>
                </a:cubicBezTo>
                <a:cubicBezTo>
                  <a:pt x="2799756" y="52803"/>
                  <a:pt x="2802559" y="51636"/>
                  <a:pt x="2805731" y="50580"/>
                </a:cubicBezTo>
                <a:cubicBezTo>
                  <a:pt x="2808904" y="49524"/>
                  <a:pt x="2812371" y="48651"/>
                  <a:pt x="2816133" y="47959"/>
                </a:cubicBezTo>
                <a:cubicBezTo>
                  <a:pt x="2819895" y="47265"/>
                  <a:pt x="2823695" y="46918"/>
                  <a:pt x="2827531" y="46918"/>
                </a:cubicBezTo>
                <a:cubicBezTo>
                  <a:pt x="2834686" y="46918"/>
                  <a:pt x="2840772" y="47730"/>
                  <a:pt x="2845789" y="49353"/>
                </a:cubicBezTo>
                <a:cubicBezTo>
                  <a:pt x="2850805" y="50976"/>
                  <a:pt x="2854863" y="53355"/>
                  <a:pt x="2857961" y="56490"/>
                </a:cubicBezTo>
                <a:cubicBezTo>
                  <a:pt x="2861059" y="59625"/>
                  <a:pt x="2863309" y="63517"/>
                  <a:pt x="2864711" y="68164"/>
                </a:cubicBezTo>
                <a:cubicBezTo>
                  <a:pt x="2866113" y="72812"/>
                  <a:pt x="2866813" y="78234"/>
                  <a:pt x="2866813" y="84431"/>
                </a:cubicBezTo>
                <a:lnTo>
                  <a:pt x="2866813" y="151599"/>
                </a:lnTo>
                <a:moveTo>
                  <a:pt x="2848666" y="106008"/>
                </a:moveTo>
                <a:lnTo>
                  <a:pt x="2833063" y="106008"/>
                </a:lnTo>
                <a:cubicBezTo>
                  <a:pt x="2828047" y="106008"/>
                  <a:pt x="2823695" y="106436"/>
                  <a:pt x="2820006" y="107291"/>
                </a:cubicBezTo>
                <a:cubicBezTo>
                  <a:pt x="2816317" y="108144"/>
                  <a:pt x="2813256" y="109405"/>
                  <a:pt x="2810822" y="111074"/>
                </a:cubicBezTo>
                <a:cubicBezTo>
                  <a:pt x="2808387" y="112743"/>
                  <a:pt x="2806598" y="114748"/>
                  <a:pt x="2805455" y="117088"/>
                </a:cubicBezTo>
                <a:cubicBezTo>
                  <a:pt x="2804311" y="119425"/>
                  <a:pt x="2803740" y="122116"/>
                  <a:pt x="2803740" y="125159"/>
                </a:cubicBezTo>
                <a:cubicBezTo>
                  <a:pt x="2803740" y="130355"/>
                  <a:pt x="2805381" y="134493"/>
                  <a:pt x="2808664" y="137573"/>
                </a:cubicBezTo>
                <a:cubicBezTo>
                  <a:pt x="2811947" y="140653"/>
                  <a:pt x="2816539" y="142193"/>
                  <a:pt x="2822440" y="142193"/>
                </a:cubicBezTo>
                <a:cubicBezTo>
                  <a:pt x="2827236" y="142193"/>
                  <a:pt x="2831680" y="140969"/>
                  <a:pt x="2835774" y="138521"/>
                </a:cubicBezTo>
                <a:cubicBezTo>
                  <a:pt x="2839869" y="136070"/>
                  <a:pt x="2844166" y="132322"/>
                  <a:pt x="2848666" y="127275"/>
                </a:cubicBezTo>
                <a:lnTo>
                  <a:pt x="2848666" y="106008"/>
                </a:lnTo>
                <a:close/>
                <a:moveTo>
                  <a:pt x="2971936" y="136439"/>
                </a:moveTo>
                <a:cubicBezTo>
                  <a:pt x="2971936" y="137693"/>
                  <a:pt x="2971900" y="138781"/>
                  <a:pt x="2971826" y="139703"/>
                </a:cubicBezTo>
                <a:cubicBezTo>
                  <a:pt x="2971752" y="140625"/>
                  <a:pt x="2971623" y="141400"/>
                  <a:pt x="2971438" y="142027"/>
                </a:cubicBezTo>
                <a:cubicBezTo>
                  <a:pt x="2971254" y="142654"/>
                  <a:pt x="2971033" y="143207"/>
                  <a:pt x="2970775" y="143687"/>
                </a:cubicBezTo>
                <a:cubicBezTo>
                  <a:pt x="2970516" y="144166"/>
                  <a:pt x="2969926" y="144867"/>
                  <a:pt x="2969004" y="145789"/>
                </a:cubicBezTo>
                <a:cubicBezTo>
                  <a:pt x="2968082" y="146711"/>
                  <a:pt x="2966514" y="147855"/>
                  <a:pt x="2964301" y="149220"/>
                </a:cubicBezTo>
                <a:cubicBezTo>
                  <a:pt x="2962088" y="150584"/>
                  <a:pt x="2959598" y="151802"/>
                  <a:pt x="2956832" y="152871"/>
                </a:cubicBezTo>
                <a:cubicBezTo>
                  <a:pt x="2954065" y="153941"/>
                  <a:pt x="2951059" y="154808"/>
                  <a:pt x="2947813" y="155472"/>
                </a:cubicBezTo>
                <a:cubicBezTo>
                  <a:pt x="2944568" y="156136"/>
                  <a:pt x="2941211" y="156468"/>
                  <a:pt x="2937744" y="156468"/>
                </a:cubicBezTo>
                <a:cubicBezTo>
                  <a:pt x="2930588" y="156468"/>
                  <a:pt x="2924244" y="155285"/>
                  <a:pt x="2918711" y="152920"/>
                </a:cubicBezTo>
                <a:cubicBezTo>
                  <a:pt x="2913178" y="150554"/>
                  <a:pt x="2908549" y="147099"/>
                  <a:pt x="2904824" y="142553"/>
                </a:cubicBezTo>
                <a:cubicBezTo>
                  <a:pt x="2901098" y="138006"/>
                  <a:pt x="2898258" y="132425"/>
                  <a:pt x="2896303" y="125809"/>
                </a:cubicBezTo>
                <a:cubicBezTo>
                  <a:pt x="2894348" y="119193"/>
                  <a:pt x="2893371" y="111561"/>
                  <a:pt x="2893371" y="102914"/>
                </a:cubicBezTo>
                <a:cubicBezTo>
                  <a:pt x="2893371" y="93081"/>
                  <a:pt x="2894569" y="84636"/>
                  <a:pt x="2896967" y="77577"/>
                </a:cubicBezTo>
                <a:cubicBezTo>
                  <a:pt x="2899365" y="70518"/>
                  <a:pt x="2902647" y="64734"/>
                  <a:pt x="2906815" y="60225"/>
                </a:cubicBezTo>
                <a:cubicBezTo>
                  <a:pt x="2910983" y="55715"/>
                  <a:pt x="2915889" y="52370"/>
                  <a:pt x="2921533" y="50189"/>
                </a:cubicBezTo>
                <a:cubicBezTo>
                  <a:pt x="2927176" y="48009"/>
                  <a:pt x="2933281" y="46918"/>
                  <a:pt x="2939846" y="46918"/>
                </a:cubicBezTo>
                <a:cubicBezTo>
                  <a:pt x="2943018" y="46918"/>
                  <a:pt x="2946098" y="47213"/>
                  <a:pt x="2949086" y="47803"/>
                </a:cubicBezTo>
                <a:cubicBezTo>
                  <a:pt x="2952074" y="48394"/>
                  <a:pt x="2954822" y="49168"/>
                  <a:pt x="2957330" y="50127"/>
                </a:cubicBezTo>
                <a:cubicBezTo>
                  <a:pt x="2959838" y="51086"/>
                  <a:pt x="2962070" y="52193"/>
                  <a:pt x="2964025" y="53447"/>
                </a:cubicBezTo>
                <a:cubicBezTo>
                  <a:pt x="2965979" y="54701"/>
                  <a:pt x="2967400" y="55771"/>
                  <a:pt x="2968285" y="56656"/>
                </a:cubicBezTo>
                <a:cubicBezTo>
                  <a:pt x="2969170" y="57541"/>
                  <a:pt x="2969779" y="58242"/>
                  <a:pt x="2970111" y="58758"/>
                </a:cubicBezTo>
                <a:cubicBezTo>
                  <a:pt x="2970443" y="59275"/>
                  <a:pt x="2970719" y="59883"/>
                  <a:pt x="2970941" y="60584"/>
                </a:cubicBezTo>
                <a:cubicBezTo>
                  <a:pt x="2971162" y="61285"/>
                  <a:pt x="2971309" y="62078"/>
                  <a:pt x="2971383" y="62963"/>
                </a:cubicBezTo>
                <a:cubicBezTo>
                  <a:pt x="2971457" y="63849"/>
                  <a:pt x="2971494" y="64955"/>
                  <a:pt x="2971494" y="66283"/>
                </a:cubicBezTo>
                <a:cubicBezTo>
                  <a:pt x="2971494" y="69160"/>
                  <a:pt x="2971162" y="71170"/>
                  <a:pt x="2970498" y="72314"/>
                </a:cubicBezTo>
                <a:cubicBezTo>
                  <a:pt x="2969834" y="73457"/>
                  <a:pt x="2969022" y="74029"/>
                  <a:pt x="2968063" y="74029"/>
                </a:cubicBezTo>
                <a:cubicBezTo>
                  <a:pt x="2966957" y="74029"/>
                  <a:pt x="2965684" y="73420"/>
                  <a:pt x="2964246" y="72203"/>
                </a:cubicBezTo>
                <a:cubicBezTo>
                  <a:pt x="2962807" y="70986"/>
                  <a:pt x="2960981" y="69640"/>
                  <a:pt x="2958768" y="68164"/>
                </a:cubicBezTo>
                <a:cubicBezTo>
                  <a:pt x="2956555" y="66689"/>
                  <a:pt x="2953881" y="65342"/>
                  <a:pt x="2950746" y="64125"/>
                </a:cubicBezTo>
                <a:cubicBezTo>
                  <a:pt x="2947611" y="62908"/>
                  <a:pt x="2943904" y="62299"/>
                  <a:pt x="2939625" y="62299"/>
                </a:cubicBezTo>
                <a:cubicBezTo>
                  <a:pt x="2930846" y="62299"/>
                  <a:pt x="2924115" y="65685"/>
                  <a:pt x="2919430" y="72455"/>
                </a:cubicBezTo>
                <a:cubicBezTo>
                  <a:pt x="2914746" y="79224"/>
                  <a:pt x="2912404" y="89043"/>
                  <a:pt x="2912404" y="101914"/>
                </a:cubicBezTo>
                <a:cubicBezTo>
                  <a:pt x="2912404" y="108351"/>
                  <a:pt x="2913012" y="113992"/>
                  <a:pt x="2914229" y="118838"/>
                </a:cubicBezTo>
                <a:cubicBezTo>
                  <a:pt x="2915447" y="123683"/>
                  <a:pt x="2917235" y="127734"/>
                  <a:pt x="2919596" y="130989"/>
                </a:cubicBezTo>
                <a:cubicBezTo>
                  <a:pt x="2921957" y="134244"/>
                  <a:pt x="2924852" y="136667"/>
                  <a:pt x="2928283" y="138258"/>
                </a:cubicBezTo>
                <a:cubicBezTo>
                  <a:pt x="2931713" y="139848"/>
                  <a:pt x="2935641" y="140644"/>
                  <a:pt x="2940068" y="140644"/>
                </a:cubicBezTo>
                <a:cubicBezTo>
                  <a:pt x="2944272" y="140644"/>
                  <a:pt x="2947961" y="139980"/>
                  <a:pt x="2951133" y="138652"/>
                </a:cubicBezTo>
                <a:cubicBezTo>
                  <a:pt x="2954305" y="137324"/>
                  <a:pt x="2957053" y="135867"/>
                  <a:pt x="2959377" y="134281"/>
                </a:cubicBezTo>
                <a:cubicBezTo>
                  <a:pt x="2961701" y="132695"/>
                  <a:pt x="2963656" y="131256"/>
                  <a:pt x="2965242" y="129965"/>
                </a:cubicBezTo>
                <a:cubicBezTo>
                  <a:pt x="2966828" y="128674"/>
                  <a:pt x="2968063" y="128029"/>
                  <a:pt x="2968949" y="128029"/>
                </a:cubicBezTo>
                <a:cubicBezTo>
                  <a:pt x="2969465" y="128029"/>
                  <a:pt x="2969908" y="128177"/>
                  <a:pt x="2970277" y="128472"/>
                </a:cubicBezTo>
                <a:cubicBezTo>
                  <a:pt x="2970645" y="128767"/>
                  <a:pt x="2970959" y="129265"/>
                  <a:pt x="2971217" y="129965"/>
                </a:cubicBezTo>
                <a:cubicBezTo>
                  <a:pt x="2971475" y="130666"/>
                  <a:pt x="2971660" y="131552"/>
                  <a:pt x="2971770" y="132621"/>
                </a:cubicBezTo>
                <a:cubicBezTo>
                  <a:pt x="2971881" y="133691"/>
                  <a:pt x="2971936" y="134963"/>
                  <a:pt x="2971936" y="136439"/>
                </a:cubicBezTo>
                <a:close/>
                <a:moveTo>
                  <a:pt x="3047991" y="144295"/>
                </a:moveTo>
                <a:cubicBezTo>
                  <a:pt x="3047991" y="146435"/>
                  <a:pt x="3047843" y="148131"/>
                  <a:pt x="3047548" y="149386"/>
                </a:cubicBezTo>
                <a:cubicBezTo>
                  <a:pt x="3047253" y="150640"/>
                  <a:pt x="3046810" y="151562"/>
                  <a:pt x="3046220" y="152152"/>
                </a:cubicBezTo>
                <a:cubicBezTo>
                  <a:pt x="3045630" y="152742"/>
                  <a:pt x="3044745" y="153295"/>
                  <a:pt x="3043564" y="153812"/>
                </a:cubicBezTo>
                <a:cubicBezTo>
                  <a:pt x="3042384" y="154328"/>
                  <a:pt x="3041038" y="154752"/>
                  <a:pt x="3039526" y="155084"/>
                </a:cubicBezTo>
                <a:cubicBezTo>
                  <a:pt x="3038013" y="155416"/>
                  <a:pt x="3036409" y="155693"/>
                  <a:pt x="3034712" y="155914"/>
                </a:cubicBezTo>
                <a:cubicBezTo>
                  <a:pt x="3033015" y="156136"/>
                  <a:pt x="3031319" y="156246"/>
                  <a:pt x="3029622" y="156246"/>
                </a:cubicBezTo>
                <a:cubicBezTo>
                  <a:pt x="3024458" y="156246"/>
                  <a:pt x="3020032" y="155563"/>
                  <a:pt x="3016343" y="154196"/>
                </a:cubicBezTo>
                <a:cubicBezTo>
                  <a:pt x="3012655" y="152826"/>
                  <a:pt x="3009630" y="150755"/>
                  <a:pt x="3007269" y="147982"/>
                </a:cubicBezTo>
                <a:cubicBezTo>
                  <a:pt x="3004909" y="145208"/>
                  <a:pt x="3003193" y="141696"/>
                  <a:pt x="3002124" y="137445"/>
                </a:cubicBezTo>
                <a:cubicBezTo>
                  <a:pt x="3001054" y="133194"/>
                  <a:pt x="3000519" y="128185"/>
                  <a:pt x="3000519" y="122417"/>
                </a:cubicBezTo>
                <a:lnTo>
                  <a:pt x="3000519" y="64070"/>
                </a:lnTo>
                <a:lnTo>
                  <a:pt x="2986577" y="64070"/>
                </a:lnTo>
                <a:cubicBezTo>
                  <a:pt x="2985470" y="64070"/>
                  <a:pt x="2984585" y="63480"/>
                  <a:pt x="2983921" y="62299"/>
                </a:cubicBezTo>
                <a:cubicBezTo>
                  <a:pt x="2983257" y="61119"/>
                  <a:pt x="2982925" y="59201"/>
                  <a:pt x="2982925" y="56545"/>
                </a:cubicBezTo>
                <a:cubicBezTo>
                  <a:pt x="2982925" y="55144"/>
                  <a:pt x="2983017" y="53963"/>
                  <a:pt x="2983202" y="53004"/>
                </a:cubicBezTo>
                <a:cubicBezTo>
                  <a:pt x="2983386" y="52045"/>
                  <a:pt x="2983626" y="51252"/>
                  <a:pt x="2983921" y="50625"/>
                </a:cubicBezTo>
                <a:cubicBezTo>
                  <a:pt x="2984216" y="49998"/>
                  <a:pt x="2984603" y="49555"/>
                  <a:pt x="2985083" y="49297"/>
                </a:cubicBezTo>
                <a:cubicBezTo>
                  <a:pt x="2985562" y="49039"/>
                  <a:pt x="2986097" y="48910"/>
                  <a:pt x="2986687" y="48910"/>
                </a:cubicBezTo>
                <a:lnTo>
                  <a:pt x="3000519" y="48910"/>
                </a:lnTo>
                <a:lnTo>
                  <a:pt x="3000519" y="25230"/>
                </a:lnTo>
                <a:cubicBezTo>
                  <a:pt x="3000519" y="24713"/>
                  <a:pt x="3000648" y="24234"/>
                  <a:pt x="3000907" y="23791"/>
                </a:cubicBezTo>
                <a:cubicBezTo>
                  <a:pt x="3001165" y="23348"/>
                  <a:pt x="3001644" y="22961"/>
                  <a:pt x="3002345" y="22629"/>
                </a:cubicBezTo>
                <a:cubicBezTo>
                  <a:pt x="3003046" y="22297"/>
                  <a:pt x="3003987" y="22057"/>
                  <a:pt x="3005167" y="21910"/>
                </a:cubicBezTo>
                <a:cubicBezTo>
                  <a:pt x="3006347" y="21762"/>
                  <a:pt x="3007823" y="21689"/>
                  <a:pt x="3009593" y="21689"/>
                </a:cubicBezTo>
                <a:cubicBezTo>
                  <a:pt x="3011437" y="21689"/>
                  <a:pt x="3012950" y="21762"/>
                  <a:pt x="3014130" y="21910"/>
                </a:cubicBezTo>
                <a:cubicBezTo>
                  <a:pt x="3015310" y="22057"/>
                  <a:pt x="3016232" y="22297"/>
                  <a:pt x="3016896" y="22629"/>
                </a:cubicBezTo>
                <a:cubicBezTo>
                  <a:pt x="3017560" y="22961"/>
                  <a:pt x="3018040" y="23348"/>
                  <a:pt x="3018335" y="23791"/>
                </a:cubicBezTo>
                <a:cubicBezTo>
                  <a:pt x="3018630" y="24234"/>
                  <a:pt x="3018778" y="24713"/>
                  <a:pt x="3018778" y="25230"/>
                </a:cubicBezTo>
                <a:lnTo>
                  <a:pt x="3018778" y="48910"/>
                </a:lnTo>
                <a:lnTo>
                  <a:pt x="3044339" y="48910"/>
                </a:lnTo>
                <a:cubicBezTo>
                  <a:pt x="3044929" y="48910"/>
                  <a:pt x="3045446" y="49039"/>
                  <a:pt x="3045888" y="49297"/>
                </a:cubicBezTo>
                <a:cubicBezTo>
                  <a:pt x="3046331" y="49555"/>
                  <a:pt x="3046718" y="49998"/>
                  <a:pt x="3047050" y="50625"/>
                </a:cubicBezTo>
                <a:cubicBezTo>
                  <a:pt x="3047382" y="51252"/>
                  <a:pt x="3047622" y="52045"/>
                  <a:pt x="3047769" y="53004"/>
                </a:cubicBezTo>
                <a:cubicBezTo>
                  <a:pt x="3047917" y="53963"/>
                  <a:pt x="3047991" y="55144"/>
                  <a:pt x="3047991" y="56545"/>
                </a:cubicBezTo>
                <a:cubicBezTo>
                  <a:pt x="3047991" y="59201"/>
                  <a:pt x="3047659" y="61119"/>
                  <a:pt x="3046995" y="62299"/>
                </a:cubicBezTo>
                <a:cubicBezTo>
                  <a:pt x="3046331" y="63480"/>
                  <a:pt x="3045446" y="64070"/>
                  <a:pt x="3044339" y="64070"/>
                </a:cubicBezTo>
                <a:lnTo>
                  <a:pt x="3018778" y="64070"/>
                </a:lnTo>
                <a:lnTo>
                  <a:pt x="3018778" y="119782"/>
                </a:lnTo>
                <a:cubicBezTo>
                  <a:pt x="3018778" y="126661"/>
                  <a:pt x="3019792" y="131858"/>
                  <a:pt x="3021821" y="135374"/>
                </a:cubicBezTo>
                <a:cubicBezTo>
                  <a:pt x="3023849" y="138887"/>
                  <a:pt x="3027482" y="140644"/>
                  <a:pt x="3032720" y="140644"/>
                </a:cubicBezTo>
                <a:cubicBezTo>
                  <a:pt x="3034417" y="140644"/>
                  <a:pt x="3035929" y="140478"/>
                  <a:pt x="3037257" y="140146"/>
                </a:cubicBezTo>
                <a:cubicBezTo>
                  <a:pt x="3038585" y="139814"/>
                  <a:pt x="3039765" y="139463"/>
                  <a:pt x="3040798" y="139095"/>
                </a:cubicBezTo>
                <a:cubicBezTo>
                  <a:pt x="3041831" y="138726"/>
                  <a:pt x="3042716" y="138375"/>
                  <a:pt x="3043454" y="138043"/>
                </a:cubicBezTo>
                <a:cubicBezTo>
                  <a:pt x="3044192" y="137711"/>
                  <a:pt x="3044855" y="137545"/>
                  <a:pt x="3045446" y="137545"/>
                </a:cubicBezTo>
                <a:cubicBezTo>
                  <a:pt x="3045814" y="137545"/>
                  <a:pt x="3046165" y="137638"/>
                  <a:pt x="3046497" y="137822"/>
                </a:cubicBezTo>
                <a:cubicBezTo>
                  <a:pt x="3046829" y="138006"/>
                  <a:pt x="3047087" y="138357"/>
                  <a:pt x="3047271" y="138873"/>
                </a:cubicBezTo>
                <a:cubicBezTo>
                  <a:pt x="3047456" y="139390"/>
                  <a:pt x="3047622" y="140090"/>
                  <a:pt x="3047769" y="140976"/>
                </a:cubicBezTo>
                <a:cubicBezTo>
                  <a:pt x="3047917" y="141861"/>
                  <a:pt x="3047991" y="142968"/>
                  <a:pt x="3047991" y="144295"/>
                </a:cubicBezTo>
                <a:close/>
                <a:moveTo>
                  <a:pt x="3090380" y="151488"/>
                </a:moveTo>
                <a:cubicBezTo>
                  <a:pt x="3090380" y="152078"/>
                  <a:pt x="3090233" y="152576"/>
                  <a:pt x="3089938" y="152982"/>
                </a:cubicBezTo>
                <a:cubicBezTo>
                  <a:pt x="3089643" y="153388"/>
                  <a:pt x="3089163" y="153738"/>
                  <a:pt x="3088499" y="154033"/>
                </a:cubicBezTo>
                <a:cubicBezTo>
                  <a:pt x="3087835" y="154328"/>
                  <a:pt x="3086913" y="154550"/>
                  <a:pt x="3085733" y="154697"/>
                </a:cubicBezTo>
                <a:cubicBezTo>
                  <a:pt x="3084552" y="154845"/>
                  <a:pt x="3083040" y="154918"/>
                  <a:pt x="3081196" y="154918"/>
                </a:cubicBezTo>
                <a:cubicBezTo>
                  <a:pt x="3079425" y="154918"/>
                  <a:pt x="3077950" y="154845"/>
                  <a:pt x="3076770" y="154697"/>
                </a:cubicBezTo>
                <a:cubicBezTo>
                  <a:pt x="3075589" y="154550"/>
                  <a:pt x="3074649" y="154328"/>
                  <a:pt x="3073948" y="154033"/>
                </a:cubicBezTo>
                <a:cubicBezTo>
                  <a:pt x="3073247" y="153738"/>
                  <a:pt x="3072768" y="153388"/>
                  <a:pt x="3072509" y="152982"/>
                </a:cubicBezTo>
                <a:cubicBezTo>
                  <a:pt x="3072251" y="152576"/>
                  <a:pt x="3072122" y="152078"/>
                  <a:pt x="3072122" y="151488"/>
                </a:cubicBezTo>
                <a:lnTo>
                  <a:pt x="3072122" y="51898"/>
                </a:lnTo>
                <a:cubicBezTo>
                  <a:pt x="3072122" y="51381"/>
                  <a:pt x="3072251" y="50902"/>
                  <a:pt x="3072509" y="50459"/>
                </a:cubicBezTo>
                <a:cubicBezTo>
                  <a:pt x="3072768" y="50017"/>
                  <a:pt x="3073247" y="49648"/>
                  <a:pt x="3073948" y="49353"/>
                </a:cubicBezTo>
                <a:cubicBezTo>
                  <a:pt x="3074649" y="49057"/>
                  <a:pt x="3075589" y="48836"/>
                  <a:pt x="3076770" y="48689"/>
                </a:cubicBezTo>
                <a:cubicBezTo>
                  <a:pt x="3077950" y="48541"/>
                  <a:pt x="3079425" y="48467"/>
                  <a:pt x="3081196" y="48467"/>
                </a:cubicBezTo>
                <a:cubicBezTo>
                  <a:pt x="3083040" y="48467"/>
                  <a:pt x="3084552" y="48541"/>
                  <a:pt x="3085733" y="48689"/>
                </a:cubicBezTo>
                <a:cubicBezTo>
                  <a:pt x="3086913" y="48836"/>
                  <a:pt x="3087835" y="49057"/>
                  <a:pt x="3088499" y="49353"/>
                </a:cubicBezTo>
                <a:cubicBezTo>
                  <a:pt x="3089163" y="49648"/>
                  <a:pt x="3089643" y="50017"/>
                  <a:pt x="3089938" y="50459"/>
                </a:cubicBezTo>
                <a:cubicBezTo>
                  <a:pt x="3090233" y="50902"/>
                  <a:pt x="3090380" y="51381"/>
                  <a:pt x="3090380" y="51898"/>
                </a:cubicBezTo>
                <a:lnTo>
                  <a:pt x="3090380" y="151488"/>
                </a:lnTo>
                <a:moveTo>
                  <a:pt x="3092483" y="18148"/>
                </a:moveTo>
                <a:cubicBezTo>
                  <a:pt x="3092483" y="22426"/>
                  <a:pt x="3091671" y="25340"/>
                  <a:pt x="3090048" y="26889"/>
                </a:cubicBezTo>
                <a:cubicBezTo>
                  <a:pt x="3088425" y="28439"/>
                  <a:pt x="3085438" y="29213"/>
                  <a:pt x="3081085" y="29213"/>
                </a:cubicBezTo>
                <a:cubicBezTo>
                  <a:pt x="3076806" y="29213"/>
                  <a:pt x="3073874" y="28457"/>
                  <a:pt x="3072288" y="26945"/>
                </a:cubicBezTo>
                <a:cubicBezTo>
                  <a:pt x="3070702" y="25432"/>
                  <a:pt x="3069909" y="22574"/>
                  <a:pt x="3069909" y="18369"/>
                </a:cubicBezTo>
                <a:cubicBezTo>
                  <a:pt x="3069909" y="14090"/>
                  <a:pt x="3070720" y="11176"/>
                  <a:pt x="3072343" y="9627"/>
                </a:cubicBezTo>
                <a:cubicBezTo>
                  <a:pt x="3073966" y="8078"/>
                  <a:pt x="3076954" y="7303"/>
                  <a:pt x="3081306" y="7303"/>
                </a:cubicBezTo>
                <a:cubicBezTo>
                  <a:pt x="3085585" y="7303"/>
                  <a:pt x="3088518" y="8059"/>
                  <a:pt x="3090104" y="9572"/>
                </a:cubicBezTo>
                <a:cubicBezTo>
                  <a:pt x="3091690" y="11084"/>
                  <a:pt x="3092483" y="13943"/>
                  <a:pt x="3092483" y="18148"/>
                </a:cubicBezTo>
                <a:close/>
                <a:moveTo>
                  <a:pt x="3216864" y="100642"/>
                </a:moveTo>
                <a:cubicBezTo>
                  <a:pt x="3216864" y="108763"/>
                  <a:pt x="3215795" y="116240"/>
                  <a:pt x="3213655" y="123070"/>
                </a:cubicBezTo>
                <a:cubicBezTo>
                  <a:pt x="3211516" y="129901"/>
                  <a:pt x="3208326" y="135791"/>
                  <a:pt x="3204084" y="140741"/>
                </a:cubicBezTo>
                <a:cubicBezTo>
                  <a:pt x="3199842" y="145688"/>
                  <a:pt x="3194530" y="149546"/>
                  <a:pt x="3188149" y="152315"/>
                </a:cubicBezTo>
                <a:cubicBezTo>
                  <a:pt x="3181768" y="155083"/>
                  <a:pt x="3174373" y="156468"/>
                  <a:pt x="3165963" y="156468"/>
                </a:cubicBezTo>
                <a:cubicBezTo>
                  <a:pt x="3157774" y="156468"/>
                  <a:pt x="3150637" y="155249"/>
                  <a:pt x="3144551" y="152812"/>
                </a:cubicBezTo>
                <a:cubicBezTo>
                  <a:pt x="3138465" y="150376"/>
                  <a:pt x="3133393" y="146831"/>
                  <a:pt x="3129336" y="142179"/>
                </a:cubicBezTo>
                <a:cubicBezTo>
                  <a:pt x="3125278" y="137527"/>
                  <a:pt x="3122254" y="131878"/>
                  <a:pt x="3120262" y="125231"/>
                </a:cubicBezTo>
                <a:cubicBezTo>
                  <a:pt x="3118270" y="118585"/>
                  <a:pt x="3117274" y="111053"/>
                  <a:pt x="3117274" y="102633"/>
                </a:cubicBezTo>
                <a:cubicBezTo>
                  <a:pt x="3117274" y="94512"/>
                  <a:pt x="3118325" y="87036"/>
                  <a:pt x="3120428" y="80205"/>
                </a:cubicBezTo>
                <a:cubicBezTo>
                  <a:pt x="3122530" y="73374"/>
                  <a:pt x="3125702" y="67485"/>
                  <a:pt x="3129944" y="62538"/>
                </a:cubicBezTo>
                <a:cubicBezTo>
                  <a:pt x="3134186" y="57588"/>
                  <a:pt x="3139479" y="53748"/>
                  <a:pt x="3145823" y="51016"/>
                </a:cubicBezTo>
                <a:cubicBezTo>
                  <a:pt x="3152168" y="48284"/>
                  <a:pt x="3159582" y="46918"/>
                  <a:pt x="3168065" y="46918"/>
                </a:cubicBezTo>
                <a:cubicBezTo>
                  <a:pt x="3176254" y="46918"/>
                  <a:pt x="3183391" y="48137"/>
                  <a:pt x="3189477" y="50573"/>
                </a:cubicBezTo>
                <a:cubicBezTo>
                  <a:pt x="3195563" y="53010"/>
                  <a:pt x="3200635" y="56554"/>
                  <a:pt x="3204692" y="61207"/>
                </a:cubicBezTo>
                <a:cubicBezTo>
                  <a:pt x="3208750" y="65859"/>
                  <a:pt x="3211793" y="71508"/>
                  <a:pt x="3213821" y="78154"/>
                </a:cubicBezTo>
                <a:cubicBezTo>
                  <a:pt x="3215850" y="84801"/>
                  <a:pt x="3216864" y="92296"/>
                  <a:pt x="3216864" y="100642"/>
                </a:cubicBezTo>
                <a:moveTo>
                  <a:pt x="3197610" y="101859"/>
                </a:moveTo>
                <a:cubicBezTo>
                  <a:pt x="3197610" y="96467"/>
                  <a:pt x="3197112" y="91370"/>
                  <a:pt x="3196116" y="86568"/>
                </a:cubicBezTo>
                <a:cubicBezTo>
                  <a:pt x="3195121" y="81766"/>
                  <a:pt x="3193479" y="77555"/>
                  <a:pt x="3191192" y="73935"/>
                </a:cubicBezTo>
                <a:cubicBezTo>
                  <a:pt x="3188905" y="70316"/>
                  <a:pt x="3185807" y="67454"/>
                  <a:pt x="3181897" y="65349"/>
                </a:cubicBezTo>
                <a:cubicBezTo>
                  <a:pt x="3177987" y="63242"/>
                  <a:pt x="3173118" y="62189"/>
                  <a:pt x="3167291" y="62189"/>
                </a:cubicBezTo>
                <a:cubicBezTo>
                  <a:pt x="3161905" y="62189"/>
                  <a:pt x="3157276" y="63149"/>
                  <a:pt x="3153403" y="65069"/>
                </a:cubicBezTo>
                <a:cubicBezTo>
                  <a:pt x="3149530" y="66990"/>
                  <a:pt x="3146340" y="69705"/>
                  <a:pt x="3143832" y="73216"/>
                </a:cubicBezTo>
                <a:cubicBezTo>
                  <a:pt x="3141323" y="76725"/>
                  <a:pt x="3139461" y="80880"/>
                  <a:pt x="3138243" y="85682"/>
                </a:cubicBezTo>
                <a:cubicBezTo>
                  <a:pt x="3137026" y="90482"/>
                  <a:pt x="3136418" y="95727"/>
                  <a:pt x="3136418" y="101416"/>
                </a:cubicBezTo>
                <a:cubicBezTo>
                  <a:pt x="3136418" y="106882"/>
                  <a:pt x="3136916" y="112016"/>
                  <a:pt x="3137911" y="116818"/>
                </a:cubicBezTo>
                <a:cubicBezTo>
                  <a:pt x="3138907" y="121620"/>
                  <a:pt x="3140567" y="125812"/>
                  <a:pt x="3142891" y="129395"/>
                </a:cubicBezTo>
                <a:cubicBezTo>
                  <a:pt x="3145215" y="132977"/>
                  <a:pt x="3148332" y="135822"/>
                  <a:pt x="3152241" y="137929"/>
                </a:cubicBezTo>
                <a:cubicBezTo>
                  <a:pt x="3156151" y="140034"/>
                  <a:pt x="3161020" y="141086"/>
                  <a:pt x="3166848" y="141086"/>
                </a:cubicBezTo>
                <a:cubicBezTo>
                  <a:pt x="3172159" y="141086"/>
                  <a:pt x="3176770" y="140126"/>
                  <a:pt x="3180680" y="138206"/>
                </a:cubicBezTo>
                <a:cubicBezTo>
                  <a:pt x="3184590" y="136286"/>
                  <a:pt x="3187799" y="133589"/>
                  <a:pt x="3190307" y="130118"/>
                </a:cubicBezTo>
                <a:cubicBezTo>
                  <a:pt x="3192815" y="126643"/>
                  <a:pt x="3194660" y="122507"/>
                  <a:pt x="3195840" y="117707"/>
                </a:cubicBezTo>
                <a:cubicBezTo>
                  <a:pt x="3197020" y="112905"/>
                  <a:pt x="3197610" y="107622"/>
                  <a:pt x="3197610" y="101859"/>
                </a:cubicBezTo>
                <a:close/>
                <a:moveTo>
                  <a:pt x="3329435" y="151488"/>
                </a:moveTo>
                <a:cubicBezTo>
                  <a:pt x="3329435" y="152078"/>
                  <a:pt x="3329287" y="152576"/>
                  <a:pt x="3328992" y="152982"/>
                </a:cubicBezTo>
                <a:cubicBezTo>
                  <a:pt x="3328697" y="153388"/>
                  <a:pt x="3328218" y="153738"/>
                  <a:pt x="3327554" y="154033"/>
                </a:cubicBezTo>
                <a:cubicBezTo>
                  <a:pt x="3326890" y="154328"/>
                  <a:pt x="3325968" y="154550"/>
                  <a:pt x="3324787" y="154697"/>
                </a:cubicBezTo>
                <a:cubicBezTo>
                  <a:pt x="3323607" y="154845"/>
                  <a:pt x="3322131" y="154918"/>
                  <a:pt x="3320361" y="154918"/>
                </a:cubicBezTo>
                <a:cubicBezTo>
                  <a:pt x="3318517" y="154918"/>
                  <a:pt x="3317004" y="154845"/>
                  <a:pt x="3315824" y="154697"/>
                </a:cubicBezTo>
                <a:cubicBezTo>
                  <a:pt x="3314644" y="154550"/>
                  <a:pt x="3313722" y="154328"/>
                  <a:pt x="3313058" y="154033"/>
                </a:cubicBezTo>
                <a:cubicBezTo>
                  <a:pt x="3312394" y="153738"/>
                  <a:pt x="3311914" y="153388"/>
                  <a:pt x="3311619" y="152982"/>
                </a:cubicBezTo>
                <a:cubicBezTo>
                  <a:pt x="3311324" y="152576"/>
                  <a:pt x="3311177" y="152078"/>
                  <a:pt x="3311177" y="151488"/>
                </a:cubicBezTo>
                <a:lnTo>
                  <a:pt x="3311177" y="93172"/>
                </a:lnTo>
                <a:cubicBezTo>
                  <a:pt x="3311177" y="87492"/>
                  <a:pt x="3310734" y="82918"/>
                  <a:pt x="3309849" y="79451"/>
                </a:cubicBezTo>
                <a:cubicBezTo>
                  <a:pt x="3308963" y="75984"/>
                  <a:pt x="3307672" y="72996"/>
                  <a:pt x="3305976" y="70488"/>
                </a:cubicBezTo>
                <a:cubicBezTo>
                  <a:pt x="3304279" y="67980"/>
                  <a:pt x="3302084" y="66062"/>
                  <a:pt x="3299392" y="64734"/>
                </a:cubicBezTo>
                <a:cubicBezTo>
                  <a:pt x="3296699" y="63406"/>
                  <a:pt x="3293582" y="62742"/>
                  <a:pt x="3290041" y="62742"/>
                </a:cubicBezTo>
                <a:cubicBezTo>
                  <a:pt x="3285467" y="62742"/>
                  <a:pt x="3280894" y="64365"/>
                  <a:pt x="3276320" y="67611"/>
                </a:cubicBezTo>
                <a:cubicBezTo>
                  <a:pt x="3271746" y="70857"/>
                  <a:pt x="3266951" y="75615"/>
                  <a:pt x="3261935" y="81885"/>
                </a:cubicBezTo>
                <a:lnTo>
                  <a:pt x="3261935" y="151488"/>
                </a:lnTo>
                <a:cubicBezTo>
                  <a:pt x="3261935" y="152078"/>
                  <a:pt x="3261787" y="152576"/>
                  <a:pt x="3261492" y="152982"/>
                </a:cubicBezTo>
                <a:cubicBezTo>
                  <a:pt x="3261197" y="153388"/>
                  <a:pt x="3260717" y="153738"/>
                  <a:pt x="3260053" y="154033"/>
                </a:cubicBezTo>
                <a:cubicBezTo>
                  <a:pt x="3259390" y="154328"/>
                  <a:pt x="3258467" y="154550"/>
                  <a:pt x="3257287" y="154697"/>
                </a:cubicBezTo>
                <a:cubicBezTo>
                  <a:pt x="3256107" y="154845"/>
                  <a:pt x="3254594" y="154918"/>
                  <a:pt x="3252750" y="154918"/>
                </a:cubicBezTo>
                <a:cubicBezTo>
                  <a:pt x="3250980" y="154918"/>
                  <a:pt x="3249504" y="154845"/>
                  <a:pt x="3248324" y="154697"/>
                </a:cubicBezTo>
                <a:cubicBezTo>
                  <a:pt x="3247144" y="154550"/>
                  <a:pt x="3246203" y="154328"/>
                  <a:pt x="3245502" y="154033"/>
                </a:cubicBezTo>
                <a:cubicBezTo>
                  <a:pt x="3244801" y="153738"/>
                  <a:pt x="3244322" y="153388"/>
                  <a:pt x="3244064" y="152982"/>
                </a:cubicBezTo>
                <a:cubicBezTo>
                  <a:pt x="3243805" y="152576"/>
                  <a:pt x="3243676" y="152078"/>
                  <a:pt x="3243676" y="151488"/>
                </a:cubicBezTo>
                <a:lnTo>
                  <a:pt x="3243676" y="51898"/>
                </a:lnTo>
                <a:cubicBezTo>
                  <a:pt x="3243676" y="51308"/>
                  <a:pt x="3243787" y="50810"/>
                  <a:pt x="3244008" y="50404"/>
                </a:cubicBezTo>
                <a:cubicBezTo>
                  <a:pt x="3244230" y="49998"/>
                  <a:pt x="3244672" y="49629"/>
                  <a:pt x="3245336" y="49297"/>
                </a:cubicBezTo>
                <a:cubicBezTo>
                  <a:pt x="3246000" y="48965"/>
                  <a:pt x="3246848" y="48744"/>
                  <a:pt x="3247881" y="48633"/>
                </a:cubicBezTo>
                <a:cubicBezTo>
                  <a:pt x="3248914" y="48523"/>
                  <a:pt x="3250279" y="48467"/>
                  <a:pt x="3251976" y="48467"/>
                </a:cubicBezTo>
                <a:cubicBezTo>
                  <a:pt x="3253599" y="48467"/>
                  <a:pt x="3254945" y="48523"/>
                  <a:pt x="3256014" y="48633"/>
                </a:cubicBezTo>
                <a:cubicBezTo>
                  <a:pt x="3257084" y="48744"/>
                  <a:pt x="3257914" y="48965"/>
                  <a:pt x="3258504" y="49297"/>
                </a:cubicBezTo>
                <a:cubicBezTo>
                  <a:pt x="3259094" y="49629"/>
                  <a:pt x="3259519" y="49998"/>
                  <a:pt x="3259777" y="50404"/>
                </a:cubicBezTo>
                <a:cubicBezTo>
                  <a:pt x="3260035" y="50810"/>
                  <a:pt x="3260164" y="51308"/>
                  <a:pt x="3260164" y="51898"/>
                </a:cubicBezTo>
                <a:lnTo>
                  <a:pt x="3260164" y="65066"/>
                </a:lnTo>
                <a:cubicBezTo>
                  <a:pt x="3265771" y="58795"/>
                  <a:pt x="3271359" y="54203"/>
                  <a:pt x="3276928" y="51289"/>
                </a:cubicBezTo>
                <a:cubicBezTo>
                  <a:pt x="3282498" y="48375"/>
                  <a:pt x="3288123" y="46918"/>
                  <a:pt x="3293804" y="46918"/>
                </a:cubicBezTo>
                <a:cubicBezTo>
                  <a:pt x="3300443" y="46918"/>
                  <a:pt x="3306031" y="48043"/>
                  <a:pt x="3310568" y="50293"/>
                </a:cubicBezTo>
                <a:cubicBezTo>
                  <a:pt x="3315105" y="52543"/>
                  <a:pt x="3318775" y="55549"/>
                  <a:pt x="3321578" y="59312"/>
                </a:cubicBezTo>
                <a:cubicBezTo>
                  <a:pt x="3324381" y="63074"/>
                  <a:pt x="3326392" y="67482"/>
                  <a:pt x="3327609" y="72535"/>
                </a:cubicBezTo>
                <a:cubicBezTo>
                  <a:pt x="3328826" y="77588"/>
                  <a:pt x="3329435" y="83656"/>
                  <a:pt x="3329435" y="90738"/>
                </a:cubicBezTo>
                <a:lnTo>
                  <a:pt x="3329435" y="151488"/>
                </a:lnTo>
                <a:close/>
                <a:moveTo>
                  <a:pt x="3425174" y="124457"/>
                </a:moveTo>
                <a:cubicBezTo>
                  <a:pt x="3425174" y="129552"/>
                  <a:pt x="3424234" y="134093"/>
                  <a:pt x="3422352" y="138081"/>
                </a:cubicBezTo>
                <a:cubicBezTo>
                  <a:pt x="3420471" y="142067"/>
                  <a:pt x="3417797" y="145427"/>
                  <a:pt x="3414330" y="148161"/>
                </a:cubicBezTo>
                <a:cubicBezTo>
                  <a:pt x="3410863" y="150893"/>
                  <a:pt x="3406731" y="152960"/>
                  <a:pt x="3401936" y="154362"/>
                </a:cubicBezTo>
                <a:cubicBezTo>
                  <a:pt x="3397141" y="155766"/>
                  <a:pt x="3391867" y="156468"/>
                  <a:pt x="3386113" y="156468"/>
                </a:cubicBezTo>
                <a:cubicBezTo>
                  <a:pt x="3382572" y="156468"/>
                  <a:pt x="3379197" y="156191"/>
                  <a:pt x="3375988" y="155638"/>
                </a:cubicBezTo>
                <a:cubicBezTo>
                  <a:pt x="3372779" y="155084"/>
                  <a:pt x="3369901" y="154384"/>
                  <a:pt x="3367356" y="153535"/>
                </a:cubicBezTo>
                <a:cubicBezTo>
                  <a:pt x="3364811" y="152687"/>
                  <a:pt x="3362654" y="151802"/>
                  <a:pt x="3360883" y="150879"/>
                </a:cubicBezTo>
                <a:cubicBezTo>
                  <a:pt x="3359113" y="149957"/>
                  <a:pt x="3357822" y="149127"/>
                  <a:pt x="3357010" y="148390"/>
                </a:cubicBezTo>
                <a:cubicBezTo>
                  <a:pt x="3356199" y="147652"/>
                  <a:pt x="3355608" y="146619"/>
                  <a:pt x="3355240" y="145291"/>
                </a:cubicBezTo>
                <a:cubicBezTo>
                  <a:pt x="3354871" y="143963"/>
                  <a:pt x="3354686" y="142156"/>
                  <a:pt x="3354686" y="139869"/>
                </a:cubicBezTo>
                <a:cubicBezTo>
                  <a:pt x="3354686" y="138468"/>
                  <a:pt x="3354760" y="137287"/>
                  <a:pt x="3354908" y="136328"/>
                </a:cubicBezTo>
                <a:cubicBezTo>
                  <a:pt x="3355055" y="135369"/>
                  <a:pt x="3355240" y="134595"/>
                  <a:pt x="3355461" y="134004"/>
                </a:cubicBezTo>
                <a:cubicBezTo>
                  <a:pt x="3355682" y="133414"/>
                  <a:pt x="3355996" y="132990"/>
                  <a:pt x="3356401" y="132732"/>
                </a:cubicBezTo>
                <a:cubicBezTo>
                  <a:pt x="3356807" y="132474"/>
                  <a:pt x="3357268" y="132345"/>
                  <a:pt x="3357785" y="132345"/>
                </a:cubicBezTo>
                <a:cubicBezTo>
                  <a:pt x="3358596" y="132345"/>
                  <a:pt x="3359795" y="132843"/>
                  <a:pt x="3361381" y="133838"/>
                </a:cubicBezTo>
                <a:cubicBezTo>
                  <a:pt x="3362967" y="134834"/>
                  <a:pt x="3364922" y="135922"/>
                  <a:pt x="3367246" y="137103"/>
                </a:cubicBezTo>
                <a:cubicBezTo>
                  <a:pt x="3369570" y="138283"/>
                  <a:pt x="3372317" y="139371"/>
                  <a:pt x="3375490" y="140367"/>
                </a:cubicBezTo>
                <a:cubicBezTo>
                  <a:pt x="3378662" y="141363"/>
                  <a:pt x="3382313" y="141861"/>
                  <a:pt x="3386445" y="141861"/>
                </a:cubicBezTo>
                <a:cubicBezTo>
                  <a:pt x="3389543" y="141861"/>
                  <a:pt x="3392346" y="141529"/>
                  <a:pt x="3394854" y="140865"/>
                </a:cubicBezTo>
                <a:cubicBezTo>
                  <a:pt x="3397363" y="140199"/>
                  <a:pt x="3399539" y="139219"/>
                  <a:pt x="3401383" y="137926"/>
                </a:cubicBezTo>
                <a:cubicBezTo>
                  <a:pt x="3403227" y="136632"/>
                  <a:pt x="3404647" y="134988"/>
                  <a:pt x="3405643" y="132991"/>
                </a:cubicBezTo>
                <a:cubicBezTo>
                  <a:pt x="3406639" y="130995"/>
                  <a:pt x="3407137" y="128630"/>
                  <a:pt x="3407137" y="125895"/>
                </a:cubicBezTo>
                <a:cubicBezTo>
                  <a:pt x="3407137" y="123090"/>
                  <a:pt x="3406418" y="120727"/>
                  <a:pt x="3404979" y="118807"/>
                </a:cubicBezTo>
                <a:cubicBezTo>
                  <a:pt x="3403541" y="116886"/>
                  <a:pt x="3401641" y="115188"/>
                  <a:pt x="3399281" y="113713"/>
                </a:cubicBezTo>
                <a:cubicBezTo>
                  <a:pt x="3396920" y="112235"/>
                  <a:pt x="3394264" y="110925"/>
                  <a:pt x="3391313" y="109781"/>
                </a:cubicBezTo>
                <a:cubicBezTo>
                  <a:pt x="3388363" y="108635"/>
                  <a:pt x="3385320" y="107435"/>
                  <a:pt x="3382184" y="106181"/>
                </a:cubicBezTo>
                <a:cubicBezTo>
                  <a:pt x="3379049" y="104925"/>
                  <a:pt x="3375988" y="103503"/>
                  <a:pt x="3373000" y="101914"/>
                </a:cubicBezTo>
                <a:cubicBezTo>
                  <a:pt x="3370012" y="100326"/>
                  <a:pt x="3367338" y="98387"/>
                  <a:pt x="3364977" y="96098"/>
                </a:cubicBezTo>
                <a:cubicBezTo>
                  <a:pt x="3362617" y="93809"/>
                  <a:pt x="3360717" y="91077"/>
                  <a:pt x="3359278" y="87902"/>
                </a:cubicBezTo>
                <a:cubicBezTo>
                  <a:pt x="3357840" y="84728"/>
                  <a:pt x="3357121" y="80925"/>
                  <a:pt x="3357121" y="76494"/>
                </a:cubicBezTo>
                <a:cubicBezTo>
                  <a:pt x="3357121" y="72580"/>
                  <a:pt x="3357877" y="68833"/>
                  <a:pt x="3359389" y="65252"/>
                </a:cubicBezTo>
                <a:cubicBezTo>
                  <a:pt x="3360901" y="61670"/>
                  <a:pt x="3363170" y="58531"/>
                  <a:pt x="3366194" y="55836"/>
                </a:cubicBezTo>
                <a:cubicBezTo>
                  <a:pt x="3369219" y="53139"/>
                  <a:pt x="3373000" y="50979"/>
                  <a:pt x="3377537" y="49356"/>
                </a:cubicBezTo>
                <a:cubicBezTo>
                  <a:pt x="3382074" y="47731"/>
                  <a:pt x="3387367" y="46918"/>
                  <a:pt x="3393416" y="46918"/>
                </a:cubicBezTo>
                <a:cubicBezTo>
                  <a:pt x="3396072" y="46918"/>
                  <a:pt x="3398727" y="47143"/>
                  <a:pt x="3401383" y="47592"/>
                </a:cubicBezTo>
                <a:cubicBezTo>
                  <a:pt x="3404039" y="48042"/>
                  <a:pt x="3406436" y="48603"/>
                  <a:pt x="3408576" y="49276"/>
                </a:cubicBezTo>
                <a:cubicBezTo>
                  <a:pt x="3410715" y="49950"/>
                  <a:pt x="3412541" y="50679"/>
                  <a:pt x="3414053" y="51465"/>
                </a:cubicBezTo>
                <a:cubicBezTo>
                  <a:pt x="3415566" y="52252"/>
                  <a:pt x="3416709" y="52944"/>
                  <a:pt x="3417484" y="53544"/>
                </a:cubicBezTo>
                <a:cubicBezTo>
                  <a:pt x="3418258" y="54143"/>
                  <a:pt x="3418775" y="54664"/>
                  <a:pt x="3419033" y="55107"/>
                </a:cubicBezTo>
                <a:cubicBezTo>
                  <a:pt x="3419291" y="55549"/>
                  <a:pt x="3419475" y="56047"/>
                  <a:pt x="3419586" y="56601"/>
                </a:cubicBezTo>
                <a:cubicBezTo>
                  <a:pt x="3419697" y="57154"/>
                  <a:pt x="3419807" y="57836"/>
                  <a:pt x="3419918" y="58648"/>
                </a:cubicBezTo>
                <a:cubicBezTo>
                  <a:pt x="3420029" y="59459"/>
                  <a:pt x="3420084" y="60455"/>
                  <a:pt x="3420084" y="61635"/>
                </a:cubicBezTo>
                <a:cubicBezTo>
                  <a:pt x="3420084" y="62889"/>
                  <a:pt x="3420029" y="63978"/>
                  <a:pt x="3419918" y="64900"/>
                </a:cubicBezTo>
                <a:cubicBezTo>
                  <a:pt x="3419807" y="65822"/>
                  <a:pt x="3419623" y="66578"/>
                  <a:pt x="3419365" y="67168"/>
                </a:cubicBezTo>
                <a:cubicBezTo>
                  <a:pt x="3419107" y="67758"/>
                  <a:pt x="3418793" y="68183"/>
                  <a:pt x="3418424" y="68441"/>
                </a:cubicBezTo>
                <a:cubicBezTo>
                  <a:pt x="3418055" y="68699"/>
                  <a:pt x="3417650" y="68828"/>
                  <a:pt x="3417207" y="68828"/>
                </a:cubicBezTo>
                <a:cubicBezTo>
                  <a:pt x="3416543" y="68828"/>
                  <a:pt x="3415584" y="68417"/>
                  <a:pt x="3414330" y="67594"/>
                </a:cubicBezTo>
                <a:cubicBezTo>
                  <a:pt x="3413076" y="66771"/>
                  <a:pt x="3411453" y="65891"/>
                  <a:pt x="3409461" y="64955"/>
                </a:cubicBezTo>
                <a:cubicBezTo>
                  <a:pt x="3407469" y="64019"/>
                  <a:pt x="3405127" y="63140"/>
                  <a:pt x="3402434" y="62317"/>
                </a:cubicBezTo>
                <a:cubicBezTo>
                  <a:pt x="3399742" y="61494"/>
                  <a:pt x="3396662" y="61082"/>
                  <a:pt x="3393195" y="61082"/>
                </a:cubicBezTo>
                <a:cubicBezTo>
                  <a:pt x="3390096" y="61082"/>
                  <a:pt x="3387367" y="61434"/>
                  <a:pt x="3385006" y="62137"/>
                </a:cubicBezTo>
                <a:cubicBezTo>
                  <a:pt x="3382645" y="62838"/>
                  <a:pt x="3380709" y="63835"/>
                  <a:pt x="3379197" y="65128"/>
                </a:cubicBezTo>
                <a:cubicBezTo>
                  <a:pt x="3377684" y="66421"/>
                  <a:pt x="3376541" y="67955"/>
                  <a:pt x="3375766" y="69731"/>
                </a:cubicBezTo>
                <a:cubicBezTo>
                  <a:pt x="3374992" y="71503"/>
                  <a:pt x="3374604" y="73425"/>
                  <a:pt x="3374604" y="75495"/>
                </a:cubicBezTo>
                <a:cubicBezTo>
                  <a:pt x="3374604" y="78374"/>
                  <a:pt x="3375342" y="80793"/>
                  <a:pt x="3376817" y="82750"/>
                </a:cubicBezTo>
                <a:cubicBezTo>
                  <a:pt x="3378293" y="84707"/>
                  <a:pt x="3380211" y="86425"/>
                  <a:pt x="3382572" y="87902"/>
                </a:cubicBezTo>
                <a:cubicBezTo>
                  <a:pt x="3384932" y="89378"/>
                  <a:pt x="3387625" y="90707"/>
                  <a:pt x="3390649" y="91889"/>
                </a:cubicBezTo>
                <a:cubicBezTo>
                  <a:pt x="3393674" y="93070"/>
                  <a:pt x="3396754" y="94288"/>
                  <a:pt x="3399889" y="95545"/>
                </a:cubicBezTo>
                <a:cubicBezTo>
                  <a:pt x="3403024" y="96799"/>
                  <a:pt x="3406123" y="98201"/>
                  <a:pt x="3409184" y="99753"/>
                </a:cubicBezTo>
                <a:cubicBezTo>
                  <a:pt x="3412246" y="101304"/>
                  <a:pt x="3414957" y="103188"/>
                  <a:pt x="3417318" y="105403"/>
                </a:cubicBezTo>
                <a:cubicBezTo>
                  <a:pt x="3419678" y="107619"/>
                  <a:pt x="3421578" y="110278"/>
                  <a:pt x="3423016" y="113381"/>
                </a:cubicBezTo>
                <a:cubicBezTo>
                  <a:pt x="3424455" y="116482"/>
                  <a:pt x="3425174" y="120174"/>
                  <a:pt x="3425174" y="124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JavaJNIAnalysis">
            <a:extLst xmlns:a="http://schemas.openxmlformats.org/drawingml/2006/main">
              <a:ext uri="{FF2B5EF4-FFF2-40B4-BE49-F238E27FC236}">
                <a16:creationId xmlns:a16="http://schemas.microsoft.com/office/drawing/2014/main" id="{960960AB-DE65-457F-87CE-1900F6DF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92" y="3341683"/>
            <a:ext cx="1636575" cy="213171"/>
          </a:xfrm>
          <a:custGeom xmlns:a="http://schemas.openxmlformats.org/drawingml/2006/main">
            <a:pathLst>
              <a:path w="1636575" h="213171">
                <a:moveTo>
                  <a:pt x="57840" y="129503"/>
                </a:moveTo>
                <a:cubicBezTo>
                  <a:pt x="57840" y="135728"/>
                  <a:pt x="57274" y="141427"/>
                  <a:pt x="56142" y="146601"/>
                </a:cubicBezTo>
                <a:cubicBezTo>
                  <a:pt x="55011" y="151774"/>
                  <a:pt x="53070" y="156180"/>
                  <a:pt x="50322" y="159818"/>
                </a:cubicBezTo>
                <a:cubicBezTo>
                  <a:pt x="47573" y="163455"/>
                  <a:pt x="43956" y="166265"/>
                  <a:pt x="39469" y="168245"/>
                </a:cubicBezTo>
                <a:cubicBezTo>
                  <a:pt x="34983" y="170226"/>
                  <a:pt x="29425" y="171216"/>
                  <a:pt x="22796" y="171216"/>
                </a:cubicBezTo>
                <a:cubicBezTo>
                  <a:pt x="20533" y="171216"/>
                  <a:pt x="18290" y="171034"/>
                  <a:pt x="16067" y="170670"/>
                </a:cubicBezTo>
                <a:cubicBezTo>
                  <a:pt x="13844" y="170307"/>
                  <a:pt x="11802" y="169821"/>
                  <a:pt x="9943" y="169215"/>
                </a:cubicBezTo>
                <a:cubicBezTo>
                  <a:pt x="8084" y="168609"/>
                  <a:pt x="6467" y="167962"/>
                  <a:pt x="5093" y="167275"/>
                </a:cubicBezTo>
                <a:cubicBezTo>
                  <a:pt x="3719" y="166588"/>
                  <a:pt x="2809" y="166002"/>
                  <a:pt x="2365" y="165517"/>
                </a:cubicBezTo>
                <a:cubicBezTo>
                  <a:pt x="1920" y="165032"/>
                  <a:pt x="1556" y="164547"/>
                  <a:pt x="1273" y="164062"/>
                </a:cubicBezTo>
                <a:cubicBezTo>
                  <a:pt x="990" y="163577"/>
                  <a:pt x="748" y="162991"/>
                  <a:pt x="546" y="162304"/>
                </a:cubicBezTo>
                <a:cubicBezTo>
                  <a:pt x="344" y="161616"/>
                  <a:pt x="202" y="160768"/>
                  <a:pt x="121" y="159757"/>
                </a:cubicBezTo>
                <a:cubicBezTo>
                  <a:pt x="40" y="158747"/>
                  <a:pt x="0" y="157514"/>
                  <a:pt x="0" y="156059"/>
                </a:cubicBezTo>
                <a:cubicBezTo>
                  <a:pt x="0" y="154280"/>
                  <a:pt x="61" y="152805"/>
                  <a:pt x="182" y="151633"/>
                </a:cubicBezTo>
                <a:cubicBezTo>
                  <a:pt x="303" y="150461"/>
                  <a:pt x="525" y="149531"/>
                  <a:pt x="849" y="148844"/>
                </a:cubicBezTo>
                <a:cubicBezTo>
                  <a:pt x="1172" y="148157"/>
                  <a:pt x="1556" y="147672"/>
                  <a:pt x="2001" y="147389"/>
                </a:cubicBezTo>
                <a:cubicBezTo>
                  <a:pt x="2445" y="147106"/>
                  <a:pt x="2991" y="146964"/>
                  <a:pt x="3638" y="146964"/>
                </a:cubicBezTo>
                <a:cubicBezTo>
                  <a:pt x="4284" y="146964"/>
                  <a:pt x="5113" y="147268"/>
                  <a:pt x="6124" y="147874"/>
                </a:cubicBezTo>
                <a:cubicBezTo>
                  <a:pt x="7134" y="148480"/>
                  <a:pt x="8347" y="149147"/>
                  <a:pt x="9761" y="149875"/>
                </a:cubicBezTo>
                <a:cubicBezTo>
                  <a:pt x="11176" y="150602"/>
                  <a:pt x="12813" y="151269"/>
                  <a:pt x="14672" y="151875"/>
                </a:cubicBezTo>
                <a:cubicBezTo>
                  <a:pt x="16531" y="152482"/>
                  <a:pt x="18714" y="152785"/>
                  <a:pt x="21220" y="152785"/>
                </a:cubicBezTo>
                <a:cubicBezTo>
                  <a:pt x="23969" y="152785"/>
                  <a:pt x="26313" y="152441"/>
                  <a:pt x="28253" y="151754"/>
                </a:cubicBezTo>
                <a:cubicBezTo>
                  <a:pt x="30193" y="151067"/>
                  <a:pt x="31810" y="149794"/>
                  <a:pt x="33103" y="147934"/>
                </a:cubicBezTo>
                <a:cubicBezTo>
                  <a:pt x="34397" y="146075"/>
                  <a:pt x="35367" y="143509"/>
                  <a:pt x="36014" y="140235"/>
                </a:cubicBezTo>
                <a:cubicBezTo>
                  <a:pt x="36660" y="136961"/>
                  <a:pt x="36984" y="132696"/>
                  <a:pt x="36984" y="127442"/>
                </a:cubicBezTo>
                <a:lnTo>
                  <a:pt x="36984" y="15157"/>
                </a:lnTo>
                <a:cubicBezTo>
                  <a:pt x="36984" y="14591"/>
                  <a:pt x="37145" y="14066"/>
                  <a:pt x="37469" y="13581"/>
                </a:cubicBezTo>
                <a:cubicBezTo>
                  <a:pt x="37792" y="13096"/>
                  <a:pt x="38358" y="12692"/>
                  <a:pt x="39166" y="12368"/>
                </a:cubicBezTo>
                <a:cubicBezTo>
                  <a:pt x="39975" y="12045"/>
                  <a:pt x="41046" y="11802"/>
                  <a:pt x="42380" y="11641"/>
                </a:cubicBezTo>
                <a:cubicBezTo>
                  <a:pt x="43713" y="11479"/>
                  <a:pt x="45391" y="11398"/>
                  <a:pt x="47412" y="11398"/>
                </a:cubicBezTo>
                <a:cubicBezTo>
                  <a:pt x="49352" y="11398"/>
                  <a:pt x="51009" y="11479"/>
                  <a:pt x="52383" y="11641"/>
                </a:cubicBezTo>
                <a:cubicBezTo>
                  <a:pt x="53758" y="11802"/>
                  <a:pt x="54829" y="12045"/>
                  <a:pt x="55597" y="12368"/>
                </a:cubicBezTo>
                <a:cubicBezTo>
                  <a:pt x="56365" y="12692"/>
                  <a:pt x="56931" y="13096"/>
                  <a:pt x="57294" y="13581"/>
                </a:cubicBezTo>
                <a:cubicBezTo>
                  <a:pt x="57658" y="14066"/>
                  <a:pt x="57840" y="14591"/>
                  <a:pt x="57840" y="15157"/>
                </a:cubicBezTo>
                <a:lnTo>
                  <a:pt x="57840" y="129503"/>
                </a:lnTo>
                <a:close/>
                <a:moveTo>
                  <a:pt x="179136" y="166123"/>
                </a:moveTo>
                <a:cubicBezTo>
                  <a:pt x="179136" y="167093"/>
                  <a:pt x="178812" y="167821"/>
                  <a:pt x="178166" y="168306"/>
                </a:cubicBezTo>
                <a:cubicBezTo>
                  <a:pt x="177519" y="168791"/>
                  <a:pt x="176630" y="169155"/>
                  <a:pt x="175498" y="169397"/>
                </a:cubicBezTo>
                <a:cubicBezTo>
                  <a:pt x="174366" y="169640"/>
                  <a:pt x="172709" y="169761"/>
                  <a:pt x="170526" y="169761"/>
                </a:cubicBezTo>
                <a:cubicBezTo>
                  <a:pt x="168425" y="169761"/>
                  <a:pt x="166747" y="169640"/>
                  <a:pt x="165494" y="169397"/>
                </a:cubicBezTo>
                <a:cubicBezTo>
                  <a:pt x="164241" y="169155"/>
                  <a:pt x="163332" y="168791"/>
                  <a:pt x="162766" y="168306"/>
                </a:cubicBezTo>
                <a:cubicBezTo>
                  <a:pt x="162200" y="167821"/>
                  <a:pt x="161917" y="167093"/>
                  <a:pt x="161917" y="166123"/>
                </a:cubicBezTo>
                <a:lnTo>
                  <a:pt x="161917" y="155210"/>
                </a:lnTo>
                <a:cubicBezTo>
                  <a:pt x="157148" y="160303"/>
                  <a:pt x="151833" y="164284"/>
                  <a:pt x="145972" y="167154"/>
                </a:cubicBezTo>
                <a:cubicBezTo>
                  <a:pt x="140111" y="170024"/>
                  <a:pt x="133907" y="171458"/>
                  <a:pt x="127359" y="171458"/>
                </a:cubicBezTo>
                <a:cubicBezTo>
                  <a:pt x="121619" y="171458"/>
                  <a:pt x="116425" y="170708"/>
                  <a:pt x="111777" y="169208"/>
                </a:cubicBezTo>
                <a:cubicBezTo>
                  <a:pt x="107129" y="167707"/>
                  <a:pt x="103168" y="165537"/>
                  <a:pt x="99894" y="162698"/>
                </a:cubicBezTo>
                <a:cubicBezTo>
                  <a:pt x="96620" y="159858"/>
                  <a:pt x="94073" y="156371"/>
                  <a:pt x="92255" y="152235"/>
                </a:cubicBezTo>
                <a:cubicBezTo>
                  <a:pt x="90436" y="148097"/>
                  <a:pt x="89526" y="143391"/>
                  <a:pt x="89526" y="138116"/>
                </a:cubicBezTo>
                <a:cubicBezTo>
                  <a:pt x="89526" y="131952"/>
                  <a:pt x="90779" y="126599"/>
                  <a:pt x="93285" y="122057"/>
                </a:cubicBezTo>
                <a:cubicBezTo>
                  <a:pt x="95791" y="117513"/>
                  <a:pt x="99389" y="113740"/>
                  <a:pt x="104077" y="110739"/>
                </a:cubicBezTo>
                <a:cubicBezTo>
                  <a:pt x="108766" y="107738"/>
                  <a:pt x="114505" y="105487"/>
                  <a:pt x="121296" y="103986"/>
                </a:cubicBezTo>
                <a:cubicBezTo>
                  <a:pt x="128086" y="102486"/>
                  <a:pt x="135725" y="101735"/>
                  <a:pt x="144214" y="101735"/>
                </a:cubicBezTo>
                <a:lnTo>
                  <a:pt x="159250" y="101735"/>
                </a:lnTo>
                <a:lnTo>
                  <a:pt x="159250" y="93278"/>
                </a:lnTo>
                <a:cubicBezTo>
                  <a:pt x="159250" y="89089"/>
                  <a:pt x="158805" y="85384"/>
                  <a:pt x="157916" y="82163"/>
                </a:cubicBezTo>
                <a:cubicBezTo>
                  <a:pt x="157026" y="78940"/>
                  <a:pt x="155592" y="76261"/>
                  <a:pt x="153611" y="74126"/>
                </a:cubicBezTo>
                <a:cubicBezTo>
                  <a:pt x="151630" y="71992"/>
                  <a:pt x="149064" y="70381"/>
                  <a:pt x="145911" y="69295"/>
                </a:cubicBezTo>
                <a:cubicBezTo>
                  <a:pt x="142758" y="68206"/>
                  <a:pt x="138878" y="67662"/>
                  <a:pt x="134270" y="67662"/>
                </a:cubicBezTo>
                <a:cubicBezTo>
                  <a:pt x="129339" y="67662"/>
                  <a:pt x="124913" y="68242"/>
                  <a:pt x="120993" y="69401"/>
                </a:cubicBezTo>
                <a:cubicBezTo>
                  <a:pt x="117072" y="70561"/>
                  <a:pt x="113636" y="71840"/>
                  <a:pt x="110686" y="73240"/>
                </a:cubicBezTo>
                <a:cubicBezTo>
                  <a:pt x="107735" y="74639"/>
                  <a:pt x="105270" y="75919"/>
                  <a:pt x="103289" y="77078"/>
                </a:cubicBezTo>
                <a:cubicBezTo>
                  <a:pt x="101309" y="78238"/>
                  <a:pt x="99833" y="78818"/>
                  <a:pt x="98863" y="78818"/>
                </a:cubicBezTo>
                <a:cubicBezTo>
                  <a:pt x="98216" y="78818"/>
                  <a:pt x="97651" y="78656"/>
                  <a:pt x="97166" y="78333"/>
                </a:cubicBezTo>
                <a:cubicBezTo>
                  <a:pt x="96681" y="78009"/>
                  <a:pt x="96256" y="77524"/>
                  <a:pt x="95892" y="76877"/>
                </a:cubicBezTo>
                <a:cubicBezTo>
                  <a:pt x="95529" y="76231"/>
                  <a:pt x="95266" y="75402"/>
                  <a:pt x="95104" y="74392"/>
                </a:cubicBezTo>
                <a:cubicBezTo>
                  <a:pt x="94942" y="73381"/>
                  <a:pt x="94862" y="72270"/>
                  <a:pt x="94862" y="71057"/>
                </a:cubicBezTo>
                <a:cubicBezTo>
                  <a:pt x="94862" y="69036"/>
                  <a:pt x="95003" y="67440"/>
                  <a:pt x="95286" y="66267"/>
                </a:cubicBezTo>
                <a:cubicBezTo>
                  <a:pt x="95569" y="65095"/>
                  <a:pt x="96256" y="63984"/>
                  <a:pt x="97347" y="62933"/>
                </a:cubicBezTo>
                <a:cubicBezTo>
                  <a:pt x="98439" y="61882"/>
                  <a:pt x="100318" y="60658"/>
                  <a:pt x="102986" y="59261"/>
                </a:cubicBezTo>
                <a:cubicBezTo>
                  <a:pt x="105654" y="57861"/>
                  <a:pt x="108725" y="56583"/>
                  <a:pt x="112201" y="55426"/>
                </a:cubicBezTo>
                <a:cubicBezTo>
                  <a:pt x="115678" y="54269"/>
                  <a:pt x="119477" y="53312"/>
                  <a:pt x="123600" y="52554"/>
                </a:cubicBezTo>
                <a:cubicBezTo>
                  <a:pt x="127722" y="51793"/>
                  <a:pt x="131886" y="51413"/>
                  <a:pt x="136089" y="51413"/>
                </a:cubicBezTo>
                <a:cubicBezTo>
                  <a:pt x="143931" y="51413"/>
                  <a:pt x="150600" y="52303"/>
                  <a:pt x="156097" y="54081"/>
                </a:cubicBezTo>
                <a:cubicBezTo>
                  <a:pt x="161594" y="55859"/>
                  <a:pt x="166040" y="58466"/>
                  <a:pt x="169435" y="61902"/>
                </a:cubicBezTo>
                <a:cubicBezTo>
                  <a:pt x="172830" y="65338"/>
                  <a:pt x="175296" y="69602"/>
                  <a:pt x="176832" y="74695"/>
                </a:cubicBezTo>
                <a:cubicBezTo>
                  <a:pt x="178368" y="79788"/>
                  <a:pt x="179136" y="85729"/>
                  <a:pt x="179136" y="92520"/>
                </a:cubicBezTo>
                <a:lnTo>
                  <a:pt x="179136" y="166123"/>
                </a:lnTo>
                <a:moveTo>
                  <a:pt x="159250" y="116165"/>
                </a:moveTo>
                <a:lnTo>
                  <a:pt x="142152" y="116165"/>
                </a:lnTo>
                <a:cubicBezTo>
                  <a:pt x="136655" y="116165"/>
                  <a:pt x="131886" y="116634"/>
                  <a:pt x="127844" y="117571"/>
                </a:cubicBezTo>
                <a:cubicBezTo>
                  <a:pt x="123802" y="118505"/>
                  <a:pt x="120447" y="119887"/>
                  <a:pt x="117779" y="121716"/>
                </a:cubicBezTo>
                <a:cubicBezTo>
                  <a:pt x="115112" y="123545"/>
                  <a:pt x="113151" y="125742"/>
                  <a:pt x="111898" y="128306"/>
                </a:cubicBezTo>
                <a:cubicBezTo>
                  <a:pt x="110645" y="130867"/>
                  <a:pt x="110019" y="133816"/>
                  <a:pt x="110019" y="137150"/>
                </a:cubicBezTo>
                <a:cubicBezTo>
                  <a:pt x="110019" y="142844"/>
                  <a:pt x="111818" y="147379"/>
                  <a:pt x="115415" y="150754"/>
                </a:cubicBezTo>
                <a:cubicBezTo>
                  <a:pt x="119012" y="154129"/>
                  <a:pt x="124044" y="155816"/>
                  <a:pt x="130511" y="155816"/>
                </a:cubicBezTo>
                <a:cubicBezTo>
                  <a:pt x="135766" y="155816"/>
                  <a:pt x="140636" y="154475"/>
                  <a:pt x="145123" y="151792"/>
                </a:cubicBezTo>
                <a:cubicBezTo>
                  <a:pt x="149610" y="149107"/>
                  <a:pt x="154318" y="144999"/>
                  <a:pt x="159250" y="139469"/>
                </a:cubicBezTo>
                <a:lnTo>
                  <a:pt x="159250" y="116165"/>
                </a:lnTo>
                <a:close/>
                <a:moveTo>
                  <a:pt x="301142" y="56627"/>
                </a:moveTo>
                <a:cubicBezTo>
                  <a:pt x="301142" y="56951"/>
                  <a:pt x="301122" y="57294"/>
                  <a:pt x="301082" y="57658"/>
                </a:cubicBezTo>
                <a:cubicBezTo>
                  <a:pt x="301041" y="58022"/>
                  <a:pt x="300981" y="58406"/>
                  <a:pt x="300900" y="58810"/>
                </a:cubicBezTo>
                <a:cubicBezTo>
                  <a:pt x="300819" y="59214"/>
                  <a:pt x="300718" y="59659"/>
                  <a:pt x="300597" y="60144"/>
                </a:cubicBezTo>
                <a:cubicBezTo>
                  <a:pt x="300475" y="60629"/>
                  <a:pt x="300334" y="61154"/>
                  <a:pt x="300172" y="61720"/>
                </a:cubicBezTo>
                <a:lnTo>
                  <a:pt x="262946" y="165396"/>
                </a:lnTo>
                <a:cubicBezTo>
                  <a:pt x="262623" y="166285"/>
                  <a:pt x="262198" y="167012"/>
                  <a:pt x="261673" y="167578"/>
                </a:cubicBezTo>
                <a:cubicBezTo>
                  <a:pt x="261147" y="168144"/>
                  <a:pt x="260359" y="168589"/>
                  <a:pt x="259308" y="168912"/>
                </a:cubicBezTo>
                <a:cubicBezTo>
                  <a:pt x="258257" y="169235"/>
                  <a:pt x="256924" y="169458"/>
                  <a:pt x="255307" y="169579"/>
                </a:cubicBezTo>
                <a:cubicBezTo>
                  <a:pt x="253690" y="169700"/>
                  <a:pt x="251669" y="169761"/>
                  <a:pt x="249244" y="169761"/>
                </a:cubicBezTo>
                <a:cubicBezTo>
                  <a:pt x="246819" y="169761"/>
                  <a:pt x="244798" y="169680"/>
                  <a:pt x="243181" y="169518"/>
                </a:cubicBezTo>
                <a:cubicBezTo>
                  <a:pt x="241564" y="169357"/>
                  <a:pt x="240251" y="169114"/>
                  <a:pt x="239240" y="168791"/>
                </a:cubicBezTo>
                <a:cubicBezTo>
                  <a:pt x="238230" y="168467"/>
                  <a:pt x="237441" y="168023"/>
                  <a:pt x="236876" y="167457"/>
                </a:cubicBezTo>
                <a:cubicBezTo>
                  <a:pt x="236310" y="166891"/>
                  <a:pt x="235865" y="166204"/>
                  <a:pt x="235542" y="165396"/>
                </a:cubicBezTo>
                <a:lnTo>
                  <a:pt x="198437" y="61720"/>
                </a:lnTo>
                <a:cubicBezTo>
                  <a:pt x="198114" y="60750"/>
                  <a:pt x="197851" y="59901"/>
                  <a:pt x="197649" y="59174"/>
                </a:cubicBezTo>
                <a:cubicBezTo>
                  <a:pt x="197447" y="58446"/>
                  <a:pt x="197325" y="57901"/>
                  <a:pt x="197285" y="57537"/>
                </a:cubicBezTo>
                <a:cubicBezTo>
                  <a:pt x="197245" y="57173"/>
                  <a:pt x="197224" y="56870"/>
                  <a:pt x="197224" y="56627"/>
                </a:cubicBezTo>
                <a:cubicBezTo>
                  <a:pt x="197224" y="55981"/>
                  <a:pt x="197386" y="55415"/>
                  <a:pt x="197709" y="54930"/>
                </a:cubicBezTo>
                <a:cubicBezTo>
                  <a:pt x="198033" y="54445"/>
                  <a:pt x="198578" y="54061"/>
                  <a:pt x="199346" y="53778"/>
                </a:cubicBezTo>
                <a:cubicBezTo>
                  <a:pt x="200114" y="53495"/>
                  <a:pt x="201125" y="53313"/>
                  <a:pt x="202378" y="53232"/>
                </a:cubicBezTo>
                <a:cubicBezTo>
                  <a:pt x="203631" y="53151"/>
                  <a:pt x="205187" y="53111"/>
                  <a:pt x="207046" y="53111"/>
                </a:cubicBezTo>
                <a:cubicBezTo>
                  <a:pt x="209391" y="53111"/>
                  <a:pt x="211270" y="53172"/>
                  <a:pt x="212685" y="53293"/>
                </a:cubicBezTo>
                <a:cubicBezTo>
                  <a:pt x="214099" y="53414"/>
                  <a:pt x="215191" y="53636"/>
                  <a:pt x="215959" y="53960"/>
                </a:cubicBezTo>
                <a:cubicBezTo>
                  <a:pt x="216727" y="54283"/>
                  <a:pt x="217293" y="54687"/>
                  <a:pt x="217656" y="55172"/>
                </a:cubicBezTo>
                <a:cubicBezTo>
                  <a:pt x="218020" y="55657"/>
                  <a:pt x="218364" y="56264"/>
                  <a:pt x="218687" y="56991"/>
                </a:cubicBezTo>
                <a:lnTo>
                  <a:pt x="249486" y="146964"/>
                </a:lnTo>
                <a:lnTo>
                  <a:pt x="249971" y="148419"/>
                </a:lnTo>
                <a:lnTo>
                  <a:pt x="250335" y="146964"/>
                </a:lnTo>
                <a:lnTo>
                  <a:pt x="280771" y="56991"/>
                </a:lnTo>
                <a:cubicBezTo>
                  <a:pt x="280933" y="56264"/>
                  <a:pt x="281216" y="55657"/>
                  <a:pt x="281620" y="55172"/>
                </a:cubicBezTo>
                <a:cubicBezTo>
                  <a:pt x="282024" y="54687"/>
                  <a:pt x="282610" y="54283"/>
                  <a:pt x="283378" y="53960"/>
                </a:cubicBezTo>
                <a:cubicBezTo>
                  <a:pt x="284146" y="53636"/>
                  <a:pt x="285197" y="53414"/>
                  <a:pt x="286531" y="53293"/>
                </a:cubicBezTo>
                <a:cubicBezTo>
                  <a:pt x="287865" y="53172"/>
                  <a:pt x="289623" y="53111"/>
                  <a:pt x="291805" y="53111"/>
                </a:cubicBezTo>
                <a:cubicBezTo>
                  <a:pt x="293665" y="53111"/>
                  <a:pt x="295201" y="53151"/>
                  <a:pt x="296413" y="53232"/>
                </a:cubicBezTo>
                <a:cubicBezTo>
                  <a:pt x="297626" y="53313"/>
                  <a:pt x="298576" y="53515"/>
                  <a:pt x="299263" y="53838"/>
                </a:cubicBezTo>
                <a:cubicBezTo>
                  <a:pt x="299950" y="54162"/>
                  <a:pt x="300435" y="54546"/>
                  <a:pt x="300718" y="54990"/>
                </a:cubicBezTo>
                <a:cubicBezTo>
                  <a:pt x="301001" y="55435"/>
                  <a:pt x="301142" y="55981"/>
                  <a:pt x="301142" y="56627"/>
                </a:cubicBezTo>
                <a:close/>
                <a:moveTo>
                  <a:pt x="402390" y="166123"/>
                </a:moveTo>
                <a:cubicBezTo>
                  <a:pt x="402390" y="167093"/>
                  <a:pt x="402066" y="167821"/>
                  <a:pt x="401420" y="168306"/>
                </a:cubicBezTo>
                <a:cubicBezTo>
                  <a:pt x="400773" y="168791"/>
                  <a:pt x="399884" y="169155"/>
                  <a:pt x="398752" y="169397"/>
                </a:cubicBezTo>
                <a:cubicBezTo>
                  <a:pt x="397620" y="169640"/>
                  <a:pt x="395963" y="169761"/>
                  <a:pt x="393780" y="169761"/>
                </a:cubicBezTo>
                <a:cubicBezTo>
                  <a:pt x="391679" y="169761"/>
                  <a:pt x="390001" y="169640"/>
                  <a:pt x="388748" y="169397"/>
                </a:cubicBezTo>
                <a:cubicBezTo>
                  <a:pt x="387495" y="169155"/>
                  <a:pt x="386586" y="168791"/>
                  <a:pt x="386020" y="168306"/>
                </a:cubicBezTo>
                <a:cubicBezTo>
                  <a:pt x="385454" y="167821"/>
                  <a:pt x="385171" y="167093"/>
                  <a:pt x="385171" y="166123"/>
                </a:cubicBezTo>
                <a:lnTo>
                  <a:pt x="385171" y="155210"/>
                </a:lnTo>
                <a:cubicBezTo>
                  <a:pt x="380402" y="160303"/>
                  <a:pt x="375087" y="164284"/>
                  <a:pt x="369226" y="167154"/>
                </a:cubicBezTo>
                <a:cubicBezTo>
                  <a:pt x="363365" y="170024"/>
                  <a:pt x="357161" y="171458"/>
                  <a:pt x="350613" y="171458"/>
                </a:cubicBezTo>
                <a:cubicBezTo>
                  <a:pt x="344873" y="171458"/>
                  <a:pt x="339679" y="170708"/>
                  <a:pt x="335031" y="169208"/>
                </a:cubicBezTo>
                <a:cubicBezTo>
                  <a:pt x="330383" y="167707"/>
                  <a:pt x="326422" y="165537"/>
                  <a:pt x="323148" y="162698"/>
                </a:cubicBezTo>
                <a:cubicBezTo>
                  <a:pt x="319874" y="159858"/>
                  <a:pt x="317327" y="156371"/>
                  <a:pt x="315509" y="152235"/>
                </a:cubicBezTo>
                <a:cubicBezTo>
                  <a:pt x="313690" y="148097"/>
                  <a:pt x="312780" y="143391"/>
                  <a:pt x="312780" y="138116"/>
                </a:cubicBezTo>
                <a:cubicBezTo>
                  <a:pt x="312780" y="131952"/>
                  <a:pt x="314033" y="126599"/>
                  <a:pt x="316539" y="122057"/>
                </a:cubicBezTo>
                <a:cubicBezTo>
                  <a:pt x="319045" y="117513"/>
                  <a:pt x="322643" y="113740"/>
                  <a:pt x="327331" y="110739"/>
                </a:cubicBezTo>
                <a:cubicBezTo>
                  <a:pt x="332020" y="107738"/>
                  <a:pt x="337759" y="105487"/>
                  <a:pt x="344550" y="103986"/>
                </a:cubicBezTo>
                <a:cubicBezTo>
                  <a:pt x="351340" y="102486"/>
                  <a:pt x="358979" y="101735"/>
                  <a:pt x="367468" y="101735"/>
                </a:cubicBezTo>
                <a:lnTo>
                  <a:pt x="382503" y="101735"/>
                </a:lnTo>
                <a:lnTo>
                  <a:pt x="382503" y="93278"/>
                </a:lnTo>
                <a:cubicBezTo>
                  <a:pt x="382503" y="89089"/>
                  <a:pt x="382059" y="85384"/>
                  <a:pt x="381170" y="82163"/>
                </a:cubicBezTo>
                <a:cubicBezTo>
                  <a:pt x="380280" y="78940"/>
                  <a:pt x="378846" y="76261"/>
                  <a:pt x="376865" y="74126"/>
                </a:cubicBezTo>
                <a:cubicBezTo>
                  <a:pt x="374884" y="71992"/>
                  <a:pt x="372318" y="70381"/>
                  <a:pt x="369165" y="69295"/>
                </a:cubicBezTo>
                <a:cubicBezTo>
                  <a:pt x="366012" y="68206"/>
                  <a:pt x="362132" y="67662"/>
                  <a:pt x="357524" y="67662"/>
                </a:cubicBezTo>
                <a:cubicBezTo>
                  <a:pt x="352593" y="67662"/>
                  <a:pt x="348167" y="68242"/>
                  <a:pt x="344247" y="69401"/>
                </a:cubicBezTo>
                <a:cubicBezTo>
                  <a:pt x="340326" y="70561"/>
                  <a:pt x="336890" y="71840"/>
                  <a:pt x="333940" y="73240"/>
                </a:cubicBezTo>
                <a:cubicBezTo>
                  <a:pt x="330989" y="74639"/>
                  <a:pt x="328524" y="75919"/>
                  <a:pt x="326543" y="77078"/>
                </a:cubicBezTo>
                <a:cubicBezTo>
                  <a:pt x="324562" y="78238"/>
                  <a:pt x="323087" y="78818"/>
                  <a:pt x="322117" y="78818"/>
                </a:cubicBezTo>
                <a:cubicBezTo>
                  <a:pt x="321470" y="78818"/>
                  <a:pt x="320905" y="78656"/>
                  <a:pt x="320419" y="78333"/>
                </a:cubicBezTo>
                <a:cubicBezTo>
                  <a:pt x="319934" y="78009"/>
                  <a:pt x="319510" y="77524"/>
                  <a:pt x="319146" y="76877"/>
                </a:cubicBezTo>
                <a:cubicBezTo>
                  <a:pt x="318783" y="76231"/>
                  <a:pt x="318520" y="75402"/>
                  <a:pt x="318358" y="74392"/>
                </a:cubicBezTo>
                <a:cubicBezTo>
                  <a:pt x="318196" y="73381"/>
                  <a:pt x="318116" y="72270"/>
                  <a:pt x="318116" y="71057"/>
                </a:cubicBezTo>
                <a:cubicBezTo>
                  <a:pt x="318116" y="69036"/>
                  <a:pt x="318257" y="67440"/>
                  <a:pt x="318540" y="66267"/>
                </a:cubicBezTo>
                <a:cubicBezTo>
                  <a:pt x="318823" y="65095"/>
                  <a:pt x="319510" y="63984"/>
                  <a:pt x="320601" y="62933"/>
                </a:cubicBezTo>
                <a:cubicBezTo>
                  <a:pt x="321693" y="61882"/>
                  <a:pt x="323572" y="60658"/>
                  <a:pt x="326240" y="59261"/>
                </a:cubicBezTo>
                <a:cubicBezTo>
                  <a:pt x="328908" y="57861"/>
                  <a:pt x="331979" y="56583"/>
                  <a:pt x="335455" y="55426"/>
                </a:cubicBezTo>
                <a:cubicBezTo>
                  <a:pt x="338932" y="54269"/>
                  <a:pt x="342731" y="53312"/>
                  <a:pt x="346854" y="52554"/>
                </a:cubicBezTo>
                <a:cubicBezTo>
                  <a:pt x="350976" y="51793"/>
                  <a:pt x="355140" y="51413"/>
                  <a:pt x="359343" y="51413"/>
                </a:cubicBezTo>
                <a:cubicBezTo>
                  <a:pt x="367185" y="51413"/>
                  <a:pt x="373854" y="52303"/>
                  <a:pt x="379351" y="54081"/>
                </a:cubicBezTo>
                <a:cubicBezTo>
                  <a:pt x="384848" y="55859"/>
                  <a:pt x="389294" y="58466"/>
                  <a:pt x="392689" y="61902"/>
                </a:cubicBezTo>
                <a:cubicBezTo>
                  <a:pt x="396084" y="65338"/>
                  <a:pt x="398550" y="69602"/>
                  <a:pt x="400086" y="74695"/>
                </a:cubicBezTo>
                <a:cubicBezTo>
                  <a:pt x="401622" y="79788"/>
                  <a:pt x="402390" y="85729"/>
                  <a:pt x="402390" y="92520"/>
                </a:cubicBezTo>
                <a:lnTo>
                  <a:pt x="402390" y="166123"/>
                </a:lnTo>
                <a:moveTo>
                  <a:pt x="382503" y="116165"/>
                </a:moveTo>
                <a:lnTo>
                  <a:pt x="365406" y="116165"/>
                </a:lnTo>
                <a:cubicBezTo>
                  <a:pt x="359909" y="116165"/>
                  <a:pt x="355140" y="116634"/>
                  <a:pt x="351098" y="117571"/>
                </a:cubicBezTo>
                <a:cubicBezTo>
                  <a:pt x="347056" y="118505"/>
                  <a:pt x="343701" y="119887"/>
                  <a:pt x="341033" y="121716"/>
                </a:cubicBezTo>
                <a:cubicBezTo>
                  <a:pt x="338366" y="123545"/>
                  <a:pt x="336405" y="125742"/>
                  <a:pt x="335152" y="128306"/>
                </a:cubicBezTo>
                <a:cubicBezTo>
                  <a:pt x="333899" y="130867"/>
                  <a:pt x="333273" y="133816"/>
                  <a:pt x="333273" y="137150"/>
                </a:cubicBezTo>
                <a:cubicBezTo>
                  <a:pt x="333273" y="142844"/>
                  <a:pt x="335071" y="147379"/>
                  <a:pt x="338669" y="150754"/>
                </a:cubicBezTo>
                <a:cubicBezTo>
                  <a:pt x="342266" y="154129"/>
                  <a:pt x="347298" y="155816"/>
                  <a:pt x="353765" y="155816"/>
                </a:cubicBezTo>
                <a:cubicBezTo>
                  <a:pt x="359020" y="155816"/>
                  <a:pt x="363890" y="154475"/>
                  <a:pt x="368377" y="151792"/>
                </a:cubicBezTo>
                <a:cubicBezTo>
                  <a:pt x="372863" y="149107"/>
                  <a:pt x="377572" y="144999"/>
                  <a:pt x="382503" y="139469"/>
                </a:cubicBezTo>
                <a:lnTo>
                  <a:pt x="382503" y="116165"/>
                </a:lnTo>
                <a:close/>
                <a:moveTo>
                  <a:pt x="535390" y="129503"/>
                </a:moveTo>
                <a:cubicBezTo>
                  <a:pt x="535390" y="135728"/>
                  <a:pt x="534824" y="141427"/>
                  <a:pt x="533692" y="146601"/>
                </a:cubicBezTo>
                <a:cubicBezTo>
                  <a:pt x="532560" y="151774"/>
                  <a:pt x="530620" y="156180"/>
                  <a:pt x="527872" y="159818"/>
                </a:cubicBezTo>
                <a:cubicBezTo>
                  <a:pt x="525123" y="163455"/>
                  <a:pt x="521506" y="166265"/>
                  <a:pt x="517019" y="168245"/>
                </a:cubicBezTo>
                <a:cubicBezTo>
                  <a:pt x="512533" y="170226"/>
                  <a:pt x="506975" y="171216"/>
                  <a:pt x="500346" y="171216"/>
                </a:cubicBezTo>
                <a:cubicBezTo>
                  <a:pt x="498083" y="171216"/>
                  <a:pt x="495840" y="171034"/>
                  <a:pt x="493617" y="170670"/>
                </a:cubicBezTo>
                <a:cubicBezTo>
                  <a:pt x="491393" y="170307"/>
                  <a:pt x="489352" y="169821"/>
                  <a:pt x="487493" y="169215"/>
                </a:cubicBezTo>
                <a:cubicBezTo>
                  <a:pt x="485634" y="168609"/>
                  <a:pt x="484017" y="167962"/>
                  <a:pt x="482643" y="167275"/>
                </a:cubicBezTo>
                <a:cubicBezTo>
                  <a:pt x="481268" y="166588"/>
                  <a:pt x="480359" y="166002"/>
                  <a:pt x="479914" y="165517"/>
                </a:cubicBezTo>
                <a:cubicBezTo>
                  <a:pt x="479470" y="165032"/>
                  <a:pt x="479106" y="164547"/>
                  <a:pt x="478823" y="164062"/>
                </a:cubicBezTo>
                <a:cubicBezTo>
                  <a:pt x="478540" y="163577"/>
                  <a:pt x="478298" y="162991"/>
                  <a:pt x="478096" y="162304"/>
                </a:cubicBezTo>
                <a:cubicBezTo>
                  <a:pt x="477893" y="161616"/>
                  <a:pt x="477752" y="160768"/>
                  <a:pt x="477671" y="159757"/>
                </a:cubicBezTo>
                <a:cubicBezTo>
                  <a:pt x="477590" y="158747"/>
                  <a:pt x="477550" y="157514"/>
                  <a:pt x="477550" y="156059"/>
                </a:cubicBezTo>
                <a:cubicBezTo>
                  <a:pt x="477550" y="154280"/>
                  <a:pt x="477611" y="152805"/>
                  <a:pt x="477732" y="151633"/>
                </a:cubicBezTo>
                <a:cubicBezTo>
                  <a:pt x="477853" y="150461"/>
                  <a:pt x="478075" y="149531"/>
                  <a:pt x="478399" y="148844"/>
                </a:cubicBezTo>
                <a:cubicBezTo>
                  <a:pt x="478722" y="148157"/>
                  <a:pt x="479106" y="147672"/>
                  <a:pt x="479551" y="147389"/>
                </a:cubicBezTo>
                <a:cubicBezTo>
                  <a:pt x="479995" y="147106"/>
                  <a:pt x="480541" y="146964"/>
                  <a:pt x="481188" y="146964"/>
                </a:cubicBezTo>
                <a:cubicBezTo>
                  <a:pt x="481834" y="146964"/>
                  <a:pt x="482663" y="147268"/>
                  <a:pt x="483673" y="147874"/>
                </a:cubicBezTo>
                <a:cubicBezTo>
                  <a:pt x="484684" y="148480"/>
                  <a:pt x="485896" y="149147"/>
                  <a:pt x="487311" y="149875"/>
                </a:cubicBezTo>
                <a:cubicBezTo>
                  <a:pt x="488726" y="150602"/>
                  <a:pt x="490363" y="151269"/>
                  <a:pt x="492222" y="151875"/>
                </a:cubicBezTo>
                <a:cubicBezTo>
                  <a:pt x="494081" y="152482"/>
                  <a:pt x="496264" y="152785"/>
                  <a:pt x="498770" y="152785"/>
                </a:cubicBezTo>
                <a:cubicBezTo>
                  <a:pt x="501519" y="152785"/>
                  <a:pt x="503863" y="152441"/>
                  <a:pt x="505803" y="151754"/>
                </a:cubicBezTo>
                <a:cubicBezTo>
                  <a:pt x="507743" y="151067"/>
                  <a:pt x="509360" y="149794"/>
                  <a:pt x="510653" y="147934"/>
                </a:cubicBezTo>
                <a:cubicBezTo>
                  <a:pt x="511947" y="146075"/>
                  <a:pt x="512917" y="143509"/>
                  <a:pt x="513563" y="140235"/>
                </a:cubicBezTo>
                <a:cubicBezTo>
                  <a:pt x="514210" y="136961"/>
                  <a:pt x="514533" y="132696"/>
                  <a:pt x="514533" y="127442"/>
                </a:cubicBezTo>
                <a:lnTo>
                  <a:pt x="514533" y="15157"/>
                </a:lnTo>
                <a:cubicBezTo>
                  <a:pt x="514533" y="14591"/>
                  <a:pt x="514695" y="14066"/>
                  <a:pt x="515019" y="13581"/>
                </a:cubicBezTo>
                <a:cubicBezTo>
                  <a:pt x="515342" y="13096"/>
                  <a:pt x="515908" y="12692"/>
                  <a:pt x="516716" y="12368"/>
                </a:cubicBezTo>
                <a:cubicBezTo>
                  <a:pt x="517525" y="12045"/>
                  <a:pt x="518596" y="11802"/>
                  <a:pt x="519929" y="11641"/>
                </a:cubicBezTo>
                <a:cubicBezTo>
                  <a:pt x="521263" y="11479"/>
                  <a:pt x="522941" y="11398"/>
                  <a:pt x="524962" y="11398"/>
                </a:cubicBezTo>
                <a:cubicBezTo>
                  <a:pt x="526902" y="11398"/>
                  <a:pt x="528559" y="11479"/>
                  <a:pt x="529933" y="11641"/>
                </a:cubicBezTo>
                <a:cubicBezTo>
                  <a:pt x="531307" y="11802"/>
                  <a:pt x="532379" y="12045"/>
                  <a:pt x="533147" y="12368"/>
                </a:cubicBezTo>
                <a:cubicBezTo>
                  <a:pt x="533915" y="12692"/>
                  <a:pt x="534480" y="13096"/>
                  <a:pt x="534844" y="13581"/>
                </a:cubicBezTo>
                <a:cubicBezTo>
                  <a:pt x="535208" y="14066"/>
                  <a:pt x="535390" y="14591"/>
                  <a:pt x="535390" y="15157"/>
                </a:cubicBezTo>
                <a:lnTo>
                  <a:pt x="535390" y="129503"/>
                </a:lnTo>
                <a:close/>
                <a:moveTo>
                  <a:pt x="695367" y="160530"/>
                </a:moveTo>
                <a:cubicBezTo>
                  <a:pt x="695367" y="162149"/>
                  <a:pt x="695104" y="163526"/>
                  <a:pt x="694579" y="164660"/>
                </a:cubicBezTo>
                <a:cubicBezTo>
                  <a:pt x="694053" y="165795"/>
                  <a:pt x="693366" y="166727"/>
                  <a:pt x="692517" y="167457"/>
                </a:cubicBezTo>
                <a:cubicBezTo>
                  <a:pt x="691668" y="168185"/>
                  <a:pt x="690718" y="168710"/>
                  <a:pt x="689668" y="169033"/>
                </a:cubicBezTo>
                <a:cubicBezTo>
                  <a:pt x="688617" y="169357"/>
                  <a:pt x="687566" y="169518"/>
                  <a:pt x="686515" y="169518"/>
                </a:cubicBezTo>
                <a:lnTo>
                  <a:pt x="679846" y="169518"/>
                </a:lnTo>
                <a:cubicBezTo>
                  <a:pt x="677744" y="169518"/>
                  <a:pt x="675905" y="169294"/>
                  <a:pt x="674328" y="168844"/>
                </a:cubicBezTo>
                <a:cubicBezTo>
                  <a:pt x="672752" y="168394"/>
                  <a:pt x="671257" y="167577"/>
                  <a:pt x="669842" y="166392"/>
                </a:cubicBezTo>
                <a:cubicBezTo>
                  <a:pt x="668427" y="165207"/>
                  <a:pt x="667013" y="163593"/>
                  <a:pt x="665598" y="161549"/>
                </a:cubicBezTo>
                <a:cubicBezTo>
                  <a:pt x="664183" y="159506"/>
                  <a:pt x="662627" y="156908"/>
                  <a:pt x="660930" y="153755"/>
                </a:cubicBezTo>
                <a:lnTo>
                  <a:pt x="611456" y="64509"/>
                </a:lnTo>
                <a:cubicBezTo>
                  <a:pt x="608870" y="59901"/>
                  <a:pt x="606262" y="55071"/>
                  <a:pt x="603635" y="50019"/>
                </a:cubicBezTo>
                <a:cubicBezTo>
                  <a:pt x="601008" y="44966"/>
                  <a:pt x="598563" y="40055"/>
                  <a:pt x="596299" y="35286"/>
                </a:cubicBezTo>
                <a:lnTo>
                  <a:pt x="596057" y="35286"/>
                </a:lnTo>
                <a:cubicBezTo>
                  <a:pt x="596218" y="41106"/>
                  <a:pt x="596340" y="47048"/>
                  <a:pt x="596420" y="53111"/>
                </a:cubicBezTo>
                <a:cubicBezTo>
                  <a:pt x="596501" y="59174"/>
                  <a:pt x="596542" y="65196"/>
                  <a:pt x="596542" y="71178"/>
                </a:cubicBezTo>
                <a:lnTo>
                  <a:pt x="596542" y="165881"/>
                </a:lnTo>
                <a:cubicBezTo>
                  <a:pt x="596542" y="166446"/>
                  <a:pt x="596380" y="166992"/>
                  <a:pt x="596057" y="167518"/>
                </a:cubicBezTo>
                <a:cubicBezTo>
                  <a:pt x="595733" y="168043"/>
                  <a:pt x="595188" y="168447"/>
                  <a:pt x="594420" y="168730"/>
                </a:cubicBezTo>
                <a:cubicBezTo>
                  <a:pt x="593652" y="169013"/>
                  <a:pt x="592641" y="169256"/>
                  <a:pt x="591388" y="169458"/>
                </a:cubicBezTo>
                <a:cubicBezTo>
                  <a:pt x="590135" y="169660"/>
                  <a:pt x="588539" y="169761"/>
                  <a:pt x="586599" y="169761"/>
                </a:cubicBezTo>
                <a:cubicBezTo>
                  <a:pt x="584658" y="169761"/>
                  <a:pt x="583062" y="169660"/>
                  <a:pt x="581809" y="169458"/>
                </a:cubicBezTo>
                <a:cubicBezTo>
                  <a:pt x="580556" y="169256"/>
                  <a:pt x="579566" y="169013"/>
                  <a:pt x="578838" y="168730"/>
                </a:cubicBezTo>
                <a:cubicBezTo>
                  <a:pt x="578110" y="168447"/>
                  <a:pt x="577585" y="168043"/>
                  <a:pt x="577262" y="167518"/>
                </a:cubicBezTo>
                <a:cubicBezTo>
                  <a:pt x="576938" y="166992"/>
                  <a:pt x="576777" y="166446"/>
                  <a:pt x="576777" y="165881"/>
                </a:cubicBezTo>
                <a:lnTo>
                  <a:pt x="576777" y="21099"/>
                </a:lnTo>
                <a:cubicBezTo>
                  <a:pt x="576777" y="17865"/>
                  <a:pt x="577666" y="15561"/>
                  <a:pt x="579444" y="14187"/>
                </a:cubicBezTo>
                <a:cubicBezTo>
                  <a:pt x="581223" y="12813"/>
                  <a:pt x="583163" y="12126"/>
                  <a:pt x="585265" y="12126"/>
                </a:cubicBezTo>
                <a:lnTo>
                  <a:pt x="595208" y="12126"/>
                </a:lnTo>
                <a:cubicBezTo>
                  <a:pt x="597552" y="12126"/>
                  <a:pt x="599512" y="12328"/>
                  <a:pt x="601089" y="12732"/>
                </a:cubicBezTo>
                <a:cubicBezTo>
                  <a:pt x="602665" y="13136"/>
                  <a:pt x="604080" y="13803"/>
                  <a:pt x="605333" y="14733"/>
                </a:cubicBezTo>
                <a:cubicBezTo>
                  <a:pt x="606586" y="15662"/>
                  <a:pt x="607798" y="16956"/>
                  <a:pt x="608971" y="18613"/>
                </a:cubicBezTo>
                <a:cubicBezTo>
                  <a:pt x="610143" y="20270"/>
                  <a:pt x="611416" y="22352"/>
                  <a:pt x="612790" y="24858"/>
                </a:cubicBezTo>
                <a:lnTo>
                  <a:pt x="650865" y="93732"/>
                </a:lnTo>
                <a:cubicBezTo>
                  <a:pt x="653209" y="97936"/>
                  <a:pt x="655473" y="102038"/>
                  <a:pt x="657656" y="106040"/>
                </a:cubicBezTo>
                <a:cubicBezTo>
                  <a:pt x="659838" y="110041"/>
                  <a:pt x="661940" y="113982"/>
                  <a:pt x="663961" y="117863"/>
                </a:cubicBezTo>
                <a:cubicBezTo>
                  <a:pt x="665982" y="121743"/>
                  <a:pt x="667983" y="125562"/>
                  <a:pt x="669963" y="129321"/>
                </a:cubicBezTo>
                <a:cubicBezTo>
                  <a:pt x="671944" y="133080"/>
                  <a:pt x="673904" y="136860"/>
                  <a:pt x="675844" y="140659"/>
                </a:cubicBezTo>
                <a:lnTo>
                  <a:pt x="675965" y="140659"/>
                </a:lnTo>
                <a:cubicBezTo>
                  <a:pt x="675804" y="134268"/>
                  <a:pt x="675703" y="127612"/>
                  <a:pt x="675662" y="120693"/>
                </a:cubicBezTo>
                <a:cubicBezTo>
                  <a:pt x="675622" y="113774"/>
                  <a:pt x="675602" y="107119"/>
                  <a:pt x="675602" y="100727"/>
                </a:cubicBezTo>
                <a:lnTo>
                  <a:pt x="675602" y="15525"/>
                </a:lnTo>
                <a:cubicBezTo>
                  <a:pt x="675602" y="14959"/>
                  <a:pt x="675763" y="14433"/>
                  <a:pt x="676087" y="13948"/>
                </a:cubicBezTo>
                <a:cubicBezTo>
                  <a:pt x="676410" y="13461"/>
                  <a:pt x="676956" y="13035"/>
                  <a:pt x="677724" y="12671"/>
                </a:cubicBezTo>
                <a:cubicBezTo>
                  <a:pt x="678492" y="12308"/>
                  <a:pt x="679502" y="12045"/>
                  <a:pt x="680755" y="11883"/>
                </a:cubicBezTo>
                <a:cubicBezTo>
                  <a:pt x="682008" y="11722"/>
                  <a:pt x="683645" y="11641"/>
                  <a:pt x="685666" y="11641"/>
                </a:cubicBezTo>
                <a:cubicBezTo>
                  <a:pt x="687445" y="11641"/>
                  <a:pt x="688980" y="11722"/>
                  <a:pt x="690274" y="11883"/>
                </a:cubicBezTo>
                <a:cubicBezTo>
                  <a:pt x="691567" y="12045"/>
                  <a:pt x="692578" y="12309"/>
                  <a:pt x="693305" y="12675"/>
                </a:cubicBezTo>
                <a:cubicBezTo>
                  <a:pt x="694033" y="13039"/>
                  <a:pt x="694558" y="13463"/>
                  <a:pt x="694882" y="13948"/>
                </a:cubicBezTo>
                <a:cubicBezTo>
                  <a:pt x="695205" y="14433"/>
                  <a:pt x="695367" y="14960"/>
                  <a:pt x="695367" y="15529"/>
                </a:cubicBezTo>
                <a:lnTo>
                  <a:pt x="695367" y="160530"/>
                </a:lnTo>
                <a:close/>
                <a:moveTo>
                  <a:pt x="757313" y="165881"/>
                </a:moveTo>
                <a:cubicBezTo>
                  <a:pt x="757313" y="166527"/>
                  <a:pt x="757151" y="167093"/>
                  <a:pt x="756828" y="167578"/>
                </a:cubicBezTo>
                <a:cubicBezTo>
                  <a:pt x="756504" y="168063"/>
                  <a:pt x="755938" y="168447"/>
                  <a:pt x="755130" y="168730"/>
                </a:cubicBezTo>
                <a:cubicBezTo>
                  <a:pt x="754322" y="169013"/>
                  <a:pt x="753250" y="169256"/>
                  <a:pt x="751917" y="169458"/>
                </a:cubicBezTo>
                <a:cubicBezTo>
                  <a:pt x="750583" y="169660"/>
                  <a:pt x="748905" y="169761"/>
                  <a:pt x="746884" y="169761"/>
                </a:cubicBezTo>
                <a:cubicBezTo>
                  <a:pt x="744944" y="169761"/>
                  <a:pt x="743287" y="169660"/>
                  <a:pt x="741913" y="169458"/>
                </a:cubicBezTo>
                <a:cubicBezTo>
                  <a:pt x="740539" y="169256"/>
                  <a:pt x="739447" y="169013"/>
                  <a:pt x="738639" y="168730"/>
                </a:cubicBezTo>
                <a:cubicBezTo>
                  <a:pt x="737831" y="168447"/>
                  <a:pt x="737265" y="168063"/>
                  <a:pt x="736941" y="167578"/>
                </a:cubicBezTo>
                <a:cubicBezTo>
                  <a:pt x="736618" y="167093"/>
                  <a:pt x="736456" y="166527"/>
                  <a:pt x="736456" y="165881"/>
                </a:cubicBezTo>
                <a:lnTo>
                  <a:pt x="736456" y="15278"/>
                </a:lnTo>
                <a:cubicBezTo>
                  <a:pt x="736456" y="14632"/>
                  <a:pt x="736638" y="14066"/>
                  <a:pt x="737002" y="13581"/>
                </a:cubicBezTo>
                <a:cubicBezTo>
                  <a:pt x="737366" y="13096"/>
                  <a:pt x="737972" y="12712"/>
                  <a:pt x="738821" y="12429"/>
                </a:cubicBezTo>
                <a:cubicBezTo>
                  <a:pt x="739670" y="12146"/>
                  <a:pt x="740761" y="11903"/>
                  <a:pt x="742095" y="11701"/>
                </a:cubicBezTo>
                <a:cubicBezTo>
                  <a:pt x="743429" y="11499"/>
                  <a:pt x="745025" y="11398"/>
                  <a:pt x="746884" y="11398"/>
                </a:cubicBezTo>
                <a:cubicBezTo>
                  <a:pt x="748905" y="11398"/>
                  <a:pt x="750583" y="11499"/>
                  <a:pt x="751917" y="11701"/>
                </a:cubicBezTo>
                <a:cubicBezTo>
                  <a:pt x="753250" y="11903"/>
                  <a:pt x="754322" y="12146"/>
                  <a:pt x="755130" y="12429"/>
                </a:cubicBezTo>
                <a:cubicBezTo>
                  <a:pt x="755938" y="12712"/>
                  <a:pt x="756504" y="13096"/>
                  <a:pt x="756828" y="13581"/>
                </a:cubicBezTo>
                <a:cubicBezTo>
                  <a:pt x="757151" y="14066"/>
                  <a:pt x="757313" y="14632"/>
                  <a:pt x="757313" y="15278"/>
                </a:cubicBezTo>
                <a:lnTo>
                  <a:pt x="757313" y="165881"/>
                </a:lnTo>
                <a:close/>
                <a:moveTo>
                  <a:pt x="972660" y="161637"/>
                </a:moveTo>
                <a:cubicBezTo>
                  <a:pt x="973306" y="163415"/>
                  <a:pt x="973650" y="164850"/>
                  <a:pt x="973690" y="165941"/>
                </a:cubicBezTo>
                <a:cubicBezTo>
                  <a:pt x="973731" y="167033"/>
                  <a:pt x="973428" y="167861"/>
                  <a:pt x="972781" y="168427"/>
                </a:cubicBezTo>
                <a:cubicBezTo>
                  <a:pt x="972134" y="168993"/>
                  <a:pt x="971063" y="169357"/>
                  <a:pt x="969568" y="169518"/>
                </a:cubicBezTo>
                <a:cubicBezTo>
                  <a:pt x="968072" y="169680"/>
                  <a:pt x="966071" y="169761"/>
                  <a:pt x="963565" y="169761"/>
                </a:cubicBezTo>
                <a:cubicBezTo>
                  <a:pt x="961059" y="169761"/>
                  <a:pt x="959059" y="169700"/>
                  <a:pt x="957563" y="169579"/>
                </a:cubicBezTo>
                <a:cubicBezTo>
                  <a:pt x="956068" y="169458"/>
                  <a:pt x="954936" y="169256"/>
                  <a:pt x="954168" y="168973"/>
                </a:cubicBezTo>
                <a:cubicBezTo>
                  <a:pt x="953400" y="168690"/>
                  <a:pt x="952834" y="168306"/>
                  <a:pt x="952470" y="167821"/>
                </a:cubicBezTo>
                <a:cubicBezTo>
                  <a:pt x="952107" y="167336"/>
                  <a:pt x="951763" y="166729"/>
                  <a:pt x="951440" y="166002"/>
                </a:cubicBezTo>
                <a:lnTo>
                  <a:pt x="937980" y="127806"/>
                </a:lnTo>
                <a:lnTo>
                  <a:pt x="872743" y="127806"/>
                </a:lnTo>
                <a:lnTo>
                  <a:pt x="859890" y="165517"/>
                </a:lnTo>
                <a:cubicBezTo>
                  <a:pt x="859647" y="166244"/>
                  <a:pt x="859324" y="166871"/>
                  <a:pt x="858920" y="167396"/>
                </a:cubicBezTo>
                <a:cubicBezTo>
                  <a:pt x="858516" y="167922"/>
                  <a:pt x="857930" y="168366"/>
                  <a:pt x="857162" y="168730"/>
                </a:cubicBezTo>
                <a:cubicBezTo>
                  <a:pt x="856394" y="169094"/>
                  <a:pt x="855302" y="169357"/>
                  <a:pt x="853888" y="169518"/>
                </a:cubicBezTo>
                <a:cubicBezTo>
                  <a:pt x="852473" y="169680"/>
                  <a:pt x="850634" y="169761"/>
                  <a:pt x="848371" y="169761"/>
                </a:cubicBezTo>
                <a:cubicBezTo>
                  <a:pt x="846026" y="169761"/>
                  <a:pt x="844106" y="169660"/>
                  <a:pt x="842611" y="169458"/>
                </a:cubicBezTo>
                <a:cubicBezTo>
                  <a:pt x="841115" y="169256"/>
                  <a:pt x="840064" y="168872"/>
                  <a:pt x="839458" y="168306"/>
                </a:cubicBezTo>
                <a:cubicBezTo>
                  <a:pt x="838852" y="167740"/>
                  <a:pt x="838569" y="166911"/>
                  <a:pt x="838609" y="165820"/>
                </a:cubicBezTo>
                <a:cubicBezTo>
                  <a:pt x="838650" y="164729"/>
                  <a:pt x="838993" y="163294"/>
                  <a:pt x="839640" y="161515"/>
                </a:cubicBezTo>
                <a:lnTo>
                  <a:pt x="892266" y="15764"/>
                </a:lnTo>
                <a:cubicBezTo>
                  <a:pt x="892589" y="14874"/>
                  <a:pt x="893014" y="14147"/>
                  <a:pt x="893539" y="13581"/>
                </a:cubicBezTo>
                <a:cubicBezTo>
                  <a:pt x="894064" y="13015"/>
                  <a:pt x="894832" y="12570"/>
                  <a:pt x="895843" y="12247"/>
                </a:cubicBezTo>
                <a:cubicBezTo>
                  <a:pt x="896853" y="11924"/>
                  <a:pt x="898147" y="11701"/>
                  <a:pt x="899723" y="11580"/>
                </a:cubicBezTo>
                <a:cubicBezTo>
                  <a:pt x="901300" y="11459"/>
                  <a:pt x="903300" y="11398"/>
                  <a:pt x="905725" y="11398"/>
                </a:cubicBezTo>
                <a:cubicBezTo>
                  <a:pt x="908312" y="11398"/>
                  <a:pt x="910454" y="11459"/>
                  <a:pt x="912152" y="11580"/>
                </a:cubicBezTo>
                <a:cubicBezTo>
                  <a:pt x="913850" y="11701"/>
                  <a:pt x="915224" y="11924"/>
                  <a:pt x="916275" y="12247"/>
                </a:cubicBezTo>
                <a:cubicBezTo>
                  <a:pt x="917326" y="12570"/>
                  <a:pt x="918134" y="13035"/>
                  <a:pt x="918700" y="13642"/>
                </a:cubicBezTo>
                <a:cubicBezTo>
                  <a:pt x="919266" y="14248"/>
                  <a:pt x="919710" y="14996"/>
                  <a:pt x="920034" y="15885"/>
                </a:cubicBezTo>
                <a:lnTo>
                  <a:pt x="972660" y="161637"/>
                </a:lnTo>
                <a:moveTo>
                  <a:pt x="905119" y="32982"/>
                </a:moveTo>
                <a:lnTo>
                  <a:pt x="904998" y="32982"/>
                </a:lnTo>
                <a:lnTo>
                  <a:pt x="877957" y="111193"/>
                </a:lnTo>
                <a:lnTo>
                  <a:pt x="932523" y="111193"/>
                </a:lnTo>
                <a:lnTo>
                  <a:pt x="905119" y="32982"/>
                </a:lnTo>
                <a:close/>
                <a:moveTo>
                  <a:pt x="1091115" y="166002"/>
                </a:moveTo>
                <a:cubicBezTo>
                  <a:pt x="1091115" y="166649"/>
                  <a:pt x="1090953" y="167194"/>
                  <a:pt x="1090630" y="167639"/>
                </a:cubicBezTo>
                <a:cubicBezTo>
                  <a:pt x="1090306" y="168083"/>
                  <a:pt x="1089781" y="168467"/>
                  <a:pt x="1089053" y="168791"/>
                </a:cubicBezTo>
                <a:cubicBezTo>
                  <a:pt x="1088326" y="169114"/>
                  <a:pt x="1087315" y="169357"/>
                  <a:pt x="1086022" y="169518"/>
                </a:cubicBezTo>
                <a:cubicBezTo>
                  <a:pt x="1084728" y="169680"/>
                  <a:pt x="1083112" y="169761"/>
                  <a:pt x="1081172" y="169761"/>
                </a:cubicBezTo>
                <a:cubicBezTo>
                  <a:pt x="1079151" y="169761"/>
                  <a:pt x="1077493" y="169680"/>
                  <a:pt x="1076200" y="169518"/>
                </a:cubicBezTo>
                <a:cubicBezTo>
                  <a:pt x="1074907" y="169357"/>
                  <a:pt x="1073896" y="169114"/>
                  <a:pt x="1073169" y="168791"/>
                </a:cubicBezTo>
                <a:cubicBezTo>
                  <a:pt x="1072441" y="168467"/>
                  <a:pt x="1071916" y="168083"/>
                  <a:pt x="1071592" y="167639"/>
                </a:cubicBezTo>
                <a:cubicBezTo>
                  <a:pt x="1071269" y="167194"/>
                  <a:pt x="1071107" y="166649"/>
                  <a:pt x="1071107" y="166002"/>
                </a:cubicBezTo>
                <a:lnTo>
                  <a:pt x="1071107" y="102099"/>
                </a:lnTo>
                <a:cubicBezTo>
                  <a:pt x="1071107" y="95874"/>
                  <a:pt x="1070622" y="90862"/>
                  <a:pt x="1069652" y="87063"/>
                </a:cubicBezTo>
                <a:cubicBezTo>
                  <a:pt x="1068682" y="83264"/>
                  <a:pt x="1067267" y="79990"/>
                  <a:pt x="1065408" y="77241"/>
                </a:cubicBezTo>
                <a:cubicBezTo>
                  <a:pt x="1063549" y="74493"/>
                  <a:pt x="1061144" y="72391"/>
                  <a:pt x="1058193" y="70936"/>
                </a:cubicBezTo>
                <a:cubicBezTo>
                  <a:pt x="1055243" y="69481"/>
                  <a:pt x="1051827" y="68753"/>
                  <a:pt x="1047947" y="68753"/>
                </a:cubicBezTo>
                <a:cubicBezTo>
                  <a:pt x="1042935" y="68753"/>
                  <a:pt x="1037923" y="70532"/>
                  <a:pt x="1032911" y="74088"/>
                </a:cubicBezTo>
                <a:cubicBezTo>
                  <a:pt x="1027899" y="77645"/>
                  <a:pt x="1022645" y="82859"/>
                  <a:pt x="1017147" y="89731"/>
                </a:cubicBezTo>
                <a:lnTo>
                  <a:pt x="1017147" y="166002"/>
                </a:lnTo>
                <a:cubicBezTo>
                  <a:pt x="1017147" y="166649"/>
                  <a:pt x="1016986" y="167194"/>
                  <a:pt x="1016662" y="167639"/>
                </a:cubicBezTo>
                <a:cubicBezTo>
                  <a:pt x="1016339" y="168083"/>
                  <a:pt x="1015814" y="168467"/>
                  <a:pt x="1015086" y="168791"/>
                </a:cubicBezTo>
                <a:cubicBezTo>
                  <a:pt x="1014359" y="169114"/>
                  <a:pt x="1013348" y="169357"/>
                  <a:pt x="1012055" y="169518"/>
                </a:cubicBezTo>
                <a:cubicBezTo>
                  <a:pt x="1010761" y="169680"/>
                  <a:pt x="1009104" y="169761"/>
                  <a:pt x="1007083" y="169761"/>
                </a:cubicBezTo>
                <a:cubicBezTo>
                  <a:pt x="1005143" y="169761"/>
                  <a:pt x="1003526" y="169680"/>
                  <a:pt x="1002233" y="169518"/>
                </a:cubicBezTo>
                <a:cubicBezTo>
                  <a:pt x="1000939" y="169357"/>
                  <a:pt x="999909" y="169114"/>
                  <a:pt x="999141" y="168791"/>
                </a:cubicBezTo>
                <a:cubicBezTo>
                  <a:pt x="998373" y="168467"/>
                  <a:pt x="997847" y="168083"/>
                  <a:pt x="997564" y="167639"/>
                </a:cubicBezTo>
                <a:cubicBezTo>
                  <a:pt x="997281" y="167194"/>
                  <a:pt x="997140" y="166649"/>
                  <a:pt x="997140" y="166002"/>
                </a:cubicBezTo>
                <a:lnTo>
                  <a:pt x="997140" y="56870"/>
                </a:lnTo>
                <a:cubicBezTo>
                  <a:pt x="997140" y="56223"/>
                  <a:pt x="997261" y="55678"/>
                  <a:pt x="997504" y="55233"/>
                </a:cubicBezTo>
                <a:cubicBezTo>
                  <a:pt x="997746" y="54788"/>
                  <a:pt x="998231" y="54384"/>
                  <a:pt x="998959" y="54020"/>
                </a:cubicBezTo>
                <a:cubicBezTo>
                  <a:pt x="999686" y="53657"/>
                  <a:pt x="1000616" y="53414"/>
                  <a:pt x="1001748" y="53293"/>
                </a:cubicBezTo>
                <a:cubicBezTo>
                  <a:pt x="1002879" y="53172"/>
                  <a:pt x="1004375" y="53111"/>
                  <a:pt x="1006234" y="53111"/>
                </a:cubicBezTo>
                <a:cubicBezTo>
                  <a:pt x="1008013" y="53111"/>
                  <a:pt x="1009488" y="53172"/>
                  <a:pt x="1010660" y="53293"/>
                </a:cubicBezTo>
                <a:cubicBezTo>
                  <a:pt x="1011832" y="53414"/>
                  <a:pt x="1012742" y="53657"/>
                  <a:pt x="1013388" y="54020"/>
                </a:cubicBezTo>
                <a:cubicBezTo>
                  <a:pt x="1014035" y="54384"/>
                  <a:pt x="1014500" y="54788"/>
                  <a:pt x="1014783" y="55233"/>
                </a:cubicBezTo>
                <a:cubicBezTo>
                  <a:pt x="1015066" y="55678"/>
                  <a:pt x="1015207" y="56223"/>
                  <a:pt x="1015207" y="56870"/>
                </a:cubicBezTo>
                <a:lnTo>
                  <a:pt x="1015207" y="71300"/>
                </a:lnTo>
                <a:cubicBezTo>
                  <a:pt x="1021351" y="64428"/>
                  <a:pt x="1027475" y="59396"/>
                  <a:pt x="1033578" y="56203"/>
                </a:cubicBezTo>
                <a:cubicBezTo>
                  <a:pt x="1039681" y="53010"/>
                  <a:pt x="1045845" y="51413"/>
                  <a:pt x="1052070" y="51413"/>
                </a:cubicBezTo>
                <a:cubicBezTo>
                  <a:pt x="1059345" y="51413"/>
                  <a:pt x="1065469" y="52646"/>
                  <a:pt x="1070440" y="55112"/>
                </a:cubicBezTo>
                <a:cubicBezTo>
                  <a:pt x="1075412" y="57577"/>
                  <a:pt x="1079434" y="60871"/>
                  <a:pt x="1082505" y="64994"/>
                </a:cubicBezTo>
                <a:cubicBezTo>
                  <a:pt x="1085577" y="69117"/>
                  <a:pt x="1087780" y="73947"/>
                  <a:pt x="1089114" y="79484"/>
                </a:cubicBezTo>
                <a:cubicBezTo>
                  <a:pt x="1090448" y="85022"/>
                  <a:pt x="1091115" y="91671"/>
                  <a:pt x="1091115" y="99431"/>
                </a:cubicBezTo>
                <a:lnTo>
                  <a:pt x="1091115" y="166002"/>
                </a:lnTo>
                <a:close/>
                <a:moveTo>
                  <a:pt x="1209729" y="166123"/>
                </a:moveTo>
                <a:cubicBezTo>
                  <a:pt x="1209729" y="167093"/>
                  <a:pt x="1209406" y="167821"/>
                  <a:pt x="1208759" y="168306"/>
                </a:cubicBezTo>
                <a:cubicBezTo>
                  <a:pt x="1208112" y="168791"/>
                  <a:pt x="1207223" y="169155"/>
                  <a:pt x="1206092" y="169397"/>
                </a:cubicBezTo>
                <a:cubicBezTo>
                  <a:pt x="1204960" y="169640"/>
                  <a:pt x="1203303" y="169761"/>
                  <a:pt x="1201120" y="169761"/>
                </a:cubicBezTo>
                <a:cubicBezTo>
                  <a:pt x="1199018" y="169761"/>
                  <a:pt x="1197341" y="169640"/>
                  <a:pt x="1196088" y="169397"/>
                </a:cubicBezTo>
                <a:cubicBezTo>
                  <a:pt x="1194835" y="169155"/>
                  <a:pt x="1193925" y="168791"/>
                  <a:pt x="1193359" y="168306"/>
                </a:cubicBezTo>
                <a:cubicBezTo>
                  <a:pt x="1192794" y="167821"/>
                  <a:pt x="1192511" y="167093"/>
                  <a:pt x="1192511" y="166123"/>
                </a:cubicBezTo>
                <a:lnTo>
                  <a:pt x="1192511" y="155210"/>
                </a:lnTo>
                <a:cubicBezTo>
                  <a:pt x="1187741" y="160303"/>
                  <a:pt x="1182426" y="164284"/>
                  <a:pt x="1176565" y="167154"/>
                </a:cubicBezTo>
                <a:cubicBezTo>
                  <a:pt x="1170704" y="170024"/>
                  <a:pt x="1164500" y="171458"/>
                  <a:pt x="1157952" y="171458"/>
                </a:cubicBezTo>
                <a:cubicBezTo>
                  <a:pt x="1152213" y="171458"/>
                  <a:pt x="1147019" y="170708"/>
                  <a:pt x="1142371" y="169208"/>
                </a:cubicBezTo>
                <a:cubicBezTo>
                  <a:pt x="1137722" y="167707"/>
                  <a:pt x="1133761" y="165537"/>
                  <a:pt x="1130487" y="162698"/>
                </a:cubicBezTo>
                <a:cubicBezTo>
                  <a:pt x="1127213" y="159858"/>
                  <a:pt x="1124667" y="156371"/>
                  <a:pt x="1122848" y="152235"/>
                </a:cubicBezTo>
                <a:cubicBezTo>
                  <a:pt x="1121029" y="148097"/>
                  <a:pt x="1120120" y="143391"/>
                  <a:pt x="1120120" y="138116"/>
                </a:cubicBezTo>
                <a:cubicBezTo>
                  <a:pt x="1120120" y="131952"/>
                  <a:pt x="1121373" y="126599"/>
                  <a:pt x="1123879" y="122057"/>
                </a:cubicBezTo>
                <a:cubicBezTo>
                  <a:pt x="1126385" y="117513"/>
                  <a:pt x="1129982" y="113740"/>
                  <a:pt x="1134671" y="110739"/>
                </a:cubicBezTo>
                <a:cubicBezTo>
                  <a:pt x="1139359" y="107738"/>
                  <a:pt x="1145099" y="105487"/>
                  <a:pt x="1151889" y="103986"/>
                </a:cubicBezTo>
                <a:cubicBezTo>
                  <a:pt x="1158680" y="102486"/>
                  <a:pt x="1166319" y="101735"/>
                  <a:pt x="1174807" y="101735"/>
                </a:cubicBezTo>
                <a:lnTo>
                  <a:pt x="1189843" y="101735"/>
                </a:lnTo>
                <a:lnTo>
                  <a:pt x="1189843" y="93278"/>
                </a:lnTo>
                <a:cubicBezTo>
                  <a:pt x="1189843" y="89089"/>
                  <a:pt x="1189398" y="85384"/>
                  <a:pt x="1188509" y="82163"/>
                </a:cubicBezTo>
                <a:cubicBezTo>
                  <a:pt x="1187620" y="78940"/>
                  <a:pt x="1186185" y="76261"/>
                  <a:pt x="1184204" y="74126"/>
                </a:cubicBezTo>
                <a:cubicBezTo>
                  <a:pt x="1182224" y="71992"/>
                  <a:pt x="1179657" y="70381"/>
                  <a:pt x="1176505" y="69295"/>
                </a:cubicBezTo>
                <a:cubicBezTo>
                  <a:pt x="1173352" y="68206"/>
                  <a:pt x="1169472" y="67662"/>
                  <a:pt x="1164864" y="67662"/>
                </a:cubicBezTo>
                <a:cubicBezTo>
                  <a:pt x="1159933" y="67662"/>
                  <a:pt x="1155507" y="68242"/>
                  <a:pt x="1151586" y="69401"/>
                </a:cubicBezTo>
                <a:cubicBezTo>
                  <a:pt x="1147665" y="70561"/>
                  <a:pt x="1144230" y="71840"/>
                  <a:pt x="1141279" y="73240"/>
                </a:cubicBezTo>
                <a:cubicBezTo>
                  <a:pt x="1138329" y="74639"/>
                  <a:pt x="1135863" y="75919"/>
                  <a:pt x="1133883" y="77078"/>
                </a:cubicBezTo>
                <a:cubicBezTo>
                  <a:pt x="1131902" y="78238"/>
                  <a:pt x="1130427" y="78818"/>
                  <a:pt x="1129457" y="78818"/>
                </a:cubicBezTo>
                <a:cubicBezTo>
                  <a:pt x="1128810" y="78818"/>
                  <a:pt x="1128244" y="78656"/>
                  <a:pt x="1127759" y="78333"/>
                </a:cubicBezTo>
                <a:cubicBezTo>
                  <a:pt x="1127274" y="78009"/>
                  <a:pt x="1126850" y="77524"/>
                  <a:pt x="1126486" y="76877"/>
                </a:cubicBezTo>
                <a:cubicBezTo>
                  <a:pt x="1126122" y="76231"/>
                  <a:pt x="1125859" y="75402"/>
                  <a:pt x="1125698" y="74392"/>
                </a:cubicBezTo>
                <a:cubicBezTo>
                  <a:pt x="1125536" y="73381"/>
                  <a:pt x="1125455" y="72270"/>
                  <a:pt x="1125455" y="71057"/>
                </a:cubicBezTo>
                <a:cubicBezTo>
                  <a:pt x="1125455" y="69036"/>
                  <a:pt x="1125597" y="67440"/>
                  <a:pt x="1125880" y="66267"/>
                </a:cubicBezTo>
                <a:cubicBezTo>
                  <a:pt x="1126162" y="65095"/>
                  <a:pt x="1126850" y="63984"/>
                  <a:pt x="1127941" y="62933"/>
                </a:cubicBezTo>
                <a:cubicBezTo>
                  <a:pt x="1129032" y="61882"/>
                  <a:pt x="1130912" y="60658"/>
                  <a:pt x="1133579" y="59261"/>
                </a:cubicBezTo>
                <a:cubicBezTo>
                  <a:pt x="1136247" y="57861"/>
                  <a:pt x="1139319" y="56583"/>
                  <a:pt x="1142795" y="55426"/>
                </a:cubicBezTo>
                <a:cubicBezTo>
                  <a:pt x="1146271" y="54269"/>
                  <a:pt x="1150070" y="53312"/>
                  <a:pt x="1154193" y="52554"/>
                </a:cubicBezTo>
                <a:cubicBezTo>
                  <a:pt x="1158316" y="51793"/>
                  <a:pt x="1162479" y="51413"/>
                  <a:pt x="1166683" y="51413"/>
                </a:cubicBezTo>
                <a:cubicBezTo>
                  <a:pt x="1174524" y="51413"/>
                  <a:pt x="1181193" y="52303"/>
                  <a:pt x="1186690" y="54081"/>
                </a:cubicBezTo>
                <a:cubicBezTo>
                  <a:pt x="1192187" y="55859"/>
                  <a:pt x="1196633" y="58466"/>
                  <a:pt x="1200029" y="61902"/>
                </a:cubicBezTo>
                <a:cubicBezTo>
                  <a:pt x="1203424" y="65338"/>
                  <a:pt x="1205889" y="69602"/>
                  <a:pt x="1207425" y="74695"/>
                </a:cubicBezTo>
                <a:cubicBezTo>
                  <a:pt x="1208961" y="79788"/>
                  <a:pt x="1209729" y="85729"/>
                  <a:pt x="1209729" y="92520"/>
                </a:cubicBezTo>
                <a:lnTo>
                  <a:pt x="1209729" y="166123"/>
                </a:lnTo>
                <a:moveTo>
                  <a:pt x="1189843" y="116165"/>
                </a:moveTo>
                <a:lnTo>
                  <a:pt x="1172746" y="116165"/>
                </a:lnTo>
                <a:cubicBezTo>
                  <a:pt x="1167249" y="116165"/>
                  <a:pt x="1162479" y="116634"/>
                  <a:pt x="1158437" y="117571"/>
                </a:cubicBezTo>
                <a:cubicBezTo>
                  <a:pt x="1154395" y="118505"/>
                  <a:pt x="1151040" y="119887"/>
                  <a:pt x="1148373" y="121716"/>
                </a:cubicBezTo>
                <a:cubicBezTo>
                  <a:pt x="1145705" y="123545"/>
                  <a:pt x="1143745" y="125742"/>
                  <a:pt x="1142492" y="128306"/>
                </a:cubicBezTo>
                <a:cubicBezTo>
                  <a:pt x="1141239" y="130867"/>
                  <a:pt x="1140612" y="133816"/>
                  <a:pt x="1140612" y="137150"/>
                </a:cubicBezTo>
                <a:cubicBezTo>
                  <a:pt x="1140612" y="142844"/>
                  <a:pt x="1142411" y="147379"/>
                  <a:pt x="1146008" y="150754"/>
                </a:cubicBezTo>
                <a:cubicBezTo>
                  <a:pt x="1149606" y="154129"/>
                  <a:pt x="1154638" y="155816"/>
                  <a:pt x="1161105" y="155816"/>
                </a:cubicBezTo>
                <a:cubicBezTo>
                  <a:pt x="1166359" y="155816"/>
                  <a:pt x="1171230" y="154475"/>
                  <a:pt x="1175716" y="151792"/>
                </a:cubicBezTo>
                <a:cubicBezTo>
                  <a:pt x="1180203" y="149107"/>
                  <a:pt x="1184912" y="144999"/>
                  <a:pt x="1189843" y="139469"/>
                </a:cubicBezTo>
                <a:lnTo>
                  <a:pt x="1189843" y="116165"/>
                </a:lnTo>
                <a:close/>
                <a:moveTo>
                  <a:pt x="1266477" y="165998"/>
                </a:moveTo>
                <a:cubicBezTo>
                  <a:pt x="1266477" y="166645"/>
                  <a:pt x="1266315" y="167192"/>
                  <a:pt x="1265992" y="167639"/>
                </a:cubicBezTo>
                <a:cubicBezTo>
                  <a:pt x="1265668" y="168083"/>
                  <a:pt x="1265143" y="168467"/>
                  <a:pt x="1264415" y="168791"/>
                </a:cubicBezTo>
                <a:cubicBezTo>
                  <a:pt x="1263688" y="169114"/>
                  <a:pt x="1262677" y="169357"/>
                  <a:pt x="1261384" y="169518"/>
                </a:cubicBezTo>
                <a:cubicBezTo>
                  <a:pt x="1260090" y="169680"/>
                  <a:pt x="1258433" y="169761"/>
                  <a:pt x="1256412" y="169761"/>
                </a:cubicBezTo>
                <a:cubicBezTo>
                  <a:pt x="1254472" y="169761"/>
                  <a:pt x="1252855" y="169680"/>
                  <a:pt x="1251562" y="169518"/>
                </a:cubicBezTo>
                <a:cubicBezTo>
                  <a:pt x="1250269" y="169357"/>
                  <a:pt x="1249238" y="169114"/>
                  <a:pt x="1248470" y="168791"/>
                </a:cubicBezTo>
                <a:cubicBezTo>
                  <a:pt x="1247702" y="168467"/>
                  <a:pt x="1247176" y="168083"/>
                  <a:pt x="1246894" y="167639"/>
                </a:cubicBezTo>
                <a:cubicBezTo>
                  <a:pt x="1246611" y="167192"/>
                  <a:pt x="1246469" y="166645"/>
                  <a:pt x="1246469" y="165998"/>
                </a:cubicBezTo>
                <a:lnTo>
                  <a:pt x="1246469" y="3884"/>
                </a:lnTo>
                <a:cubicBezTo>
                  <a:pt x="1246469" y="3237"/>
                  <a:pt x="1246611" y="2671"/>
                  <a:pt x="1246894" y="2186"/>
                </a:cubicBezTo>
                <a:cubicBezTo>
                  <a:pt x="1247176" y="1699"/>
                  <a:pt x="1247702" y="1293"/>
                  <a:pt x="1248470" y="970"/>
                </a:cubicBezTo>
                <a:cubicBezTo>
                  <a:pt x="1249238" y="647"/>
                  <a:pt x="1250269" y="404"/>
                  <a:pt x="1251562" y="243"/>
                </a:cubicBezTo>
                <a:cubicBezTo>
                  <a:pt x="1252855" y="81"/>
                  <a:pt x="1254472" y="0"/>
                  <a:pt x="1256412" y="0"/>
                </a:cubicBezTo>
                <a:cubicBezTo>
                  <a:pt x="1258433" y="0"/>
                  <a:pt x="1260090" y="81"/>
                  <a:pt x="1261384" y="243"/>
                </a:cubicBezTo>
                <a:cubicBezTo>
                  <a:pt x="1262677" y="404"/>
                  <a:pt x="1263688" y="647"/>
                  <a:pt x="1264415" y="970"/>
                </a:cubicBezTo>
                <a:cubicBezTo>
                  <a:pt x="1265143" y="1293"/>
                  <a:pt x="1265668" y="1699"/>
                  <a:pt x="1265992" y="2186"/>
                </a:cubicBezTo>
                <a:cubicBezTo>
                  <a:pt x="1266315" y="2671"/>
                  <a:pt x="1266477" y="3237"/>
                  <a:pt x="1266477" y="3884"/>
                </a:cubicBezTo>
                <a:lnTo>
                  <a:pt x="1266477" y="165998"/>
                </a:lnTo>
                <a:close/>
                <a:moveTo>
                  <a:pt x="1353302" y="169033"/>
                </a:moveTo>
                <a:lnTo>
                  <a:pt x="1338751" y="209170"/>
                </a:lnTo>
                <a:cubicBezTo>
                  <a:pt x="1338266" y="210463"/>
                  <a:pt x="1337033" y="211453"/>
                  <a:pt x="1335053" y="212140"/>
                </a:cubicBezTo>
                <a:cubicBezTo>
                  <a:pt x="1333072" y="212828"/>
                  <a:pt x="1330061" y="213171"/>
                  <a:pt x="1326019" y="213171"/>
                </a:cubicBezTo>
                <a:cubicBezTo>
                  <a:pt x="1323917" y="213171"/>
                  <a:pt x="1322220" y="213070"/>
                  <a:pt x="1320926" y="212868"/>
                </a:cubicBezTo>
                <a:cubicBezTo>
                  <a:pt x="1319633" y="212666"/>
                  <a:pt x="1318643" y="212322"/>
                  <a:pt x="1317956" y="211837"/>
                </a:cubicBezTo>
                <a:cubicBezTo>
                  <a:pt x="1317268" y="211352"/>
                  <a:pt x="1316884" y="210706"/>
                  <a:pt x="1316804" y="209897"/>
                </a:cubicBezTo>
                <a:cubicBezTo>
                  <a:pt x="1316723" y="209089"/>
                  <a:pt x="1316925" y="208119"/>
                  <a:pt x="1317410" y="206987"/>
                </a:cubicBezTo>
                <a:lnTo>
                  <a:pt x="1332446" y="169033"/>
                </a:lnTo>
                <a:cubicBezTo>
                  <a:pt x="1331718" y="168710"/>
                  <a:pt x="1331031" y="168185"/>
                  <a:pt x="1330385" y="167457"/>
                </a:cubicBezTo>
                <a:cubicBezTo>
                  <a:pt x="1329738" y="166729"/>
                  <a:pt x="1329293" y="165961"/>
                  <a:pt x="1329051" y="165153"/>
                </a:cubicBezTo>
                <a:lnTo>
                  <a:pt x="1290127" y="60871"/>
                </a:lnTo>
                <a:cubicBezTo>
                  <a:pt x="1289480" y="59174"/>
                  <a:pt x="1289157" y="57840"/>
                  <a:pt x="1289157" y="56870"/>
                </a:cubicBezTo>
                <a:cubicBezTo>
                  <a:pt x="1289157" y="55900"/>
                  <a:pt x="1289480" y="55132"/>
                  <a:pt x="1290127" y="54566"/>
                </a:cubicBezTo>
                <a:cubicBezTo>
                  <a:pt x="1290774" y="54000"/>
                  <a:pt x="1291825" y="53616"/>
                  <a:pt x="1293280" y="53414"/>
                </a:cubicBezTo>
                <a:cubicBezTo>
                  <a:pt x="1294735" y="53212"/>
                  <a:pt x="1296675" y="53111"/>
                  <a:pt x="1299100" y="53111"/>
                </a:cubicBezTo>
                <a:cubicBezTo>
                  <a:pt x="1301525" y="53111"/>
                  <a:pt x="1303425" y="53172"/>
                  <a:pt x="1304799" y="53293"/>
                </a:cubicBezTo>
                <a:cubicBezTo>
                  <a:pt x="1306173" y="53414"/>
                  <a:pt x="1307265" y="53636"/>
                  <a:pt x="1308073" y="53960"/>
                </a:cubicBezTo>
                <a:cubicBezTo>
                  <a:pt x="1308881" y="54283"/>
                  <a:pt x="1309468" y="54748"/>
                  <a:pt x="1309831" y="55354"/>
                </a:cubicBezTo>
                <a:cubicBezTo>
                  <a:pt x="1310195" y="55960"/>
                  <a:pt x="1310579" y="56789"/>
                  <a:pt x="1310983" y="57840"/>
                </a:cubicBezTo>
                <a:lnTo>
                  <a:pt x="1342147" y="145388"/>
                </a:lnTo>
                <a:lnTo>
                  <a:pt x="1342510" y="145388"/>
                </a:lnTo>
                <a:lnTo>
                  <a:pt x="1372582" y="57355"/>
                </a:lnTo>
                <a:cubicBezTo>
                  <a:pt x="1373067" y="55819"/>
                  <a:pt x="1373653" y="54829"/>
                  <a:pt x="1374340" y="54384"/>
                </a:cubicBezTo>
                <a:cubicBezTo>
                  <a:pt x="1375028" y="53939"/>
                  <a:pt x="1376058" y="53616"/>
                  <a:pt x="1377433" y="53414"/>
                </a:cubicBezTo>
                <a:cubicBezTo>
                  <a:pt x="1378807" y="53212"/>
                  <a:pt x="1380787" y="53111"/>
                  <a:pt x="1383374" y="53111"/>
                </a:cubicBezTo>
                <a:cubicBezTo>
                  <a:pt x="1385638" y="53111"/>
                  <a:pt x="1387497" y="53212"/>
                  <a:pt x="1388952" y="53414"/>
                </a:cubicBezTo>
                <a:cubicBezTo>
                  <a:pt x="1390407" y="53616"/>
                  <a:pt x="1391478" y="54000"/>
                  <a:pt x="1392165" y="54566"/>
                </a:cubicBezTo>
                <a:cubicBezTo>
                  <a:pt x="1392852" y="55132"/>
                  <a:pt x="1393196" y="55900"/>
                  <a:pt x="1393196" y="56870"/>
                </a:cubicBezTo>
                <a:cubicBezTo>
                  <a:pt x="1393196" y="57840"/>
                  <a:pt x="1392954" y="59053"/>
                  <a:pt x="1392468" y="60508"/>
                </a:cubicBezTo>
                <a:lnTo>
                  <a:pt x="1353302" y="169033"/>
                </a:lnTo>
                <a:close/>
                <a:moveTo>
                  <a:pt x="1482358" y="136381"/>
                </a:moveTo>
                <a:cubicBezTo>
                  <a:pt x="1482358" y="141964"/>
                  <a:pt x="1481328" y="146940"/>
                  <a:pt x="1479266" y="151311"/>
                </a:cubicBezTo>
                <a:cubicBezTo>
                  <a:pt x="1477205" y="155679"/>
                  <a:pt x="1474274" y="159360"/>
                  <a:pt x="1470475" y="162357"/>
                </a:cubicBezTo>
                <a:cubicBezTo>
                  <a:pt x="1466676" y="165350"/>
                  <a:pt x="1462149" y="167615"/>
                  <a:pt x="1456894" y="169151"/>
                </a:cubicBezTo>
                <a:cubicBezTo>
                  <a:pt x="1451640" y="170689"/>
                  <a:pt x="1445860" y="171458"/>
                  <a:pt x="1439554" y="171458"/>
                </a:cubicBezTo>
                <a:cubicBezTo>
                  <a:pt x="1435674" y="171458"/>
                  <a:pt x="1431976" y="171155"/>
                  <a:pt x="1428459" y="170549"/>
                </a:cubicBezTo>
                <a:cubicBezTo>
                  <a:pt x="1424943" y="169943"/>
                  <a:pt x="1421790" y="169175"/>
                  <a:pt x="1419001" y="168245"/>
                </a:cubicBezTo>
                <a:cubicBezTo>
                  <a:pt x="1416212" y="167315"/>
                  <a:pt x="1413848" y="166345"/>
                  <a:pt x="1411908" y="165335"/>
                </a:cubicBezTo>
                <a:cubicBezTo>
                  <a:pt x="1409967" y="164324"/>
                  <a:pt x="1408553" y="163415"/>
                  <a:pt x="1407664" y="162607"/>
                </a:cubicBezTo>
                <a:cubicBezTo>
                  <a:pt x="1406774" y="161798"/>
                  <a:pt x="1406128" y="160667"/>
                  <a:pt x="1405723" y="159211"/>
                </a:cubicBezTo>
                <a:cubicBezTo>
                  <a:pt x="1405319" y="157756"/>
                  <a:pt x="1405117" y="155776"/>
                  <a:pt x="1405117" y="153270"/>
                </a:cubicBezTo>
                <a:cubicBezTo>
                  <a:pt x="1405117" y="151734"/>
                  <a:pt x="1405198" y="150440"/>
                  <a:pt x="1405360" y="149390"/>
                </a:cubicBezTo>
                <a:cubicBezTo>
                  <a:pt x="1405521" y="148339"/>
                  <a:pt x="1405723" y="147490"/>
                  <a:pt x="1405966" y="146843"/>
                </a:cubicBezTo>
                <a:cubicBezTo>
                  <a:pt x="1406208" y="146196"/>
                  <a:pt x="1406552" y="145732"/>
                  <a:pt x="1406997" y="145449"/>
                </a:cubicBezTo>
                <a:cubicBezTo>
                  <a:pt x="1407441" y="145166"/>
                  <a:pt x="1407946" y="145024"/>
                  <a:pt x="1408512" y="145024"/>
                </a:cubicBezTo>
                <a:cubicBezTo>
                  <a:pt x="1409402" y="145024"/>
                  <a:pt x="1410715" y="145570"/>
                  <a:pt x="1412453" y="146661"/>
                </a:cubicBezTo>
                <a:cubicBezTo>
                  <a:pt x="1414191" y="147753"/>
                  <a:pt x="1416333" y="148945"/>
                  <a:pt x="1418880" y="150238"/>
                </a:cubicBezTo>
                <a:cubicBezTo>
                  <a:pt x="1421426" y="151532"/>
                  <a:pt x="1424438" y="152724"/>
                  <a:pt x="1427914" y="153815"/>
                </a:cubicBezTo>
                <a:cubicBezTo>
                  <a:pt x="1431390" y="154907"/>
                  <a:pt x="1435391" y="155452"/>
                  <a:pt x="1439918" y="155452"/>
                </a:cubicBezTo>
                <a:cubicBezTo>
                  <a:pt x="1443313" y="155452"/>
                  <a:pt x="1446385" y="155089"/>
                  <a:pt x="1449134" y="154361"/>
                </a:cubicBezTo>
                <a:cubicBezTo>
                  <a:pt x="1451882" y="153631"/>
                  <a:pt x="1454267" y="152557"/>
                  <a:pt x="1456288" y="151140"/>
                </a:cubicBezTo>
                <a:cubicBezTo>
                  <a:pt x="1458309" y="149723"/>
                  <a:pt x="1459865" y="147921"/>
                  <a:pt x="1460956" y="145733"/>
                </a:cubicBezTo>
                <a:cubicBezTo>
                  <a:pt x="1462048" y="143545"/>
                  <a:pt x="1462593" y="140953"/>
                  <a:pt x="1462593" y="137957"/>
                </a:cubicBezTo>
                <a:cubicBezTo>
                  <a:pt x="1462593" y="134883"/>
                  <a:pt x="1461805" y="132293"/>
                  <a:pt x="1460229" y="130189"/>
                </a:cubicBezTo>
                <a:cubicBezTo>
                  <a:pt x="1458652" y="128085"/>
                  <a:pt x="1456571" y="126224"/>
                  <a:pt x="1453984" y="124607"/>
                </a:cubicBezTo>
                <a:cubicBezTo>
                  <a:pt x="1451397" y="122988"/>
                  <a:pt x="1448487" y="121552"/>
                  <a:pt x="1445253" y="120299"/>
                </a:cubicBezTo>
                <a:cubicBezTo>
                  <a:pt x="1442020" y="119044"/>
                  <a:pt x="1438685" y="117729"/>
                  <a:pt x="1435250" y="116354"/>
                </a:cubicBezTo>
                <a:cubicBezTo>
                  <a:pt x="1431814" y="114978"/>
                  <a:pt x="1428459" y="113419"/>
                  <a:pt x="1425185" y="111678"/>
                </a:cubicBezTo>
                <a:cubicBezTo>
                  <a:pt x="1421911" y="109938"/>
                  <a:pt x="1418981" y="107813"/>
                  <a:pt x="1416394" y="105305"/>
                </a:cubicBezTo>
                <a:cubicBezTo>
                  <a:pt x="1413807" y="102796"/>
                  <a:pt x="1411726" y="99803"/>
                  <a:pt x="1410149" y="96324"/>
                </a:cubicBezTo>
                <a:cubicBezTo>
                  <a:pt x="1408573" y="92846"/>
                  <a:pt x="1407785" y="88679"/>
                  <a:pt x="1407785" y="83823"/>
                </a:cubicBezTo>
                <a:cubicBezTo>
                  <a:pt x="1407785" y="79534"/>
                  <a:pt x="1408613" y="75427"/>
                  <a:pt x="1410271" y="71504"/>
                </a:cubicBezTo>
                <a:cubicBezTo>
                  <a:pt x="1411928" y="67578"/>
                  <a:pt x="1414414" y="64139"/>
                  <a:pt x="1417728" y="61186"/>
                </a:cubicBezTo>
                <a:cubicBezTo>
                  <a:pt x="1421042" y="58230"/>
                  <a:pt x="1425185" y="55863"/>
                  <a:pt x="1430157" y="54085"/>
                </a:cubicBezTo>
                <a:cubicBezTo>
                  <a:pt x="1435128" y="52304"/>
                  <a:pt x="1440929" y="51413"/>
                  <a:pt x="1447557" y="51413"/>
                </a:cubicBezTo>
                <a:cubicBezTo>
                  <a:pt x="1450468" y="51413"/>
                  <a:pt x="1453378" y="51660"/>
                  <a:pt x="1456288" y="52152"/>
                </a:cubicBezTo>
                <a:cubicBezTo>
                  <a:pt x="1459198" y="52645"/>
                  <a:pt x="1461825" y="53260"/>
                  <a:pt x="1464170" y="53998"/>
                </a:cubicBezTo>
                <a:cubicBezTo>
                  <a:pt x="1466514" y="54735"/>
                  <a:pt x="1468515" y="55535"/>
                  <a:pt x="1470172" y="56396"/>
                </a:cubicBezTo>
                <a:cubicBezTo>
                  <a:pt x="1471829" y="57258"/>
                  <a:pt x="1473082" y="58017"/>
                  <a:pt x="1473931" y="58674"/>
                </a:cubicBezTo>
                <a:cubicBezTo>
                  <a:pt x="1474780" y="59330"/>
                  <a:pt x="1475346" y="59901"/>
                  <a:pt x="1475629" y="60386"/>
                </a:cubicBezTo>
                <a:cubicBezTo>
                  <a:pt x="1475911" y="60871"/>
                  <a:pt x="1476114" y="61417"/>
                  <a:pt x="1476235" y="62023"/>
                </a:cubicBezTo>
                <a:cubicBezTo>
                  <a:pt x="1476356" y="62630"/>
                  <a:pt x="1476477" y="63377"/>
                  <a:pt x="1476599" y="64267"/>
                </a:cubicBezTo>
                <a:cubicBezTo>
                  <a:pt x="1476720" y="65156"/>
                  <a:pt x="1476780" y="66247"/>
                  <a:pt x="1476780" y="67541"/>
                </a:cubicBezTo>
                <a:cubicBezTo>
                  <a:pt x="1476780" y="68915"/>
                  <a:pt x="1476720" y="70107"/>
                  <a:pt x="1476599" y="71118"/>
                </a:cubicBezTo>
                <a:cubicBezTo>
                  <a:pt x="1476477" y="72128"/>
                  <a:pt x="1476275" y="72957"/>
                  <a:pt x="1475992" y="73603"/>
                </a:cubicBezTo>
                <a:cubicBezTo>
                  <a:pt x="1475709" y="74250"/>
                  <a:pt x="1475366" y="74715"/>
                  <a:pt x="1474962" y="74998"/>
                </a:cubicBezTo>
                <a:cubicBezTo>
                  <a:pt x="1474557" y="75281"/>
                  <a:pt x="1474113" y="75422"/>
                  <a:pt x="1473628" y="75422"/>
                </a:cubicBezTo>
                <a:cubicBezTo>
                  <a:pt x="1472900" y="75422"/>
                  <a:pt x="1471849" y="74971"/>
                  <a:pt x="1470475" y="74070"/>
                </a:cubicBezTo>
                <a:cubicBezTo>
                  <a:pt x="1469101" y="73168"/>
                  <a:pt x="1467322" y="72204"/>
                  <a:pt x="1465140" y="71178"/>
                </a:cubicBezTo>
                <a:cubicBezTo>
                  <a:pt x="1462957" y="70153"/>
                  <a:pt x="1460390" y="69189"/>
                  <a:pt x="1457440" y="68287"/>
                </a:cubicBezTo>
                <a:cubicBezTo>
                  <a:pt x="1454489" y="67385"/>
                  <a:pt x="1451114" y="66934"/>
                  <a:pt x="1447315" y="66934"/>
                </a:cubicBezTo>
                <a:cubicBezTo>
                  <a:pt x="1443920" y="66934"/>
                  <a:pt x="1440929" y="67320"/>
                  <a:pt x="1438342" y="68090"/>
                </a:cubicBezTo>
                <a:cubicBezTo>
                  <a:pt x="1435755" y="68858"/>
                  <a:pt x="1433633" y="69951"/>
                  <a:pt x="1431976" y="71368"/>
                </a:cubicBezTo>
                <a:cubicBezTo>
                  <a:pt x="1430319" y="72785"/>
                  <a:pt x="1429066" y="74466"/>
                  <a:pt x="1428217" y="76411"/>
                </a:cubicBezTo>
                <a:cubicBezTo>
                  <a:pt x="1427368" y="78354"/>
                  <a:pt x="1426944" y="80460"/>
                  <a:pt x="1426944" y="82728"/>
                </a:cubicBezTo>
                <a:cubicBezTo>
                  <a:pt x="1426944" y="85883"/>
                  <a:pt x="1427752" y="88533"/>
                  <a:pt x="1429369" y="90678"/>
                </a:cubicBezTo>
                <a:cubicBezTo>
                  <a:pt x="1430985" y="92823"/>
                  <a:pt x="1433087" y="94705"/>
                  <a:pt x="1435674" y="96324"/>
                </a:cubicBezTo>
                <a:cubicBezTo>
                  <a:pt x="1438261" y="97941"/>
                  <a:pt x="1441212" y="99397"/>
                  <a:pt x="1444526" y="100693"/>
                </a:cubicBezTo>
                <a:cubicBezTo>
                  <a:pt x="1447840" y="101987"/>
                  <a:pt x="1451215" y="103322"/>
                  <a:pt x="1454651" y="104698"/>
                </a:cubicBezTo>
                <a:cubicBezTo>
                  <a:pt x="1458087" y="106073"/>
                  <a:pt x="1461482" y="107610"/>
                  <a:pt x="1464837" y="109310"/>
                </a:cubicBezTo>
                <a:cubicBezTo>
                  <a:pt x="1468191" y="111010"/>
                  <a:pt x="1471162" y="113074"/>
                  <a:pt x="1473749" y="115502"/>
                </a:cubicBezTo>
                <a:cubicBezTo>
                  <a:pt x="1476336" y="117929"/>
                  <a:pt x="1478417" y="120843"/>
                  <a:pt x="1479994" y="124244"/>
                </a:cubicBezTo>
                <a:cubicBezTo>
                  <a:pt x="1481570" y="127641"/>
                  <a:pt x="1482358" y="131687"/>
                  <a:pt x="1482358" y="136381"/>
                </a:cubicBezTo>
                <a:close/>
                <a:moveTo>
                  <a:pt x="1530955" y="166002"/>
                </a:moveTo>
                <a:cubicBezTo>
                  <a:pt x="1530955" y="166649"/>
                  <a:pt x="1530793" y="167194"/>
                  <a:pt x="1530470" y="167639"/>
                </a:cubicBezTo>
                <a:cubicBezTo>
                  <a:pt x="1530146" y="168083"/>
                  <a:pt x="1529621" y="168467"/>
                  <a:pt x="1528893" y="168791"/>
                </a:cubicBezTo>
                <a:cubicBezTo>
                  <a:pt x="1528166" y="169114"/>
                  <a:pt x="1527155" y="169357"/>
                  <a:pt x="1525862" y="169518"/>
                </a:cubicBezTo>
                <a:cubicBezTo>
                  <a:pt x="1524568" y="169680"/>
                  <a:pt x="1522911" y="169761"/>
                  <a:pt x="1520890" y="169761"/>
                </a:cubicBezTo>
                <a:cubicBezTo>
                  <a:pt x="1518950" y="169761"/>
                  <a:pt x="1517333" y="169680"/>
                  <a:pt x="1516040" y="169518"/>
                </a:cubicBezTo>
                <a:cubicBezTo>
                  <a:pt x="1514746" y="169357"/>
                  <a:pt x="1513716" y="169114"/>
                  <a:pt x="1512948" y="168791"/>
                </a:cubicBezTo>
                <a:cubicBezTo>
                  <a:pt x="1512180" y="168467"/>
                  <a:pt x="1511654" y="168083"/>
                  <a:pt x="1511371" y="167639"/>
                </a:cubicBezTo>
                <a:cubicBezTo>
                  <a:pt x="1511089" y="167194"/>
                  <a:pt x="1510947" y="166649"/>
                  <a:pt x="1510947" y="166002"/>
                </a:cubicBezTo>
                <a:lnTo>
                  <a:pt x="1510947" y="56870"/>
                </a:lnTo>
                <a:cubicBezTo>
                  <a:pt x="1510947" y="56304"/>
                  <a:pt x="1511089" y="55779"/>
                  <a:pt x="1511371" y="55294"/>
                </a:cubicBezTo>
                <a:cubicBezTo>
                  <a:pt x="1511654" y="54809"/>
                  <a:pt x="1512180" y="54404"/>
                  <a:pt x="1512948" y="54081"/>
                </a:cubicBezTo>
                <a:cubicBezTo>
                  <a:pt x="1513716" y="53758"/>
                  <a:pt x="1514746" y="53515"/>
                  <a:pt x="1516040" y="53353"/>
                </a:cubicBezTo>
                <a:cubicBezTo>
                  <a:pt x="1517333" y="53192"/>
                  <a:pt x="1518950" y="53111"/>
                  <a:pt x="1520890" y="53111"/>
                </a:cubicBezTo>
                <a:cubicBezTo>
                  <a:pt x="1522911" y="53111"/>
                  <a:pt x="1524568" y="53192"/>
                  <a:pt x="1525862" y="53353"/>
                </a:cubicBezTo>
                <a:cubicBezTo>
                  <a:pt x="1527155" y="53515"/>
                  <a:pt x="1528166" y="53758"/>
                  <a:pt x="1528893" y="54081"/>
                </a:cubicBezTo>
                <a:cubicBezTo>
                  <a:pt x="1529621" y="54404"/>
                  <a:pt x="1530146" y="54809"/>
                  <a:pt x="1530470" y="55294"/>
                </a:cubicBezTo>
                <a:cubicBezTo>
                  <a:pt x="1530793" y="55779"/>
                  <a:pt x="1530955" y="56304"/>
                  <a:pt x="1530955" y="56870"/>
                </a:cubicBezTo>
                <a:lnTo>
                  <a:pt x="1530955" y="166002"/>
                </a:lnTo>
                <a:moveTo>
                  <a:pt x="1533258" y="19886"/>
                </a:moveTo>
                <a:cubicBezTo>
                  <a:pt x="1533258" y="24575"/>
                  <a:pt x="1532369" y="27768"/>
                  <a:pt x="1530591" y="29466"/>
                </a:cubicBezTo>
                <a:cubicBezTo>
                  <a:pt x="1528812" y="31163"/>
                  <a:pt x="1525538" y="32012"/>
                  <a:pt x="1520769" y="32012"/>
                </a:cubicBezTo>
                <a:cubicBezTo>
                  <a:pt x="1516080" y="32012"/>
                  <a:pt x="1512867" y="31183"/>
                  <a:pt x="1511129" y="29526"/>
                </a:cubicBezTo>
                <a:cubicBezTo>
                  <a:pt x="1509391" y="27869"/>
                  <a:pt x="1508522" y="24737"/>
                  <a:pt x="1508522" y="20129"/>
                </a:cubicBezTo>
                <a:cubicBezTo>
                  <a:pt x="1508522" y="15440"/>
                  <a:pt x="1509411" y="12247"/>
                  <a:pt x="1511190" y="10549"/>
                </a:cubicBezTo>
                <a:cubicBezTo>
                  <a:pt x="1512968" y="8852"/>
                  <a:pt x="1516242" y="8003"/>
                  <a:pt x="1521011" y="8003"/>
                </a:cubicBezTo>
                <a:cubicBezTo>
                  <a:pt x="1525700" y="8003"/>
                  <a:pt x="1528913" y="8832"/>
                  <a:pt x="1530651" y="10489"/>
                </a:cubicBezTo>
                <a:cubicBezTo>
                  <a:pt x="1532389" y="12146"/>
                  <a:pt x="1533258" y="15278"/>
                  <a:pt x="1533258" y="19886"/>
                </a:cubicBezTo>
                <a:close/>
                <a:moveTo>
                  <a:pt x="1636575" y="136381"/>
                </a:moveTo>
                <a:cubicBezTo>
                  <a:pt x="1636575" y="141964"/>
                  <a:pt x="1635544" y="146940"/>
                  <a:pt x="1633483" y="151311"/>
                </a:cubicBezTo>
                <a:cubicBezTo>
                  <a:pt x="1631422" y="155679"/>
                  <a:pt x="1628491" y="159360"/>
                  <a:pt x="1624692" y="162357"/>
                </a:cubicBezTo>
                <a:cubicBezTo>
                  <a:pt x="1620892" y="165350"/>
                  <a:pt x="1616365" y="167615"/>
                  <a:pt x="1611111" y="169151"/>
                </a:cubicBezTo>
                <a:cubicBezTo>
                  <a:pt x="1605856" y="170689"/>
                  <a:pt x="1600077" y="171458"/>
                  <a:pt x="1593771" y="171458"/>
                </a:cubicBezTo>
                <a:cubicBezTo>
                  <a:pt x="1589891" y="171458"/>
                  <a:pt x="1586192" y="171155"/>
                  <a:pt x="1582676" y="170549"/>
                </a:cubicBezTo>
                <a:cubicBezTo>
                  <a:pt x="1579160" y="169943"/>
                  <a:pt x="1576007" y="169175"/>
                  <a:pt x="1573218" y="168245"/>
                </a:cubicBezTo>
                <a:cubicBezTo>
                  <a:pt x="1570429" y="167315"/>
                  <a:pt x="1568064" y="166345"/>
                  <a:pt x="1566124" y="165335"/>
                </a:cubicBezTo>
                <a:cubicBezTo>
                  <a:pt x="1564184" y="164324"/>
                  <a:pt x="1562770" y="163415"/>
                  <a:pt x="1561880" y="162607"/>
                </a:cubicBezTo>
                <a:cubicBezTo>
                  <a:pt x="1560991" y="161798"/>
                  <a:pt x="1560344" y="160667"/>
                  <a:pt x="1559940" y="159211"/>
                </a:cubicBezTo>
                <a:cubicBezTo>
                  <a:pt x="1559536" y="157756"/>
                  <a:pt x="1559334" y="155776"/>
                  <a:pt x="1559334" y="153270"/>
                </a:cubicBezTo>
                <a:cubicBezTo>
                  <a:pt x="1559334" y="151734"/>
                  <a:pt x="1559415" y="150440"/>
                  <a:pt x="1559576" y="149390"/>
                </a:cubicBezTo>
                <a:cubicBezTo>
                  <a:pt x="1559738" y="148339"/>
                  <a:pt x="1559940" y="147490"/>
                  <a:pt x="1560183" y="146843"/>
                </a:cubicBezTo>
                <a:cubicBezTo>
                  <a:pt x="1560425" y="146196"/>
                  <a:pt x="1560769" y="145732"/>
                  <a:pt x="1561213" y="145449"/>
                </a:cubicBezTo>
                <a:cubicBezTo>
                  <a:pt x="1561658" y="145166"/>
                  <a:pt x="1562163" y="145024"/>
                  <a:pt x="1562729" y="145024"/>
                </a:cubicBezTo>
                <a:cubicBezTo>
                  <a:pt x="1563618" y="145024"/>
                  <a:pt x="1564932" y="145570"/>
                  <a:pt x="1566670" y="146661"/>
                </a:cubicBezTo>
                <a:cubicBezTo>
                  <a:pt x="1568408" y="147753"/>
                  <a:pt x="1570550" y="148945"/>
                  <a:pt x="1573097" y="150238"/>
                </a:cubicBezTo>
                <a:cubicBezTo>
                  <a:pt x="1575643" y="151532"/>
                  <a:pt x="1578654" y="152724"/>
                  <a:pt x="1582130" y="153815"/>
                </a:cubicBezTo>
                <a:cubicBezTo>
                  <a:pt x="1585606" y="154907"/>
                  <a:pt x="1589608" y="155452"/>
                  <a:pt x="1594135" y="155452"/>
                </a:cubicBezTo>
                <a:cubicBezTo>
                  <a:pt x="1597530" y="155452"/>
                  <a:pt x="1600602" y="155089"/>
                  <a:pt x="1603350" y="154361"/>
                </a:cubicBezTo>
                <a:cubicBezTo>
                  <a:pt x="1606099" y="153631"/>
                  <a:pt x="1608484" y="152557"/>
                  <a:pt x="1610505" y="151140"/>
                </a:cubicBezTo>
                <a:cubicBezTo>
                  <a:pt x="1612526" y="149723"/>
                  <a:pt x="1614082" y="147921"/>
                  <a:pt x="1615173" y="145733"/>
                </a:cubicBezTo>
                <a:cubicBezTo>
                  <a:pt x="1616264" y="143545"/>
                  <a:pt x="1616810" y="140953"/>
                  <a:pt x="1616810" y="137957"/>
                </a:cubicBezTo>
                <a:cubicBezTo>
                  <a:pt x="1616810" y="134883"/>
                  <a:pt x="1616022" y="132293"/>
                  <a:pt x="1614446" y="130189"/>
                </a:cubicBezTo>
                <a:cubicBezTo>
                  <a:pt x="1612869" y="128085"/>
                  <a:pt x="1610788" y="126224"/>
                  <a:pt x="1608201" y="124607"/>
                </a:cubicBezTo>
                <a:cubicBezTo>
                  <a:pt x="1605614" y="122988"/>
                  <a:pt x="1602704" y="121552"/>
                  <a:pt x="1599470" y="120299"/>
                </a:cubicBezTo>
                <a:cubicBezTo>
                  <a:pt x="1596237" y="119044"/>
                  <a:pt x="1592902" y="117729"/>
                  <a:pt x="1589466" y="116354"/>
                </a:cubicBezTo>
                <a:cubicBezTo>
                  <a:pt x="1586031" y="114978"/>
                  <a:pt x="1582676" y="113419"/>
                  <a:pt x="1579402" y="111678"/>
                </a:cubicBezTo>
                <a:cubicBezTo>
                  <a:pt x="1576128" y="109938"/>
                  <a:pt x="1573198" y="107813"/>
                  <a:pt x="1570611" y="105305"/>
                </a:cubicBezTo>
                <a:cubicBezTo>
                  <a:pt x="1568024" y="102796"/>
                  <a:pt x="1565942" y="99803"/>
                  <a:pt x="1564366" y="96324"/>
                </a:cubicBezTo>
                <a:cubicBezTo>
                  <a:pt x="1562790" y="92846"/>
                  <a:pt x="1562002" y="88679"/>
                  <a:pt x="1562002" y="83823"/>
                </a:cubicBezTo>
                <a:cubicBezTo>
                  <a:pt x="1562002" y="79534"/>
                  <a:pt x="1562830" y="75427"/>
                  <a:pt x="1564487" y="71504"/>
                </a:cubicBezTo>
                <a:cubicBezTo>
                  <a:pt x="1566145" y="67578"/>
                  <a:pt x="1568630" y="64139"/>
                  <a:pt x="1571945" y="61186"/>
                </a:cubicBezTo>
                <a:cubicBezTo>
                  <a:pt x="1575259" y="58230"/>
                  <a:pt x="1579402" y="55863"/>
                  <a:pt x="1584374" y="54085"/>
                </a:cubicBezTo>
                <a:cubicBezTo>
                  <a:pt x="1589345" y="52304"/>
                  <a:pt x="1595145" y="51413"/>
                  <a:pt x="1601774" y="51413"/>
                </a:cubicBezTo>
                <a:cubicBezTo>
                  <a:pt x="1604684" y="51413"/>
                  <a:pt x="1607594" y="51660"/>
                  <a:pt x="1610505" y="52152"/>
                </a:cubicBezTo>
                <a:cubicBezTo>
                  <a:pt x="1613415" y="52645"/>
                  <a:pt x="1616042" y="53260"/>
                  <a:pt x="1618386" y="53998"/>
                </a:cubicBezTo>
                <a:cubicBezTo>
                  <a:pt x="1620731" y="54735"/>
                  <a:pt x="1622731" y="55535"/>
                  <a:pt x="1624389" y="56396"/>
                </a:cubicBezTo>
                <a:cubicBezTo>
                  <a:pt x="1626046" y="57258"/>
                  <a:pt x="1627299" y="58017"/>
                  <a:pt x="1628148" y="58674"/>
                </a:cubicBezTo>
                <a:cubicBezTo>
                  <a:pt x="1628996" y="59330"/>
                  <a:pt x="1629562" y="59901"/>
                  <a:pt x="1629845" y="60386"/>
                </a:cubicBezTo>
                <a:cubicBezTo>
                  <a:pt x="1630128" y="60871"/>
                  <a:pt x="1630330" y="61417"/>
                  <a:pt x="1630452" y="62023"/>
                </a:cubicBezTo>
                <a:cubicBezTo>
                  <a:pt x="1630573" y="62630"/>
                  <a:pt x="1630694" y="63377"/>
                  <a:pt x="1630815" y="64267"/>
                </a:cubicBezTo>
                <a:cubicBezTo>
                  <a:pt x="1630937" y="65156"/>
                  <a:pt x="1630997" y="66247"/>
                  <a:pt x="1630997" y="67541"/>
                </a:cubicBezTo>
                <a:cubicBezTo>
                  <a:pt x="1630997" y="68915"/>
                  <a:pt x="1630937" y="70107"/>
                  <a:pt x="1630815" y="71118"/>
                </a:cubicBezTo>
                <a:cubicBezTo>
                  <a:pt x="1630694" y="72128"/>
                  <a:pt x="1630492" y="72957"/>
                  <a:pt x="1630209" y="73603"/>
                </a:cubicBezTo>
                <a:cubicBezTo>
                  <a:pt x="1629926" y="74250"/>
                  <a:pt x="1629583" y="74715"/>
                  <a:pt x="1629178" y="74998"/>
                </a:cubicBezTo>
                <a:cubicBezTo>
                  <a:pt x="1628774" y="75281"/>
                  <a:pt x="1628330" y="75422"/>
                  <a:pt x="1627845" y="75422"/>
                </a:cubicBezTo>
                <a:cubicBezTo>
                  <a:pt x="1627117" y="75422"/>
                  <a:pt x="1626066" y="74971"/>
                  <a:pt x="1624692" y="74070"/>
                </a:cubicBezTo>
                <a:cubicBezTo>
                  <a:pt x="1623318" y="73168"/>
                  <a:pt x="1621539" y="72204"/>
                  <a:pt x="1619356" y="71178"/>
                </a:cubicBezTo>
                <a:cubicBezTo>
                  <a:pt x="1617174" y="70153"/>
                  <a:pt x="1614607" y="69189"/>
                  <a:pt x="1611657" y="68287"/>
                </a:cubicBezTo>
                <a:cubicBezTo>
                  <a:pt x="1608706" y="67385"/>
                  <a:pt x="1605331" y="66934"/>
                  <a:pt x="1601532" y="66934"/>
                </a:cubicBezTo>
                <a:cubicBezTo>
                  <a:pt x="1598136" y="66934"/>
                  <a:pt x="1595145" y="67320"/>
                  <a:pt x="1592559" y="68090"/>
                </a:cubicBezTo>
                <a:cubicBezTo>
                  <a:pt x="1589972" y="68858"/>
                  <a:pt x="1587850" y="69951"/>
                  <a:pt x="1586192" y="71368"/>
                </a:cubicBezTo>
                <a:cubicBezTo>
                  <a:pt x="1584535" y="72785"/>
                  <a:pt x="1583282" y="74466"/>
                  <a:pt x="1582434" y="76411"/>
                </a:cubicBezTo>
                <a:cubicBezTo>
                  <a:pt x="1581585" y="78354"/>
                  <a:pt x="1581160" y="80460"/>
                  <a:pt x="1581160" y="82728"/>
                </a:cubicBezTo>
                <a:cubicBezTo>
                  <a:pt x="1581160" y="85883"/>
                  <a:pt x="1581969" y="88533"/>
                  <a:pt x="1583585" y="90678"/>
                </a:cubicBezTo>
                <a:cubicBezTo>
                  <a:pt x="1585202" y="92823"/>
                  <a:pt x="1587304" y="94705"/>
                  <a:pt x="1589891" y="96324"/>
                </a:cubicBezTo>
                <a:cubicBezTo>
                  <a:pt x="1592478" y="97941"/>
                  <a:pt x="1595428" y="99397"/>
                  <a:pt x="1598743" y="100693"/>
                </a:cubicBezTo>
                <a:cubicBezTo>
                  <a:pt x="1602057" y="101987"/>
                  <a:pt x="1605432" y="103322"/>
                  <a:pt x="1608868" y="104698"/>
                </a:cubicBezTo>
                <a:cubicBezTo>
                  <a:pt x="1612303" y="106073"/>
                  <a:pt x="1615699" y="107610"/>
                  <a:pt x="1619053" y="109310"/>
                </a:cubicBezTo>
                <a:cubicBezTo>
                  <a:pt x="1622408" y="111010"/>
                  <a:pt x="1625379" y="113074"/>
                  <a:pt x="1627966" y="115502"/>
                </a:cubicBezTo>
                <a:cubicBezTo>
                  <a:pt x="1630553" y="117929"/>
                  <a:pt x="1632634" y="120843"/>
                  <a:pt x="1634211" y="124244"/>
                </a:cubicBezTo>
                <a:cubicBezTo>
                  <a:pt x="1635787" y="127641"/>
                  <a:pt x="1636575" y="131687"/>
                  <a:pt x="1636575" y="136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CJNIAnalysis">
            <a:extLst xmlns:a="http://schemas.openxmlformats.org/drawingml/2006/main">
              <a:ext uri="{FF2B5EF4-FFF2-40B4-BE49-F238E27FC236}">
                <a16:creationId xmlns:a16="http://schemas.microsoft.com/office/drawing/2014/main" id="{6FE689B0-11D3-4A5D-AEB8-5E4A423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750" y="3336594"/>
            <a:ext cx="1337841" cy="213171"/>
          </a:xfrm>
          <a:custGeom xmlns:a="http://schemas.openxmlformats.org/drawingml/2006/main">
            <a:pathLst>
              <a:path w="1337841" h="213171">
                <a:moveTo>
                  <a:pt x="113861" y="146722"/>
                </a:moveTo>
                <a:cubicBezTo>
                  <a:pt x="113861" y="148015"/>
                  <a:pt x="113821" y="149147"/>
                  <a:pt x="113740" y="150117"/>
                </a:cubicBezTo>
                <a:cubicBezTo>
                  <a:pt x="113659" y="151087"/>
                  <a:pt x="113517" y="151936"/>
                  <a:pt x="113315" y="152664"/>
                </a:cubicBezTo>
                <a:cubicBezTo>
                  <a:pt x="113113" y="153391"/>
                  <a:pt x="112851" y="154038"/>
                  <a:pt x="112527" y="154604"/>
                </a:cubicBezTo>
                <a:cubicBezTo>
                  <a:pt x="112204" y="155170"/>
                  <a:pt x="111638" y="155860"/>
                  <a:pt x="110830" y="156676"/>
                </a:cubicBezTo>
                <a:cubicBezTo>
                  <a:pt x="110021" y="157490"/>
                  <a:pt x="108324" y="158731"/>
                  <a:pt x="105737" y="160401"/>
                </a:cubicBezTo>
                <a:cubicBezTo>
                  <a:pt x="103150" y="162071"/>
                  <a:pt x="99937" y="163700"/>
                  <a:pt x="96097" y="165289"/>
                </a:cubicBezTo>
                <a:cubicBezTo>
                  <a:pt x="92257" y="166878"/>
                  <a:pt x="87851" y="168222"/>
                  <a:pt x="82880" y="169321"/>
                </a:cubicBezTo>
                <a:cubicBezTo>
                  <a:pt x="77908" y="170423"/>
                  <a:pt x="72472" y="170973"/>
                  <a:pt x="66571" y="170973"/>
                </a:cubicBezTo>
                <a:cubicBezTo>
                  <a:pt x="56385" y="170973"/>
                  <a:pt x="47189" y="169276"/>
                  <a:pt x="38984" y="165881"/>
                </a:cubicBezTo>
                <a:cubicBezTo>
                  <a:pt x="30779" y="162485"/>
                  <a:pt x="23787" y="157473"/>
                  <a:pt x="18007" y="150845"/>
                </a:cubicBezTo>
                <a:cubicBezTo>
                  <a:pt x="12227" y="144216"/>
                  <a:pt x="7781" y="136031"/>
                  <a:pt x="4668" y="126290"/>
                </a:cubicBezTo>
                <a:cubicBezTo>
                  <a:pt x="1556" y="116549"/>
                  <a:pt x="0" y="105333"/>
                  <a:pt x="0" y="92641"/>
                </a:cubicBezTo>
                <a:cubicBezTo>
                  <a:pt x="0" y="79626"/>
                  <a:pt x="1677" y="68026"/>
                  <a:pt x="5032" y="57840"/>
                </a:cubicBezTo>
                <a:cubicBezTo>
                  <a:pt x="8387" y="47654"/>
                  <a:pt x="13096" y="39025"/>
                  <a:pt x="19159" y="31951"/>
                </a:cubicBezTo>
                <a:cubicBezTo>
                  <a:pt x="25222" y="24878"/>
                  <a:pt x="32477" y="19482"/>
                  <a:pt x="40924" y="15764"/>
                </a:cubicBezTo>
                <a:cubicBezTo>
                  <a:pt x="49372" y="12045"/>
                  <a:pt x="58729" y="10186"/>
                  <a:pt x="68996" y="10186"/>
                </a:cubicBezTo>
                <a:cubicBezTo>
                  <a:pt x="73523" y="10186"/>
                  <a:pt x="77928" y="10614"/>
                  <a:pt x="82213" y="11470"/>
                </a:cubicBezTo>
                <a:cubicBezTo>
                  <a:pt x="86497" y="12327"/>
                  <a:pt x="90458" y="13407"/>
                  <a:pt x="94096" y="14710"/>
                </a:cubicBezTo>
                <a:cubicBezTo>
                  <a:pt x="97734" y="16014"/>
                  <a:pt x="100967" y="17522"/>
                  <a:pt x="103797" y="19235"/>
                </a:cubicBezTo>
                <a:cubicBezTo>
                  <a:pt x="106626" y="20945"/>
                  <a:pt x="108586" y="22351"/>
                  <a:pt x="109678" y="23452"/>
                </a:cubicBezTo>
                <a:cubicBezTo>
                  <a:pt x="110769" y="24551"/>
                  <a:pt x="111476" y="25383"/>
                  <a:pt x="111800" y="25949"/>
                </a:cubicBezTo>
                <a:cubicBezTo>
                  <a:pt x="112123" y="26515"/>
                  <a:pt x="112386" y="27182"/>
                  <a:pt x="112588" y="27950"/>
                </a:cubicBezTo>
                <a:cubicBezTo>
                  <a:pt x="112790" y="28718"/>
                  <a:pt x="112952" y="29627"/>
                  <a:pt x="113073" y="30678"/>
                </a:cubicBezTo>
                <a:cubicBezTo>
                  <a:pt x="113194" y="31729"/>
                  <a:pt x="113255" y="32982"/>
                  <a:pt x="113255" y="34437"/>
                </a:cubicBezTo>
                <a:cubicBezTo>
                  <a:pt x="113255" y="36054"/>
                  <a:pt x="113174" y="37428"/>
                  <a:pt x="113012" y="38560"/>
                </a:cubicBezTo>
                <a:cubicBezTo>
                  <a:pt x="112851" y="39692"/>
                  <a:pt x="112608" y="40642"/>
                  <a:pt x="112285" y="41410"/>
                </a:cubicBezTo>
                <a:cubicBezTo>
                  <a:pt x="111961" y="42177"/>
                  <a:pt x="111577" y="42743"/>
                  <a:pt x="111133" y="43107"/>
                </a:cubicBezTo>
                <a:cubicBezTo>
                  <a:pt x="110688" y="43471"/>
                  <a:pt x="110142" y="43653"/>
                  <a:pt x="109496" y="43653"/>
                </a:cubicBezTo>
                <a:cubicBezTo>
                  <a:pt x="108364" y="43653"/>
                  <a:pt x="106788" y="42858"/>
                  <a:pt x="104767" y="41269"/>
                </a:cubicBezTo>
                <a:cubicBezTo>
                  <a:pt x="102746" y="39680"/>
                  <a:pt x="100139" y="37928"/>
                  <a:pt x="96946" y="36014"/>
                </a:cubicBezTo>
                <a:cubicBezTo>
                  <a:pt x="93752" y="34099"/>
                  <a:pt x="89872" y="32347"/>
                  <a:pt x="85305" y="30758"/>
                </a:cubicBezTo>
                <a:cubicBezTo>
                  <a:pt x="80737" y="29169"/>
                  <a:pt x="75261" y="28374"/>
                  <a:pt x="68874" y="28374"/>
                </a:cubicBezTo>
                <a:cubicBezTo>
                  <a:pt x="61922" y="28374"/>
                  <a:pt x="55597" y="29769"/>
                  <a:pt x="49898" y="32558"/>
                </a:cubicBezTo>
                <a:cubicBezTo>
                  <a:pt x="44198" y="35347"/>
                  <a:pt x="39328" y="39449"/>
                  <a:pt x="35286" y="44865"/>
                </a:cubicBezTo>
                <a:cubicBezTo>
                  <a:pt x="31244" y="50282"/>
                  <a:pt x="28112" y="56890"/>
                  <a:pt x="25889" y="64691"/>
                </a:cubicBezTo>
                <a:cubicBezTo>
                  <a:pt x="23665" y="72492"/>
                  <a:pt x="22554" y="81404"/>
                  <a:pt x="22554" y="91428"/>
                </a:cubicBezTo>
                <a:cubicBezTo>
                  <a:pt x="22554" y="101371"/>
                  <a:pt x="23625" y="110163"/>
                  <a:pt x="25767" y="117802"/>
                </a:cubicBezTo>
                <a:cubicBezTo>
                  <a:pt x="27909" y="125441"/>
                  <a:pt x="30981" y="131827"/>
                  <a:pt x="34983" y="136961"/>
                </a:cubicBezTo>
                <a:cubicBezTo>
                  <a:pt x="38984" y="142094"/>
                  <a:pt x="43895" y="145974"/>
                  <a:pt x="49716" y="148601"/>
                </a:cubicBezTo>
                <a:cubicBezTo>
                  <a:pt x="55536" y="151229"/>
                  <a:pt x="62124" y="152542"/>
                  <a:pt x="69481" y="152542"/>
                </a:cubicBezTo>
                <a:cubicBezTo>
                  <a:pt x="75705" y="152542"/>
                  <a:pt x="81142" y="151768"/>
                  <a:pt x="85790" y="150219"/>
                </a:cubicBezTo>
                <a:cubicBezTo>
                  <a:pt x="90438" y="148671"/>
                  <a:pt x="94399" y="146939"/>
                  <a:pt x="97673" y="145024"/>
                </a:cubicBezTo>
                <a:cubicBezTo>
                  <a:pt x="100947" y="143109"/>
                  <a:pt x="103635" y="141378"/>
                  <a:pt x="105737" y="139829"/>
                </a:cubicBezTo>
                <a:cubicBezTo>
                  <a:pt x="107839" y="138281"/>
                  <a:pt x="109496" y="137506"/>
                  <a:pt x="110708" y="137506"/>
                </a:cubicBezTo>
                <a:cubicBezTo>
                  <a:pt x="111274" y="137506"/>
                  <a:pt x="111759" y="137628"/>
                  <a:pt x="112163" y="137870"/>
                </a:cubicBezTo>
                <a:cubicBezTo>
                  <a:pt x="112568" y="138113"/>
                  <a:pt x="112891" y="138577"/>
                  <a:pt x="113133" y="139265"/>
                </a:cubicBezTo>
                <a:cubicBezTo>
                  <a:pt x="113376" y="139952"/>
                  <a:pt x="113558" y="140902"/>
                  <a:pt x="113679" y="142114"/>
                </a:cubicBezTo>
                <a:cubicBezTo>
                  <a:pt x="113800" y="143327"/>
                  <a:pt x="113861" y="144863"/>
                  <a:pt x="113861" y="146722"/>
                </a:cubicBezTo>
                <a:close/>
                <a:moveTo>
                  <a:pt x="236655" y="129503"/>
                </a:moveTo>
                <a:cubicBezTo>
                  <a:pt x="236655" y="135728"/>
                  <a:pt x="236089" y="141427"/>
                  <a:pt x="234957" y="146601"/>
                </a:cubicBezTo>
                <a:cubicBezTo>
                  <a:pt x="233825" y="151774"/>
                  <a:pt x="231885" y="156180"/>
                  <a:pt x="229137" y="159818"/>
                </a:cubicBezTo>
                <a:cubicBezTo>
                  <a:pt x="226388" y="163455"/>
                  <a:pt x="222771" y="166265"/>
                  <a:pt x="218284" y="168245"/>
                </a:cubicBezTo>
                <a:cubicBezTo>
                  <a:pt x="213798" y="170226"/>
                  <a:pt x="208240" y="171216"/>
                  <a:pt x="201611" y="171216"/>
                </a:cubicBezTo>
                <a:cubicBezTo>
                  <a:pt x="199348" y="171216"/>
                  <a:pt x="197105" y="171034"/>
                  <a:pt x="194881" y="170670"/>
                </a:cubicBezTo>
                <a:cubicBezTo>
                  <a:pt x="192658" y="170307"/>
                  <a:pt x="190617" y="169821"/>
                  <a:pt x="188758" y="169215"/>
                </a:cubicBezTo>
                <a:cubicBezTo>
                  <a:pt x="186899" y="168609"/>
                  <a:pt x="185282" y="167962"/>
                  <a:pt x="183908" y="167275"/>
                </a:cubicBezTo>
                <a:cubicBezTo>
                  <a:pt x="182533" y="166588"/>
                  <a:pt x="181624" y="166002"/>
                  <a:pt x="181179" y="165517"/>
                </a:cubicBezTo>
                <a:cubicBezTo>
                  <a:pt x="180735" y="165032"/>
                  <a:pt x="180371" y="164547"/>
                  <a:pt x="180088" y="164062"/>
                </a:cubicBezTo>
                <a:cubicBezTo>
                  <a:pt x="179805" y="163577"/>
                  <a:pt x="179563" y="162991"/>
                  <a:pt x="179360" y="162304"/>
                </a:cubicBezTo>
                <a:cubicBezTo>
                  <a:pt x="179158" y="161616"/>
                  <a:pt x="179017" y="160768"/>
                  <a:pt x="178936" y="159757"/>
                </a:cubicBezTo>
                <a:cubicBezTo>
                  <a:pt x="178855" y="158747"/>
                  <a:pt x="178815" y="157514"/>
                  <a:pt x="178815" y="156059"/>
                </a:cubicBezTo>
                <a:cubicBezTo>
                  <a:pt x="178815" y="154280"/>
                  <a:pt x="178875" y="152805"/>
                  <a:pt x="178997" y="151633"/>
                </a:cubicBezTo>
                <a:cubicBezTo>
                  <a:pt x="179118" y="150461"/>
                  <a:pt x="179340" y="149531"/>
                  <a:pt x="179664" y="148844"/>
                </a:cubicBezTo>
                <a:cubicBezTo>
                  <a:pt x="179987" y="148157"/>
                  <a:pt x="180371" y="147672"/>
                  <a:pt x="180816" y="147389"/>
                </a:cubicBezTo>
                <a:cubicBezTo>
                  <a:pt x="181260" y="147106"/>
                  <a:pt x="181806" y="146964"/>
                  <a:pt x="182453" y="146964"/>
                </a:cubicBezTo>
                <a:cubicBezTo>
                  <a:pt x="183099" y="146964"/>
                  <a:pt x="183928" y="147268"/>
                  <a:pt x="184938" y="147874"/>
                </a:cubicBezTo>
                <a:cubicBezTo>
                  <a:pt x="185949" y="148480"/>
                  <a:pt x="187161" y="149147"/>
                  <a:pt x="188576" y="149875"/>
                </a:cubicBezTo>
                <a:cubicBezTo>
                  <a:pt x="189991" y="150602"/>
                  <a:pt x="191628" y="151269"/>
                  <a:pt x="193487" y="151875"/>
                </a:cubicBezTo>
                <a:cubicBezTo>
                  <a:pt x="195346" y="152482"/>
                  <a:pt x="197529" y="152785"/>
                  <a:pt x="200035" y="152785"/>
                </a:cubicBezTo>
                <a:cubicBezTo>
                  <a:pt x="202783" y="152785"/>
                  <a:pt x="205128" y="152441"/>
                  <a:pt x="207068" y="151754"/>
                </a:cubicBezTo>
                <a:cubicBezTo>
                  <a:pt x="209008" y="151067"/>
                  <a:pt x="210625" y="149794"/>
                  <a:pt x="211918" y="147934"/>
                </a:cubicBezTo>
                <a:cubicBezTo>
                  <a:pt x="213212" y="146075"/>
                  <a:pt x="214182" y="143509"/>
                  <a:pt x="214828" y="140235"/>
                </a:cubicBezTo>
                <a:cubicBezTo>
                  <a:pt x="215475" y="136961"/>
                  <a:pt x="215798" y="132696"/>
                  <a:pt x="215798" y="127442"/>
                </a:cubicBezTo>
                <a:lnTo>
                  <a:pt x="215798" y="15157"/>
                </a:lnTo>
                <a:cubicBezTo>
                  <a:pt x="215798" y="14591"/>
                  <a:pt x="215960" y="14066"/>
                  <a:pt x="216283" y="13581"/>
                </a:cubicBezTo>
                <a:cubicBezTo>
                  <a:pt x="216607" y="13096"/>
                  <a:pt x="217173" y="12692"/>
                  <a:pt x="217981" y="12368"/>
                </a:cubicBezTo>
                <a:cubicBezTo>
                  <a:pt x="218789" y="12045"/>
                  <a:pt x="219861" y="11802"/>
                  <a:pt x="221194" y="11641"/>
                </a:cubicBezTo>
                <a:cubicBezTo>
                  <a:pt x="222528" y="11479"/>
                  <a:pt x="224206" y="11398"/>
                  <a:pt x="226227" y="11398"/>
                </a:cubicBezTo>
                <a:cubicBezTo>
                  <a:pt x="228167" y="11398"/>
                  <a:pt x="229824" y="11479"/>
                  <a:pt x="231198" y="11641"/>
                </a:cubicBezTo>
                <a:cubicBezTo>
                  <a:pt x="232572" y="11802"/>
                  <a:pt x="233644" y="12045"/>
                  <a:pt x="234411" y="12368"/>
                </a:cubicBezTo>
                <a:cubicBezTo>
                  <a:pt x="235179" y="12692"/>
                  <a:pt x="235745" y="13096"/>
                  <a:pt x="236109" y="13581"/>
                </a:cubicBezTo>
                <a:cubicBezTo>
                  <a:pt x="236473" y="14066"/>
                  <a:pt x="236655" y="14591"/>
                  <a:pt x="236655" y="15157"/>
                </a:cubicBezTo>
                <a:lnTo>
                  <a:pt x="236655" y="129503"/>
                </a:lnTo>
                <a:close/>
                <a:moveTo>
                  <a:pt x="396631" y="160530"/>
                </a:moveTo>
                <a:cubicBezTo>
                  <a:pt x="396631" y="162149"/>
                  <a:pt x="396369" y="163526"/>
                  <a:pt x="395843" y="164660"/>
                </a:cubicBezTo>
                <a:cubicBezTo>
                  <a:pt x="395318" y="165795"/>
                  <a:pt x="394631" y="166727"/>
                  <a:pt x="393782" y="167457"/>
                </a:cubicBezTo>
                <a:cubicBezTo>
                  <a:pt x="392933" y="168185"/>
                  <a:pt x="391983" y="168710"/>
                  <a:pt x="390932" y="169033"/>
                </a:cubicBezTo>
                <a:cubicBezTo>
                  <a:pt x="389881" y="169357"/>
                  <a:pt x="388831" y="169518"/>
                  <a:pt x="387780" y="169518"/>
                </a:cubicBezTo>
                <a:lnTo>
                  <a:pt x="381110" y="169518"/>
                </a:lnTo>
                <a:cubicBezTo>
                  <a:pt x="379009" y="169518"/>
                  <a:pt x="377170" y="169294"/>
                  <a:pt x="375593" y="168844"/>
                </a:cubicBezTo>
                <a:cubicBezTo>
                  <a:pt x="374017" y="168394"/>
                  <a:pt x="372521" y="167577"/>
                  <a:pt x="371107" y="166392"/>
                </a:cubicBezTo>
                <a:cubicBezTo>
                  <a:pt x="369692" y="165207"/>
                  <a:pt x="368277" y="163593"/>
                  <a:pt x="366863" y="161549"/>
                </a:cubicBezTo>
                <a:cubicBezTo>
                  <a:pt x="365448" y="159506"/>
                  <a:pt x="363892" y="156908"/>
                  <a:pt x="362194" y="153755"/>
                </a:cubicBezTo>
                <a:lnTo>
                  <a:pt x="312721" y="64509"/>
                </a:lnTo>
                <a:cubicBezTo>
                  <a:pt x="310134" y="59901"/>
                  <a:pt x="307527" y="55071"/>
                  <a:pt x="304900" y="50019"/>
                </a:cubicBezTo>
                <a:cubicBezTo>
                  <a:pt x="302273" y="44966"/>
                  <a:pt x="299827" y="40055"/>
                  <a:pt x="297564" y="35286"/>
                </a:cubicBezTo>
                <a:lnTo>
                  <a:pt x="297321" y="35286"/>
                </a:lnTo>
                <a:cubicBezTo>
                  <a:pt x="297483" y="41106"/>
                  <a:pt x="297604" y="47048"/>
                  <a:pt x="297685" y="53111"/>
                </a:cubicBezTo>
                <a:cubicBezTo>
                  <a:pt x="297766" y="59174"/>
                  <a:pt x="297806" y="65196"/>
                  <a:pt x="297806" y="71178"/>
                </a:cubicBezTo>
                <a:lnTo>
                  <a:pt x="297806" y="165881"/>
                </a:lnTo>
                <a:cubicBezTo>
                  <a:pt x="297806" y="166446"/>
                  <a:pt x="297645" y="166992"/>
                  <a:pt x="297321" y="167518"/>
                </a:cubicBezTo>
                <a:cubicBezTo>
                  <a:pt x="296998" y="168043"/>
                  <a:pt x="296452" y="168447"/>
                  <a:pt x="295684" y="168730"/>
                </a:cubicBezTo>
                <a:cubicBezTo>
                  <a:pt x="294916" y="169013"/>
                  <a:pt x="293906" y="169256"/>
                  <a:pt x="292653" y="169458"/>
                </a:cubicBezTo>
                <a:cubicBezTo>
                  <a:pt x="291400" y="169660"/>
                  <a:pt x="289803" y="169761"/>
                  <a:pt x="287863" y="169761"/>
                </a:cubicBezTo>
                <a:cubicBezTo>
                  <a:pt x="285923" y="169761"/>
                  <a:pt x="284327" y="169660"/>
                  <a:pt x="283074" y="169458"/>
                </a:cubicBezTo>
                <a:cubicBezTo>
                  <a:pt x="281821" y="169256"/>
                  <a:pt x="280830" y="169013"/>
                  <a:pt x="280103" y="168730"/>
                </a:cubicBezTo>
                <a:cubicBezTo>
                  <a:pt x="279375" y="168447"/>
                  <a:pt x="278850" y="168043"/>
                  <a:pt x="278526" y="167518"/>
                </a:cubicBezTo>
                <a:cubicBezTo>
                  <a:pt x="278203" y="166992"/>
                  <a:pt x="278041" y="166446"/>
                  <a:pt x="278041" y="165881"/>
                </a:cubicBezTo>
                <a:lnTo>
                  <a:pt x="278041" y="21099"/>
                </a:lnTo>
                <a:cubicBezTo>
                  <a:pt x="278041" y="17865"/>
                  <a:pt x="278931" y="15561"/>
                  <a:pt x="280709" y="14187"/>
                </a:cubicBezTo>
                <a:cubicBezTo>
                  <a:pt x="282487" y="12813"/>
                  <a:pt x="284428" y="12126"/>
                  <a:pt x="286529" y="12126"/>
                </a:cubicBezTo>
                <a:lnTo>
                  <a:pt x="296473" y="12126"/>
                </a:lnTo>
                <a:cubicBezTo>
                  <a:pt x="298817" y="12126"/>
                  <a:pt x="300777" y="12328"/>
                  <a:pt x="302354" y="12732"/>
                </a:cubicBezTo>
                <a:cubicBezTo>
                  <a:pt x="303930" y="13136"/>
                  <a:pt x="305345" y="13803"/>
                  <a:pt x="306598" y="14733"/>
                </a:cubicBezTo>
                <a:cubicBezTo>
                  <a:pt x="307851" y="15662"/>
                  <a:pt x="309063" y="16956"/>
                  <a:pt x="310235" y="18613"/>
                </a:cubicBezTo>
                <a:cubicBezTo>
                  <a:pt x="311407" y="20270"/>
                  <a:pt x="312681" y="22352"/>
                  <a:pt x="314055" y="24858"/>
                </a:cubicBezTo>
                <a:lnTo>
                  <a:pt x="352130" y="93732"/>
                </a:lnTo>
                <a:cubicBezTo>
                  <a:pt x="354474" y="97936"/>
                  <a:pt x="356738" y="102038"/>
                  <a:pt x="358920" y="106040"/>
                </a:cubicBezTo>
                <a:cubicBezTo>
                  <a:pt x="361103" y="110041"/>
                  <a:pt x="363205" y="113982"/>
                  <a:pt x="365226" y="117863"/>
                </a:cubicBezTo>
                <a:cubicBezTo>
                  <a:pt x="367247" y="121743"/>
                  <a:pt x="369247" y="125562"/>
                  <a:pt x="371228" y="129321"/>
                </a:cubicBezTo>
                <a:cubicBezTo>
                  <a:pt x="373208" y="133080"/>
                  <a:pt x="375169" y="136860"/>
                  <a:pt x="377109" y="140659"/>
                </a:cubicBezTo>
                <a:lnTo>
                  <a:pt x="377230" y="140659"/>
                </a:lnTo>
                <a:cubicBezTo>
                  <a:pt x="377069" y="134268"/>
                  <a:pt x="376967" y="127612"/>
                  <a:pt x="376927" y="120693"/>
                </a:cubicBezTo>
                <a:cubicBezTo>
                  <a:pt x="376887" y="113774"/>
                  <a:pt x="376866" y="107119"/>
                  <a:pt x="376866" y="100727"/>
                </a:cubicBezTo>
                <a:lnTo>
                  <a:pt x="376866" y="15525"/>
                </a:lnTo>
                <a:cubicBezTo>
                  <a:pt x="376866" y="14959"/>
                  <a:pt x="377028" y="14433"/>
                  <a:pt x="377351" y="13948"/>
                </a:cubicBezTo>
                <a:cubicBezTo>
                  <a:pt x="377675" y="13461"/>
                  <a:pt x="378220" y="13035"/>
                  <a:pt x="378988" y="12671"/>
                </a:cubicBezTo>
                <a:cubicBezTo>
                  <a:pt x="379756" y="12308"/>
                  <a:pt x="380767" y="12045"/>
                  <a:pt x="382020" y="11883"/>
                </a:cubicBezTo>
                <a:cubicBezTo>
                  <a:pt x="383273" y="11722"/>
                  <a:pt x="384910" y="11641"/>
                  <a:pt x="386931" y="11641"/>
                </a:cubicBezTo>
                <a:cubicBezTo>
                  <a:pt x="388709" y="11641"/>
                  <a:pt x="390245" y="11722"/>
                  <a:pt x="391539" y="11883"/>
                </a:cubicBezTo>
                <a:cubicBezTo>
                  <a:pt x="392832" y="12045"/>
                  <a:pt x="393843" y="12309"/>
                  <a:pt x="394570" y="12675"/>
                </a:cubicBezTo>
                <a:cubicBezTo>
                  <a:pt x="395298" y="13039"/>
                  <a:pt x="395823" y="13463"/>
                  <a:pt x="396146" y="13948"/>
                </a:cubicBezTo>
                <a:cubicBezTo>
                  <a:pt x="396470" y="14433"/>
                  <a:pt x="396631" y="14960"/>
                  <a:pt x="396631" y="15529"/>
                </a:cubicBezTo>
                <a:lnTo>
                  <a:pt x="396631" y="160530"/>
                </a:lnTo>
                <a:close/>
                <a:moveTo>
                  <a:pt x="458579" y="165881"/>
                </a:moveTo>
                <a:cubicBezTo>
                  <a:pt x="458579" y="166527"/>
                  <a:pt x="458417" y="167093"/>
                  <a:pt x="458093" y="167578"/>
                </a:cubicBezTo>
                <a:cubicBezTo>
                  <a:pt x="457770" y="168063"/>
                  <a:pt x="457204" y="168447"/>
                  <a:pt x="456396" y="168730"/>
                </a:cubicBezTo>
                <a:cubicBezTo>
                  <a:pt x="455587" y="169013"/>
                  <a:pt x="454516" y="169256"/>
                  <a:pt x="453183" y="169458"/>
                </a:cubicBezTo>
                <a:cubicBezTo>
                  <a:pt x="451849" y="169660"/>
                  <a:pt x="450171" y="169761"/>
                  <a:pt x="448150" y="169761"/>
                </a:cubicBezTo>
                <a:cubicBezTo>
                  <a:pt x="446210" y="169761"/>
                  <a:pt x="444553" y="169660"/>
                  <a:pt x="443179" y="169458"/>
                </a:cubicBezTo>
                <a:cubicBezTo>
                  <a:pt x="441805" y="169256"/>
                  <a:pt x="440713" y="169013"/>
                  <a:pt x="439905" y="168730"/>
                </a:cubicBezTo>
                <a:cubicBezTo>
                  <a:pt x="439096" y="168447"/>
                  <a:pt x="438531" y="168063"/>
                  <a:pt x="438207" y="167578"/>
                </a:cubicBezTo>
                <a:cubicBezTo>
                  <a:pt x="437884" y="167093"/>
                  <a:pt x="437722" y="166527"/>
                  <a:pt x="437722" y="165881"/>
                </a:cubicBezTo>
                <a:lnTo>
                  <a:pt x="437722" y="15278"/>
                </a:lnTo>
                <a:cubicBezTo>
                  <a:pt x="437722" y="14632"/>
                  <a:pt x="437904" y="14066"/>
                  <a:pt x="438268" y="13581"/>
                </a:cubicBezTo>
                <a:cubicBezTo>
                  <a:pt x="438632" y="13096"/>
                  <a:pt x="439238" y="12712"/>
                  <a:pt x="440087" y="12429"/>
                </a:cubicBezTo>
                <a:cubicBezTo>
                  <a:pt x="440936" y="12146"/>
                  <a:pt x="442027" y="11903"/>
                  <a:pt x="443361" y="11701"/>
                </a:cubicBezTo>
                <a:cubicBezTo>
                  <a:pt x="444695" y="11499"/>
                  <a:pt x="446291" y="11398"/>
                  <a:pt x="448150" y="11398"/>
                </a:cubicBezTo>
                <a:cubicBezTo>
                  <a:pt x="450171" y="11398"/>
                  <a:pt x="451849" y="11499"/>
                  <a:pt x="453183" y="11701"/>
                </a:cubicBezTo>
                <a:cubicBezTo>
                  <a:pt x="454516" y="11903"/>
                  <a:pt x="455587" y="12146"/>
                  <a:pt x="456396" y="12429"/>
                </a:cubicBezTo>
                <a:cubicBezTo>
                  <a:pt x="457204" y="12712"/>
                  <a:pt x="457770" y="13096"/>
                  <a:pt x="458093" y="13581"/>
                </a:cubicBezTo>
                <a:cubicBezTo>
                  <a:pt x="458417" y="14066"/>
                  <a:pt x="458579" y="14632"/>
                  <a:pt x="458579" y="15278"/>
                </a:cubicBezTo>
                <a:lnTo>
                  <a:pt x="458579" y="165881"/>
                </a:lnTo>
                <a:close/>
                <a:moveTo>
                  <a:pt x="673925" y="161637"/>
                </a:moveTo>
                <a:cubicBezTo>
                  <a:pt x="674572" y="163415"/>
                  <a:pt x="674916" y="164850"/>
                  <a:pt x="674956" y="165941"/>
                </a:cubicBezTo>
                <a:cubicBezTo>
                  <a:pt x="674997" y="167033"/>
                  <a:pt x="674693" y="167861"/>
                  <a:pt x="674047" y="168427"/>
                </a:cubicBezTo>
                <a:cubicBezTo>
                  <a:pt x="673400" y="168993"/>
                  <a:pt x="672329" y="169357"/>
                  <a:pt x="670833" y="169518"/>
                </a:cubicBezTo>
                <a:cubicBezTo>
                  <a:pt x="669338" y="169680"/>
                  <a:pt x="667337" y="169761"/>
                  <a:pt x="664831" y="169761"/>
                </a:cubicBezTo>
                <a:cubicBezTo>
                  <a:pt x="662325" y="169761"/>
                  <a:pt x="660324" y="169700"/>
                  <a:pt x="658829" y="169579"/>
                </a:cubicBezTo>
                <a:cubicBezTo>
                  <a:pt x="657333" y="169458"/>
                  <a:pt x="656202" y="169256"/>
                  <a:pt x="655434" y="168973"/>
                </a:cubicBezTo>
                <a:cubicBezTo>
                  <a:pt x="654666" y="168690"/>
                  <a:pt x="654100" y="168306"/>
                  <a:pt x="653736" y="167821"/>
                </a:cubicBezTo>
                <a:cubicBezTo>
                  <a:pt x="653372" y="167336"/>
                  <a:pt x="653029" y="166729"/>
                  <a:pt x="652705" y="166002"/>
                </a:cubicBezTo>
                <a:lnTo>
                  <a:pt x="639246" y="127806"/>
                </a:lnTo>
                <a:lnTo>
                  <a:pt x="574009" y="127806"/>
                </a:lnTo>
                <a:lnTo>
                  <a:pt x="561156" y="165517"/>
                </a:lnTo>
                <a:cubicBezTo>
                  <a:pt x="560913" y="166244"/>
                  <a:pt x="560590" y="166871"/>
                  <a:pt x="560186" y="167396"/>
                </a:cubicBezTo>
                <a:cubicBezTo>
                  <a:pt x="559782" y="167922"/>
                  <a:pt x="559195" y="168366"/>
                  <a:pt x="558427" y="168730"/>
                </a:cubicBezTo>
                <a:cubicBezTo>
                  <a:pt x="557660" y="169094"/>
                  <a:pt x="556568" y="169357"/>
                  <a:pt x="555154" y="169518"/>
                </a:cubicBezTo>
                <a:cubicBezTo>
                  <a:pt x="553739" y="169680"/>
                  <a:pt x="551900" y="169761"/>
                  <a:pt x="549636" y="169761"/>
                </a:cubicBezTo>
                <a:cubicBezTo>
                  <a:pt x="547292" y="169761"/>
                  <a:pt x="545372" y="169660"/>
                  <a:pt x="543877" y="169458"/>
                </a:cubicBezTo>
                <a:cubicBezTo>
                  <a:pt x="542381" y="169256"/>
                  <a:pt x="541330" y="168872"/>
                  <a:pt x="540724" y="168306"/>
                </a:cubicBezTo>
                <a:cubicBezTo>
                  <a:pt x="540118" y="167740"/>
                  <a:pt x="539835" y="166911"/>
                  <a:pt x="539875" y="165820"/>
                </a:cubicBezTo>
                <a:cubicBezTo>
                  <a:pt x="539915" y="164729"/>
                  <a:pt x="540259" y="163294"/>
                  <a:pt x="540906" y="161515"/>
                </a:cubicBezTo>
                <a:lnTo>
                  <a:pt x="593532" y="15764"/>
                </a:lnTo>
                <a:cubicBezTo>
                  <a:pt x="593855" y="14874"/>
                  <a:pt x="594279" y="14147"/>
                  <a:pt x="594805" y="13581"/>
                </a:cubicBezTo>
                <a:cubicBezTo>
                  <a:pt x="595330" y="13015"/>
                  <a:pt x="596098" y="12570"/>
                  <a:pt x="597109" y="12247"/>
                </a:cubicBezTo>
                <a:cubicBezTo>
                  <a:pt x="598119" y="11924"/>
                  <a:pt x="599413" y="11701"/>
                  <a:pt x="600989" y="11580"/>
                </a:cubicBezTo>
                <a:cubicBezTo>
                  <a:pt x="602565" y="11459"/>
                  <a:pt x="604566" y="11398"/>
                  <a:pt x="606991" y="11398"/>
                </a:cubicBezTo>
                <a:cubicBezTo>
                  <a:pt x="609578" y="11398"/>
                  <a:pt x="611720" y="11459"/>
                  <a:pt x="613418" y="11580"/>
                </a:cubicBezTo>
                <a:cubicBezTo>
                  <a:pt x="615115" y="11701"/>
                  <a:pt x="616490" y="11924"/>
                  <a:pt x="617541" y="12247"/>
                </a:cubicBezTo>
                <a:cubicBezTo>
                  <a:pt x="618592" y="12570"/>
                  <a:pt x="619400" y="13035"/>
                  <a:pt x="619966" y="13642"/>
                </a:cubicBezTo>
                <a:cubicBezTo>
                  <a:pt x="620532" y="14248"/>
                  <a:pt x="620976" y="14996"/>
                  <a:pt x="621300" y="15885"/>
                </a:cubicBezTo>
                <a:lnTo>
                  <a:pt x="673925" y="161637"/>
                </a:lnTo>
                <a:moveTo>
                  <a:pt x="606385" y="32982"/>
                </a:moveTo>
                <a:lnTo>
                  <a:pt x="606264" y="32982"/>
                </a:lnTo>
                <a:lnTo>
                  <a:pt x="579223" y="111193"/>
                </a:lnTo>
                <a:lnTo>
                  <a:pt x="633789" y="111193"/>
                </a:lnTo>
                <a:lnTo>
                  <a:pt x="606385" y="32982"/>
                </a:lnTo>
                <a:close/>
                <a:moveTo>
                  <a:pt x="792380" y="166002"/>
                </a:moveTo>
                <a:cubicBezTo>
                  <a:pt x="792380" y="166649"/>
                  <a:pt x="792219" y="167194"/>
                  <a:pt x="791895" y="167639"/>
                </a:cubicBezTo>
                <a:cubicBezTo>
                  <a:pt x="791572" y="168083"/>
                  <a:pt x="791047" y="168467"/>
                  <a:pt x="790319" y="168791"/>
                </a:cubicBezTo>
                <a:cubicBezTo>
                  <a:pt x="789592" y="169114"/>
                  <a:pt x="788581" y="169357"/>
                  <a:pt x="787288" y="169518"/>
                </a:cubicBezTo>
                <a:cubicBezTo>
                  <a:pt x="785994" y="169680"/>
                  <a:pt x="784377" y="169761"/>
                  <a:pt x="782437" y="169761"/>
                </a:cubicBezTo>
                <a:cubicBezTo>
                  <a:pt x="780416" y="169761"/>
                  <a:pt x="778759" y="169680"/>
                  <a:pt x="777466" y="169518"/>
                </a:cubicBezTo>
                <a:cubicBezTo>
                  <a:pt x="776172" y="169357"/>
                  <a:pt x="775162" y="169114"/>
                  <a:pt x="774434" y="168791"/>
                </a:cubicBezTo>
                <a:cubicBezTo>
                  <a:pt x="773707" y="168467"/>
                  <a:pt x="773181" y="168083"/>
                  <a:pt x="772858" y="167639"/>
                </a:cubicBezTo>
                <a:cubicBezTo>
                  <a:pt x="772535" y="167194"/>
                  <a:pt x="772373" y="166649"/>
                  <a:pt x="772373" y="166002"/>
                </a:cubicBezTo>
                <a:lnTo>
                  <a:pt x="772373" y="102099"/>
                </a:lnTo>
                <a:cubicBezTo>
                  <a:pt x="772373" y="95874"/>
                  <a:pt x="771888" y="90862"/>
                  <a:pt x="770918" y="87063"/>
                </a:cubicBezTo>
                <a:cubicBezTo>
                  <a:pt x="769948" y="83264"/>
                  <a:pt x="768533" y="79990"/>
                  <a:pt x="766674" y="77241"/>
                </a:cubicBezTo>
                <a:cubicBezTo>
                  <a:pt x="764815" y="74493"/>
                  <a:pt x="762410" y="72391"/>
                  <a:pt x="759459" y="70936"/>
                </a:cubicBezTo>
                <a:cubicBezTo>
                  <a:pt x="756508" y="69481"/>
                  <a:pt x="753093" y="68753"/>
                  <a:pt x="749213" y="68753"/>
                </a:cubicBezTo>
                <a:cubicBezTo>
                  <a:pt x="744201" y="68753"/>
                  <a:pt x="739189" y="70532"/>
                  <a:pt x="734177" y="74088"/>
                </a:cubicBezTo>
                <a:cubicBezTo>
                  <a:pt x="729165" y="77645"/>
                  <a:pt x="723910" y="82859"/>
                  <a:pt x="718413" y="89731"/>
                </a:cubicBezTo>
                <a:lnTo>
                  <a:pt x="718413" y="166002"/>
                </a:lnTo>
                <a:cubicBezTo>
                  <a:pt x="718413" y="166649"/>
                  <a:pt x="718252" y="167194"/>
                  <a:pt x="717928" y="167639"/>
                </a:cubicBezTo>
                <a:cubicBezTo>
                  <a:pt x="717605" y="168083"/>
                  <a:pt x="717079" y="168467"/>
                  <a:pt x="716352" y="168791"/>
                </a:cubicBezTo>
                <a:cubicBezTo>
                  <a:pt x="715624" y="169114"/>
                  <a:pt x="714614" y="169357"/>
                  <a:pt x="713320" y="169518"/>
                </a:cubicBezTo>
                <a:cubicBezTo>
                  <a:pt x="712027" y="169680"/>
                  <a:pt x="710370" y="169761"/>
                  <a:pt x="708349" y="169761"/>
                </a:cubicBezTo>
                <a:cubicBezTo>
                  <a:pt x="706409" y="169761"/>
                  <a:pt x="704792" y="169680"/>
                  <a:pt x="703499" y="169518"/>
                </a:cubicBezTo>
                <a:cubicBezTo>
                  <a:pt x="702205" y="169357"/>
                  <a:pt x="701174" y="169114"/>
                  <a:pt x="700406" y="168791"/>
                </a:cubicBezTo>
                <a:cubicBezTo>
                  <a:pt x="699639" y="168467"/>
                  <a:pt x="699113" y="168083"/>
                  <a:pt x="698830" y="167639"/>
                </a:cubicBezTo>
                <a:cubicBezTo>
                  <a:pt x="698547" y="167194"/>
                  <a:pt x="698406" y="166649"/>
                  <a:pt x="698406" y="166002"/>
                </a:cubicBezTo>
                <a:lnTo>
                  <a:pt x="698406" y="56870"/>
                </a:lnTo>
                <a:cubicBezTo>
                  <a:pt x="698406" y="56223"/>
                  <a:pt x="698527" y="55678"/>
                  <a:pt x="698770" y="55233"/>
                </a:cubicBezTo>
                <a:cubicBezTo>
                  <a:pt x="699012" y="54788"/>
                  <a:pt x="699497" y="54384"/>
                  <a:pt x="700225" y="54020"/>
                </a:cubicBezTo>
                <a:cubicBezTo>
                  <a:pt x="700952" y="53657"/>
                  <a:pt x="701882" y="53414"/>
                  <a:pt x="703014" y="53293"/>
                </a:cubicBezTo>
                <a:cubicBezTo>
                  <a:pt x="704145" y="53172"/>
                  <a:pt x="705641" y="53111"/>
                  <a:pt x="707500" y="53111"/>
                </a:cubicBezTo>
                <a:cubicBezTo>
                  <a:pt x="709279" y="53111"/>
                  <a:pt x="710754" y="53172"/>
                  <a:pt x="711926" y="53293"/>
                </a:cubicBezTo>
                <a:cubicBezTo>
                  <a:pt x="713098" y="53414"/>
                  <a:pt x="714008" y="53657"/>
                  <a:pt x="714654" y="54020"/>
                </a:cubicBezTo>
                <a:cubicBezTo>
                  <a:pt x="715301" y="54384"/>
                  <a:pt x="715766" y="54788"/>
                  <a:pt x="716049" y="55233"/>
                </a:cubicBezTo>
                <a:cubicBezTo>
                  <a:pt x="716332" y="55678"/>
                  <a:pt x="716473" y="56223"/>
                  <a:pt x="716473" y="56870"/>
                </a:cubicBezTo>
                <a:lnTo>
                  <a:pt x="716473" y="71300"/>
                </a:lnTo>
                <a:cubicBezTo>
                  <a:pt x="722617" y="64428"/>
                  <a:pt x="728740" y="59396"/>
                  <a:pt x="734844" y="56203"/>
                </a:cubicBezTo>
                <a:cubicBezTo>
                  <a:pt x="740947" y="53010"/>
                  <a:pt x="747111" y="51413"/>
                  <a:pt x="753335" y="51413"/>
                </a:cubicBezTo>
                <a:cubicBezTo>
                  <a:pt x="760611" y="51413"/>
                  <a:pt x="766734" y="52646"/>
                  <a:pt x="771706" y="55112"/>
                </a:cubicBezTo>
                <a:cubicBezTo>
                  <a:pt x="776678" y="57577"/>
                  <a:pt x="780699" y="60871"/>
                  <a:pt x="783771" y="64994"/>
                </a:cubicBezTo>
                <a:cubicBezTo>
                  <a:pt x="786843" y="69117"/>
                  <a:pt x="789046" y="73947"/>
                  <a:pt x="790380" y="79484"/>
                </a:cubicBezTo>
                <a:cubicBezTo>
                  <a:pt x="791714" y="85022"/>
                  <a:pt x="792380" y="91671"/>
                  <a:pt x="792380" y="99431"/>
                </a:cubicBezTo>
                <a:lnTo>
                  <a:pt x="792380" y="166002"/>
                </a:lnTo>
                <a:close/>
                <a:moveTo>
                  <a:pt x="910995" y="166123"/>
                </a:moveTo>
                <a:cubicBezTo>
                  <a:pt x="910995" y="167093"/>
                  <a:pt x="910672" y="167821"/>
                  <a:pt x="910025" y="168306"/>
                </a:cubicBezTo>
                <a:cubicBezTo>
                  <a:pt x="909379" y="168791"/>
                  <a:pt x="908489" y="169155"/>
                  <a:pt x="907358" y="169397"/>
                </a:cubicBezTo>
                <a:cubicBezTo>
                  <a:pt x="906226" y="169640"/>
                  <a:pt x="904569" y="169761"/>
                  <a:pt x="902386" y="169761"/>
                </a:cubicBezTo>
                <a:cubicBezTo>
                  <a:pt x="900284" y="169761"/>
                  <a:pt x="898607" y="169640"/>
                  <a:pt x="897354" y="169397"/>
                </a:cubicBezTo>
                <a:cubicBezTo>
                  <a:pt x="896101" y="169155"/>
                  <a:pt x="895191" y="168791"/>
                  <a:pt x="894626" y="168306"/>
                </a:cubicBezTo>
                <a:cubicBezTo>
                  <a:pt x="894060" y="167821"/>
                  <a:pt x="893777" y="167093"/>
                  <a:pt x="893777" y="166123"/>
                </a:cubicBezTo>
                <a:lnTo>
                  <a:pt x="893777" y="155210"/>
                </a:lnTo>
                <a:cubicBezTo>
                  <a:pt x="889007" y="160303"/>
                  <a:pt x="883692" y="164284"/>
                  <a:pt x="877831" y="167154"/>
                </a:cubicBezTo>
                <a:cubicBezTo>
                  <a:pt x="871971" y="170024"/>
                  <a:pt x="865766" y="171458"/>
                  <a:pt x="859218" y="171458"/>
                </a:cubicBezTo>
                <a:cubicBezTo>
                  <a:pt x="853479" y="171458"/>
                  <a:pt x="848285" y="170708"/>
                  <a:pt x="843637" y="169208"/>
                </a:cubicBezTo>
                <a:cubicBezTo>
                  <a:pt x="838988" y="167707"/>
                  <a:pt x="835027" y="165537"/>
                  <a:pt x="831753" y="162698"/>
                </a:cubicBezTo>
                <a:cubicBezTo>
                  <a:pt x="828479" y="159858"/>
                  <a:pt x="825933" y="156371"/>
                  <a:pt x="824114" y="152235"/>
                </a:cubicBezTo>
                <a:cubicBezTo>
                  <a:pt x="822295" y="148097"/>
                  <a:pt x="821386" y="143391"/>
                  <a:pt x="821386" y="138116"/>
                </a:cubicBezTo>
                <a:cubicBezTo>
                  <a:pt x="821386" y="131952"/>
                  <a:pt x="822639" y="126599"/>
                  <a:pt x="825145" y="122057"/>
                </a:cubicBezTo>
                <a:cubicBezTo>
                  <a:pt x="827651" y="117513"/>
                  <a:pt x="831248" y="113740"/>
                  <a:pt x="835937" y="110739"/>
                </a:cubicBezTo>
                <a:cubicBezTo>
                  <a:pt x="840625" y="107738"/>
                  <a:pt x="846365" y="105487"/>
                  <a:pt x="853155" y="103986"/>
                </a:cubicBezTo>
                <a:cubicBezTo>
                  <a:pt x="859946" y="102486"/>
                  <a:pt x="867585" y="101735"/>
                  <a:pt x="876073" y="101735"/>
                </a:cubicBezTo>
                <a:lnTo>
                  <a:pt x="891109" y="101735"/>
                </a:lnTo>
                <a:lnTo>
                  <a:pt x="891109" y="93278"/>
                </a:lnTo>
                <a:cubicBezTo>
                  <a:pt x="891109" y="89089"/>
                  <a:pt x="890664" y="85384"/>
                  <a:pt x="889775" y="82163"/>
                </a:cubicBezTo>
                <a:cubicBezTo>
                  <a:pt x="888886" y="78940"/>
                  <a:pt x="887451" y="76261"/>
                  <a:pt x="885471" y="74126"/>
                </a:cubicBezTo>
                <a:cubicBezTo>
                  <a:pt x="883490" y="71992"/>
                  <a:pt x="880923" y="70381"/>
                  <a:pt x="877771" y="69295"/>
                </a:cubicBezTo>
                <a:cubicBezTo>
                  <a:pt x="874618" y="68206"/>
                  <a:pt x="870738" y="67662"/>
                  <a:pt x="866130" y="67662"/>
                </a:cubicBezTo>
                <a:cubicBezTo>
                  <a:pt x="861199" y="67662"/>
                  <a:pt x="856773" y="68242"/>
                  <a:pt x="852852" y="69401"/>
                </a:cubicBezTo>
                <a:cubicBezTo>
                  <a:pt x="848932" y="70561"/>
                  <a:pt x="845496" y="71840"/>
                  <a:pt x="842545" y="73240"/>
                </a:cubicBezTo>
                <a:cubicBezTo>
                  <a:pt x="839595" y="74639"/>
                  <a:pt x="837129" y="75919"/>
                  <a:pt x="835149" y="77078"/>
                </a:cubicBezTo>
                <a:cubicBezTo>
                  <a:pt x="833168" y="78238"/>
                  <a:pt x="831693" y="78818"/>
                  <a:pt x="830723" y="78818"/>
                </a:cubicBezTo>
                <a:cubicBezTo>
                  <a:pt x="830076" y="78818"/>
                  <a:pt x="829510" y="78656"/>
                  <a:pt x="829025" y="78333"/>
                </a:cubicBezTo>
                <a:cubicBezTo>
                  <a:pt x="828540" y="78009"/>
                  <a:pt x="828116" y="77524"/>
                  <a:pt x="827752" y="76877"/>
                </a:cubicBezTo>
                <a:cubicBezTo>
                  <a:pt x="827388" y="76231"/>
                  <a:pt x="827125" y="75402"/>
                  <a:pt x="826964" y="74392"/>
                </a:cubicBezTo>
                <a:cubicBezTo>
                  <a:pt x="826802" y="73381"/>
                  <a:pt x="826721" y="72270"/>
                  <a:pt x="826721" y="71057"/>
                </a:cubicBezTo>
                <a:cubicBezTo>
                  <a:pt x="826721" y="69036"/>
                  <a:pt x="826863" y="67440"/>
                  <a:pt x="827146" y="66267"/>
                </a:cubicBezTo>
                <a:cubicBezTo>
                  <a:pt x="827429" y="65095"/>
                  <a:pt x="828116" y="63984"/>
                  <a:pt x="829207" y="62933"/>
                </a:cubicBezTo>
                <a:cubicBezTo>
                  <a:pt x="830298" y="61882"/>
                  <a:pt x="832178" y="60658"/>
                  <a:pt x="834845" y="59261"/>
                </a:cubicBezTo>
                <a:cubicBezTo>
                  <a:pt x="837513" y="57861"/>
                  <a:pt x="840585" y="56583"/>
                  <a:pt x="844061" y="55426"/>
                </a:cubicBezTo>
                <a:cubicBezTo>
                  <a:pt x="847537" y="54269"/>
                  <a:pt x="851337" y="53312"/>
                  <a:pt x="855459" y="52554"/>
                </a:cubicBezTo>
                <a:cubicBezTo>
                  <a:pt x="859582" y="51793"/>
                  <a:pt x="863745" y="51413"/>
                  <a:pt x="867949" y="51413"/>
                </a:cubicBezTo>
                <a:cubicBezTo>
                  <a:pt x="875790" y="51413"/>
                  <a:pt x="882459" y="52303"/>
                  <a:pt x="887956" y="54081"/>
                </a:cubicBezTo>
                <a:cubicBezTo>
                  <a:pt x="893453" y="55859"/>
                  <a:pt x="897900" y="58466"/>
                  <a:pt x="901295" y="61902"/>
                </a:cubicBezTo>
                <a:cubicBezTo>
                  <a:pt x="904690" y="65338"/>
                  <a:pt x="907156" y="69602"/>
                  <a:pt x="908691" y="74695"/>
                </a:cubicBezTo>
                <a:cubicBezTo>
                  <a:pt x="910227" y="79788"/>
                  <a:pt x="910995" y="85729"/>
                  <a:pt x="910995" y="92520"/>
                </a:cubicBezTo>
                <a:lnTo>
                  <a:pt x="910995" y="166123"/>
                </a:lnTo>
                <a:moveTo>
                  <a:pt x="891109" y="116165"/>
                </a:moveTo>
                <a:lnTo>
                  <a:pt x="874012" y="116165"/>
                </a:lnTo>
                <a:cubicBezTo>
                  <a:pt x="868515" y="116165"/>
                  <a:pt x="863745" y="116634"/>
                  <a:pt x="859703" y="117571"/>
                </a:cubicBezTo>
                <a:cubicBezTo>
                  <a:pt x="855661" y="118505"/>
                  <a:pt x="852307" y="119887"/>
                  <a:pt x="849639" y="121716"/>
                </a:cubicBezTo>
                <a:cubicBezTo>
                  <a:pt x="846971" y="123545"/>
                  <a:pt x="845011" y="125742"/>
                  <a:pt x="843758" y="128306"/>
                </a:cubicBezTo>
                <a:cubicBezTo>
                  <a:pt x="842505" y="130867"/>
                  <a:pt x="841878" y="133816"/>
                  <a:pt x="841878" y="137150"/>
                </a:cubicBezTo>
                <a:cubicBezTo>
                  <a:pt x="841878" y="142844"/>
                  <a:pt x="843677" y="147379"/>
                  <a:pt x="847274" y="150754"/>
                </a:cubicBezTo>
                <a:cubicBezTo>
                  <a:pt x="850872" y="154129"/>
                  <a:pt x="855904" y="155816"/>
                  <a:pt x="862371" y="155816"/>
                </a:cubicBezTo>
                <a:cubicBezTo>
                  <a:pt x="867625" y="155816"/>
                  <a:pt x="872496" y="154475"/>
                  <a:pt x="876983" y="151792"/>
                </a:cubicBezTo>
                <a:cubicBezTo>
                  <a:pt x="881469" y="149107"/>
                  <a:pt x="886178" y="144999"/>
                  <a:pt x="891109" y="139469"/>
                </a:cubicBezTo>
                <a:lnTo>
                  <a:pt x="891109" y="116165"/>
                </a:lnTo>
                <a:close/>
                <a:moveTo>
                  <a:pt x="967743" y="165998"/>
                </a:moveTo>
                <a:cubicBezTo>
                  <a:pt x="967743" y="166645"/>
                  <a:pt x="967582" y="167192"/>
                  <a:pt x="967258" y="167639"/>
                </a:cubicBezTo>
                <a:cubicBezTo>
                  <a:pt x="966935" y="168083"/>
                  <a:pt x="966409" y="168467"/>
                  <a:pt x="965682" y="168791"/>
                </a:cubicBezTo>
                <a:cubicBezTo>
                  <a:pt x="964954" y="169114"/>
                  <a:pt x="963944" y="169357"/>
                  <a:pt x="962650" y="169518"/>
                </a:cubicBezTo>
                <a:cubicBezTo>
                  <a:pt x="961357" y="169680"/>
                  <a:pt x="959700" y="169761"/>
                  <a:pt x="957679" y="169761"/>
                </a:cubicBezTo>
                <a:cubicBezTo>
                  <a:pt x="955739" y="169761"/>
                  <a:pt x="954122" y="169680"/>
                  <a:pt x="952829" y="169518"/>
                </a:cubicBezTo>
                <a:cubicBezTo>
                  <a:pt x="951535" y="169357"/>
                  <a:pt x="950504" y="169114"/>
                  <a:pt x="949737" y="168791"/>
                </a:cubicBezTo>
                <a:cubicBezTo>
                  <a:pt x="948969" y="168467"/>
                  <a:pt x="948443" y="168083"/>
                  <a:pt x="948160" y="167639"/>
                </a:cubicBezTo>
                <a:cubicBezTo>
                  <a:pt x="947877" y="167192"/>
                  <a:pt x="947736" y="166645"/>
                  <a:pt x="947736" y="165998"/>
                </a:cubicBezTo>
                <a:lnTo>
                  <a:pt x="947736" y="3884"/>
                </a:lnTo>
                <a:cubicBezTo>
                  <a:pt x="947736" y="3237"/>
                  <a:pt x="947877" y="2671"/>
                  <a:pt x="948160" y="2186"/>
                </a:cubicBezTo>
                <a:cubicBezTo>
                  <a:pt x="948443" y="1699"/>
                  <a:pt x="948969" y="1293"/>
                  <a:pt x="949737" y="970"/>
                </a:cubicBezTo>
                <a:cubicBezTo>
                  <a:pt x="950504" y="647"/>
                  <a:pt x="951535" y="404"/>
                  <a:pt x="952829" y="243"/>
                </a:cubicBezTo>
                <a:cubicBezTo>
                  <a:pt x="954122" y="81"/>
                  <a:pt x="955739" y="0"/>
                  <a:pt x="957679" y="0"/>
                </a:cubicBezTo>
                <a:cubicBezTo>
                  <a:pt x="959700" y="0"/>
                  <a:pt x="961357" y="81"/>
                  <a:pt x="962650" y="243"/>
                </a:cubicBezTo>
                <a:cubicBezTo>
                  <a:pt x="963944" y="404"/>
                  <a:pt x="964954" y="647"/>
                  <a:pt x="965682" y="970"/>
                </a:cubicBezTo>
                <a:cubicBezTo>
                  <a:pt x="966409" y="1293"/>
                  <a:pt x="966935" y="1699"/>
                  <a:pt x="967258" y="2186"/>
                </a:cubicBezTo>
                <a:cubicBezTo>
                  <a:pt x="967582" y="2671"/>
                  <a:pt x="967743" y="3237"/>
                  <a:pt x="967743" y="3884"/>
                </a:cubicBezTo>
                <a:lnTo>
                  <a:pt x="967743" y="165998"/>
                </a:lnTo>
                <a:close/>
                <a:moveTo>
                  <a:pt x="1054568" y="169033"/>
                </a:moveTo>
                <a:lnTo>
                  <a:pt x="1040017" y="209170"/>
                </a:lnTo>
                <a:cubicBezTo>
                  <a:pt x="1039532" y="210463"/>
                  <a:pt x="1038300" y="211453"/>
                  <a:pt x="1036319" y="212140"/>
                </a:cubicBezTo>
                <a:cubicBezTo>
                  <a:pt x="1034338" y="212828"/>
                  <a:pt x="1031327" y="213171"/>
                  <a:pt x="1027285" y="213171"/>
                </a:cubicBezTo>
                <a:cubicBezTo>
                  <a:pt x="1025183" y="213171"/>
                  <a:pt x="1023486" y="213070"/>
                  <a:pt x="1022192" y="212868"/>
                </a:cubicBezTo>
                <a:cubicBezTo>
                  <a:pt x="1020899" y="212666"/>
                  <a:pt x="1019909" y="212322"/>
                  <a:pt x="1019222" y="211837"/>
                </a:cubicBezTo>
                <a:cubicBezTo>
                  <a:pt x="1018535" y="211352"/>
                  <a:pt x="1018151" y="210706"/>
                  <a:pt x="1018070" y="209897"/>
                </a:cubicBezTo>
                <a:cubicBezTo>
                  <a:pt x="1017989" y="209089"/>
                  <a:pt x="1018191" y="208119"/>
                  <a:pt x="1018676" y="206987"/>
                </a:cubicBezTo>
                <a:lnTo>
                  <a:pt x="1033712" y="169033"/>
                </a:lnTo>
                <a:cubicBezTo>
                  <a:pt x="1032984" y="168710"/>
                  <a:pt x="1032297" y="168185"/>
                  <a:pt x="1031651" y="167457"/>
                </a:cubicBezTo>
                <a:cubicBezTo>
                  <a:pt x="1031004" y="166729"/>
                  <a:pt x="1030559" y="165961"/>
                  <a:pt x="1030317" y="165153"/>
                </a:cubicBezTo>
                <a:lnTo>
                  <a:pt x="991393" y="60871"/>
                </a:lnTo>
                <a:cubicBezTo>
                  <a:pt x="990746" y="59174"/>
                  <a:pt x="990423" y="57840"/>
                  <a:pt x="990423" y="56870"/>
                </a:cubicBezTo>
                <a:cubicBezTo>
                  <a:pt x="990423" y="55900"/>
                  <a:pt x="990746" y="55132"/>
                  <a:pt x="991393" y="54566"/>
                </a:cubicBezTo>
                <a:cubicBezTo>
                  <a:pt x="992040" y="54000"/>
                  <a:pt x="993091" y="53616"/>
                  <a:pt x="994546" y="53414"/>
                </a:cubicBezTo>
                <a:cubicBezTo>
                  <a:pt x="996001" y="53212"/>
                  <a:pt x="997941" y="53111"/>
                  <a:pt x="1000366" y="53111"/>
                </a:cubicBezTo>
                <a:cubicBezTo>
                  <a:pt x="1002791" y="53111"/>
                  <a:pt x="1004691" y="53172"/>
                  <a:pt x="1006065" y="53293"/>
                </a:cubicBezTo>
                <a:cubicBezTo>
                  <a:pt x="1007439" y="53414"/>
                  <a:pt x="1008531" y="53636"/>
                  <a:pt x="1009339" y="53960"/>
                </a:cubicBezTo>
                <a:cubicBezTo>
                  <a:pt x="1010148" y="54283"/>
                  <a:pt x="1010734" y="54748"/>
                  <a:pt x="1011097" y="55354"/>
                </a:cubicBezTo>
                <a:cubicBezTo>
                  <a:pt x="1011461" y="55960"/>
                  <a:pt x="1011845" y="56789"/>
                  <a:pt x="1012249" y="57840"/>
                </a:cubicBezTo>
                <a:lnTo>
                  <a:pt x="1043413" y="145388"/>
                </a:lnTo>
                <a:lnTo>
                  <a:pt x="1043776" y="145388"/>
                </a:lnTo>
                <a:lnTo>
                  <a:pt x="1073848" y="57355"/>
                </a:lnTo>
                <a:cubicBezTo>
                  <a:pt x="1074333" y="55819"/>
                  <a:pt x="1074919" y="54829"/>
                  <a:pt x="1075607" y="54384"/>
                </a:cubicBezTo>
                <a:cubicBezTo>
                  <a:pt x="1076294" y="53939"/>
                  <a:pt x="1077324" y="53616"/>
                  <a:pt x="1078699" y="53414"/>
                </a:cubicBezTo>
                <a:cubicBezTo>
                  <a:pt x="1080073" y="53212"/>
                  <a:pt x="1082053" y="53111"/>
                  <a:pt x="1084640" y="53111"/>
                </a:cubicBezTo>
                <a:cubicBezTo>
                  <a:pt x="1086904" y="53111"/>
                  <a:pt x="1088763" y="53212"/>
                  <a:pt x="1090218" y="53414"/>
                </a:cubicBezTo>
                <a:cubicBezTo>
                  <a:pt x="1091673" y="53616"/>
                  <a:pt x="1092744" y="54000"/>
                  <a:pt x="1093431" y="54566"/>
                </a:cubicBezTo>
                <a:cubicBezTo>
                  <a:pt x="1094119" y="55132"/>
                  <a:pt x="1094462" y="55900"/>
                  <a:pt x="1094462" y="56870"/>
                </a:cubicBezTo>
                <a:cubicBezTo>
                  <a:pt x="1094462" y="57840"/>
                  <a:pt x="1094220" y="59053"/>
                  <a:pt x="1093735" y="60508"/>
                </a:cubicBezTo>
                <a:lnTo>
                  <a:pt x="1054568" y="169033"/>
                </a:lnTo>
                <a:close/>
                <a:moveTo>
                  <a:pt x="1183624" y="136381"/>
                </a:moveTo>
                <a:cubicBezTo>
                  <a:pt x="1183624" y="141964"/>
                  <a:pt x="1182593" y="146940"/>
                  <a:pt x="1180532" y="151311"/>
                </a:cubicBezTo>
                <a:cubicBezTo>
                  <a:pt x="1178471" y="155679"/>
                  <a:pt x="1175540" y="159360"/>
                  <a:pt x="1171741" y="162357"/>
                </a:cubicBezTo>
                <a:cubicBezTo>
                  <a:pt x="1167941" y="165350"/>
                  <a:pt x="1163415" y="167615"/>
                  <a:pt x="1158160" y="169151"/>
                </a:cubicBezTo>
                <a:cubicBezTo>
                  <a:pt x="1152906" y="170689"/>
                  <a:pt x="1147126" y="171458"/>
                  <a:pt x="1140820" y="171458"/>
                </a:cubicBezTo>
                <a:cubicBezTo>
                  <a:pt x="1136940" y="171458"/>
                  <a:pt x="1133242" y="171155"/>
                  <a:pt x="1129725" y="170549"/>
                </a:cubicBezTo>
                <a:cubicBezTo>
                  <a:pt x="1126209" y="169943"/>
                  <a:pt x="1123056" y="169175"/>
                  <a:pt x="1120267" y="168245"/>
                </a:cubicBezTo>
                <a:cubicBezTo>
                  <a:pt x="1117478" y="167315"/>
                  <a:pt x="1115114" y="166345"/>
                  <a:pt x="1113173" y="165335"/>
                </a:cubicBezTo>
                <a:cubicBezTo>
                  <a:pt x="1111233" y="164324"/>
                  <a:pt x="1109819" y="163415"/>
                  <a:pt x="1108929" y="162607"/>
                </a:cubicBezTo>
                <a:cubicBezTo>
                  <a:pt x="1108040" y="161798"/>
                  <a:pt x="1107393" y="160667"/>
                  <a:pt x="1106989" y="159211"/>
                </a:cubicBezTo>
                <a:cubicBezTo>
                  <a:pt x="1106585" y="157756"/>
                  <a:pt x="1106383" y="155776"/>
                  <a:pt x="1106383" y="153270"/>
                </a:cubicBezTo>
                <a:cubicBezTo>
                  <a:pt x="1106383" y="151734"/>
                  <a:pt x="1106464" y="150440"/>
                  <a:pt x="1106625" y="149390"/>
                </a:cubicBezTo>
                <a:cubicBezTo>
                  <a:pt x="1106787" y="148339"/>
                  <a:pt x="1106989" y="147490"/>
                  <a:pt x="1107232" y="146843"/>
                </a:cubicBezTo>
                <a:cubicBezTo>
                  <a:pt x="1107474" y="146196"/>
                  <a:pt x="1107818" y="145732"/>
                  <a:pt x="1108262" y="145449"/>
                </a:cubicBezTo>
                <a:cubicBezTo>
                  <a:pt x="1108707" y="145166"/>
                  <a:pt x="1109212" y="145024"/>
                  <a:pt x="1109778" y="145024"/>
                </a:cubicBezTo>
                <a:cubicBezTo>
                  <a:pt x="1110667" y="145024"/>
                  <a:pt x="1111981" y="145570"/>
                  <a:pt x="1113719" y="146661"/>
                </a:cubicBezTo>
                <a:cubicBezTo>
                  <a:pt x="1115457" y="147753"/>
                  <a:pt x="1117599" y="148945"/>
                  <a:pt x="1120146" y="150238"/>
                </a:cubicBezTo>
                <a:cubicBezTo>
                  <a:pt x="1122692" y="151532"/>
                  <a:pt x="1125703" y="152724"/>
                  <a:pt x="1129179" y="153815"/>
                </a:cubicBezTo>
                <a:cubicBezTo>
                  <a:pt x="1132655" y="154907"/>
                  <a:pt x="1136657" y="155452"/>
                  <a:pt x="1141184" y="155452"/>
                </a:cubicBezTo>
                <a:cubicBezTo>
                  <a:pt x="1144579" y="155452"/>
                  <a:pt x="1147651" y="155089"/>
                  <a:pt x="1150400" y="154361"/>
                </a:cubicBezTo>
                <a:cubicBezTo>
                  <a:pt x="1153148" y="153631"/>
                  <a:pt x="1155533" y="152557"/>
                  <a:pt x="1157554" y="151140"/>
                </a:cubicBezTo>
                <a:cubicBezTo>
                  <a:pt x="1159575" y="149723"/>
                  <a:pt x="1161131" y="147921"/>
                  <a:pt x="1162222" y="145733"/>
                </a:cubicBezTo>
                <a:cubicBezTo>
                  <a:pt x="1163313" y="143545"/>
                  <a:pt x="1163859" y="140953"/>
                  <a:pt x="1163859" y="137957"/>
                </a:cubicBezTo>
                <a:cubicBezTo>
                  <a:pt x="1163859" y="134883"/>
                  <a:pt x="1163071" y="132293"/>
                  <a:pt x="1161495" y="130189"/>
                </a:cubicBezTo>
                <a:cubicBezTo>
                  <a:pt x="1159918" y="128085"/>
                  <a:pt x="1157837" y="126224"/>
                  <a:pt x="1155250" y="124607"/>
                </a:cubicBezTo>
                <a:cubicBezTo>
                  <a:pt x="1152663" y="122988"/>
                  <a:pt x="1149753" y="121552"/>
                  <a:pt x="1146519" y="120299"/>
                </a:cubicBezTo>
                <a:cubicBezTo>
                  <a:pt x="1143286" y="119044"/>
                  <a:pt x="1139951" y="117729"/>
                  <a:pt x="1136516" y="116354"/>
                </a:cubicBezTo>
                <a:cubicBezTo>
                  <a:pt x="1133080" y="114978"/>
                  <a:pt x="1129725" y="113419"/>
                  <a:pt x="1126451" y="111678"/>
                </a:cubicBezTo>
                <a:cubicBezTo>
                  <a:pt x="1123177" y="109938"/>
                  <a:pt x="1120247" y="107813"/>
                  <a:pt x="1117660" y="105305"/>
                </a:cubicBezTo>
                <a:cubicBezTo>
                  <a:pt x="1115073" y="102796"/>
                  <a:pt x="1112992" y="99803"/>
                  <a:pt x="1111415" y="96324"/>
                </a:cubicBezTo>
                <a:cubicBezTo>
                  <a:pt x="1109839" y="92846"/>
                  <a:pt x="1109051" y="88679"/>
                  <a:pt x="1109051" y="83823"/>
                </a:cubicBezTo>
                <a:cubicBezTo>
                  <a:pt x="1109051" y="79534"/>
                  <a:pt x="1109879" y="75427"/>
                  <a:pt x="1111536" y="71504"/>
                </a:cubicBezTo>
                <a:cubicBezTo>
                  <a:pt x="1113194" y="67578"/>
                  <a:pt x="1115679" y="64139"/>
                  <a:pt x="1118994" y="61186"/>
                </a:cubicBezTo>
                <a:cubicBezTo>
                  <a:pt x="1122308" y="58230"/>
                  <a:pt x="1126451" y="55863"/>
                  <a:pt x="1131423" y="54085"/>
                </a:cubicBezTo>
                <a:cubicBezTo>
                  <a:pt x="1136394" y="52304"/>
                  <a:pt x="1142194" y="51413"/>
                  <a:pt x="1148823" y="51413"/>
                </a:cubicBezTo>
                <a:cubicBezTo>
                  <a:pt x="1151733" y="51413"/>
                  <a:pt x="1154644" y="51660"/>
                  <a:pt x="1157554" y="52152"/>
                </a:cubicBezTo>
                <a:cubicBezTo>
                  <a:pt x="1160464" y="52645"/>
                  <a:pt x="1163091" y="53260"/>
                  <a:pt x="1165435" y="53998"/>
                </a:cubicBezTo>
                <a:cubicBezTo>
                  <a:pt x="1167780" y="54735"/>
                  <a:pt x="1169781" y="55535"/>
                  <a:pt x="1171438" y="56396"/>
                </a:cubicBezTo>
                <a:cubicBezTo>
                  <a:pt x="1173095" y="57258"/>
                  <a:pt x="1174348" y="58017"/>
                  <a:pt x="1175197" y="58674"/>
                </a:cubicBezTo>
                <a:cubicBezTo>
                  <a:pt x="1176046" y="59330"/>
                  <a:pt x="1176611" y="59901"/>
                  <a:pt x="1176894" y="60386"/>
                </a:cubicBezTo>
                <a:cubicBezTo>
                  <a:pt x="1177177" y="60871"/>
                  <a:pt x="1177379" y="61417"/>
                  <a:pt x="1177501" y="62023"/>
                </a:cubicBezTo>
                <a:cubicBezTo>
                  <a:pt x="1177622" y="62630"/>
                  <a:pt x="1177743" y="63377"/>
                  <a:pt x="1177864" y="64267"/>
                </a:cubicBezTo>
                <a:cubicBezTo>
                  <a:pt x="1177986" y="65156"/>
                  <a:pt x="1178046" y="66247"/>
                  <a:pt x="1178046" y="67541"/>
                </a:cubicBezTo>
                <a:cubicBezTo>
                  <a:pt x="1178046" y="68915"/>
                  <a:pt x="1177986" y="70107"/>
                  <a:pt x="1177864" y="71118"/>
                </a:cubicBezTo>
                <a:cubicBezTo>
                  <a:pt x="1177743" y="72128"/>
                  <a:pt x="1177541" y="72957"/>
                  <a:pt x="1177258" y="73603"/>
                </a:cubicBezTo>
                <a:cubicBezTo>
                  <a:pt x="1176975" y="74250"/>
                  <a:pt x="1176632" y="74715"/>
                  <a:pt x="1176227" y="74998"/>
                </a:cubicBezTo>
                <a:cubicBezTo>
                  <a:pt x="1175823" y="75281"/>
                  <a:pt x="1175379" y="75422"/>
                  <a:pt x="1174894" y="75422"/>
                </a:cubicBezTo>
                <a:cubicBezTo>
                  <a:pt x="1174166" y="75422"/>
                  <a:pt x="1173115" y="74971"/>
                  <a:pt x="1171741" y="74070"/>
                </a:cubicBezTo>
                <a:cubicBezTo>
                  <a:pt x="1170367" y="73168"/>
                  <a:pt x="1168588" y="72204"/>
                  <a:pt x="1166406" y="71178"/>
                </a:cubicBezTo>
                <a:cubicBezTo>
                  <a:pt x="1164223" y="70153"/>
                  <a:pt x="1161656" y="69189"/>
                  <a:pt x="1158706" y="68287"/>
                </a:cubicBezTo>
                <a:cubicBezTo>
                  <a:pt x="1155755" y="67385"/>
                  <a:pt x="1152380" y="66934"/>
                  <a:pt x="1148581" y="66934"/>
                </a:cubicBezTo>
                <a:cubicBezTo>
                  <a:pt x="1145185" y="66934"/>
                  <a:pt x="1142194" y="67320"/>
                  <a:pt x="1139608" y="68090"/>
                </a:cubicBezTo>
                <a:cubicBezTo>
                  <a:pt x="1137021" y="68858"/>
                  <a:pt x="1134899" y="69951"/>
                  <a:pt x="1133242" y="71368"/>
                </a:cubicBezTo>
                <a:cubicBezTo>
                  <a:pt x="1131584" y="72785"/>
                  <a:pt x="1130331" y="74466"/>
                  <a:pt x="1129483" y="76411"/>
                </a:cubicBezTo>
                <a:cubicBezTo>
                  <a:pt x="1128634" y="78354"/>
                  <a:pt x="1128209" y="80460"/>
                  <a:pt x="1128209" y="82728"/>
                </a:cubicBezTo>
                <a:cubicBezTo>
                  <a:pt x="1128209" y="85883"/>
                  <a:pt x="1129018" y="88533"/>
                  <a:pt x="1130635" y="90678"/>
                </a:cubicBezTo>
                <a:cubicBezTo>
                  <a:pt x="1132251" y="92823"/>
                  <a:pt x="1134353" y="94705"/>
                  <a:pt x="1136940" y="96324"/>
                </a:cubicBezTo>
                <a:cubicBezTo>
                  <a:pt x="1139527" y="97941"/>
                  <a:pt x="1142477" y="99397"/>
                  <a:pt x="1145792" y="100693"/>
                </a:cubicBezTo>
                <a:cubicBezTo>
                  <a:pt x="1149106" y="101987"/>
                  <a:pt x="1152481" y="103322"/>
                  <a:pt x="1155917" y="104698"/>
                </a:cubicBezTo>
                <a:cubicBezTo>
                  <a:pt x="1159352" y="106073"/>
                  <a:pt x="1162748" y="107610"/>
                  <a:pt x="1166102" y="109310"/>
                </a:cubicBezTo>
                <a:cubicBezTo>
                  <a:pt x="1169457" y="111010"/>
                  <a:pt x="1172428" y="113074"/>
                  <a:pt x="1175015" y="115502"/>
                </a:cubicBezTo>
                <a:cubicBezTo>
                  <a:pt x="1177602" y="117929"/>
                  <a:pt x="1179683" y="120843"/>
                  <a:pt x="1181260" y="124244"/>
                </a:cubicBezTo>
                <a:cubicBezTo>
                  <a:pt x="1182836" y="127641"/>
                  <a:pt x="1183624" y="131687"/>
                  <a:pt x="1183624" y="136381"/>
                </a:cubicBezTo>
                <a:close/>
                <a:moveTo>
                  <a:pt x="1232221" y="166002"/>
                </a:moveTo>
                <a:cubicBezTo>
                  <a:pt x="1232221" y="166649"/>
                  <a:pt x="1232059" y="167194"/>
                  <a:pt x="1231736" y="167639"/>
                </a:cubicBezTo>
                <a:cubicBezTo>
                  <a:pt x="1231413" y="168083"/>
                  <a:pt x="1230887" y="168467"/>
                  <a:pt x="1230160" y="168791"/>
                </a:cubicBezTo>
                <a:cubicBezTo>
                  <a:pt x="1229432" y="169114"/>
                  <a:pt x="1228421" y="169357"/>
                  <a:pt x="1227128" y="169518"/>
                </a:cubicBezTo>
                <a:cubicBezTo>
                  <a:pt x="1225835" y="169680"/>
                  <a:pt x="1224177" y="169761"/>
                  <a:pt x="1222157" y="169761"/>
                </a:cubicBezTo>
                <a:cubicBezTo>
                  <a:pt x="1220216" y="169761"/>
                  <a:pt x="1218600" y="169680"/>
                  <a:pt x="1217306" y="169518"/>
                </a:cubicBezTo>
                <a:cubicBezTo>
                  <a:pt x="1216013" y="169357"/>
                  <a:pt x="1214982" y="169114"/>
                  <a:pt x="1214214" y="168791"/>
                </a:cubicBezTo>
                <a:cubicBezTo>
                  <a:pt x="1213446" y="168467"/>
                  <a:pt x="1212921" y="168083"/>
                  <a:pt x="1212638" y="167639"/>
                </a:cubicBezTo>
                <a:cubicBezTo>
                  <a:pt x="1212355" y="167194"/>
                  <a:pt x="1212213" y="166649"/>
                  <a:pt x="1212213" y="166002"/>
                </a:cubicBezTo>
                <a:lnTo>
                  <a:pt x="1212213" y="56870"/>
                </a:lnTo>
                <a:cubicBezTo>
                  <a:pt x="1212213" y="56304"/>
                  <a:pt x="1212355" y="55779"/>
                  <a:pt x="1212638" y="55294"/>
                </a:cubicBezTo>
                <a:cubicBezTo>
                  <a:pt x="1212921" y="54809"/>
                  <a:pt x="1213446" y="54404"/>
                  <a:pt x="1214214" y="54081"/>
                </a:cubicBezTo>
                <a:cubicBezTo>
                  <a:pt x="1214982" y="53758"/>
                  <a:pt x="1216013" y="53515"/>
                  <a:pt x="1217306" y="53353"/>
                </a:cubicBezTo>
                <a:cubicBezTo>
                  <a:pt x="1218600" y="53192"/>
                  <a:pt x="1220216" y="53111"/>
                  <a:pt x="1222157" y="53111"/>
                </a:cubicBezTo>
                <a:cubicBezTo>
                  <a:pt x="1224177" y="53111"/>
                  <a:pt x="1225835" y="53192"/>
                  <a:pt x="1227128" y="53353"/>
                </a:cubicBezTo>
                <a:cubicBezTo>
                  <a:pt x="1228421" y="53515"/>
                  <a:pt x="1229432" y="53758"/>
                  <a:pt x="1230160" y="54081"/>
                </a:cubicBezTo>
                <a:cubicBezTo>
                  <a:pt x="1230887" y="54404"/>
                  <a:pt x="1231413" y="54809"/>
                  <a:pt x="1231736" y="55294"/>
                </a:cubicBezTo>
                <a:cubicBezTo>
                  <a:pt x="1232059" y="55779"/>
                  <a:pt x="1232221" y="56304"/>
                  <a:pt x="1232221" y="56870"/>
                </a:cubicBezTo>
                <a:lnTo>
                  <a:pt x="1232221" y="166002"/>
                </a:lnTo>
                <a:moveTo>
                  <a:pt x="1234525" y="19886"/>
                </a:moveTo>
                <a:cubicBezTo>
                  <a:pt x="1234525" y="24575"/>
                  <a:pt x="1233636" y="27768"/>
                  <a:pt x="1231857" y="29466"/>
                </a:cubicBezTo>
                <a:cubicBezTo>
                  <a:pt x="1230079" y="31163"/>
                  <a:pt x="1226805" y="32012"/>
                  <a:pt x="1222035" y="32012"/>
                </a:cubicBezTo>
                <a:cubicBezTo>
                  <a:pt x="1217347" y="32012"/>
                  <a:pt x="1214133" y="31183"/>
                  <a:pt x="1212395" y="29526"/>
                </a:cubicBezTo>
                <a:cubicBezTo>
                  <a:pt x="1210657" y="27869"/>
                  <a:pt x="1209788" y="24737"/>
                  <a:pt x="1209788" y="20129"/>
                </a:cubicBezTo>
                <a:cubicBezTo>
                  <a:pt x="1209788" y="15440"/>
                  <a:pt x="1210677" y="12247"/>
                  <a:pt x="1212456" y="10549"/>
                </a:cubicBezTo>
                <a:cubicBezTo>
                  <a:pt x="1214234" y="8852"/>
                  <a:pt x="1217508" y="8003"/>
                  <a:pt x="1222278" y="8003"/>
                </a:cubicBezTo>
                <a:cubicBezTo>
                  <a:pt x="1226966" y="8003"/>
                  <a:pt x="1230180" y="8832"/>
                  <a:pt x="1231918" y="10489"/>
                </a:cubicBezTo>
                <a:cubicBezTo>
                  <a:pt x="1233656" y="12146"/>
                  <a:pt x="1234525" y="15278"/>
                  <a:pt x="1234525" y="19886"/>
                </a:cubicBezTo>
                <a:close/>
                <a:moveTo>
                  <a:pt x="1337841" y="136381"/>
                </a:moveTo>
                <a:cubicBezTo>
                  <a:pt x="1337841" y="141964"/>
                  <a:pt x="1336810" y="146940"/>
                  <a:pt x="1334749" y="151311"/>
                </a:cubicBezTo>
                <a:cubicBezTo>
                  <a:pt x="1332687" y="155679"/>
                  <a:pt x="1329757" y="159360"/>
                  <a:pt x="1325958" y="162357"/>
                </a:cubicBezTo>
                <a:cubicBezTo>
                  <a:pt x="1322158" y="165350"/>
                  <a:pt x="1317631" y="167615"/>
                  <a:pt x="1312377" y="169151"/>
                </a:cubicBezTo>
                <a:cubicBezTo>
                  <a:pt x="1307122" y="170689"/>
                  <a:pt x="1301342" y="171458"/>
                  <a:pt x="1295037" y="171458"/>
                </a:cubicBezTo>
                <a:cubicBezTo>
                  <a:pt x="1291157" y="171458"/>
                  <a:pt x="1287458" y="171155"/>
                  <a:pt x="1283942" y="170549"/>
                </a:cubicBezTo>
                <a:cubicBezTo>
                  <a:pt x="1280425" y="169943"/>
                  <a:pt x="1277273" y="169175"/>
                  <a:pt x="1274484" y="168245"/>
                </a:cubicBezTo>
                <a:cubicBezTo>
                  <a:pt x="1271695" y="167315"/>
                  <a:pt x="1269330" y="166345"/>
                  <a:pt x="1267390" y="165335"/>
                </a:cubicBezTo>
                <a:cubicBezTo>
                  <a:pt x="1265450" y="164324"/>
                  <a:pt x="1264035" y="163415"/>
                  <a:pt x="1263146" y="162607"/>
                </a:cubicBezTo>
                <a:cubicBezTo>
                  <a:pt x="1262257" y="161798"/>
                  <a:pt x="1261610" y="160667"/>
                  <a:pt x="1261206" y="159211"/>
                </a:cubicBezTo>
                <a:cubicBezTo>
                  <a:pt x="1260802" y="157756"/>
                  <a:pt x="1260600" y="155776"/>
                  <a:pt x="1260600" y="153270"/>
                </a:cubicBezTo>
                <a:cubicBezTo>
                  <a:pt x="1260600" y="151734"/>
                  <a:pt x="1260681" y="150440"/>
                  <a:pt x="1260842" y="149390"/>
                </a:cubicBezTo>
                <a:cubicBezTo>
                  <a:pt x="1261004" y="148339"/>
                  <a:pt x="1261206" y="147490"/>
                  <a:pt x="1261448" y="146843"/>
                </a:cubicBezTo>
                <a:cubicBezTo>
                  <a:pt x="1261691" y="146196"/>
                  <a:pt x="1262035" y="145732"/>
                  <a:pt x="1262479" y="145449"/>
                </a:cubicBezTo>
                <a:cubicBezTo>
                  <a:pt x="1262924" y="145166"/>
                  <a:pt x="1263429" y="145024"/>
                  <a:pt x="1263995" y="145024"/>
                </a:cubicBezTo>
                <a:cubicBezTo>
                  <a:pt x="1264884" y="145024"/>
                  <a:pt x="1266198" y="145570"/>
                  <a:pt x="1267936" y="146661"/>
                </a:cubicBezTo>
                <a:cubicBezTo>
                  <a:pt x="1269674" y="147753"/>
                  <a:pt x="1271816" y="148945"/>
                  <a:pt x="1274362" y="150238"/>
                </a:cubicBezTo>
                <a:cubicBezTo>
                  <a:pt x="1276909" y="151532"/>
                  <a:pt x="1279920" y="152724"/>
                  <a:pt x="1283396" y="153815"/>
                </a:cubicBezTo>
                <a:cubicBezTo>
                  <a:pt x="1286872" y="154907"/>
                  <a:pt x="1290874" y="155452"/>
                  <a:pt x="1295401" y="155452"/>
                </a:cubicBezTo>
                <a:cubicBezTo>
                  <a:pt x="1298796" y="155452"/>
                  <a:pt x="1301868" y="155089"/>
                  <a:pt x="1304616" y="154361"/>
                </a:cubicBezTo>
                <a:cubicBezTo>
                  <a:pt x="1307365" y="153631"/>
                  <a:pt x="1309749" y="152557"/>
                  <a:pt x="1311770" y="151140"/>
                </a:cubicBezTo>
                <a:cubicBezTo>
                  <a:pt x="1313791" y="149723"/>
                  <a:pt x="1315348" y="147921"/>
                  <a:pt x="1316439" y="145733"/>
                </a:cubicBezTo>
                <a:cubicBezTo>
                  <a:pt x="1317530" y="143545"/>
                  <a:pt x="1318076" y="140953"/>
                  <a:pt x="1318076" y="137957"/>
                </a:cubicBezTo>
                <a:cubicBezTo>
                  <a:pt x="1318076" y="134883"/>
                  <a:pt x="1317288" y="132293"/>
                  <a:pt x="1315711" y="130189"/>
                </a:cubicBezTo>
                <a:cubicBezTo>
                  <a:pt x="1314135" y="128085"/>
                  <a:pt x="1312053" y="126224"/>
                  <a:pt x="1309467" y="124607"/>
                </a:cubicBezTo>
                <a:cubicBezTo>
                  <a:pt x="1306880" y="122988"/>
                  <a:pt x="1303970" y="121552"/>
                  <a:pt x="1300736" y="120299"/>
                </a:cubicBezTo>
                <a:cubicBezTo>
                  <a:pt x="1297502" y="119044"/>
                  <a:pt x="1294168" y="117729"/>
                  <a:pt x="1290732" y="116354"/>
                </a:cubicBezTo>
                <a:cubicBezTo>
                  <a:pt x="1287297" y="114978"/>
                  <a:pt x="1283942" y="113419"/>
                  <a:pt x="1280668" y="111678"/>
                </a:cubicBezTo>
                <a:cubicBezTo>
                  <a:pt x="1277394" y="109938"/>
                  <a:pt x="1274463" y="107813"/>
                  <a:pt x="1271877" y="105305"/>
                </a:cubicBezTo>
                <a:cubicBezTo>
                  <a:pt x="1269290" y="102796"/>
                  <a:pt x="1267208" y="99803"/>
                  <a:pt x="1265632" y="96324"/>
                </a:cubicBezTo>
                <a:cubicBezTo>
                  <a:pt x="1264056" y="92846"/>
                  <a:pt x="1263267" y="88679"/>
                  <a:pt x="1263267" y="83823"/>
                </a:cubicBezTo>
                <a:cubicBezTo>
                  <a:pt x="1263267" y="79534"/>
                  <a:pt x="1264096" y="75427"/>
                  <a:pt x="1265753" y="71504"/>
                </a:cubicBezTo>
                <a:cubicBezTo>
                  <a:pt x="1267410" y="67578"/>
                  <a:pt x="1269896" y="64139"/>
                  <a:pt x="1273210" y="61186"/>
                </a:cubicBezTo>
                <a:cubicBezTo>
                  <a:pt x="1276525" y="58230"/>
                  <a:pt x="1280668" y="55863"/>
                  <a:pt x="1285639" y="54085"/>
                </a:cubicBezTo>
                <a:cubicBezTo>
                  <a:pt x="1290611" y="52304"/>
                  <a:pt x="1296411" y="51413"/>
                  <a:pt x="1303040" y="51413"/>
                </a:cubicBezTo>
                <a:cubicBezTo>
                  <a:pt x="1305950" y="51413"/>
                  <a:pt x="1308860" y="51660"/>
                  <a:pt x="1311770" y="52152"/>
                </a:cubicBezTo>
                <a:cubicBezTo>
                  <a:pt x="1314681" y="52645"/>
                  <a:pt x="1317308" y="53260"/>
                  <a:pt x="1319652" y="53998"/>
                </a:cubicBezTo>
                <a:cubicBezTo>
                  <a:pt x="1321997" y="54735"/>
                  <a:pt x="1323997" y="55535"/>
                  <a:pt x="1325654" y="56396"/>
                </a:cubicBezTo>
                <a:cubicBezTo>
                  <a:pt x="1327312" y="57258"/>
                  <a:pt x="1328565" y="58017"/>
                  <a:pt x="1329413" y="58674"/>
                </a:cubicBezTo>
                <a:cubicBezTo>
                  <a:pt x="1330262" y="59330"/>
                  <a:pt x="1330828" y="59901"/>
                  <a:pt x="1331111" y="60386"/>
                </a:cubicBezTo>
                <a:cubicBezTo>
                  <a:pt x="1331394" y="60871"/>
                  <a:pt x="1331596" y="61417"/>
                  <a:pt x="1331717" y="62023"/>
                </a:cubicBezTo>
                <a:cubicBezTo>
                  <a:pt x="1331839" y="62630"/>
                  <a:pt x="1331960" y="63377"/>
                  <a:pt x="1332081" y="64267"/>
                </a:cubicBezTo>
                <a:cubicBezTo>
                  <a:pt x="1332202" y="65156"/>
                  <a:pt x="1332263" y="66247"/>
                  <a:pt x="1332263" y="67541"/>
                </a:cubicBezTo>
                <a:cubicBezTo>
                  <a:pt x="1332263" y="68915"/>
                  <a:pt x="1332202" y="70107"/>
                  <a:pt x="1332081" y="71118"/>
                </a:cubicBezTo>
                <a:cubicBezTo>
                  <a:pt x="1331960" y="72128"/>
                  <a:pt x="1331758" y="72957"/>
                  <a:pt x="1331475" y="73603"/>
                </a:cubicBezTo>
                <a:cubicBezTo>
                  <a:pt x="1331192" y="74250"/>
                  <a:pt x="1330848" y="74715"/>
                  <a:pt x="1330444" y="74998"/>
                </a:cubicBezTo>
                <a:cubicBezTo>
                  <a:pt x="1330040" y="75281"/>
                  <a:pt x="1329595" y="75422"/>
                  <a:pt x="1329110" y="75422"/>
                </a:cubicBezTo>
                <a:cubicBezTo>
                  <a:pt x="1328383" y="75422"/>
                  <a:pt x="1327332" y="74971"/>
                  <a:pt x="1325958" y="74070"/>
                </a:cubicBezTo>
                <a:cubicBezTo>
                  <a:pt x="1324583" y="73168"/>
                  <a:pt x="1322805" y="72204"/>
                  <a:pt x="1320622" y="71178"/>
                </a:cubicBezTo>
                <a:cubicBezTo>
                  <a:pt x="1318440" y="70153"/>
                  <a:pt x="1315873" y="69189"/>
                  <a:pt x="1312922" y="68287"/>
                </a:cubicBezTo>
                <a:cubicBezTo>
                  <a:pt x="1309972" y="67385"/>
                  <a:pt x="1306597" y="66934"/>
                  <a:pt x="1302797" y="66934"/>
                </a:cubicBezTo>
                <a:cubicBezTo>
                  <a:pt x="1299402" y="66934"/>
                  <a:pt x="1296411" y="67320"/>
                  <a:pt x="1293824" y="68090"/>
                </a:cubicBezTo>
                <a:cubicBezTo>
                  <a:pt x="1291237" y="68858"/>
                  <a:pt x="1289115" y="69951"/>
                  <a:pt x="1287458" y="71368"/>
                </a:cubicBezTo>
                <a:cubicBezTo>
                  <a:pt x="1285801" y="72785"/>
                  <a:pt x="1284548" y="74466"/>
                  <a:pt x="1283699" y="76411"/>
                </a:cubicBezTo>
                <a:cubicBezTo>
                  <a:pt x="1282850" y="78354"/>
                  <a:pt x="1282426" y="80460"/>
                  <a:pt x="1282426" y="82728"/>
                </a:cubicBezTo>
                <a:cubicBezTo>
                  <a:pt x="1282426" y="85883"/>
                  <a:pt x="1283234" y="88533"/>
                  <a:pt x="1284851" y="90678"/>
                </a:cubicBezTo>
                <a:cubicBezTo>
                  <a:pt x="1286468" y="92823"/>
                  <a:pt x="1288570" y="94705"/>
                  <a:pt x="1291157" y="96324"/>
                </a:cubicBezTo>
                <a:cubicBezTo>
                  <a:pt x="1293743" y="97941"/>
                  <a:pt x="1296694" y="99397"/>
                  <a:pt x="1300008" y="100693"/>
                </a:cubicBezTo>
                <a:cubicBezTo>
                  <a:pt x="1303323" y="101987"/>
                  <a:pt x="1306698" y="103322"/>
                  <a:pt x="1310133" y="104698"/>
                </a:cubicBezTo>
                <a:cubicBezTo>
                  <a:pt x="1313569" y="106073"/>
                  <a:pt x="1316964" y="107610"/>
                  <a:pt x="1320319" y="109310"/>
                </a:cubicBezTo>
                <a:cubicBezTo>
                  <a:pt x="1323674" y="111010"/>
                  <a:pt x="1326645" y="113074"/>
                  <a:pt x="1329232" y="115502"/>
                </a:cubicBezTo>
                <a:cubicBezTo>
                  <a:pt x="1331818" y="117929"/>
                  <a:pt x="1333900" y="120843"/>
                  <a:pt x="1335476" y="124244"/>
                </a:cubicBezTo>
                <a:cubicBezTo>
                  <a:pt x="1337053" y="127641"/>
                  <a:pt x="1337841" y="131687"/>
                  <a:pt x="1337841" y="136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6E836-F384-4C07-B6B4-F459B38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810" y="4291572"/>
            <a:ext cx="2078965" cy="1300032"/>
          </a:xfrm>
          <a:custGeom xmlns:a="http://schemas.openxmlformats.org/drawingml/2006/main">
            <a:pathLst>
              <a:path w="2078965" h="1300032">
                <a:moveTo>
                  <a:pt x="0" y="216672"/>
                </a:moveTo>
                <a:cubicBezTo>
                  <a:pt x="0" y="97027"/>
                  <a:pt x="97027" y="0"/>
                  <a:pt x="216672" y="0"/>
                </a:cubicBezTo>
                <a:lnTo>
                  <a:pt x="1862293" y="0"/>
                </a:lnTo>
                <a:cubicBezTo>
                  <a:pt x="1981938" y="0"/>
                  <a:pt x="2078965" y="97027"/>
                  <a:pt x="2078965" y="216672"/>
                </a:cubicBezTo>
                <a:lnTo>
                  <a:pt x="2078965" y="1083360"/>
                </a:lnTo>
                <a:cubicBezTo>
                  <a:pt x="2078965" y="1203004"/>
                  <a:pt x="1981938" y="1300032"/>
                  <a:pt x="1862293" y="1300032"/>
                </a:cubicBezTo>
                <a:lnTo>
                  <a:pt x="216672" y="1300032"/>
                </a:lnTo>
                <a:cubicBezTo>
                  <a:pt x="97027" y="1300032"/>
                  <a:pt x="0" y="1203004"/>
                  <a:pt x="0" y="1083360"/>
                </a:cubicBezTo>
                <a:lnTo>
                  <a:pt x="0" y="216672"/>
                </a:lnTo>
                <a:close/>
              </a:path>
            </a:pathLst>
          </a:custGeom>
          <a:solidFill xmlns:a="http://schemas.openxmlformats.org/drawingml/2006/main">
            <a:srgbClr val="DDB1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D66BA-F822-4864-BF35-E004110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810" y="4291572"/>
            <a:ext cx="2078965" cy="1300032"/>
          </a:xfrm>
          <a:custGeom xmlns:a="http://schemas.openxmlformats.org/drawingml/2006/main">
            <a:pathLst>
              <a:path w="2078965" h="1300032" fill="none">
                <a:moveTo>
                  <a:pt x="0" y="216672"/>
                </a:moveTo>
                <a:cubicBezTo>
                  <a:pt x="0" y="97027"/>
                  <a:pt x="97027" y="0"/>
                  <a:pt x="216672" y="0"/>
                </a:cubicBezTo>
                <a:lnTo>
                  <a:pt x="1862293" y="0"/>
                </a:lnTo>
                <a:cubicBezTo>
                  <a:pt x="1981938" y="0"/>
                  <a:pt x="2078965" y="97027"/>
                  <a:pt x="2078965" y="216672"/>
                </a:cubicBezTo>
                <a:lnTo>
                  <a:pt x="2078965" y="1083360"/>
                </a:lnTo>
                <a:cubicBezTo>
                  <a:pt x="2078965" y="1203004"/>
                  <a:pt x="1981938" y="1300032"/>
                  <a:pt x="1862293" y="1300032"/>
                </a:cubicBezTo>
                <a:lnTo>
                  <a:pt x="216672" y="1300032"/>
                </a:lnTo>
                <a:cubicBezTo>
                  <a:pt x="97027" y="1300032"/>
                  <a:pt x="0" y="1203004"/>
                  <a:pt x="0" y="1083360"/>
                </a:cubicBezTo>
                <a:lnTo>
                  <a:pt x="0" y="216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00000"/>
            </a:solidFill>
            <a:miter/>
          </a:ln>
        </p:spPr>
      </p:sp>
      <p:sp>
        <p:nvSpPr>
          <p:cNvPr id="49" name="Text NativeCallAnalysis">
            <a:extLst xmlns:a="http://schemas.openxmlformats.org/drawingml/2006/main">
              <a:ext uri="{FF2B5EF4-FFF2-40B4-BE49-F238E27FC236}">
                <a16:creationId xmlns:a16="http://schemas.microsoft.com/office/drawing/2014/main" id="{D2A2AA3E-0F34-403C-9EF0-A2F65F1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901" y="4420145"/>
            <a:ext cx="1740152" cy="194533"/>
          </a:xfrm>
          <a:custGeom xmlns:a="http://schemas.openxmlformats.org/drawingml/2006/main">
            <a:pathLst>
              <a:path w="1740152" h="194533">
                <a:moveTo>
                  <a:pt x="108222" y="146495"/>
                </a:moveTo>
                <a:cubicBezTo>
                  <a:pt x="108222" y="147972"/>
                  <a:pt x="107982" y="149229"/>
                  <a:pt x="107502" y="150264"/>
                </a:cubicBezTo>
                <a:cubicBezTo>
                  <a:pt x="107023" y="151299"/>
                  <a:pt x="106396" y="152150"/>
                  <a:pt x="105621" y="152816"/>
                </a:cubicBezTo>
                <a:cubicBezTo>
                  <a:pt x="104847" y="153480"/>
                  <a:pt x="103980" y="153959"/>
                  <a:pt x="103021" y="154254"/>
                </a:cubicBezTo>
                <a:cubicBezTo>
                  <a:pt x="102062" y="154550"/>
                  <a:pt x="101103" y="154697"/>
                  <a:pt x="100144" y="154697"/>
                </a:cubicBezTo>
                <a:lnTo>
                  <a:pt x="94058" y="154697"/>
                </a:lnTo>
                <a:cubicBezTo>
                  <a:pt x="92140" y="154697"/>
                  <a:pt x="90461" y="154492"/>
                  <a:pt x="89023" y="154082"/>
                </a:cubicBezTo>
                <a:cubicBezTo>
                  <a:pt x="87584" y="153671"/>
                  <a:pt x="86219" y="152925"/>
                  <a:pt x="84928" y="151844"/>
                </a:cubicBezTo>
                <a:cubicBezTo>
                  <a:pt x="83637" y="150763"/>
                  <a:pt x="82347" y="149290"/>
                  <a:pt x="81056" y="147425"/>
                </a:cubicBezTo>
                <a:cubicBezTo>
                  <a:pt x="79765" y="145560"/>
                  <a:pt x="78344" y="143189"/>
                  <a:pt x="76795" y="140312"/>
                </a:cubicBezTo>
                <a:lnTo>
                  <a:pt x="31648" y="58869"/>
                </a:lnTo>
                <a:cubicBezTo>
                  <a:pt x="29287" y="54664"/>
                  <a:pt x="26908" y="50256"/>
                  <a:pt x="24510" y="45646"/>
                </a:cubicBezTo>
                <a:cubicBezTo>
                  <a:pt x="22113" y="41035"/>
                  <a:pt x="19881" y="36553"/>
                  <a:pt x="17816" y="32201"/>
                </a:cubicBezTo>
                <a:lnTo>
                  <a:pt x="17594" y="32201"/>
                </a:lnTo>
                <a:cubicBezTo>
                  <a:pt x="17742" y="37512"/>
                  <a:pt x="17852" y="42935"/>
                  <a:pt x="17926" y="48467"/>
                </a:cubicBezTo>
                <a:cubicBezTo>
                  <a:pt x="18000" y="54000"/>
                  <a:pt x="18037" y="59496"/>
                  <a:pt x="18037" y="64955"/>
                </a:cubicBezTo>
                <a:lnTo>
                  <a:pt x="18037" y="151377"/>
                </a:lnTo>
                <a:cubicBezTo>
                  <a:pt x="18037" y="151894"/>
                  <a:pt x="17889" y="152392"/>
                  <a:pt x="17594" y="152871"/>
                </a:cubicBezTo>
                <a:cubicBezTo>
                  <a:pt x="17299" y="153351"/>
                  <a:pt x="16801" y="153720"/>
                  <a:pt x="16100" y="153978"/>
                </a:cubicBezTo>
                <a:cubicBezTo>
                  <a:pt x="15400" y="154236"/>
                  <a:pt x="14477" y="154457"/>
                  <a:pt x="13334" y="154642"/>
                </a:cubicBezTo>
                <a:cubicBezTo>
                  <a:pt x="12191" y="154826"/>
                  <a:pt x="10734" y="154918"/>
                  <a:pt x="8963" y="154918"/>
                </a:cubicBezTo>
                <a:cubicBezTo>
                  <a:pt x="7193" y="154918"/>
                  <a:pt x="5736" y="154826"/>
                  <a:pt x="4592" y="154642"/>
                </a:cubicBezTo>
                <a:cubicBezTo>
                  <a:pt x="3449" y="154457"/>
                  <a:pt x="2545" y="154236"/>
                  <a:pt x="1881" y="153978"/>
                </a:cubicBezTo>
                <a:cubicBezTo>
                  <a:pt x="1217" y="153720"/>
                  <a:pt x="738" y="153351"/>
                  <a:pt x="443" y="152871"/>
                </a:cubicBezTo>
                <a:cubicBezTo>
                  <a:pt x="148" y="152392"/>
                  <a:pt x="0" y="151894"/>
                  <a:pt x="0" y="151377"/>
                </a:cubicBezTo>
                <a:lnTo>
                  <a:pt x="0" y="19254"/>
                </a:lnTo>
                <a:cubicBezTo>
                  <a:pt x="0" y="16303"/>
                  <a:pt x="811" y="14201"/>
                  <a:pt x="2434" y="12947"/>
                </a:cubicBezTo>
                <a:cubicBezTo>
                  <a:pt x="4057" y="11693"/>
                  <a:pt x="5828" y="11066"/>
                  <a:pt x="7746" y="11066"/>
                </a:cubicBezTo>
                <a:lnTo>
                  <a:pt x="16820" y="11066"/>
                </a:lnTo>
                <a:cubicBezTo>
                  <a:pt x="18959" y="11066"/>
                  <a:pt x="20748" y="11250"/>
                  <a:pt x="22187" y="11619"/>
                </a:cubicBezTo>
                <a:cubicBezTo>
                  <a:pt x="23625" y="11988"/>
                  <a:pt x="24916" y="12596"/>
                  <a:pt x="26059" y="13445"/>
                </a:cubicBezTo>
                <a:cubicBezTo>
                  <a:pt x="27203" y="14293"/>
                  <a:pt x="28309" y="15473"/>
                  <a:pt x="29379" y="16986"/>
                </a:cubicBezTo>
                <a:cubicBezTo>
                  <a:pt x="30449" y="18498"/>
                  <a:pt x="31611" y="20398"/>
                  <a:pt x="32865" y="22684"/>
                </a:cubicBezTo>
                <a:lnTo>
                  <a:pt x="67611" y="85537"/>
                </a:lnTo>
                <a:cubicBezTo>
                  <a:pt x="69750" y="89373"/>
                  <a:pt x="71816" y="93117"/>
                  <a:pt x="73808" y="96769"/>
                </a:cubicBezTo>
                <a:cubicBezTo>
                  <a:pt x="75799" y="100420"/>
                  <a:pt x="77717" y="104017"/>
                  <a:pt x="79562" y="107558"/>
                </a:cubicBezTo>
                <a:cubicBezTo>
                  <a:pt x="81406" y="111099"/>
                  <a:pt x="83232" y="114584"/>
                  <a:pt x="85039" y="118015"/>
                </a:cubicBezTo>
                <a:cubicBezTo>
                  <a:pt x="86847" y="121445"/>
                  <a:pt x="88635" y="124894"/>
                  <a:pt x="90406" y="128361"/>
                </a:cubicBezTo>
                <a:lnTo>
                  <a:pt x="90517" y="128361"/>
                </a:lnTo>
                <a:cubicBezTo>
                  <a:pt x="90369" y="122528"/>
                  <a:pt x="90277" y="116455"/>
                  <a:pt x="90240" y="110141"/>
                </a:cubicBezTo>
                <a:cubicBezTo>
                  <a:pt x="90203" y="103826"/>
                  <a:pt x="90185" y="97753"/>
                  <a:pt x="90185" y="91921"/>
                </a:cubicBezTo>
                <a:lnTo>
                  <a:pt x="90185" y="14167"/>
                </a:lnTo>
                <a:cubicBezTo>
                  <a:pt x="90185" y="13651"/>
                  <a:pt x="90332" y="13172"/>
                  <a:pt x="90627" y="12729"/>
                </a:cubicBezTo>
                <a:cubicBezTo>
                  <a:pt x="90922" y="12284"/>
                  <a:pt x="91420" y="11896"/>
                  <a:pt x="92121" y="11564"/>
                </a:cubicBezTo>
                <a:cubicBezTo>
                  <a:pt x="92822" y="11232"/>
                  <a:pt x="93744" y="10992"/>
                  <a:pt x="94888" y="10844"/>
                </a:cubicBezTo>
                <a:cubicBezTo>
                  <a:pt x="96031" y="10697"/>
                  <a:pt x="97525" y="10623"/>
                  <a:pt x="99369" y="10623"/>
                </a:cubicBezTo>
                <a:cubicBezTo>
                  <a:pt x="100992" y="10623"/>
                  <a:pt x="102394" y="10697"/>
                  <a:pt x="103574" y="10844"/>
                </a:cubicBezTo>
                <a:cubicBezTo>
                  <a:pt x="104754" y="10992"/>
                  <a:pt x="105676" y="11233"/>
                  <a:pt x="106340" y="11567"/>
                </a:cubicBezTo>
                <a:cubicBezTo>
                  <a:pt x="107004" y="11899"/>
                  <a:pt x="107484" y="12286"/>
                  <a:pt x="107779" y="12729"/>
                </a:cubicBezTo>
                <a:cubicBezTo>
                  <a:pt x="108074" y="13172"/>
                  <a:pt x="108222" y="13652"/>
                  <a:pt x="108222" y="14171"/>
                </a:cubicBezTo>
                <a:lnTo>
                  <a:pt x="108222" y="146495"/>
                </a:lnTo>
                <a:close/>
                <a:moveTo>
                  <a:pt x="219321" y="151599"/>
                </a:moveTo>
                <a:cubicBezTo>
                  <a:pt x="219321" y="152484"/>
                  <a:pt x="219026" y="153148"/>
                  <a:pt x="218436" y="153591"/>
                </a:cubicBezTo>
                <a:cubicBezTo>
                  <a:pt x="217846" y="154033"/>
                  <a:pt x="217034" y="154365"/>
                  <a:pt x="216001" y="154586"/>
                </a:cubicBezTo>
                <a:cubicBezTo>
                  <a:pt x="214969" y="154808"/>
                  <a:pt x="213456" y="154918"/>
                  <a:pt x="211465" y="154918"/>
                </a:cubicBezTo>
                <a:cubicBezTo>
                  <a:pt x="209547" y="154918"/>
                  <a:pt x="208016" y="154808"/>
                  <a:pt x="206872" y="154586"/>
                </a:cubicBezTo>
                <a:cubicBezTo>
                  <a:pt x="205729" y="154365"/>
                  <a:pt x="204899" y="154033"/>
                  <a:pt x="204383" y="153591"/>
                </a:cubicBezTo>
                <a:cubicBezTo>
                  <a:pt x="203866" y="153148"/>
                  <a:pt x="203608" y="152484"/>
                  <a:pt x="203608" y="151599"/>
                </a:cubicBezTo>
                <a:lnTo>
                  <a:pt x="203608" y="141640"/>
                </a:lnTo>
                <a:cubicBezTo>
                  <a:pt x="199256" y="146287"/>
                  <a:pt x="194405" y="149920"/>
                  <a:pt x="189057" y="152539"/>
                </a:cubicBezTo>
                <a:cubicBezTo>
                  <a:pt x="183708" y="155158"/>
                  <a:pt x="178046" y="156468"/>
                  <a:pt x="172071" y="156468"/>
                </a:cubicBezTo>
                <a:cubicBezTo>
                  <a:pt x="166833" y="156468"/>
                  <a:pt x="162094" y="155783"/>
                  <a:pt x="157852" y="154414"/>
                </a:cubicBezTo>
                <a:cubicBezTo>
                  <a:pt x="153610" y="153044"/>
                  <a:pt x="149995" y="151064"/>
                  <a:pt x="147007" y="148473"/>
                </a:cubicBezTo>
                <a:cubicBezTo>
                  <a:pt x="144020" y="145881"/>
                  <a:pt x="141696" y="142699"/>
                  <a:pt x="140036" y="138925"/>
                </a:cubicBezTo>
                <a:cubicBezTo>
                  <a:pt x="138376" y="135149"/>
                  <a:pt x="137546" y="130854"/>
                  <a:pt x="137546" y="126041"/>
                </a:cubicBezTo>
                <a:cubicBezTo>
                  <a:pt x="137546" y="120416"/>
                  <a:pt x="138690" y="115531"/>
                  <a:pt x="140977" y="111386"/>
                </a:cubicBezTo>
                <a:cubicBezTo>
                  <a:pt x="143264" y="107238"/>
                  <a:pt x="146546" y="103795"/>
                  <a:pt x="150825" y="101057"/>
                </a:cubicBezTo>
                <a:cubicBezTo>
                  <a:pt x="155104" y="98318"/>
                  <a:pt x="160342" y="96264"/>
                  <a:pt x="166538" y="94894"/>
                </a:cubicBezTo>
                <a:cubicBezTo>
                  <a:pt x="172735" y="93525"/>
                  <a:pt x="179706" y="92840"/>
                  <a:pt x="187452" y="92840"/>
                </a:cubicBezTo>
                <a:lnTo>
                  <a:pt x="201174" y="92840"/>
                </a:lnTo>
                <a:lnTo>
                  <a:pt x="201174" y="85122"/>
                </a:lnTo>
                <a:cubicBezTo>
                  <a:pt x="201174" y="81300"/>
                  <a:pt x="200768" y="77919"/>
                  <a:pt x="199956" y="74980"/>
                </a:cubicBezTo>
                <a:cubicBezTo>
                  <a:pt x="199145" y="72038"/>
                  <a:pt x="197835" y="69593"/>
                  <a:pt x="196028" y="67645"/>
                </a:cubicBezTo>
                <a:cubicBezTo>
                  <a:pt x="194221" y="65697"/>
                  <a:pt x="191878" y="64228"/>
                  <a:pt x="189001" y="63236"/>
                </a:cubicBezTo>
                <a:cubicBezTo>
                  <a:pt x="186124" y="62243"/>
                  <a:pt x="182583" y="61746"/>
                  <a:pt x="178378" y="61746"/>
                </a:cubicBezTo>
                <a:cubicBezTo>
                  <a:pt x="173878" y="61746"/>
                  <a:pt x="169839" y="62275"/>
                  <a:pt x="166262" y="63333"/>
                </a:cubicBezTo>
                <a:cubicBezTo>
                  <a:pt x="162684" y="64391"/>
                  <a:pt x="159548" y="65559"/>
                  <a:pt x="156856" y="66836"/>
                </a:cubicBezTo>
                <a:cubicBezTo>
                  <a:pt x="154163" y="68113"/>
                  <a:pt x="151913" y="69281"/>
                  <a:pt x="150106" y="70339"/>
                </a:cubicBezTo>
                <a:cubicBezTo>
                  <a:pt x="148298" y="71397"/>
                  <a:pt x="146952" y="71926"/>
                  <a:pt x="146067" y="71926"/>
                </a:cubicBezTo>
                <a:cubicBezTo>
                  <a:pt x="145477" y="71926"/>
                  <a:pt x="144960" y="71779"/>
                  <a:pt x="144518" y="71484"/>
                </a:cubicBezTo>
                <a:cubicBezTo>
                  <a:pt x="144075" y="71189"/>
                  <a:pt x="143688" y="70746"/>
                  <a:pt x="143356" y="70156"/>
                </a:cubicBezTo>
                <a:cubicBezTo>
                  <a:pt x="143024" y="69566"/>
                  <a:pt x="142784" y="68810"/>
                  <a:pt x="142637" y="67887"/>
                </a:cubicBezTo>
                <a:cubicBezTo>
                  <a:pt x="142489" y="66965"/>
                  <a:pt x="142415" y="65951"/>
                  <a:pt x="142415" y="64844"/>
                </a:cubicBezTo>
                <a:cubicBezTo>
                  <a:pt x="142415" y="63000"/>
                  <a:pt x="142544" y="61543"/>
                  <a:pt x="142803" y="60474"/>
                </a:cubicBezTo>
                <a:cubicBezTo>
                  <a:pt x="143061" y="59404"/>
                  <a:pt x="143688" y="58389"/>
                  <a:pt x="144684" y="57430"/>
                </a:cubicBezTo>
                <a:cubicBezTo>
                  <a:pt x="145680" y="56471"/>
                  <a:pt x="147395" y="55355"/>
                  <a:pt x="149829" y="54080"/>
                </a:cubicBezTo>
                <a:cubicBezTo>
                  <a:pt x="152264" y="52803"/>
                  <a:pt x="155067" y="51636"/>
                  <a:pt x="158239" y="50580"/>
                </a:cubicBezTo>
                <a:cubicBezTo>
                  <a:pt x="161411" y="49524"/>
                  <a:pt x="164878" y="48651"/>
                  <a:pt x="168641" y="47959"/>
                </a:cubicBezTo>
                <a:cubicBezTo>
                  <a:pt x="172403" y="47265"/>
                  <a:pt x="176202" y="46918"/>
                  <a:pt x="180038" y="46918"/>
                </a:cubicBezTo>
                <a:cubicBezTo>
                  <a:pt x="187194" y="46918"/>
                  <a:pt x="193280" y="47730"/>
                  <a:pt x="198297" y="49353"/>
                </a:cubicBezTo>
                <a:cubicBezTo>
                  <a:pt x="203313" y="50976"/>
                  <a:pt x="207370" y="53355"/>
                  <a:pt x="210469" y="56490"/>
                </a:cubicBezTo>
                <a:cubicBezTo>
                  <a:pt x="213567" y="59625"/>
                  <a:pt x="215817" y="63517"/>
                  <a:pt x="217219" y="68164"/>
                </a:cubicBezTo>
                <a:cubicBezTo>
                  <a:pt x="218620" y="72812"/>
                  <a:pt x="219321" y="78234"/>
                  <a:pt x="219321" y="84431"/>
                </a:cubicBezTo>
                <a:lnTo>
                  <a:pt x="219321" y="151599"/>
                </a:lnTo>
                <a:moveTo>
                  <a:pt x="201174" y="106008"/>
                </a:moveTo>
                <a:lnTo>
                  <a:pt x="185571" y="106008"/>
                </a:lnTo>
                <a:cubicBezTo>
                  <a:pt x="180555" y="106008"/>
                  <a:pt x="176202" y="106436"/>
                  <a:pt x="172514" y="107291"/>
                </a:cubicBezTo>
                <a:cubicBezTo>
                  <a:pt x="168825" y="108144"/>
                  <a:pt x="165764" y="109405"/>
                  <a:pt x="163329" y="111074"/>
                </a:cubicBezTo>
                <a:cubicBezTo>
                  <a:pt x="160895" y="112743"/>
                  <a:pt x="159106" y="114748"/>
                  <a:pt x="157962" y="117088"/>
                </a:cubicBezTo>
                <a:cubicBezTo>
                  <a:pt x="156819" y="119425"/>
                  <a:pt x="156247" y="122116"/>
                  <a:pt x="156247" y="125159"/>
                </a:cubicBezTo>
                <a:cubicBezTo>
                  <a:pt x="156247" y="130355"/>
                  <a:pt x="157889" y="134493"/>
                  <a:pt x="161171" y="137573"/>
                </a:cubicBezTo>
                <a:cubicBezTo>
                  <a:pt x="164454" y="140653"/>
                  <a:pt x="169046" y="142193"/>
                  <a:pt x="174948" y="142193"/>
                </a:cubicBezTo>
                <a:cubicBezTo>
                  <a:pt x="179743" y="142193"/>
                  <a:pt x="184188" y="140969"/>
                  <a:pt x="188282" y="138521"/>
                </a:cubicBezTo>
                <a:cubicBezTo>
                  <a:pt x="192376" y="136070"/>
                  <a:pt x="196674" y="132322"/>
                  <a:pt x="201174" y="127275"/>
                </a:cubicBezTo>
                <a:lnTo>
                  <a:pt x="201174" y="106008"/>
                </a:lnTo>
                <a:close/>
                <a:moveTo>
                  <a:pt x="302143" y="144295"/>
                </a:moveTo>
                <a:cubicBezTo>
                  <a:pt x="302143" y="146435"/>
                  <a:pt x="301996" y="148131"/>
                  <a:pt x="301701" y="149386"/>
                </a:cubicBezTo>
                <a:cubicBezTo>
                  <a:pt x="301406" y="150640"/>
                  <a:pt x="300963" y="151562"/>
                  <a:pt x="300373" y="152152"/>
                </a:cubicBezTo>
                <a:cubicBezTo>
                  <a:pt x="299783" y="152742"/>
                  <a:pt x="298897" y="153295"/>
                  <a:pt x="297717" y="153812"/>
                </a:cubicBezTo>
                <a:cubicBezTo>
                  <a:pt x="296537" y="154328"/>
                  <a:pt x="295190" y="154752"/>
                  <a:pt x="293678" y="155084"/>
                </a:cubicBezTo>
                <a:cubicBezTo>
                  <a:pt x="292166" y="155416"/>
                  <a:pt x="290561" y="155693"/>
                  <a:pt x="288865" y="155914"/>
                </a:cubicBezTo>
                <a:cubicBezTo>
                  <a:pt x="287168" y="156136"/>
                  <a:pt x="285471" y="156246"/>
                  <a:pt x="283774" y="156246"/>
                </a:cubicBezTo>
                <a:cubicBezTo>
                  <a:pt x="278610" y="156246"/>
                  <a:pt x="274184" y="155563"/>
                  <a:pt x="270496" y="154196"/>
                </a:cubicBezTo>
                <a:cubicBezTo>
                  <a:pt x="266807" y="152826"/>
                  <a:pt x="263782" y="150755"/>
                  <a:pt x="261422" y="147982"/>
                </a:cubicBezTo>
                <a:cubicBezTo>
                  <a:pt x="259061" y="145208"/>
                  <a:pt x="257346" y="141696"/>
                  <a:pt x="256276" y="137445"/>
                </a:cubicBezTo>
                <a:cubicBezTo>
                  <a:pt x="255207" y="133194"/>
                  <a:pt x="254672" y="128185"/>
                  <a:pt x="254672" y="122417"/>
                </a:cubicBezTo>
                <a:lnTo>
                  <a:pt x="254672" y="64070"/>
                </a:lnTo>
                <a:lnTo>
                  <a:pt x="240729" y="64070"/>
                </a:lnTo>
                <a:cubicBezTo>
                  <a:pt x="239623" y="64070"/>
                  <a:pt x="238737" y="63480"/>
                  <a:pt x="238073" y="62299"/>
                </a:cubicBezTo>
                <a:cubicBezTo>
                  <a:pt x="237409" y="61119"/>
                  <a:pt x="237078" y="59201"/>
                  <a:pt x="237078" y="56545"/>
                </a:cubicBezTo>
                <a:cubicBezTo>
                  <a:pt x="237078" y="55144"/>
                  <a:pt x="237170" y="53963"/>
                  <a:pt x="237354" y="53004"/>
                </a:cubicBezTo>
                <a:cubicBezTo>
                  <a:pt x="237539" y="52045"/>
                  <a:pt x="237778" y="51252"/>
                  <a:pt x="238073" y="50625"/>
                </a:cubicBezTo>
                <a:cubicBezTo>
                  <a:pt x="238368" y="49998"/>
                  <a:pt x="238756" y="49555"/>
                  <a:pt x="239235" y="49297"/>
                </a:cubicBezTo>
                <a:cubicBezTo>
                  <a:pt x="239715" y="49039"/>
                  <a:pt x="240250" y="48910"/>
                  <a:pt x="240840" y="48910"/>
                </a:cubicBezTo>
                <a:lnTo>
                  <a:pt x="254672" y="48910"/>
                </a:lnTo>
                <a:lnTo>
                  <a:pt x="254672" y="25230"/>
                </a:lnTo>
                <a:cubicBezTo>
                  <a:pt x="254672" y="24713"/>
                  <a:pt x="254801" y="24234"/>
                  <a:pt x="255059" y="23791"/>
                </a:cubicBezTo>
                <a:cubicBezTo>
                  <a:pt x="255317" y="23348"/>
                  <a:pt x="255797" y="22961"/>
                  <a:pt x="256498" y="22629"/>
                </a:cubicBezTo>
                <a:cubicBezTo>
                  <a:pt x="257198" y="22297"/>
                  <a:pt x="258139" y="22057"/>
                  <a:pt x="259319" y="21910"/>
                </a:cubicBezTo>
                <a:cubicBezTo>
                  <a:pt x="260500" y="21762"/>
                  <a:pt x="261975" y="21689"/>
                  <a:pt x="263746" y="21689"/>
                </a:cubicBezTo>
                <a:cubicBezTo>
                  <a:pt x="265590" y="21689"/>
                  <a:pt x="267102" y="21762"/>
                  <a:pt x="268283" y="21910"/>
                </a:cubicBezTo>
                <a:cubicBezTo>
                  <a:pt x="269463" y="22057"/>
                  <a:pt x="270385" y="22297"/>
                  <a:pt x="271049" y="22629"/>
                </a:cubicBezTo>
                <a:cubicBezTo>
                  <a:pt x="271713" y="22961"/>
                  <a:pt x="272192" y="23348"/>
                  <a:pt x="272487" y="23791"/>
                </a:cubicBezTo>
                <a:cubicBezTo>
                  <a:pt x="272783" y="24234"/>
                  <a:pt x="272930" y="24713"/>
                  <a:pt x="272930" y="25230"/>
                </a:cubicBezTo>
                <a:lnTo>
                  <a:pt x="272930" y="48910"/>
                </a:lnTo>
                <a:lnTo>
                  <a:pt x="298492" y="48910"/>
                </a:lnTo>
                <a:cubicBezTo>
                  <a:pt x="299082" y="48910"/>
                  <a:pt x="299598" y="49039"/>
                  <a:pt x="300041" y="49297"/>
                </a:cubicBezTo>
                <a:cubicBezTo>
                  <a:pt x="300483" y="49555"/>
                  <a:pt x="300871" y="49998"/>
                  <a:pt x="301203" y="50625"/>
                </a:cubicBezTo>
                <a:cubicBezTo>
                  <a:pt x="301535" y="51252"/>
                  <a:pt x="301774" y="52045"/>
                  <a:pt x="301922" y="53004"/>
                </a:cubicBezTo>
                <a:cubicBezTo>
                  <a:pt x="302069" y="53963"/>
                  <a:pt x="302143" y="55144"/>
                  <a:pt x="302143" y="56545"/>
                </a:cubicBezTo>
                <a:cubicBezTo>
                  <a:pt x="302143" y="59201"/>
                  <a:pt x="301811" y="61119"/>
                  <a:pt x="301147" y="62299"/>
                </a:cubicBezTo>
                <a:cubicBezTo>
                  <a:pt x="300483" y="63480"/>
                  <a:pt x="299598" y="64070"/>
                  <a:pt x="298492" y="64070"/>
                </a:cubicBezTo>
                <a:lnTo>
                  <a:pt x="272930" y="64070"/>
                </a:lnTo>
                <a:lnTo>
                  <a:pt x="272930" y="119782"/>
                </a:lnTo>
                <a:cubicBezTo>
                  <a:pt x="272930" y="126661"/>
                  <a:pt x="273944" y="131858"/>
                  <a:pt x="275973" y="135374"/>
                </a:cubicBezTo>
                <a:cubicBezTo>
                  <a:pt x="278002" y="138887"/>
                  <a:pt x="281635" y="140644"/>
                  <a:pt x="286873" y="140644"/>
                </a:cubicBezTo>
                <a:cubicBezTo>
                  <a:pt x="288569" y="140644"/>
                  <a:pt x="290082" y="140478"/>
                  <a:pt x="291410" y="140146"/>
                </a:cubicBezTo>
                <a:cubicBezTo>
                  <a:pt x="292737" y="139814"/>
                  <a:pt x="293918" y="139463"/>
                  <a:pt x="294951" y="139095"/>
                </a:cubicBezTo>
                <a:cubicBezTo>
                  <a:pt x="295983" y="138726"/>
                  <a:pt x="296869" y="138375"/>
                  <a:pt x="297606" y="138043"/>
                </a:cubicBezTo>
                <a:cubicBezTo>
                  <a:pt x="298344" y="137711"/>
                  <a:pt x="299008" y="137545"/>
                  <a:pt x="299598" y="137545"/>
                </a:cubicBezTo>
                <a:cubicBezTo>
                  <a:pt x="299967" y="137545"/>
                  <a:pt x="300317" y="137638"/>
                  <a:pt x="300649" y="137822"/>
                </a:cubicBezTo>
                <a:cubicBezTo>
                  <a:pt x="300981" y="138006"/>
                  <a:pt x="301240" y="138357"/>
                  <a:pt x="301424" y="138873"/>
                </a:cubicBezTo>
                <a:cubicBezTo>
                  <a:pt x="301608" y="139390"/>
                  <a:pt x="301774" y="140090"/>
                  <a:pt x="301922" y="140976"/>
                </a:cubicBezTo>
                <a:cubicBezTo>
                  <a:pt x="302069" y="141861"/>
                  <a:pt x="302143" y="142968"/>
                  <a:pt x="302143" y="144295"/>
                </a:cubicBezTo>
                <a:close/>
                <a:moveTo>
                  <a:pt x="344533" y="151488"/>
                </a:moveTo>
                <a:cubicBezTo>
                  <a:pt x="344533" y="152078"/>
                  <a:pt x="344386" y="152576"/>
                  <a:pt x="344091" y="152982"/>
                </a:cubicBezTo>
                <a:cubicBezTo>
                  <a:pt x="343796" y="153388"/>
                  <a:pt x="343316" y="153738"/>
                  <a:pt x="342652" y="154033"/>
                </a:cubicBezTo>
                <a:cubicBezTo>
                  <a:pt x="341988" y="154328"/>
                  <a:pt x="341066" y="154550"/>
                  <a:pt x="339886" y="154697"/>
                </a:cubicBezTo>
                <a:cubicBezTo>
                  <a:pt x="338706" y="154845"/>
                  <a:pt x="337193" y="154918"/>
                  <a:pt x="335349" y="154918"/>
                </a:cubicBezTo>
                <a:cubicBezTo>
                  <a:pt x="333578" y="154918"/>
                  <a:pt x="332103" y="154845"/>
                  <a:pt x="330923" y="154697"/>
                </a:cubicBezTo>
                <a:cubicBezTo>
                  <a:pt x="329742" y="154550"/>
                  <a:pt x="328802" y="154328"/>
                  <a:pt x="328101" y="154033"/>
                </a:cubicBezTo>
                <a:cubicBezTo>
                  <a:pt x="327400" y="153738"/>
                  <a:pt x="326921" y="153388"/>
                  <a:pt x="326662" y="152982"/>
                </a:cubicBezTo>
                <a:cubicBezTo>
                  <a:pt x="326404" y="152576"/>
                  <a:pt x="326275" y="152078"/>
                  <a:pt x="326275" y="151488"/>
                </a:cubicBezTo>
                <a:lnTo>
                  <a:pt x="326275" y="51898"/>
                </a:lnTo>
                <a:cubicBezTo>
                  <a:pt x="326275" y="51381"/>
                  <a:pt x="326404" y="50902"/>
                  <a:pt x="326662" y="50459"/>
                </a:cubicBezTo>
                <a:cubicBezTo>
                  <a:pt x="326921" y="50017"/>
                  <a:pt x="327400" y="49648"/>
                  <a:pt x="328101" y="49353"/>
                </a:cubicBezTo>
                <a:cubicBezTo>
                  <a:pt x="328802" y="49057"/>
                  <a:pt x="329742" y="48836"/>
                  <a:pt x="330923" y="48689"/>
                </a:cubicBezTo>
                <a:cubicBezTo>
                  <a:pt x="332103" y="48541"/>
                  <a:pt x="333578" y="48467"/>
                  <a:pt x="335349" y="48467"/>
                </a:cubicBezTo>
                <a:cubicBezTo>
                  <a:pt x="337193" y="48467"/>
                  <a:pt x="338706" y="48541"/>
                  <a:pt x="339886" y="48689"/>
                </a:cubicBezTo>
                <a:cubicBezTo>
                  <a:pt x="341066" y="48836"/>
                  <a:pt x="341988" y="49057"/>
                  <a:pt x="342652" y="49353"/>
                </a:cubicBezTo>
                <a:cubicBezTo>
                  <a:pt x="343316" y="49648"/>
                  <a:pt x="343796" y="50017"/>
                  <a:pt x="344091" y="50459"/>
                </a:cubicBezTo>
                <a:cubicBezTo>
                  <a:pt x="344386" y="50902"/>
                  <a:pt x="344533" y="51381"/>
                  <a:pt x="344533" y="51898"/>
                </a:cubicBezTo>
                <a:lnTo>
                  <a:pt x="344533" y="151488"/>
                </a:lnTo>
                <a:moveTo>
                  <a:pt x="346636" y="18148"/>
                </a:moveTo>
                <a:cubicBezTo>
                  <a:pt x="346636" y="22426"/>
                  <a:pt x="345824" y="25340"/>
                  <a:pt x="344201" y="26889"/>
                </a:cubicBezTo>
                <a:cubicBezTo>
                  <a:pt x="342578" y="28439"/>
                  <a:pt x="339591" y="29213"/>
                  <a:pt x="335238" y="29213"/>
                </a:cubicBezTo>
                <a:cubicBezTo>
                  <a:pt x="330960" y="29213"/>
                  <a:pt x="328027" y="28457"/>
                  <a:pt x="326441" y="26945"/>
                </a:cubicBezTo>
                <a:cubicBezTo>
                  <a:pt x="324855" y="25432"/>
                  <a:pt x="324062" y="22574"/>
                  <a:pt x="324062" y="18369"/>
                </a:cubicBezTo>
                <a:cubicBezTo>
                  <a:pt x="324062" y="14090"/>
                  <a:pt x="324874" y="11176"/>
                  <a:pt x="326496" y="9627"/>
                </a:cubicBezTo>
                <a:cubicBezTo>
                  <a:pt x="328119" y="8078"/>
                  <a:pt x="331107" y="7303"/>
                  <a:pt x="335460" y="7303"/>
                </a:cubicBezTo>
                <a:cubicBezTo>
                  <a:pt x="339738" y="7303"/>
                  <a:pt x="342671" y="8059"/>
                  <a:pt x="344257" y="9572"/>
                </a:cubicBezTo>
                <a:cubicBezTo>
                  <a:pt x="345843" y="11084"/>
                  <a:pt x="346636" y="13943"/>
                  <a:pt x="346636" y="18148"/>
                </a:cubicBezTo>
                <a:close/>
                <a:moveTo>
                  <a:pt x="460062" y="51676"/>
                </a:moveTo>
                <a:cubicBezTo>
                  <a:pt x="460062" y="51971"/>
                  <a:pt x="460044" y="52285"/>
                  <a:pt x="460007" y="52617"/>
                </a:cubicBezTo>
                <a:cubicBezTo>
                  <a:pt x="459970" y="52949"/>
                  <a:pt x="459915" y="53299"/>
                  <a:pt x="459841" y="53668"/>
                </a:cubicBezTo>
                <a:cubicBezTo>
                  <a:pt x="459767" y="54037"/>
                  <a:pt x="459675" y="54443"/>
                  <a:pt x="459564" y="54885"/>
                </a:cubicBezTo>
                <a:cubicBezTo>
                  <a:pt x="459454" y="55328"/>
                  <a:pt x="459325" y="55808"/>
                  <a:pt x="459177" y="56324"/>
                </a:cubicBezTo>
                <a:lnTo>
                  <a:pt x="425206" y="150935"/>
                </a:lnTo>
                <a:cubicBezTo>
                  <a:pt x="424911" y="151746"/>
                  <a:pt x="424523" y="152410"/>
                  <a:pt x="424044" y="152927"/>
                </a:cubicBezTo>
                <a:cubicBezTo>
                  <a:pt x="423564" y="153443"/>
                  <a:pt x="422845" y="153849"/>
                  <a:pt x="421886" y="154144"/>
                </a:cubicBezTo>
                <a:cubicBezTo>
                  <a:pt x="420927" y="154439"/>
                  <a:pt x="419710" y="154642"/>
                  <a:pt x="418234" y="154752"/>
                </a:cubicBezTo>
                <a:cubicBezTo>
                  <a:pt x="416759" y="154863"/>
                  <a:pt x="414915" y="154918"/>
                  <a:pt x="412702" y="154918"/>
                </a:cubicBezTo>
                <a:cubicBezTo>
                  <a:pt x="410488" y="154918"/>
                  <a:pt x="408644" y="154845"/>
                  <a:pt x="407169" y="154697"/>
                </a:cubicBezTo>
                <a:cubicBezTo>
                  <a:pt x="405693" y="154550"/>
                  <a:pt x="404495" y="154328"/>
                  <a:pt x="403572" y="154033"/>
                </a:cubicBezTo>
                <a:cubicBezTo>
                  <a:pt x="402650" y="153738"/>
                  <a:pt x="401931" y="153332"/>
                  <a:pt x="401415" y="152816"/>
                </a:cubicBezTo>
                <a:cubicBezTo>
                  <a:pt x="400898" y="152300"/>
                  <a:pt x="400493" y="151672"/>
                  <a:pt x="400197" y="150935"/>
                </a:cubicBezTo>
                <a:lnTo>
                  <a:pt x="366337" y="56324"/>
                </a:lnTo>
                <a:cubicBezTo>
                  <a:pt x="366042" y="55439"/>
                  <a:pt x="365802" y="54664"/>
                  <a:pt x="365617" y="54000"/>
                </a:cubicBezTo>
                <a:cubicBezTo>
                  <a:pt x="365433" y="53336"/>
                  <a:pt x="365322" y="52838"/>
                  <a:pt x="365286" y="52506"/>
                </a:cubicBezTo>
                <a:cubicBezTo>
                  <a:pt x="365249" y="52174"/>
                  <a:pt x="365230" y="51898"/>
                  <a:pt x="365230" y="51676"/>
                </a:cubicBezTo>
                <a:cubicBezTo>
                  <a:pt x="365230" y="51086"/>
                  <a:pt x="365378" y="50570"/>
                  <a:pt x="365673" y="50127"/>
                </a:cubicBezTo>
                <a:cubicBezTo>
                  <a:pt x="365968" y="49685"/>
                  <a:pt x="366466" y="49334"/>
                  <a:pt x="367167" y="49076"/>
                </a:cubicBezTo>
                <a:cubicBezTo>
                  <a:pt x="367867" y="48818"/>
                  <a:pt x="368790" y="48652"/>
                  <a:pt x="369933" y="48578"/>
                </a:cubicBezTo>
                <a:cubicBezTo>
                  <a:pt x="371076" y="48504"/>
                  <a:pt x="372497" y="48467"/>
                  <a:pt x="374193" y="48467"/>
                </a:cubicBezTo>
                <a:cubicBezTo>
                  <a:pt x="376333" y="48467"/>
                  <a:pt x="378048" y="48523"/>
                  <a:pt x="379339" y="48633"/>
                </a:cubicBezTo>
                <a:cubicBezTo>
                  <a:pt x="380630" y="48744"/>
                  <a:pt x="381626" y="48947"/>
                  <a:pt x="382327" y="49242"/>
                </a:cubicBezTo>
                <a:cubicBezTo>
                  <a:pt x="383027" y="49537"/>
                  <a:pt x="383544" y="49906"/>
                  <a:pt x="383876" y="50348"/>
                </a:cubicBezTo>
                <a:cubicBezTo>
                  <a:pt x="384208" y="50791"/>
                  <a:pt x="384521" y="51344"/>
                  <a:pt x="384816" y="52008"/>
                </a:cubicBezTo>
                <a:lnTo>
                  <a:pt x="412923" y="134115"/>
                </a:lnTo>
                <a:lnTo>
                  <a:pt x="413366" y="135443"/>
                </a:lnTo>
                <a:lnTo>
                  <a:pt x="413697" y="134115"/>
                </a:lnTo>
                <a:lnTo>
                  <a:pt x="441472" y="52008"/>
                </a:lnTo>
                <a:cubicBezTo>
                  <a:pt x="441620" y="51344"/>
                  <a:pt x="441878" y="50791"/>
                  <a:pt x="442247" y="50348"/>
                </a:cubicBezTo>
                <a:cubicBezTo>
                  <a:pt x="442616" y="49906"/>
                  <a:pt x="443150" y="49537"/>
                  <a:pt x="443851" y="49242"/>
                </a:cubicBezTo>
                <a:cubicBezTo>
                  <a:pt x="444552" y="48947"/>
                  <a:pt x="445511" y="48744"/>
                  <a:pt x="446728" y="48633"/>
                </a:cubicBezTo>
                <a:cubicBezTo>
                  <a:pt x="447946" y="48523"/>
                  <a:pt x="449550" y="48467"/>
                  <a:pt x="451542" y="48467"/>
                </a:cubicBezTo>
                <a:cubicBezTo>
                  <a:pt x="453239" y="48467"/>
                  <a:pt x="454640" y="48504"/>
                  <a:pt x="455747" y="48578"/>
                </a:cubicBezTo>
                <a:cubicBezTo>
                  <a:pt x="456853" y="48652"/>
                  <a:pt x="457720" y="48836"/>
                  <a:pt x="458347" y="49131"/>
                </a:cubicBezTo>
                <a:cubicBezTo>
                  <a:pt x="458974" y="49426"/>
                  <a:pt x="459417" y="49777"/>
                  <a:pt x="459675" y="50182"/>
                </a:cubicBezTo>
                <a:cubicBezTo>
                  <a:pt x="459933" y="50588"/>
                  <a:pt x="460062" y="51086"/>
                  <a:pt x="460062" y="51676"/>
                </a:cubicBezTo>
                <a:close/>
                <a:moveTo>
                  <a:pt x="561964" y="97377"/>
                </a:moveTo>
                <a:cubicBezTo>
                  <a:pt x="561964" y="100254"/>
                  <a:pt x="561244" y="102301"/>
                  <a:pt x="559806" y="103519"/>
                </a:cubicBezTo>
                <a:cubicBezTo>
                  <a:pt x="558367" y="104736"/>
                  <a:pt x="556726" y="105345"/>
                  <a:pt x="554882" y="105345"/>
                </a:cubicBezTo>
                <a:lnTo>
                  <a:pt x="489594" y="105345"/>
                </a:lnTo>
                <a:cubicBezTo>
                  <a:pt x="489594" y="110893"/>
                  <a:pt x="490148" y="115888"/>
                  <a:pt x="491254" y="120328"/>
                </a:cubicBezTo>
                <a:cubicBezTo>
                  <a:pt x="492361" y="124768"/>
                  <a:pt x="494205" y="128579"/>
                  <a:pt x="496787" y="131760"/>
                </a:cubicBezTo>
                <a:cubicBezTo>
                  <a:pt x="499369" y="134942"/>
                  <a:pt x="502726" y="137384"/>
                  <a:pt x="506857" y="139088"/>
                </a:cubicBezTo>
                <a:cubicBezTo>
                  <a:pt x="510988" y="140789"/>
                  <a:pt x="516041" y="141640"/>
                  <a:pt x="522017" y="141640"/>
                </a:cubicBezTo>
                <a:cubicBezTo>
                  <a:pt x="526738" y="141640"/>
                  <a:pt x="530943" y="141252"/>
                  <a:pt x="534631" y="140478"/>
                </a:cubicBezTo>
                <a:cubicBezTo>
                  <a:pt x="538320" y="139703"/>
                  <a:pt x="541511" y="138836"/>
                  <a:pt x="544203" y="137877"/>
                </a:cubicBezTo>
                <a:cubicBezTo>
                  <a:pt x="546896" y="136918"/>
                  <a:pt x="549109" y="136052"/>
                  <a:pt x="550843" y="135277"/>
                </a:cubicBezTo>
                <a:cubicBezTo>
                  <a:pt x="552576" y="134502"/>
                  <a:pt x="553886" y="134115"/>
                  <a:pt x="554771" y="134115"/>
                </a:cubicBezTo>
                <a:cubicBezTo>
                  <a:pt x="555287" y="134115"/>
                  <a:pt x="555748" y="134244"/>
                  <a:pt x="556154" y="134502"/>
                </a:cubicBezTo>
                <a:cubicBezTo>
                  <a:pt x="556560" y="134761"/>
                  <a:pt x="556873" y="135148"/>
                  <a:pt x="557095" y="135664"/>
                </a:cubicBezTo>
                <a:cubicBezTo>
                  <a:pt x="557316" y="136181"/>
                  <a:pt x="557482" y="136900"/>
                  <a:pt x="557593" y="137822"/>
                </a:cubicBezTo>
                <a:cubicBezTo>
                  <a:pt x="557703" y="138744"/>
                  <a:pt x="557759" y="139869"/>
                  <a:pt x="557759" y="141197"/>
                </a:cubicBezTo>
                <a:cubicBezTo>
                  <a:pt x="557759" y="142156"/>
                  <a:pt x="557722" y="142986"/>
                  <a:pt x="557648" y="143687"/>
                </a:cubicBezTo>
                <a:cubicBezTo>
                  <a:pt x="557574" y="144388"/>
                  <a:pt x="557482" y="145015"/>
                  <a:pt x="557371" y="145568"/>
                </a:cubicBezTo>
                <a:cubicBezTo>
                  <a:pt x="557261" y="146121"/>
                  <a:pt x="557076" y="146619"/>
                  <a:pt x="556818" y="147062"/>
                </a:cubicBezTo>
                <a:cubicBezTo>
                  <a:pt x="556560" y="147504"/>
                  <a:pt x="556228" y="147929"/>
                  <a:pt x="555822" y="148334"/>
                </a:cubicBezTo>
                <a:cubicBezTo>
                  <a:pt x="555416" y="148740"/>
                  <a:pt x="554218" y="149404"/>
                  <a:pt x="552226" y="150326"/>
                </a:cubicBezTo>
                <a:cubicBezTo>
                  <a:pt x="550234" y="151248"/>
                  <a:pt x="547652" y="152152"/>
                  <a:pt x="544480" y="153037"/>
                </a:cubicBezTo>
                <a:cubicBezTo>
                  <a:pt x="541308" y="153922"/>
                  <a:pt x="537638" y="154716"/>
                  <a:pt x="533470" y="155416"/>
                </a:cubicBezTo>
                <a:cubicBezTo>
                  <a:pt x="529302" y="156117"/>
                  <a:pt x="524857" y="156468"/>
                  <a:pt x="520136" y="156468"/>
                </a:cubicBezTo>
                <a:cubicBezTo>
                  <a:pt x="511947" y="156468"/>
                  <a:pt x="504773" y="155323"/>
                  <a:pt x="498613" y="153034"/>
                </a:cubicBezTo>
                <a:cubicBezTo>
                  <a:pt x="492453" y="150745"/>
                  <a:pt x="487271" y="147348"/>
                  <a:pt x="483066" y="142843"/>
                </a:cubicBezTo>
                <a:cubicBezTo>
                  <a:pt x="478861" y="138338"/>
                  <a:pt x="475689" y="132689"/>
                  <a:pt x="473549" y="125895"/>
                </a:cubicBezTo>
                <a:cubicBezTo>
                  <a:pt x="471410" y="119102"/>
                  <a:pt x="470340" y="111200"/>
                  <a:pt x="470340" y="102191"/>
                </a:cubicBezTo>
                <a:cubicBezTo>
                  <a:pt x="470340" y="93624"/>
                  <a:pt x="471447" y="85926"/>
                  <a:pt x="473660" y="79095"/>
                </a:cubicBezTo>
                <a:cubicBezTo>
                  <a:pt x="475873" y="72264"/>
                  <a:pt x="479064" y="66467"/>
                  <a:pt x="483232" y="61705"/>
                </a:cubicBezTo>
                <a:cubicBezTo>
                  <a:pt x="487400" y="56942"/>
                  <a:pt x="492435" y="53287"/>
                  <a:pt x="498336" y="50739"/>
                </a:cubicBezTo>
                <a:cubicBezTo>
                  <a:pt x="504238" y="48192"/>
                  <a:pt x="510840" y="46918"/>
                  <a:pt x="518144" y="46918"/>
                </a:cubicBezTo>
                <a:cubicBezTo>
                  <a:pt x="525963" y="46918"/>
                  <a:pt x="532621" y="48172"/>
                  <a:pt x="538117" y="50680"/>
                </a:cubicBezTo>
                <a:cubicBezTo>
                  <a:pt x="543613" y="53189"/>
                  <a:pt x="548132" y="56564"/>
                  <a:pt x="551672" y="60805"/>
                </a:cubicBezTo>
                <a:cubicBezTo>
                  <a:pt x="555213" y="65047"/>
                  <a:pt x="557814" y="70027"/>
                  <a:pt x="559474" y="75744"/>
                </a:cubicBezTo>
                <a:cubicBezTo>
                  <a:pt x="561134" y="81461"/>
                  <a:pt x="561964" y="87566"/>
                  <a:pt x="561964" y="94058"/>
                </a:cubicBezTo>
                <a:lnTo>
                  <a:pt x="561964" y="97377"/>
                </a:lnTo>
                <a:moveTo>
                  <a:pt x="543595" y="91955"/>
                </a:moveTo>
                <a:cubicBezTo>
                  <a:pt x="543816" y="82365"/>
                  <a:pt x="541695" y="74840"/>
                  <a:pt x="537232" y="69381"/>
                </a:cubicBezTo>
                <a:cubicBezTo>
                  <a:pt x="532769" y="63922"/>
                  <a:pt x="526148" y="61193"/>
                  <a:pt x="517369" y="61193"/>
                </a:cubicBezTo>
                <a:cubicBezTo>
                  <a:pt x="512869" y="61193"/>
                  <a:pt x="508922" y="62041"/>
                  <a:pt x="505529" y="63738"/>
                </a:cubicBezTo>
                <a:cubicBezTo>
                  <a:pt x="502135" y="65435"/>
                  <a:pt x="499295" y="67685"/>
                  <a:pt x="497008" y="70488"/>
                </a:cubicBezTo>
                <a:cubicBezTo>
                  <a:pt x="494722" y="73291"/>
                  <a:pt x="492951" y="76556"/>
                  <a:pt x="491697" y="80281"/>
                </a:cubicBezTo>
                <a:cubicBezTo>
                  <a:pt x="490443" y="84006"/>
                  <a:pt x="489742" y="87898"/>
                  <a:pt x="489594" y="91955"/>
                </a:cubicBezTo>
                <a:lnTo>
                  <a:pt x="543595" y="91955"/>
                </a:lnTo>
                <a:close/>
                <a:moveTo>
                  <a:pt x="740124" y="133894"/>
                </a:moveTo>
                <a:cubicBezTo>
                  <a:pt x="740124" y="135074"/>
                  <a:pt x="740087" y="136107"/>
                  <a:pt x="740013" y="136992"/>
                </a:cubicBezTo>
                <a:cubicBezTo>
                  <a:pt x="739939" y="137877"/>
                  <a:pt x="739810" y="138652"/>
                  <a:pt x="739626" y="139316"/>
                </a:cubicBezTo>
                <a:cubicBezTo>
                  <a:pt x="739442" y="139980"/>
                  <a:pt x="739202" y="140570"/>
                  <a:pt x="738907" y="141086"/>
                </a:cubicBezTo>
                <a:cubicBezTo>
                  <a:pt x="738612" y="141603"/>
                  <a:pt x="738095" y="142233"/>
                  <a:pt x="737358" y="142978"/>
                </a:cubicBezTo>
                <a:cubicBezTo>
                  <a:pt x="736620" y="143720"/>
                  <a:pt x="735071" y="144853"/>
                  <a:pt x="732710" y="146377"/>
                </a:cubicBezTo>
                <a:cubicBezTo>
                  <a:pt x="730349" y="147901"/>
                  <a:pt x="727417" y="149388"/>
                  <a:pt x="723913" y="150838"/>
                </a:cubicBezTo>
                <a:cubicBezTo>
                  <a:pt x="720409" y="152288"/>
                  <a:pt x="716388" y="153514"/>
                  <a:pt x="711851" y="154517"/>
                </a:cubicBezTo>
                <a:cubicBezTo>
                  <a:pt x="707314" y="155522"/>
                  <a:pt x="702353" y="156025"/>
                  <a:pt x="696968" y="156025"/>
                </a:cubicBezTo>
                <a:cubicBezTo>
                  <a:pt x="687673" y="156025"/>
                  <a:pt x="679282" y="154476"/>
                  <a:pt x="671794" y="151377"/>
                </a:cubicBezTo>
                <a:cubicBezTo>
                  <a:pt x="664306" y="148279"/>
                  <a:pt x="657925" y="143705"/>
                  <a:pt x="652650" y="137656"/>
                </a:cubicBezTo>
                <a:cubicBezTo>
                  <a:pt x="647376" y="131607"/>
                  <a:pt x="643318" y="124138"/>
                  <a:pt x="640478" y="115248"/>
                </a:cubicBezTo>
                <a:cubicBezTo>
                  <a:pt x="637638" y="106359"/>
                  <a:pt x="636218" y="96123"/>
                  <a:pt x="636218" y="84541"/>
                </a:cubicBezTo>
                <a:cubicBezTo>
                  <a:pt x="636218" y="72664"/>
                  <a:pt x="637749" y="62078"/>
                  <a:pt x="640810" y="52783"/>
                </a:cubicBezTo>
                <a:cubicBezTo>
                  <a:pt x="643872" y="43488"/>
                  <a:pt x="648169" y="35613"/>
                  <a:pt x="653702" y="29158"/>
                </a:cubicBezTo>
                <a:cubicBezTo>
                  <a:pt x="659234" y="22703"/>
                  <a:pt x="665855" y="17779"/>
                  <a:pt x="673564" y="14385"/>
                </a:cubicBezTo>
                <a:cubicBezTo>
                  <a:pt x="681273" y="10992"/>
                  <a:pt x="689812" y="9295"/>
                  <a:pt x="699181" y="9295"/>
                </a:cubicBezTo>
                <a:cubicBezTo>
                  <a:pt x="703312" y="9295"/>
                  <a:pt x="707333" y="9686"/>
                  <a:pt x="711243" y="10467"/>
                </a:cubicBezTo>
                <a:cubicBezTo>
                  <a:pt x="715153" y="11249"/>
                  <a:pt x="718767" y="12234"/>
                  <a:pt x="722087" y="13424"/>
                </a:cubicBezTo>
                <a:cubicBezTo>
                  <a:pt x="725407" y="14614"/>
                  <a:pt x="728357" y="15990"/>
                  <a:pt x="730939" y="17553"/>
                </a:cubicBezTo>
                <a:cubicBezTo>
                  <a:pt x="733521" y="19114"/>
                  <a:pt x="735310" y="20396"/>
                  <a:pt x="736306" y="21402"/>
                </a:cubicBezTo>
                <a:cubicBezTo>
                  <a:pt x="737302" y="22404"/>
                  <a:pt x="737948" y="23164"/>
                  <a:pt x="738243" y="23680"/>
                </a:cubicBezTo>
                <a:cubicBezTo>
                  <a:pt x="738538" y="24197"/>
                  <a:pt x="738778" y="24805"/>
                  <a:pt x="738962" y="25506"/>
                </a:cubicBezTo>
                <a:cubicBezTo>
                  <a:pt x="739146" y="26207"/>
                  <a:pt x="739294" y="27037"/>
                  <a:pt x="739405" y="27996"/>
                </a:cubicBezTo>
                <a:cubicBezTo>
                  <a:pt x="739515" y="28955"/>
                  <a:pt x="739571" y="30098"/>
                  <a:pt x="739571" y="31426"/>
                </a:cubicBezTo>
                <a:cubicBezTo>
                  <a:pt x="739571" y="32902"/>
                  <a:pt x="739497" y="34156"/>
                  <a:pt x="739349" y="35189"/>
                </a:cubicBezTo>
                <a:cubicBezTo>
                  <a:pt x="739202" y="36221"/>
                  <a:pt x="738980" y="37088"/>
                  <a:pt x="738685" y="37789"/>
                </a:cubicBezTo>
                <a:cubicBezTo>
                  <a:pt x="738390" y="38490"/>
                  <a:pt x="738040" y="39006"/>
                  <a:pt x="737634" y="39338"/>
                </a:cubicBezTo>
                <a:cubicBezTo>
                  <a:pt x="737228" y="39670"/>
                  <a:pt x="736730" y="39836"/>
                  <a:pt x="736140" y="39836"/>
                </a:cubicBezTo>
                <a:cubicBezTo>
                  <a:pt x="735108" y="39836"/>
                  <a:pt x="733669" y="39111"/>
                  <a:pt x="731825" y="37661"/>
                </a:cubicBezTo>
                <a:cubicBezTo>
                  <a:pt x="729980" y="36211"/>
                  <a:pt x="727601" y="34612"/>
                  <a:pt x="724687" y="32865"/>
                </a:cubicBezTo>
                <a:cubicBezTo>
                  <a:pt x="721773" y="31117"/>
                  <a:pt x="718232" y="29519"/>
                  <a:pt x="714064" y="28069"/>
                </a:cubicBezTo>
                <a:cubicBezTo>
                  <a:pt x="709896" y="26619"/>
                  <a:pt x="704898" y="25894"/>
                  <a:pt x="699071" y="25894"/>
                </a:cubicBezTo>
                <a:cubicBezTo>
                  <a:pt x="692726" y="25894"/>
                  <a:pt x="686954" y="27166"/>
                  <a:pt x="681753" y="29711"/>
                </a:cubicBezTo>
                <a:cubicBezTo>
                  <a:pt x="676552" y="32256"/>
                  <a:pt x="672107" y="36000"/>
                  <a:pt x="668419" y="40943"/>
                </a:cubicBezTo>
                <a:cubicBezTo>
                  <a:pt x="664730" y="45885"/>
                  <a:pt x="661872" y="51916"/>
                  <a:pt x="659843" y="59035"/>
                </a:cubicBezTo>
                <a:cubicBezTo>
                  <a:pt x="657814" y="66154"/>
                  <a:pt x="656800" y="74287"/>
                  <a:pt x="656800" y="83435"/>
                </a:cubicBezTo>
                <a:cubicBezTo>
                  <a:pt x="656800" y="92508"/>
                  <a:pt x="657777" y="100531"/>
                  <a:pt x="659732" y="107502"/>
                </a:cubicBezTo>
                <a:cubicBezTo>
                  <a:pt x="661687" y="114474"/>
                  <a:pt x="664491" y="120302"/>
                  <a:pt x="668142" y="124986"/>
                </a:cubicBezTo>
                <a:cubicBezTo>
                  <a:pt x="671794" y="129670"/>
                  <a:pt x="676275" y="133211"/>
                  <a:pt x="681587" y="135609"/>
                </a:cubicBezTo>
                <a:cubicBezTo>
                  <a:pt x="686898" y="138006"/>
                  <a:pt x="692911" y="139205"/>
                  <a:pt x="699624" y="139205"/>
                </a:cubicBezTo>
                <a:cubicBezTo>
                  <a:pt x="705304" y="139205"/>
                  <a:pt x="710265" y="138499"/>
                  <a:pt x="714507" y="137085"/>
                </a:cubicBezTo>
                <a:cubicBezTo>
                  <a:pt x="718749" y="135672"/>
                  <a:pt x="722364" y="134092"/>
                  <a:pt x="725351" y="132345"/>
                </a:cubicBezTo>
                <a:cubicBezTo>
                  <a:pt x="728339" y="130597"/>
                  <a:pt x="730792" y="129017"/>
                  <a:pt x="732710" y="127604"/>
                </a:cubicBezTo>
                <a:cubicBezTo>
                  <a:pt x="734628" y="126190"/>
                  <a:pt x="736140" y="125484"/>
                  <a:pt x="737247" y="125484"/>
                </a:cubicBezTo>
                <a:cubicBezTo>
                  <a:pt x="737763" y="125484"/>
                  <a:pt x="738206" y="125595"/>
                  <a:pt x="738575" y="125816"/>
                </a:cubicBezTo>
                <a:cubicBezTo>
                  <a:pt x="738944" y="126037"/>
                  <a:pt x="739239" y="126461"/>
                  <a:pt x="739460" y="127088"/>
                </a:cubicBezTo>
                <a:cubicBezTo>
                  <a:pt x="739681" y="127715"/>
                  <a:pt x="739847" y="128582"/>
                  <a:pt x="739958" y="129689"/>
                </a:cubicBezTo>
                <a:cubicBezTo>
                  <a:pt x="740069" y="130795"/>
                  <a:pt x="740124" y="132197"/>
                  <a:pt x="740124" y="133894"/>
                </a:cubicBezTo>
                <a:close/>
                <a:moveTo>
                  <a:pt x="838230" y="151599"/>
                </a:moveTo>
                <a:cubicBezTo>
                  <a:pt x="838230" y="152484"/>
                  <a:pt x="837935" y="153148"/>
                  <a:pt x="837345" y="153591"/>
                </a:cubicBezTo>
                <a:cubicBezTo>
                  <a:pt x="836755" y="154033"/>
                  <a:pt x="835943" y="154365"/>
                  <a:pt x="834911" y="154586"/>
                </a:cubicBezTo>
                <a:cubicBezTo>
                  <a:pt x="833878" y="154808"/>
                  <a:pt x="832365" y="154918"/>
                  <a:pt x="830374" y="154918"/>
                </a:cubicBezTo>
                <a:cubicBezTo>
                  <a:pt x="828456" y="154918"/>
                  <a:pt x="826925" y="154808"/>
                  <a:pt x="825781" y="154586"/>
                </a:cubicBezTo>
                <a:cubicBezTo>
                  <a:pt x="824638" y="154365"/>
                  <a:pt x="823808" y="154033"/>
                  <a:pt x="823292" y="153591"/>
                </a:cubicBezTo>
                <a:cubicBezTo>
                  <a:pt x="822775" y="153148"/>
                  <a:pt x="822517" y="152484"/>
                  <a:pt x="822517" y="151599"/>
                </a:cubicBezTo>
                <a:lnTo>
                  <a:pt x="822517" y="141640"/>
                </a:lnTo>
                <a:cubicBezTo>
                  <a:pt x="818165" y="146287"/>
                  <a:pt x="813314" y="149920"/>
                  <a:pt x="807966" y="152539"/>
                </a:cubicBezTo>
                <a:cubicBezTo>
                  <a:pt x="802617" y="155158"/>
                  <a:pt x="796956" y="156468"/>
                  <a:pt x="790980" y="156468"/>
                </a:cubicBezTo>
                <a:cubicBezTo>
                  <a:pt x="785742" y="156468"/>
                  <a:pt x="781003" y="155783"/>
                  <a:pt x="776761" y="154414"/>
                </a:cubicBezTo>
                <a:cubicBezTo>
                  <a:pt x="772519" y="153044"/>
                  <a:pt x="768904" y="151064"/>
                  <a:pt x="765917" y="148473"/>
                </a:cubicBezTo>
                <a:cubicBezTo>
                  <a:pt x="762929" y="145881"/>
                  <a:pt x="760605" y="142699"/>
                  <a:pt x="758945" y="138925"/>
                </a:cubicBezTo>
                <a:cubicBezTo>
                  <a:pt x="757285" y="135149"/>
                  <a:pt x="756455" y="130854"/>
                  <a:pt x="756455" y="126041"/>
                </a:cubicBezTo>
                <a:cubicBezTo>
                  <a:pt x="756455" y="120416"/>
                  <a:pt x="757599" y="115531"/>
                  <a:pt x="759886" y="111386"/>
                </a:cubicBezTo>
                <a:cubicBezTo>
                  <a:pt x="762173" y="107238"/>
                  <a:pt x="765455" y="103795"/>
                  <a:pt x="769734" y="101057"/>
                </a:cubicBezTo>
                <a:cubicBezTo>
                  <a:pt x="774013" y="98318"/>
                  <a:pt x="779251" y="96264"/>
                  <a:pt x="785447" y="94894"/>
                </a:cubicBezTo>
                <a:cubicBezTo>
                  <a:pt x="791644" y="93525"/>
                  <a:pt x="798615" y="92840"/>
                  <a:pt x="806361" y="92840"/>
                </a:cubicBezTo>
                <a:lnTo>
                  <a:pt x="820083" y="92840"/>
                </a:lnTo>
                <a:lnTo>
                  <a:pt x="820083" y="85122"/>
                </a:lnTo>
                <a:cubicBezTo>
                  <a:pt x="820083" y="81300"/>
                  <a:pt x="819677" y="77919"/>
                  <a:pt x="818865" y="74980"/>
                </a:cubicBezTo>
                <a:cubicBezTo>
                  <a:pt x="818054" y="72038"/>
                  <a:pt x="816745" y="69593"/>
                  <a:pt x="814937" y="67645"/>
                </a:cubicBezTo>
                <a:cubicBezTo>
                  <a:pt x="813130" y="65697"/>
                  <a:pt x="810788" y="64228"/>
                  <a:pt x="807910" y="63236"/>
                </a:cubicBezTo>
                <a:cubicBezTo>
                  <a:pt x="805033" y="62243"/>
                  <a:pt x="801492" y="61746"/>
                  <a:pt x="797288" y="61746"/>
                </a:cubicBezTo>
                <a:cubicBezTo>
                  <a:pt x="792788" y="61746"/>
                  <a:pt x="788749" y="62275"/>
                  <a:pt x="785171" y="63333"/>
                </a:cubicBezTo>
                <a:cubicBezTo>
                  <a:pt x="781593" y="64391"/>
                  <a:pt x="778458" y="65559"/>
                  <a:pt x="775765" y="66836"/>
                </a:cubicBezTo>
                <a:cubicBezTo>
                  <a:pt x="773072" y="68113"/>
                  <a:pt x="770822" y="69281"/>
                  <a:pt x="769015" y="70339"/>
                </a:cubicBezTo>
                <a:cubicBezTo>
                  <a:pt x="767208" y="71397"/>
                  <a:pt x="765861" y="71926"/>
                  <a:pt x="764976" y="71926"/>
                </a:cubicBezTo>
                <a:cubicBezTo>
                  <a:pt x="764386" y="71926"/>
                  <a:pt x="763869" y="71779"/>
                  <a:pt x="763427" y="71484"/>
                </a:cubicBezTo>
                <a:cubicBezTo>
                  <a:pt x="762984" y="71189"/>
                  <a:pt x="762597" y="70746"/>
                  <a:pt x="762265" y="70156"/>
                </a:cubicBezTo>
                <a:cubicBezTo>
                  <a:pt x="761933" y="69566"/>
                  <a:pt x="761693" y="68810"/>
                  <a:pt x="761546" y="67887"/>
                </a:cubicBezTo>
                <a:cubicBezTo>
                  <a:pt x="761398" y="66965"/>
                  <a:pt x="761324" y="65951"/>
                  <a:pt x="761324" y="64844"/>
                </a:cubicBezTo>
                <a:cubicBezTo>
                  <a:pt x="761324" y="63000"/>
                  <a:pt x="761453" y="61543"/>
                  <a:pt x="761712" y="60474"/>
                </a:cubicBezTo>
                <a:cubicBezTo>
                  <a:pt x="761970" y="59404"/>
                  <a:pt x="762597" y="58389"/>
                  <a:pt x="763593" y="57430"/>
                </a:cubicBezTo>
                <a:cubicBezTo>
                  <a:pt x="764589" y="56471"/>
                  <a:pt x="766304" y="55355"/>
                  <a:pt x="768738" y="54080"/>
                </a:cubicBezTo>
                <a:cubicBezTo>
                  <a:pt x="771173" y="52803"/>
                  <a:pt x="773976" y="51636"/>
                  <a:pt x="777148" y="50580"/>
                </a:cubicBezTo>
                <a:cubicBezTo>
                  <a:pt x="780320" y="49524"/>
                  <a:pt x="783787" y="48651"/>
                  <a:pt x="787550" y="47959"/>
                </a:cubicBezTo>
                <a:cubicBezTo>
                  <a:pt x="791312" y="47265"/>
                  <a:pt x="795111" y="46918"/>
                  <a:pt x="798947" y="46918"/>
                </a:cubicBezTo>
                <a:cubicBezTo>
                  <a:pt x="806103" y="46918"/>
                  <a:pt x="812189" y="47730"/>
                  <a:pt x="817206" y="49353"/>
                </a:cubicBezTo>
                <a:cubicBezTo>
                  <a:pt x="822222" y="50976"/>
                  <a:pt x="826279" y="53355"/>
                  <a:pt x="829378" y="56490"/>
                </a:cubicBezTo>
                <a:cubicBezTo>
                  <a:pt x="832476" y="59625"/>
                  <a:pt x="834726" y="63517"/>
                  <a:pt x="836128" y="68164"/>
                </a:cubicBezTo>
                <a:cubicBezTo>
                  <a:pt x="837529" y="72812"/>
                  <a:pt x="838230" y="78234"/>
                  <a:pt x="838230" y="84431"/>
                </a:cubicBezTo>
                <a:lnTo>
                  <a:pt x="838230" y="151599"/>
                </a:lnTo>
                <a:moveTo>
                  <a:pt x="820083" y="106008"/>
                </a:moveTo>
                <a:lnTo>
                  <a:pt x="804480" y="106008"/>
                </a:lnTo>
                <a:cubicBezTo>
                  <a:pt x="799464" y="106008"/>
                  <a:pt x="795111" y="106436"/>
                  <a:pt x="791423" y="107291"/>
                </a:cubicBezTo>
                <a:cubicBezTo>
                  <a:pt x="787734" y="108144"/>
                  <a:pt x="784673" y="109405"/>
                  <a:pt x="782238" y="111074"/>
                </a:cubicBezTo>
                <a:cubicBezTo>
                  <a:pt x="779804" y="112743"/>
                  <a:pt x="778015" y="114748"/>
                  <a:pt x="776871" y="117088"/>
                </a:cubicBezTo>
                <a:cubicBezTo>
                  <a:pt x="775728" y="119425"/>
                  <a:pt x="775156" y="122116"/>
                  <a:pt x="775156" y="125159"/>
                </a:cubicBezTo>
                <a:cubicBezTo>
                  <a:pt x="775156" y="130355"/>
                  <a:pt x="776798" y="134493"/>
                  <a:pt x="780081" y="137573"/>
                </a:cubicBezTo>
                <a:cubicBezTo>
                  <a:pt x="783363" y="140653"/>
                  <a:pt x="787956" y="142193"/>
                  <a:pt x="793857" y="142193"/>
                </a:cubicBezTo>
                <a:cubicBezTo>
                  <a:pt x="798652" y="142193"/>
                  <a:pt x="803097" y="140969"/>
                  <a:pt x="807191" y="138521"/>
                </a:cubicBezTo>
                <a:cubicBezTo>
                  <a:pt x="811286" y="136070"/>
                  <a:pt x="815583" y="132322"/>
                  <a:pt x="820083" y="127275"/>
                </a:cubicBezTo>
                <a:lnTo>
                  <a:pt x="820083" y="106008"/>
                </a:lnTo>
                <a:close/>
                <a:moveTo>
                  <a:pt x="890016" y="151485"/>
                </a:moveTo>
                <a:cubicBezTo>
                  <a:pt x="890016" y="152075"/>
                  <a:pt x="889868" y="152574"/>
                  <a:pt x="889573" y="152982"/>
                </a:cubicBezTo>
                <a:cubicBezTo>
                  <a:pt x="889278" y="153388"/>
                  <a:pt x="888799" y="153738"/>
                  <a:pt x="888135" y="154033"/>
                </a:cubicBezTo>
                <a:cubicBezTo>
                  <a:pt x="887471" y="154328"/>
                  <a:pt x="886549" y="154550"/>
                  <a:pt x="885368" y="154697"/>
                </a:cubicBezTo>
                <a:cubicBezTo>
                  <a:pt x="884188" y="154845"/>
                  <a:pt x="882676" y="154918"/>
                  <a:pt x="880831" y="154918"/>
                </a:cubicBezTo>
                <a:cubicBezTo>
                  <a:pt x="879061" y="154918"/>
                  <a:pt x="877585" y="154845"/>
                  <a:pt x="876405" y="154697"/>
                </a:cubicBezTo>
                <a:cubicBezTo>
                  <a:pt x="875225" y="154550"/>
                  <a:pt x="874284" y="154328"/>
                  <a:pt x="873583" y="154033"/>
                </a:cubicBezTo>
                <a:cubicBezTo>
                  <a:pt x="872883" y="153738"/>
                  <a:pt x="872403" y="153388"/>
                  <a:pt x="872145" y="152982"/>
                </a:cubicBezTo>
                <a:cubicBezTo>
                  <a:pt x="871887" y="152574"/>
                  <a:pt x="871758" y="152075"/>
                  <a:pt x="871758" y="151485"/>
                </a:cubicBezTo>
                <a:lnTo>
                  <a:pt x="871758" y="3544"/>
                </a:lnTo>
                <a:cubicBezTo>
                  <a:pt x="871758" y="2954"/>
                  <a:pt x="871887" y="2438"/>
                  <a:pt x="872145" y="1995"/>
                </a:cubicBezTo>
                <a:cubicBezTo>
                  <a:pt x="872403" y="1550"/>
                  <a:pt x="872883" y="1180"/>
                  <a:pt x="873583" y="885"/>
                </a:cubicBezTo>
                <a:cubicBezTo>
                  <a:pt x="874284" y="590"/>
                  <a:pt x="875225" y="369"/>
                  <a:pt x="876405" y="221"/>
                </a:cubicBezTo>
                <a:cubicBezTo>
                  <a:pt x="877585" y="74"/>
                  <a:pt x="879061" y="0"/>
                  <a:pt x="880831" y="0"/>
                </a:cubicBezTo>
                <a:cubicBezTo>
                  <a:pt x="882676" y="0"/>
                  <a:pt x="884188" y="74"/>
                  <a:pt x="885368" y="221"/>
                </a:cubicBezTo>
                <a:cubicBezTo>
                  <a:pt x="886549" y="369"/>
                  <a:pt x="887471" y="590"/>
                  <a:pt x="888135" y="885"/>
                </a:cubicBezTo>
                <a:cubicBezTo>
                  <a:pt x="888799" y="1180"/>
                  <a:pt x="889278" y="1550"/>
                  <a:pt x="889573" y="1995"/>
                </a:cubicBezTo>
                <a:cubicBezTo>
                  <a:pt x="889868" y="2438"/>
                  <a:pt x="890016" y="2954"/>
                  <a:pt x="890016" y="3544"/>
                </a:cubicBezTo>
                <a:lnTo>
                  <a:pt x="890016" y="151485"/>
                </a:lnTo>
                <a:close/>
                <a:moveTo>
                  <a:pt x="942140" y="151485"/>
                </a:moveTo>
                <a:cubicBezTo>
                  <a:pt x="942140" y="152075"/>
                  <a:pt x="941992" y="152574"/>
                  <a:pt x="941697" y="152982"/>
                </a:cubicBezTo>
                <a:cubicBezTo>
                  <a:pt x="941402" y="153388"/>
                  <a:pt x="940922" y="153738"/>
                  <a:pt x="940258" y="154033"/>
                </a:cubicBezTo>
                <a:cubicBezTo>
                  <a:pt x="939594" y="154328"/>
                  <a:pt x="938672" y="154550"/>
                  <a:pt x="937492" y="154697"/>
                </a:cubicBezTo>
                <a:cubicBezTo>
                  <a:pt x="936312" y="154845"/>
                  <a:pt x="934799" y="154918"/>
                  <a:pt x="932955" y="154918"/>
                </a:cubicBezTo>
                <a:cubicBezTo>
                  <a:pt x="931185" y="154918"/>
                  <a:pt x="929709" y="154845"/>
                  <a:pt x="928529" y="154697"/>
                </a:cubicBezTo>
                <a:cubicBezTo>
                  <a:pt x="927348" y="154550"/>
                  <a:pt x="926408" y="154328"/>
                  <a:pt x="925707" y="154033"/>
                </a:cubicBezTo>
                <a:cubicBezTo>
                  <a:pt x="925006" y="153738"/>
                  <a:pt x="924527" y="153388"/>
                  <a:pt x="924269" y="152982"/>
                </a:cubicBezTo>
                <a:cubicBezTo>
                  <a:pt x="924010" y="152574"/>
                  <a:pt x="923881" y="152075"/>
                  <a:pt x="923881" y="151485"/>
                </a:cubicBezTo>
                <a:lnTo>
                  <a:pt x="923881" y="3544"/>
                </a:lnTo>
                <a:cubicBezTo>
                  <a:pt x="923881" y="2954"/>
                  <a:pt x="924010" y="2438"/>
                  <a:pt x="924269" y="1995"/>
                </a:cubicBezTo>
                <a:cubicBezTo>
                  <a:pt x="924527" y="1550"/>
                  <a:pt x="925006" y="1180"/>
                  <a:pt x="925707" y="885"/>
                </a:cubicBezTo>
                <a:cubicBezTo>
                  <a:pt x="926408" y="590"/>
                  <a:pt x="927348" y="369"/>
                  <a:pt x="928529" y="221"/>
                </a:cubicBezTo>
                <a:cubicBezTo>
                  <a:pt x="929709" y="74"/>
                  <a:pt x="931185" y="0"/>
                  <a:pt x="932955" y="0"/>
                </a:cubicBezTo>
                <a:cubicBezTo>
                  <a:pt x="934799" y="0"/>
                  <a:pt x="936312" y="74"/>
                  <a:pt x="937492" y="221"/>
                </a:cubicBezTo>
                <a:cubicBezTo>
                  <a:pt x="938672" y="369"/>
                  <a:pt x="939594" y="590"/>
                  <a:pt x="940258" y="885"/>
                </a:cubicBezTo>
                <a:cubicBezTo>
                  <a:pt x="940922" y="1180"/>
                  <a:pt x="941402" y="1550"/>
                  <a:pt x="941697" y="1995"/>
                </a:cubicBezTo>
                <a:cubicBezTo>
                  <a:pt x="941992" y="2438"/>
                  <a:pt x="942140" y="2954"/>
                  <a:pt x="942140" y="3544"/>
                </a:cubicBezTo>
                <a:lnTo>
                  <a:pt x="942140" y="151485"/>
                </a:lnTo>
                <a:close/>
                <a:moveTo>
                  <a:pt x="1135417" y="147504"/>
                </a:moveTo>
                <a:cubicBezTo>
                  <a:pt x="1136007" y="149127"/>
                  <a:pt x="1136321" y="150437"/>
                  <a:pt x="1136358" y="151433"/>
                </a:cubicBezTo>
                <a:cubicBezTo>
                  <a:pt x="1136394" y="152429"/>
                  <a:pt x="1136118" y="153185"/>
                  <a:pt x="1135528" y="153701"/>
                </a:cubicBezTo>
                <a:cubicBezTo>
                  <a:pt x="1134938" y="154218"/>
                  <a:pt x="1133960" y="154550"/>
                  <a:pt x="1132595" y="154697"/>
                </a:cubicBezTo>
                <a:cubicBezTo>
                  <a:pt x="1131231" y="154845"/>
                  <a:pt x="1129405" y="154918"/>
                  <a:pt x="1127118" y="154918"/>
                </a:cubicBezTo>
                <a:cubicBezTo>
                  <a:pt x="1124831" y="154918"/>
                  <a:pt x="1123005" y="154863"/>
                  <a:pt x="1121640" y="154752"/>
                </a:cubicBezTo>
                <a:cubicBezTo>
                  <a:pt x="1120276" y="154642"/>
                  <a:pt x="1119243" y="154457"/>
                  <a:pt x="1118542" y="154199"/>
                </a:cubicBezTo>
                <a:cubicBezTo>
                  <a:pt x="1117841" y="153941"/>
                  <a:pt x="1117325" y="153591"/>
                  <a:pt x="1116993" y="153148"/>
                </a:cubicBezTo>
                <a:cubicBezTo>
                  <a:pt x="1116661" y="152705"/>
                  <a:pt x="1116347" y="152152"/>
                  <a:pt x="1116052" y="151488"/>
                </a:cubicBezTo>
                <a:lnTo>
                  <a:pt x="1103769" y="116631"/>
                </a:lnTo>
                <a:lnTo>
                  <a:pt x="1044236" y="116631"/>
                </a:lnTo>
                <a:lnTo>
                  <a:pt x="1032507" y="151045"/>
                </a:lnTo>
                <a:cubicBezTo>
                  <a:pt x="1032286" y="151709"/>
                  <a:pt x="1031991" y="152281"/>
                  <a:pt x="1031622" y="152761"/>
                </a:cubicBezTo>
                <a:cubicBezTo>
                  <a:pt x="1031253" y="153240"/>
                  <a:pt x="1030718" y="153646"/>
                  <a:pt x="1030017" y="153978"/>
                </a:cubicBezTo>
                <a:cubicBezTo>
                  <a:pt x="1029316" y="154310"/>
                  <a:pt x="1028320" y="154550"/>
                  <a:pt x="1027029" y="154697"/>
                </a:cubicBezTo>
                <a:cubicBezTo>
                  <a:pt x="1025738" y="154845"/>
                  <a:pt x="1024060" y="154918"/>
                  <a:pt x="1021995" y="154918"/>
                </a:cubicBezTo>
                <a:cubicBezTo>
                  <a:pt x="1019855" y="154918"/>
                  <a:pt x="1018103" y="154826"/>
                  <a:pt x="1016738" y="154642"/>
                </a:cubicBezTo>
                <a:cubicBezTo>
                  <a:pt x="1015374" y="154457"/>
                  <a:pt x="1014415" y="154107"/>
                  <a:pt x="1013861" y="153591"/>
                </a:cubicBezTo>
                <a:cubicBezTo>
                  <a:pt x="1013308" y="153074"/>
                  <a:pt x="1013050" y="152318"/>
                  <a:pt x="1013087" y="151322"/>
                </a:cubicBezTo>
                <a:cubicBezTo>
                  <a:pt x="1013124" y="150326"/>
                  <a:pt x="1013437" y="149017"/>
                  <a:pt x="1014027" y="147394"/>
                </a:cubicBezTo>
                <a:lnTo>
                  <a:pt x="1062052" y="14385"/>
                </a:lnTo>
                <a:cubicBezTo>
                  <a:pt x="1062347" y="13574"/>
                  <a:pt x="1062734" y="12910"/>
                  <a:pt x="1063214" y="12393"/>
                </a:cubicBezTo>
                <a:cubicBezTo>
                  <a:pt x="1063693" y="11877"/>
                  <a:pt x="1064394" y="11471"/>
                  <a:pt x="1065316" y="11176"/>
                </a:cubicBezTo>
                <a:cubicBezTo>
                  <a:pt x="1066239" y="10881"/>
                  <a:pt x="1067419" y="10678"/>
                  <a:pt x="1068857" y="10568"/>
                </a:cubicBezTo>
                <a:cubicBezTo>
                  <a:pt x="1070296" y="10457"/>
                  <a:pt x="1072122" y="10402"/>
                  <a:pt x="1074335" y="10402"/>
                </a:cubicBezTo>
                <a:cubicBezTo>
                  <a:pt x="1076696" y="10402"/>
                  <a:pt x="1078650" y="10457"/>
                  <a:pt x="1080200" y="10568"/>
                </a:cubicBezTo>
                <a:cubicBezTo>
                  <a:pt x="1081749" y="10678"/>
                  <a:pt x="1083003" y="10881"/>
                  <a:pt x="1083962" y="11176"/>
                </a:cubicBezTo>
                <a:cubicBezTo>
                  <a:pt x="1084921" y="11471"/>
                  <a:pt x="1085659" y="11896"/>
                  <a:pt x="1086175" y="12449"/>
                </a:cubicBezTo>
                <a:cubicBezTo>
                  <a:pt x="1086691" y="13002"/>
                  <a:pt x="1087097" y="13684"/>
                  <a:pt x="1087392" y="14496"/>
                </a:cubicBezTo>
                <a:lnTo>
                  <a:pt x="1135417" y="147504"/>
                </a:lnTo>
                <a:moveTo>
                  <a:pt x="1073782" y="30098"/>
                </a:moveTo>
                <a:lnTo>
                  <a:pt x="1073671" y="30098"/>
                </a:lnTo>
                <a:lnTo>
                  <a:pt x="1048995" y="101472"/>
                </a:lnTo>
                <a:lnTo>
                  <a:pt x="1098790" y="101472"/>
                </a:lnTo>
                <a:lnTo>
                  <a:pt x="1073782" y="30098"/>
                </a:lnTo>
                <a:close/>
                <a:moveTo>
                  <a:pt x="1243515" y="151488"/>
                </a:moveTo>
                <a:cubicBezTo>
                  <a:pt x="1243515" y="152078"/>
                  <a:pt x="1243368" y="152576"/>
                  <a:pt x="1243073" y="152982"/>
                </a:cubicBezTo>
                <a:cubicBezTo>
                  <a:pt x="1242778" y="153388"/>
                  <a:pt x="1242298" y="153738"/>
                  <a:pt x="1241634" y="154033"/>
                </a:cubicBezTo>
                <a:cubicBezTo>
                  <a:pt x="1240970" y="154328"/>
                  <a:pt x="1240048" y="154550"/>
                  <a:pt x="1238868" y="154697"/>
                </a:cubicBezTo>
                <a:cubicBezTo>
                  <a:pt x="1237688" y="154845"/>
                  <a:pt x="1236212" y="154918"/>
                  <a:pt x="1234442" y="154918"/>
                </a:cubicBezTo>
                <a:cubicBezTo>
                  <a:pt x="1232597" y="154918"/>
                  <a:pt x="1231085" y="154845"/>
                  <a:pt x="1229905" y="154697"/>
                </a:cubicBezTo>
                <a:cubicBezTo>
                  <a:pt x="1228724" y="154550"/>
                  <a:pt x="1227802" y="154328"/>
                  <a:pt x="1227138" y="154033"/>
                </a:cubicBezTo>
                <a:cubicBezTo>
                  <a:pt x="1226474" y="153738"/>
                  <a:pt x="1225995" y="153388"/>
                  <a:pt x="1225700" y="152982"/>
                </a:cubicBezTo>
                <a:cubicBezTo>
                  <a:pt x="1225405" y="152576"/>
                  <a:pt x="1225257" y="152078"/>
                  <a:pt x="1225257" y="151488"/>
                </a:cubicBezTo>
                <a:lnTo>
                  <a:pt x="1225257" y="93172"/>
                </a:lnTo>
                <a:cubicBezTo>
                  <a:pt x="1225257" y="87492"/>
                  <a:pt x="1224815" y="82918"/>
                  <a:pt x="1223929" y="79451"/>
                </a:cubicBezTo>
                <a:cubicBezTo>
                  <a:pt x="1223044" y="75984"/>
                  <a:pt x="1221753" y="72996"/>
                  <a:pt x="1220056" y="70488"/>
                </a:cubicBezTo>
                <a:cubicBezTo>
                  <a:pt x="1218360" y="67980"/>
                  <a:pt x="1216165" y="66062"/>
                  <a:pt x="1213472" y="64734"/>
                </a:cubicBezTo>
                <a:cubicBezTo>
                  <a:pt x="1210780" y="63406"/>
                  <a:pt x="1207663" y="62742"/>
                  <a:pt x="1204122" y="62742"/>
                </a:cubicBezTo>
                <a:cubicBezTo>
                  <a:pt x="1199548" y="62742"/>
                  <a:pt x="1194974" y="64365"/>
                  <a:pt x="1190401" y="67611"/>
                </a:cubicBezTo>
                <a:cubicBezTo>
                  <a:pt x="1185827" y="70857"/>
                  <a:pt x="1181032" y="75615"/>
                  <a:pt x="1176015" y="81885"/>
                </a:cubicBezTo>
                <a:lnTo>
                  <a:pt x="1176015" y="151488"/>
                </a:lnTo>
                <a:cubicBezTo>
                  <a:pt x="1176015" y="152078"/>
                  <a:pt x="1175868" y="152576"/>
                  <a:pt x="1175573" y="152982"/>
                </a:cubicBezTo>
                <a:cubicBezTo>
                  <a:pt x="1175278" y="153388"/>
                  <a:pt x="1174798" y="153738"/>
                  <a:pt x="1174134" y="154033"/>
                </a:cubicBezTo>
                <a:cubicBezTo>
                  <a:pt x="1173470" y="154328"/>
                  <a:pt x="1172548" y="154550"/>
                  <a:pt x="1171368" y="154697"/>
                </a:cubicBezTo>
                <a:cubicBezTo>
                  <a:pt x="1170187" y="154845"/>
                  <a:pt x="1168675" y="154918"/>
                  <a:pt x="1166831" y="154918"/>
                </a:cubicBezTo>
                <a:cubicBezTo>
                  <a:pt x="1165060" y="154918"/>
                  <a:pt x="1163585" y="154845"/>
                  <a:pt x="1162405" y="154697"/>
                </a:cubicBezTo>
                <a:cubicBezTo>
                  <a:pt x="1161224" y="154550"/>
                  <a:pt x="1160284" y="154328"/>
                  <a:pt x="1159583" y="154033"/>
                </a:cubicBezTo>
                <a:cubicBezTo>
                  <a:pt x="1158882" y="153738"/>
                  <a:pt x="1158403" y="153388"/>
                  <a:pt x="1158144" y="152982"/>
                </a:cubicBezTo>
                <a:cubicBezTo>
                  <a:pt x="1157886" y="152576"/>
                  <a:pt x="1157757" y="152078"/>
                  <a:pt x="1157757" y="151488"/>
                </a:cubicBezTo>
                <a:lnTo>
                  <a:pt x="1157757" y="51898"/>
                </a:lnTo>
                <a:cubicBezTo>
                  <a:pt x="1157757" y="51308"/>
                  <a:pt x="1157868" y="50810"/>
                  <a:pt x="1158089" y="50404"/>
                </a:cubicBezTo>
                <a:cubicBezTo>
                  <a:pt x="1158310" y="49998"/>
                  <a:pt x="1158753" y="49629"/>
                  <a:pt x="1159417" y="49297"/>
                </a:cubicBezTo>
                <a:cubicBezTo>
                  <a:pt x="1160081" y="48965"/>
                  <a:pt x="1160929" y="48744"/>
                  <a:pt x="1161962" y="48633"/>
                </a:cubicBezTo>
                <a:cubicBezTo>
                  <a:pt x="1162995" y="48523"/>
                  <a:pt x="1164360" y="48467"/>
                  <a:pt x="1166056" y="48467"/>
                </a:cubicBezTo>
                <a:cubicBezTo>
                  <a:pt x="1167679" y="48467"/>
                  <a:pt x="1169026" y="48523"/>
                  <a:pt x="1170095" y="48633"/>
                </a:cubicBezTo>
                <a:cubicBezTo>
                  <a:pt x="1171165" y="48744"/>
                  <a:pt x="1171995" y="48965"/>
                  <a:pt x="1172585" y="49297"/>
                </a:cubicBezTo>
                <a:cubicBezTo>
                  <a:pt x="1173175" y="49629"/>
                  <a:pt x="1173599" y="49998"/>
                  <a:pt x="1173858" y="50404"/>
                </a:cubicBezTo>
                <a:cubicBezTo>
                  <a:pt x="1174116" y="50810"/>
                  <a:pt x="1174245" y="51308"/>
                  <a:pt x="1174245" y="51898"/>
                </a:cubicBezTo>
                <a:lnTo>
                  <a:pt x="1174245" y="65066"/>
                </a:lnTo>
                <a:cubicBezTo>
                  <a:pt x="1179851" y="58795"/>
                  <a:pt x="1185440" y="54203"/>
                  <a:pt x="1191009" y="51289"/>
                </a:cubicBezTo>
                <a:cubicBezTo>
                  <a:pt x="1196579" y="48375"/>
                  <a:pt x="1202204" y="46918"/>
                  <a:pt x="1207884" y="46918"/>
                </a:cubicBezTo>
                <a:cubicBezTo>
                  <a:pt x="1214524" y="46918"/>
                  <a:pt x="1220112" y="48043"/>
                  <a:pt x="1224649" y="50293"/>
                </a:cubicBezTo>
                <a:cubicBezTo>
                  <a:pt x="1229186" y="52543"/>
                  <a:pt x="1232856" y="55549"/>
                  <a:pt x="1235659" y="59312"/>
                </a:cubicBezTo>
                <a:cubicBezTo>
                  <a:pt x="1238462" y="63074"/>
                  <a:pt x="1240472" y="67482"/>
                  <a:pt x="1241690" y="72535"/>
                </a:cubicBezTo>
                <a:cubicBezTo>
                  <a:pt x="1242907" y="77588"/>
                  <a:pt x="1243515" y="83656"/>
                  <a:pt x="1243515" y="90738"/>
                </a:cubicBezTo>
                <a:lnTo>
                  <a:pt x="1243515" y="151488"/>
                </a:lnTo>
                <a:close/>
                <a:moveTo>
                  <a:pt x="1351759" y="151599"/>
                </a:moveTo>
                <a:cubicBezTo>
                  <a:pt x="1351759" y="152484"/>
                  <a:pt x="1351464" y="153148"/>
                  <a:pt x="1350873" y="153591"/>
                </a:cubicBezTo>
                <a:cubicBezTo>
                  <a:pt x="1350283" y="154033"/>
                  <a:pt x="1349472" y="154365"/>
                  <a:pt x="1348439" y="154586"/>
                </a:cubicBezTo>
                <a:cubicBezTo>
                  <a:pt x="1347406" y="154808"/>
                  <a:pt x="1345894" y="154918"/>
                  <a:pt x="1343902" y="154918"/>
                </a:cubicBezTo>
                <a:cubicBezTo>
                  <a:pt x="1341984" y="154918"/>
                  <a:pt x="1340453" y="154808"/>
                  <a:pt x="1339310" y="154586"/>
                </a:cubicBezTo>
                <a:cubicBezTo>
                  <a:pt x="1338166" y="154365"/>
                  <a:pt x="1337337" y="154033"/>
                  <a:pt x="1336820" y="153591"/>
                </a:cubicBezTo>
                <a:cubicBezTo>
                  <a:pt x="1336304" y="153148"/>
                  <a:pt x="1336046" y="152484"/>
                  <a:pt x="1336046" y="151599"/>
                </a:cubicBezTo>
                <a:lnTo>
                  <a:pt x="1336046" y="141640"/>
                </a:lnTo>
                <a:cubicBezTo>
                  <a:pt x="1331693" y="146287"/>
                  <a:pt x="1326843" y="149920"/>
                  <a:pt x="1321494" y="152539"/>
                </a:cubicBezTo>
                <a:cubicBezTo>
                  <a:pt x="1316146" y="155158"/>
                  <a:pt x="1310484" y="156468"/>
                  <a:pt x="1304509" y="156468"/>
                </a:cubicBezTo>
                <a:cubicBezTo>
                  <a:pt x="1299271" y="156468"/>
                  <a:pt x="1294531" y="155783"/>
                  <a:pt x="1290289" y="154414"/>
                </a:cubicBezTo>
                <a:cubicBezTo>
                  <a:pt x="1286047" y="153044"/>
                  <a:pt x="1282433" y="151064"/>
                  <a:pt x="1279445" y="148473"/>
                </a:cubicBezTo>
                <a:cubicBezTo>
                  <a:pt x="1276457" y="145881"/>
                  <a:pt x="1274134" y="142699"/>
                  <a:pt x="1272474" y="138925"/>
                </a:cubicBezTo>
                <a:cubicBezTo>
                  <a:pt x="1270814" y="135149"/>
                  <a:pt x="1269984" y="130854"/>
                  <a:pt x="1269984" y="126041"/>
                </a:cubicBezTo>
                <a:cubicBezTo>
                  <a:pt x="1269984" y="120416"/>
                  <a:pt x="1271127" y="115531"/>
                  <a:pt x="1273414" y="111386"/>
                </a:cubicBezTo>
                <a:cubicBezTo>
                  <a:pt x="1275701" y="107238"/>
                  <a:pt x="1278984" y="103795"/>
                  <a:pt x="1283263" y="101057"/>
                </a:cubicBezTo>
                <a:cubicBezTo>
                  <a:pt x="1287541" y="98318"/>
                  <a:pt x="1292779" y="96264"/>
                  <a:pt x="1298976" y="94894"/>
                </a:cubicBezTo>
                <a:cubicBezTo>
                  <a:pt x="1305173" y="93525"/>
                  <a:pt x="1312144" y="92840"/>
                  <a:pt x="1319890" y="92840"/>
                </a:cubicBezTo>
                <a:lnTo>
                  <a:pt x="1333611" y="92840"/>
                </a:lnTo>
                <a:lnTo>
                  <a:pt x="1333611" y="85122"/>
                </a:lnTo>
                <a:cubicBezTo>
                  <a:pt x="1333611" y="81300"/>
                  <a:pt x="1333205" y="77919"/>
                  <a:pt x="1332394" y="74980"/>
                </a:cubicBezTo>
                <a:cubicBezTo>
                  <a:pt x="1331582" y="72038"/>
                  <a:pt x="1330273" y="69593"/>
                  <a:pt x="1328466" y="67645"/>
                </a:cubicBezTo>
                <a:cubicBezTo>
                  <a:pt x="1326658" y="65697"/>
                  <a:pt x="1324316" y="64228"/>
                  <a:pt x="1321439" y="63236"/>
                </a:cubicBezTo>
                <a:cubicBezTo>
                  <a:pt x="1318562" y="62243"/>
                  <a:pt x="1315021" y="61746"/>
                  <a:pt x="1310816" y="61746"/>
                </a:cubicBezTo>
                <a:cubicBezTo>
                  <a:pt x="1306316" y="61746"/>
                  <a:pt x="1302277" y="62275"/>
                  <a:pt x="1298699" y="63333"/>
                </a:cubicBezTo>
                <a:cubicBezTo>
                  <a:pt x="1295121" y="64391"/>
                  <a:pt x="1291986" y="65559"/>
                  <a:pt x="1289293" y="66836"/>
                </a:cubicBezTo>
                <a:cubicBezTo>
                  <a:pt x="1286601" y="68113"/>
                  <a:pt x="1284351" y="69281"/>
                  <a:pt x="1282543" y="70339"/>
                </a:cubicBezTo>
                <a:cubicBezTo>
                  <a:pt x="1280736" y="71397"/>
                  <a:pt x="1279390" y="71926"/>
                  <a:pt x="1278504" y="71926"/>
                </a:cubicBezTo>
                <a:cubicBezTo>
                  <a:pt x="1277914" y="71926"/>
                  <a:pt x="1277398" y="71779"/>
                  <a:pt x="1276955" y="71484"/>
                </a:cubicBezTo>
                <a:cubicBezTo>
                  <a:pt x="1276513" y="71189"/>
                  <a:pt x="1276125" y="70746"/>
                  <a:pt x="1275793" y="70156"/>
                </a:cubicBezTo>
                <a:cubicBezTo>
                  <a:pt x="1275461" y="69566"/>
                  <a:pt x="1275222" y="68810"/>
                  <a:pt x="1275074" y="67887"/>
                </a:cubicBezTo>
                <a:cubicBezTo>
                  <a:pt x="1274927" y="66965"/>
                  <a:pt x="1274853" y="65951"/>
                  <a:pt x="1274853" y="64844"/>
                </a:cubicBezTo>
                <a:cubicBezTo>
                  <a:pt x="1274853" y="63000"/>
                  <a:pt x="1274982" y="61543"/>
                  <a:pt x="1275240" y="60474"/>
                </a:cubicBezTo>
                <a:cubicBezTo>
                  <a:pt x="1275498" y="59404"/>
                  <a:pt x="1276125" y="58389"/>
                  <a:pt x="1277121" y="57430"/>
                </a:cubicBezTo>
                <a:cubicBezTo>
                  <a:pt x="1278117" y="56471"/>
                  <a:pt x="1279832" y="55355"/>
                  <a:pt x="1282267" y="54080"/>
                </a:cubicBezTo>
                <a:cubicBezTo>
                  <a:pt x="1284701" y="52803"/>
                  <a:pt x="1287504" y="51636"/>
                  <a:pt x="1290677" y="50580"/>
                </a:cubicBezTo>
                <a:cubicBezTo>
                  <a:pt x="1293849" y="49524"/>
                  <a:pt x="1297316" y="48651"/>
                  <a:pt x="1301078" y="47959"/>
                </a:cubicBezTo>
                <a:cubicBezTo>
                  <a:pt x="1304841" y="47265"/>
                  <a:pt x="1308640" y="46918"/>
                  <a:pt x="1312476" y="46918"/>
                </a:cubicBezTo>
                <a:cubicBezTo>
                  <a:pt x="1319632" y="46918"/>
                  <a:pt x="1325718" y="47730"/>
                  <a:pt x="1330734" y="49353"/>
                </a:cubicBezTo>
                <a:cubicBezTo>
                  <a:pt x="1335750" y="50976"/>
                  <a:pt x="1339808" y="53355"/>
                  <a:pt x="1342906" y="56490"/>
                </a:cubicBezTo>
                <a:cubicBezTo>
                  <a:pt x="1346005" y="59625"/>
                  <a:pt x="1348255" y="63517"/>
                  <a:pt x="1349656" y="68164"/>
                </a:cubicBezTo>
                <a:cubicBezTo>
                  <a:pt x="1351058" y="72812"/>
                  <a:pt x="1351759" y="78234"/>
                  <a:pt x="1351759" y="84431"/>
                </a:cubicBezTo>
                <a:lnTo>
                  <a:pt x="1351759" y="151599"/>
                </a:lnTo>
                <a:moveTo>
                  <a:pt x="1333611" y="106008"/>
                </a:moveTo>
                <a:lnTo>
                  <a:pt x="1318009" y="106008"/>
                </a:lnTo>
                <a:cubicBezTo>
                  <a:pt x="1312992" y="106008"/>
                  <a:pt x="1308640" y="106436"/>
                  <a:pt x="1304951" y="107291"/>
                </a:cubicBezTo>
                <a:cubicBezTo>
                  <a:pt x="1301263" y="108144"/>
                  <a:pt x="1298201" y="109405"/>
                  <a:pt x="1295767" y="111074"/>
                </a:cubicBezTo>
                <a:cubicBezTo>
                  <a:pt x="1293332" y="112743"/>
                  <a:pt x="1291543" y="114748"/>
                  <a:pt x="1290400" y="117088"/>
                </a:cubicBezTo>
                <a:cubicBezTo>
                  <a:pt x="1289257" y="119425"/>
                  <a:pt x="1288685" y="122116"/>
                  <a:pt x="1288685" y="125159"/>
                </a:cubicBezTo>
                <a:cubicBezTo>
                  <a:pt x="1288685" y="130355"/>
                  <a:pt x="1290326" y="134493"/>
                  <a:pt x="1293609" y="137573"/>
                </a:cubicBezTo>
                <a:cubicBezTo>
                  <a:pt x="1296892" y="140653"/>
                  <a:pt x="1301484" y="142193"/>
                  <a:pt x="1307386" y="142193"/>
                </a:cubicBezTo>
                <a:cubicBezTo>
                  <a:pt x="1312181" y="142193"/>
                  <a:pt x="1316625" y="140969"/>
                  <a:pt x="1320720" y="138521"/>
                </a:cubicBezTo>
                <a:cubicBezTo>
                  <a:pt x="1324814" y="136070"/>
                  <a:pt x="1329111" y="132322"/>
                  <a:pt x="1333611" y="127275"/>
                </a:cubicBezTo>
                <a:lnTo>
                  <a:pt x="1333611" y="106008"/>
                </a:lnTo>
                <a:close/>
                <a:moveTo>
                  <a:pt x="1403545" y="151485"/>
                </a:moveTo>
                <a:cubicBezTo>
                  <a:pt x="1403545" y="152075"/>
                  <a:pt x="1403398" y="152574"/>
                  <a:pt x="1403103" y="152982"/>
                </a:cubicBezTo>
                <a:cubicBezTo>
                  <a:pt x="1402808" y="153388"/>
                  <a:pt x="1402328" y="153738"/>
                  <a:pt x="1401664" y="154033"/>
                </a:cubicBezTo>
                <a:cubicBezTo>
                  <a:pt x="1401000" y="154328"/>
                  <a:pt x="1400078" y="154550"/>
                  <a:pt x="1398898" y="154697"/>
                </a:cubicBezTo>
                <a:cubicBezTo>
                  <a:pt x="1397718" y="154845"/>
                  <a:pt x="1396205" y="154918"/>
                  <a:pt x="1394361" y="154918"/>
                </a:cubicBezTo>
                <a:cubicBezTo>
                  <a:pt x="1392591" y="154918"/>
                  <a:pt x="1391115" y="154845"/>
                  <a:pt x="1389935" y="154697"/>
                </a:cubicBezTo>
                <a:cubicBezTo>
                  <a:pt x="1388754" y="154550"/>
                  <a:pt x="1387814" y="154328"/>
                  <a:pt x="1387113" y="154033"/>
                </a:cubicBezTo>
                <a:cubicBezTo>
                  <a:pt x="1386412" y="153738"/>
                  <a:pt x="1385933" y="153388"/>
                  <a:pt x="1385675" y="152982"/>
                </a:cubicBezTo>
                <a:cubicBezTo>
                  <a:pt x="1385416" y="152574"/>
                  <a:pt x="1385287" y="152075"/>
                  <a:pt x="1385287" y="151485"/>
                </a:cubicBezTo>
                <a:lnTo>
                  <a:pt x="1385287" y="3544"/>
                </a:lnTo>
                <a:cubicBezTo>
                  <a:pt x="1385287" y="2954"/>
                  <a:pt x="1385416" y="2438"/>
                  <a:pt x="1385675" y="1995"/>
                </a:cubicBezTo>
                <a:cubicBezTo>
                  <a:pt x="1385933" y="1550"/>
                  <a:pt x="1386412" y="1180"/>
                  <a:pt x="1387113" y="885"/>
                </a:cubicBezTo>
                <a:cubicBezTo>
                  <a:pt x="1387814" y="590"/>
                  <a:pt x="1388754" y="369"/>
                  <a:pt x="1389935" y="221"/>
                </a:cubicBezTo>
                <a:cubicBezTo>
                  <a:pt x="1391115" y="74"/>
                  <a:pt x="1392591" y="0"/>
                  <a:pt x="1394361" y="0"/>
                </a:cubicBezTo>
                <a:cubicBezTo>
                  <a:pt x="1396205" y="0"/>
                  <a:pt x="1397718" y="74"/>
                  <a:pt x="1398898" y="221"/>
                </a:cubicBezTo>
                <a:cubicBezTo>
                  <a:pt x="1400078" y="369"/>
                  <a:pt x="1401000" y="590"/>
                  <a:pt x="1401664" y="885"/>
                </a:cubicBezTo>
                <a:cubicBezTo>
                  <a:pt x="1402328" y="1180"/>
                  <a:pt x="1402808" y="1550"/>
                  <a:pt x="1403103" y="1995"/>
                </a:cubicBezTo>
                <a:cubicBezTo>
                  <a:pt x="1403398" y="2438"/>
                  <a:pt x="1403545" y="2954"/>
                  <a:pt x="1403545" y="3544"/>
                </a:cubicBezTo>
                <a:lnTo>
                  <a:pt x="1403545" y="151485"/>
                </a:lnTo>
                <a:close/>
                <a:moveTo>
                  <a:pt x="1482779" y="154254"/>
                </a:moveTo>
                <a:lnTo>
                  <a:pt x="1469500" y="190882"/>
                </a:lnTo>
                <a:cubicBezTo>
                  <a:pt x="1469058" y="192062"/>
                  <a:pt x="1467933" y="192966"/>
                  <a:pt x="1466125" y="193593"/>
                </a:cubicBezTo>
                <a:cubicBezTo>
                  <a:pt x="1464318" y="194220"/>
                  <a:pt x="1461570" y="194533"/>
                  <a:pt x="1457881" y="194533"/>
                </a:cubicBezTo>
                <a:cubicBezTo>
                  <a:pt x="1455963" y="194533"/>
                  <a:pt x="1454414" y="194441"/>
                  <a:pt x="1453234" y="194257"/>
                </a:cubicBezTo>
                <a:cubicBezTo>
                  <a:pt x="1452054" y="194072"/>
                  <a:pt x="1451150" y="193759"/>
                  <a:pt x="1450523" y="193316"/>
                </a:cubicBezTo>
                <a:cubicBezTo>
                  <a:pt x="1449896" y="192873"/>
                  <a:pt x="1449545" y="192283"/>
                  <a:pt x="1449472" y="191546"/>
                </a:cubicBezTo>
                <a:cubicBezTo>
                  <a:pt x="1449398" y="190808"/>
                  <a:pt x="1449582" y="189923"/>
                  <a:pt x="1450025" y="188890"/>
                </a:cubicBezTo>
                <a:lnTo>
                  <a:pt x="1463746" y="154254"/>
                </a:lnTo>
                <a:cubicBezTo>
                  <a:pt x="1463082" y="153959"/>
                  <a:pt x="1462455" y="153480"/>
                  <a:pt x="1461865" y="152816"/>
                </a:cubicBezTo>
                <a:cubicBezTo>
                  <a:pt x="1461275" y="152152"/>
                  <a:pt x="1460869" y="151451"/>
                  <a:pt x="1460648" y="150713"/>
                </a:cubicBezTo>
                <a:lnTo>
                  <a:pt x="1425127" y="55549"/>
                </a:lnTo>
                <a:cubicBezTo>
                  <a:pt x="1424537" y="54000"/>
                  <a:pt x="1424242" y="52783"/>
                  <a:pt x="1424242" y="51898"/>
                </a:cubicBezTo>
                <a:cubicBezTo>
                  <a:pt x="1424242" y="51012"/>
                  <a:pt x="1424537" y="50312"/>
                  <a:pt x="1425127" y="49795"/>
                </a:cubicBezTo>
                <a:cubicBezTo>
                  <a:pt x="1425717" y="49279"/>
                  <a:pt x="1426676" y="48928"/>
                  <a:pt x="1428004" y="48744"/>
                </a:cubicBezTo>
                <a:cubicBezTo>
                  <a:pt x="1429332" y="48560"/>
                  <a:pt x="1431103" y="48467"/>
                  <a:pt x="1433316" y="48467"/>
                </a:cubicBezTo>
                <a:cubicBezTo>
                  <a:pt x="1435529" y="48467"/>
                  <a:pt x="1437262" y="48523"/>
                  <a:pt x="1438517" y="48633"/>
                </a:cubicBezTo>
                <a:cubicBezTo>
                  <a:pt x="1439771" y="48744"/>
                  <a:pt x="1440767" y="48947"/>
                  <a:pt x="1441504" y="49242"/>
                </a:cubicBezTo>
                <a:cubicBezTo>
                  <a:pt x="1442242" y="49537"/>
                  <a:pt x="1442777" y="49961"/>
                  <a:pt x="1443109" y="50514"/>
                </a:cubicBezTo>
                <a:cubicBezTo>
                  <a:pt x="1443441" y="51068"/>
                  <a:pt x="1443791" y="51824"/>
                  <a:pt x="1444160" y="52783"/>
                </a:cubicBezTo>
                <a:lnTo>
                  <a:pt x="1472599" y="132677"/>
                </a:lnTo>
                <a:lnTo>
                  <a:pt x="1472931" y="132677"/>
                </a:lnTo>
                <a:lnTo>
                  <a:pt x="1500373" y="52340"/>
                </a:lnTo>
                <a:cubicBezTo>
                  <a:pt x="1500816" y="50939"/>
                  <a:pt x="1501351" y="50035"/>
                  <a:pt x="1501978" y="49629"/>
                </a:cubicBezTo>
                <a:cubicBezTo>
                  <a:pt x="1502605" y="49223"/>
                  <a:pt x="1503545" y="48928"/>
                  <a:pt x="1504800" y="48744"/>
                </a:cubicBezTo>
                <a:cubicBezTo>
                  <a:pt x="1506054" y="48560"/>
                  <a:pt x="1507861" y="48467"/>
                  <a:pt x="1510222" y="48467"/>
                </a:cubicBezTo>
                <a:cubicBezTo>
                  <a:pt x="1512287" y="48467"/>
                  <a:pt x="1513984" y="48560"/>
                  <a:pt x="1515312" y="48744"/>
                </a:cubicBezTo>
                <a:cubicBezTo>
                  <a:pt x="1516640" y="48928"/>
                  <a:pt x="1517617" y="49279"/>
                  <a:pt x="1518244" y="49795"/>
                </a:cubicBezTo>
                <a:cubicBezTo>
                  <a:pt x="1518871" y="50312"/>
                  <a:pt x="1519185" y="51012"/>
                  <a:pt x="1519185" y="51898"/>
                </a:cubicBezTo>
                <a:cubicBezTo>
                  <a:pt x="1519185" y="52783"/>
                  <a:pt x="1518963" y="53889"/>
                  <a:pt x="1518521" y="55217"/>
                </a:cubicBezTo>
                <a:lnTo>
                  <a:pt x="1482779" y="154254"/>
                </a:lnTo>
                <a:close/>
                <a:moveTo>
                  <a:pt x="1600326" y="124457"/>
                </a:moveTo>
                <a:cubicBezTo>
                  <a:pt x="1600326" y="129552"/>
                  <a:pt x="1599385" y="134093"/>
                  <a:pt x="1597504" y="138081"/>
                </a:cubicBezTo>
                <a:cubicBezTo>
                  <a:pt x="1595623" y="142067"/>
                  <a:pt x="1592949" y="145427"/>
                  <a:pt x="1589481" y="148161"/>
                </a:cubicBezTo>
                <a:cubicBezTo>
                  <a:pt x="1586014" y="150893"/>
                  <a:pt x="1581883" y="152960"/>
                  <a:pt x="1577088" y="154362"/>
                </a:cubicBezTo>
                <a:cubicBezTo>
                  <a:pt x="1572293" y="155766"/>
                  <a:pt x="1567018" y="156468"/>
                  <a:pt x="1561264" y="156468"/>
                </a:cubicBezTo>
                <a:cubicBezTo>
                  <a:pt x="1557723" y="156468"/>
                  <a:pt x="1554348" y="156191"/>
                  <a:pt x="1551139" y="155638"/>
                </a:cubicBezTo>
                <a:cubicBezTo>
                  <a:pt x="1547930" y="155084"/>
                  <a:pt x="1545053" y="154384"/>
                  <a:pt x="1542508" y="153535"/>
                </a:cubicBezTo>
                <a:cubicBezTo>
                  <a:pt x="1539963" y="152687"/>
                  <a:pt x="1537805" y="151802"/>
                  <a:pt x="1536035" y="150879"/>
                </a:cubicBezTo>
                <a:cubicBezTo>
                  <a:pt x="1534264" y="149957"/>
                  <a:pt x="1532973" y="149127"/>
                  <a:pt x="1532162" y="148390"/>
                </a:cubicBezTo>
                <a:cubicBezTo>
                  <a:pt x="1531350" y="147652"/>
                  <a:pt x="1530760" y="146619"/>
                  <a:pt x="1530391" y="145291"/>
                </a:cubicBezTo>
                <a:cubicBezTo>
                  <a:pt x="1530022" y="143963"/>
                  <a:pt x="1529838" y="142156"/>
                  <a:pt x="1529838" y="139869"/>
                </a:cubicBezTo>
                <a:cubicBezTo>
                  <a:pt x="1529838" y="138468"/>
                  <a:pt x="1529912" y="137287"/>
                  <a:pt x="1530059" y="136328"/>
                </a:cubicBezTo>
                <a:cubicBezTo>
                  <a:pt x="1530207" y="135369"/>
                  <a:pt x="1530391" y="134595"/>
                  <a:pt x="1530613" y="134004"/>
                </a:cubicBezTo>
                <a:cubicBezTo>
                  <a:pt x="1530834" y="133414"/>
                  <a:pt x="1531147" y="132990"/>
                  <a:pt x="1531553" y="132732"/>
                </a:cubicBezTo>
                <a:cubicBezTo>
                  <a:pt x="1531959" y="132474"/>
                  <a:pt x="1532420" y="132345"/>
                  <a:pt x="1532936" y="132345"/>
                </a:cubicBezTo>
                <a:cubicBezTo>
                  <a:pt x="1533748" y="132345"/>
                  <a:pt x="1534947" y="132843"/>
                  <a:pt x="1536533" y="133838"/>
                </a:cubicBezTo>
                <a:cubicBezTo>
                  <a:pt x="1538119" y="134834"/>
                  <a:pt x="1540074" y="135922"/>
                  <a:pt x="1542397" y="137103"/>
                </a:cubicBezTo>
                <a:cubicBezTo>
                  <a:pt x="1544721" y="138283"/>
                  <a:pt x="1547469" y="139371"/>
                  <a:pt x="1550641" y="140367"/>
                </a:cubicBezTo>
                <a:cubicBezTo>
                  <a:pt x="1553813" y="141363"/>
                  <a:pt x="1557465" y="141861"/>
                  <a:pt x="1561596" y="141861"/>
                </a:cubicBezTo>
                <a:cubicBezTo>
                  <a:pt x="1564695" y="141861"/>
                  <a:pt x="1567498" y="141529"/>
                  <a:pt x="1570006" y="140865"/>
                </a:cubicBezTo>
                <a:cubicBezTo>
                  <a:pt x="1572514" y="140199"/>
                  <a:pt x="1574690" y="139219"/>
                  <a:pt x="1576535" y="137926"/>
                </a:cubicBezTo>
                <a:cubicBezTo>
                  <a:pt x="1578379" y="136632"/>
                  <a:pt x="1579799" y="134988"/>
                  <a:pt x="1580795" y="132991"/>
                </a:cubicBezTo>
                <a:cubicBezTo>
                  <a:pt x="1581791" y="130995"/>
                  <a:pt x="1582289" y="128630"/>
                  <a:pt x="1582289" y="125895"/>
                </a:cubicBezTo>
                <a:cubicBezTo>
                  <a:pt x="1582289" y="123090"/>
                  <a:pt x="1581570" y="120727"/>
                  <a:pt x="1580131" y="118807"/>
                </a:cubicBezTo>
                <a:cubicBezTo>
                  <a:pt x="1578693" y="116886"/>
                  <a:pt x="1576793" y="115188"/>
                  <a:pt x="1574432" y="113713"/>
                </a:cubicBezTo>
                <a:cubicBezTo>
                  <a:pt x="1572072" y="112235"/>
                  <a:pt x="1569416" y="110925"/>
                  <a:pt x="1566465" y="109781"/>
                </a:cubicBezTo>
                <a:cubicBezTo>
                  <a:pt x="1563514" y="108635"/>
                  <a:pt x="1560471" y="107435"/>
                  <a:pt x="1557336" y="106181"/>
                </a:cubicBezTo>
                <a:cubicBezTo>
                  <a:pt x="1554201" y="104925"/>
                  <a:pt x="1551139" y="103503"/>
                  <a:pt x="1548151" y="101914"/>
                </a:cubicBezTo>
                <a:cubicBezTo>
                  <a:pt x="1545164" y="100326"/>
                  <a:pt x="1542490" y="98387"/>
                  <a:pt x="1540129" y="96098"/>
                </a:cubicBezTo>
                <a:cubicBezTo>
                  <a:pt x="1537768" y="93809"/>
                  <a:pt x="1535869" y="91077"/>
                  <a:pt x="1534430" y="87902"/>
                </a:cubicBezTo>
                <a:cubicBezTo>
                  <a:pt x="1532992" y="84728"/>
                  <a:pt x="1532272" y="80925"/>
                  <a:pt x="1532272" y="76494"/>
                </a:cubicBezTo>
                <a:cubicBezTo>
                  <a:pt x="1532272" y="72580"/>
                  <a:pt x="1533028" y="68833"/>
                  <a:pt x="1534541" y="65252"/>
                </a:cubicBezTo>
                <a:cubicBezTo>
                  <a:pt x="1536053" y="61670"/>
                  <a:pt x="1538322" y="58531"/>
                  <a:pt x="1541346" y="55836"/>
                </a:cubicBezTo>
                <a:cubicBezTo>
                  <a:pt x="1544371" y="53139"/>
                  <a:pt x="1548151" y="50979"/>
                  <a:pt x="1552688" y="49356"/>
                </a:cubicBezTo>
                <a:cubicBezTo>
                  <a:pt x="1557225" y="47731"/>
                  <a:pt x="1562518" y="46918"/>
                  <a:pt x="1568568" y="46918"/>
                </a:cubicBezTo>
                <a:cubicBezTo>
                  <a:pt x="1571223" y="46918"/>
                  <a:pt x="1573879" y="47143"/>
                  <a:pt x="1576535" y="47592"/>
                </a:cubicBezTo>
                <a:cubicBezTo>
                  <a:pt x="1579190" y="48042"/>
                  <a:pt x="1581588" y="48603"/>
                  <a:pt x="1583727" y="49276"/>
                </a:cubicBezTo>
                <a:cubicBezTo>
                  <a:pt x="1585867" y="49950"/>
                  <a:pt x="1587693" y="50679"/>
                  <a:pt x="1589205" y="51465"/>
                </a:cubicBezTo>
                <a:cubicBezTo>
                  <a:pt x="1590717" y="52252"/>
                  <a:pt x="1591861" y="52944"/>
                  <a:pt x="1592635" y="53544"/>
                </a:cubicBezTo>
                <a:cubicBezTo>
                  <a:pt x="1593410" y="54143"/>
                  <a:pt x="1593926" y="54664"/>
                  <a:pt x="1594184" y="55107"/>
                </a:cubicBezTo>
                <a:cubicBezTo>
                  <a:pt x="1594443" y="55549"/>
                  <a:pt x="1594627" y="56047"/>
                  <a:pt x="1594738" y="56601"/>
                </a:cubicBezTo>
                <a:cubicBezTo>
                  <a:pt x="1594848" y="57154"/>
                  <a:pt x="1594959" y="57836"/>
                  <a:pt x="1595070" y="58648"/>
                </a:cubicBezTo>
                <a:cubicBezTo>
                  <a:pt x="1595180" y="59459"/>
                  <a:pt x="1595236" y="60455"/>
                  <a:pt x="1595236" y="61635"/>
                </a:cubicBezTo>
                <a:cubicBezTo>
                  <a:pt x="1595236" y="62889"/>
                  <a:pt x="1595180" y="63978"/>
                  <a:pt x="1595070" y="64900"/>
                </a:cubicBezTo>
                <a:cubicBezTo>
                  <a:pt x="1594959" y="65822"/>
                  <a:pt x="1594775" y="66578"/>
                  <a:pt x="1594516" y="67168"/>
                </a:cubicBezTo>
                <a:cubicBezTo>
                  <a:pt x="1594258" y="67758"/>
                  <a:pt x="1593945" y="68183"/>
                  <a:pt x="1593576" y="68441"/>
                </a:cubicBezTo>
                <a:cubicBezTo>
                  <a:pt x="1593207" y="68699"/>
                  <a:pt x="1592801" y="68828"/>
                  <a:pt x="1592359" y="68828"/>
                </a:cubicBezTo>
                <a:cubicBezTo>
                  <a:pt x="1591695" y="68828"/>
                  <a:pt x="1590736" y="68417"/>
                  <a:pt x="1589481" y="67594"/>
                </a:cubicBezTo>
                <a:cubicBezTo>
                  <a:pt x="1588227" y="66771"/>
                  <a:pt x="1586604" y="65891"/>
                  <a:pt x="1584613" y="64955"/>
                </a:cubicBezTo>
                <a:cubicBezTo>
                  <a:pt x="1582621" y="64019"/>
                  <a:pt x="1580279" y="63140"/>
                  <a:pt x="1577586" y="62317"/>
                </a:cubicBezTo>
                <a:cubicBezTo>
                  <a:pt x="1574893" y="61494"/>
                  <a:pt x="1571813" y="61082"/>
                  <a:pt x="1568346" y="61082"/>
                </a:cubicBezTo>
                <a:cubicBezTo>
                  <a:pt x="1565248" y="61082"/>
                  <a:pt x="1562518" y="61434"/>
                  <a:pt x="1560158" y="62137"/>
                </a:cubicBezTo>
                <a:cubicBezTo>
                  <a:pt x="1557797" y="62838"/>
                  <a:pt x="1555861" y="63835"/>
                  <a:pt x="1554348" y="65128"/>
                </a:cubicBezTo>
                <a:cubicBezTo>
                  <a:pt x="1552836" y="66421"/>
                  <a:pt x="1551692" y="67955"/>
                  <a:pt x="1550918" y="69731"/>
                </a:cubicBezTo>
                <a:cubicBezTo>
                  <a:pt x="1550143" y="71503"/>
                  <a:pt x="1549756" y="73425"/>
                  <a:pt x="1549756" y="75495"/>
                </a:cubicBezTo>
                <a:cubicBezTo>
                  <a:pt x="1549756" y="78374"/>
                  <a:pt x="1550494" y="80793"/>
                  <a:pt x="1551969" y="82750"/>
                </a:cubicBezTo>
                <a:cubicBezTo>
                  <a:pt x="1553445" y="84707"/>
                  <a:pt x="1555363" y="86425"/>
                  <a:pt x="1557723" y="87902"/>
                </a:cubicBezTo>
                <a:cubicBezTo>
                  <a:pt x="1560084" y="89378"/>
                  <a:pt x="1562777" y="90707"/>
                  <a:pt x="1565801" y="91889"/>
                </a:cubicBezTo>
                <a:cubicBezTo>
                  <a:pt x="1568826" y="93070"/>
                  <a:pt x="1571906" y="94288"/>
                  <a:pt x="1575041" y="95545"/>
                </a:cubicBezTo>
                <a:cubicBezTo>
                  <a:pt x="1578176" y="96799"/>
                  <a:pt x="1581275" y="98201"/>
                  <a:pt x="1584336" y="99753"/>
                </a:cubicBezTo>
                <a:cubicBezTo>
                  <a:pt x="1587397" y="101304"/>
                  <a:pt x="1590109" y="103188"/>
                  <a:pt x="1592469" y="105403"/>
                </a:cubicBezTo>
                <a:cubicBezTo>
                  <a:pt x="1594830" y="107619"/>
                  <a:pt x="1596729" y="110278"/>
                  <a:pt x="1598168" y="113381"/>
                </a:cubicBezTo>
                <a:cubicBezTo>
                  <a:pt x="1599607" y="116482"/>
                  <a:pt x="1600326" y="120174"/>
                  <a:pt x="1600326" y="124457"/>
                </a:cubicBezTo>
                <a:close/>
                <a:moveTo>
                  <a:pt x="1644672" y="151488"/>
                </a:moveTo>
                <a:cubicBezTo>
                  <a:pt x="1644672" y="152078"/>
                  <a:pt x="1644525" y="152576"/>
                  <a:pt x="1644230" y="152982"/>
                </a:cubicBezTo>
                <a:cubicBezTo>
                  <a:pt x="1643934" y="153388"/>
                  <a:pt x="1643455" y="153738"/>
                  <a:pt x="1642791" y="154033"/>
                </a:cubicBezTo>
                <a:cubicBezTo>
                  <a:pt x="1642127" y="154328"/>
                  <a:pt x="1641205" y="154550"/>
                  <a:pt x="1640025" y="154697"/>
                </a:cubicBezTo>
                <a:cubicBezTo>
                  <a:pt x="1638844" y="154845"/>
                  <a:pt x="1637332" y="154918"/>
                  <a:pt x="1635488" y="154918"/>
                </a:cubicBezTo>
                <a:cubicBezTo>
                  <a:pt x="1633717" y="154918"/>
                  <a:pt x="1632242" y="154845"/>
                  <a:pt x="1631061" y="154697"/>
                </a:cubicBezTo>
                <a:cubicBezTo>
                  <a:pt x="1629881" y="154550"/>
                  <a:pt x="1628941" y="154328"/>
                  <a:pt x="1628240" y="154033"/>
                </a:cubicBezTo>
                <a:cubicBezTo>
                  <a:pt x="1627539" y="153738"/>
                  <a:pt x="1627059" y="153388"/>
                  <a:pt x="1626801" y="152982"/>
                </a:cubicBezTo>
                <a:cubicBezTo>
                  <a:pt x="1626543" y="152576"/>
                  <a:pt x="1626414" y="152078"/>
                  <a:pt x="1626414" y="151488"/>
                </a:cubicBezTo>
                <a:lnTo>
                  <a:pt x="1626414" y="51898"/>
                </a:lnTo>
                <a:cubicBezTo>
                  <a:pt x="1626414" y="51381"/>
                  <a:pt x="1626543" y="50902"/>
                  <a:pt x="1626801" y="50459"/>
                </a:cubicBezTo>
                <a:cubicBezTo>
                  <a:pt x="1627059" y="50017"/>
                  <a:pt x="1627539" y="49648"/>
                  <a:pt x="1628240" y="49353"/>
                </a:cubicBezTo>
                <a:cubicBezTo>
                  <a:pt x="1628941" y="49057"/>
                  <a:pt x="1629881" y="48836"/>
                  <a:pt x="1631061" y="48689"/>
                </a:cubicBezTo>
                <a:cubicBezTo>
                  <a:pt x="1632242" y="48541"/>
                  <a:pt x="1633717" y="48467"/>
                  <a:pt x="1635488" y="48467"/>
                </a:cubicBezTo>
                <a:cubicBezTo>
                  <a:pt x="1637332" y="48467"/>
                  <a:pt x="1638844" y="48541"/>
                  <a:pt x="1640025" y="48689"/>
                </a:cubicBezTo>
                <a:cubicBezTo>
                  <a:pt x="1641205" y="48836"/>
                  <a:pt x="1642127" y="49057"/>
                  <a:pt x="1642791" y="49353"/>
                </a:cubicBezTo>
                <a:cubicBezTo>
                  <a:pt x="1643455" y="49648"/>
                  <a:pt x="1643934" y="50017"/>
                  <a:pt x="1644230" y="50459"/>
                </a:cubicBezTo>
                <a:cubicBezTo>
                  <a:pt x="1644525" y="50902"/>
                  <a:pt x="1644672" y="51381"/>
                  <a:pt x="1644672" y="51898"/>
                </a:cubicBezTo>
                <a:lnTo>
                  <a:pt x="1644672" y="151488"/>
                </a:lnTo>
                <a:moveTo>
                  <a:pt x="1646775" y="18148"/>
                </a:moveTo>
                <a:cubicBezTo>
                  <a:pt x="1646775" y="22426"/>
                  <a:pt x="1645963" y="25340"/>
                  <a:pt x="1644340" y="26889"/>
                </a:cubicBezTo>
                <a:cubicBezTo>
                  <a:pt x="1642717" y="28439"/>
                  <a:pt x="1639730" y="29213"/>
                  <a:pt x="1635377" y="29213"/>
                </a:cubicBezTo>
                <a:cubicBezTo>
                  <a:pt x="1631098" y="29213"/>
                  <a:pt x="1628166" y="28457"/>
                  <a:pt x="1626580" y="26945"/>
                </a:cubicBezTo>
                <a:cubicBezTo>
                  <a:pt x="1624994" y="25432"/>
                  <a:pt x="1624201" y="22574"/>
                  <a:pt x="1624201" y="18369"/>
                </a:cubicBezTo>
                <a:cubicBezTo>
                  <a:pt x="1624201" y="14090"/>
                  <a:pt x="1625012" y="11176"/>
                  <a:pt x="1626635" y="9627"/>
                </a:cubicBezTo>
                <a:cubicBezTo>
                  <a:pt x="1628258" y="8078"/>
                  <a:pt x="1631246" y="7303"/>
                  <a:pt x="1635598" y="7303"/>
                </a:cubicBezTo>
                <a:cubicBezTo>
                  <a:pt x="1639877" y="7303"/>
                  <a:pt x="1642809" y="8059"/>
                  <a:pt x="1644396" y="9572"/>
                </a:cubicBezTo>
                <a:cubicBezTo>
                  <a:pt x="1645982" y="11084"/>
                  <a:pt x="1646775" y="13943"/>
                  <a:pt x="1646775" y="18148"/>
                </a:cubicBezTo>
                <a:close/>
                <a:moveTo>
                  <a:pt x="1740152" y="124457"/>
                </a:moveTo>
                <a:cubicBezTo>
                  <a:pt x="1740152" y="129552"/>
                  <a:pt x="1739212" y="134093"/>
                  <a:pt x="1737330" y="138081"/>
                </a:cubicBezTo>
                <a:cubicBezTo>
                  <a:pt x="1735449" y="142067"/>
                  <a:pt x="1732775" y="145427"/>
                  <a:pt x="1729308" y="148161"/>
                </a:cubicBezTo>
                <a:cubicBezTo>
                  <a:pt x="1725841" y="150893"/>
                  <a:pt x="1721709" y="152960"/>
                  <a:pt x="1716914" y="154362"/>
                </a:cubicBezTo>
                <a:cubicBezTo>
                  <a:pt x="1712119" y="155766"/>
                  <a:pt x="1706845" y="156468"/>
                  <a:pt x="1701091" y="156468"/>
                </a:cubicBezTo>
                <a:cubicBezTo>
                  <a:pt x="1697550" y="156468"/>
                  <a:pt x="1694175" y="156191"/>
                  <a:pt x="1690966" y="155638"/>
                </a:cubicBezTo>
                <a:cubicBezTo>
                  <a:pt x="1687756" y="155084"/>
                  <a:pt x="1684879" y="154384"/>
                  <a:pt x="1682334" y="153535"/>
                </a:cubicBezTo>
                <a:cubicBezTo>
                  <a:pt x="1679789" y="152687"/>
                  <a:pt x="1677631" y="151802"/>
                  <a:pt x="1675861" y="150879"/>
                </a:cubicBezTo>
                <a:cubicBezTo>
                  <a:pt x="1674090" y="149957"/>
                  <a:pt x="1672799" y="149127"/>
                  <a:pt x="1671988" y="148390"/>
                </a:cubicBezTo>
                <a:cubicBezTo>
                  <a:pt x="1671177" y="147652"/>
                  <a:pt x="1670586" y="146619"/>
                  <a:pt x="1670218" y="145291"/>
                </a:cubicBezTo>
                <a:cubicBezTo>
                  <a:pt x="1669849" y="143963"/>
                  <a:pt x="1669664" y="142156"/>
                  <a:pt x="1669664" y="139869"/>
                </a:cubicBezTo>
                <a:cubicBezTo>
                  <a:pt x="1669664" y="138468"/>
                  <a:pt x="1669738" y="137287"/>
                  <a:pt x="1669886" y="136328"/>
                </a:cubicBezTo>
                <a:cubicBezTo>
                  <a:pt x="1670033" y="135369"/>
                  <a:pt x="1670218" y="134595"/>
                  <a:pt x="1670439" y="134004"/>
                </a:cubicBezTo>
                <a:cubicBezTo>
                  <a:pt x="1670660" y="133414"/>
                  <a:pt x="1670974" y="132990"/>
                  <a:pt x="1671379" y="132732"/>
                </a:cubicBezTo>
                <a:cubicBezTo>
                  <a:pt x="1671785" y="132474"/>
                  <a:pt x="1672246" y="132345"/>
                  <a:pt x="1672763" y="132345"/>
                </a:cubicBezTo>
                <a:cubicBezTo>
                  <a:pt x="1673574" y="132345"/>
                  <a:pt x="1674773" y="132843"/>
                  <a:pt x="1676359" y="133838"/>
                </a:cubicBezTo>
                <a:cubicBezTo>
                  <a:pt x="1677945" y="134834"/>
                  <a:pt x="1679900" y="135922"/>
                  <a:pt x="1682224" y="137103"/>
                </a:cubicBezTo>
                <a:cubicBezTo>
                  <a:pt x="1684547" y="138283"/>
                  <a:pt x="1687295" y="139371"/>
                  <a:pt x="1690468" y="140367"/>
                </a:cubicBezTo>
                <a:cubicBezTo>
                  <a:pt x="1693640" y="141363"/>
                  <a:pt x="1697291" y="141861"/>
                  <a:pt x="1701423" y="141861"/>
                </a:cubicBezTo>
                <a:cubicBezTo>
                  <a:pt x="1704521" y="141861"/>
                  <a:pt x="1707324" y="141529"/>
                  <a:pt x="1709832" y="140865"/>
                </a:cubicBezTo>
                <a:cubicBezTo>
                  <a:pt x="1712341" y="140199"/>
                  <a:pt x="1714517" y="139219"/>
                  <a:pt x="1716361" y="137926"/>
                </a:cubicBezTo>
                <a:cubicBezTo>
                  <a:pt x="1718205" y="136632"/>
                  <a:pt x="1719625" y="134988"/>
                  <a:pt x="1720621" y="132991"/>
                </a:cubicBezTo>
                <a:cubicBezTo>
                  <a:pt x="1721617" y="130995"/>
                  <a:pt x="1722115" y="128630"/>
                  <a:pt x="1722115" y="125895"/>
                </a:cubicBezTo>
                <a:cubicBezTo>
                  <a:pt x="1722115" y="123090"/>
                  <a:pt x="1721396" y="120727"/>
                  <a:pt x="1719957" y="118807"/>
                </a:cubicBezTo>
                <a:cubicBezTo>
                  <a:pt x="1718519" y="116886"/>
                  <a:pt x="1716619" y="115188"/>
                  <a:pt x="1714259" y="113713"/>
                </a:cubicBezTo>
                <a:cubicBezTo>
                  <a:pt x="1711898" y="112235"/>
                  <a:pt x="1709242" y="110925"/>
                  <a:pt x="1706291" y="109781"/>
                </a:cubicBezTo>
                <a:cubicBezTo>
                  <a:pt x="1703341" y="108635"/>
                  <a:pt x="1700298" y="107435"/>
                  <a:pt x="1697162" y="106181"/>
                </a:cubicBezTo>
                <a:cubicBezTo>
                  <a:pt x="1694027" y="104925"/>
                  <a:pt x="1690966" y="103503"/>
                  <a:pt x="1687978" y="101914"/>
                </a:cubicBezTo>
                <a:cubicBezTo>
                  <a:pt x="1684990" y="100326"/>
                  <a:pt x="1682316" y="98387"/>
                  <a:pt x="1679955" y="96098"/>
                </a:cubicBezTo>
                <a:cubicBezTo>
                  <a:pt x="1677595" y="93809"/>
                  <a:pt x="1675695" y="91077"/>
                  <a:pt x="1674256" y="87902"/>
                </a:cubicBezTo>
                <a:cubicBezTo>
                  <a:pt x="1672818" y="84728"/>
                  <a:pt x="1672099" y="80925"/>
                  <a:pt x="1672099" y="76494"/>
                </a:cubicBezTo>
                <a:cubicBezTo>
                  <a:pt x="1672099" y="72580"/>
                  <a:pt x="1672855" y="68833"/>
                  <a:pt x="1674367" y="65252"/>
                </a:cubicBezTo>
                <a:cubicBezTo>
                  <a:pt x="1675879" y="61670"/>
                  <a:pt x="1678148" y="58531"/>
                  <a:pt x="1681172" y="55836"/>
                </a:cubicBezTo>
                <a:cubicBezTo>
                  <a:pt x="1684197" y="53139"/>
                  <a:pt x="1687978" y="50979"/>
                  <a:pt x="1692515" y="49356"/>
                </a:cubicBezTo>
                <a:cubicBezTo>
                  <a:pt x="1697052" y="47731"/>
                  <a:pt x="1702345" y="46918"/>
                  <a:pt x="1708394" y="46918"/>
                </a:cubicBezTo>
                <a:cubicBezTo>
                  <a:pt x="1711050" y="46918"/>
                  <a:pt x="1713705" y="47143"/>
                  <a:pt x="1716361" y="47592"/>
                </a:cubicBezTo>
                <a:cubicBezTo>
                  <a:pt x="1719017" y="48042"/>
                  <a:pt x="1721414" y="48603"/>
                  <a:pt x="1723554" y="49276"/>
                </a:cubicBezTo>
                <a:cubicBezTo>
                  <a:pt x="1725693" y="49950"/>
                  <a:pt x="1727519" y="50679"/>
                  <a:pt x="1729031" y="51465"/>
                </a:cubicBezTo>
                <a:cubicBezTo>
                  <a:pt x="1730543" y="52252"/>
                  <a:pt x="1731687" y="52944"/>
                  <a:pt x="1732462" y="53544"/>
                </a:cubicBezTo>
                <a:cubicBezTo>
                  <a:pt x="1733236" y="54143"/>
                  <a:pt x="1733753" y="54664"/>
                  <a:pt x="1734011" y="55107"/>
                </a:cubicBezTo>
                <a:cubicBezTo>
                  <a:pt x="1734269" y="55549"/>
                  <a:pt x="1734453" y="56047"/>
                  <a:pt x="1734564" y="56601"/>
                </a:cubicBezTo>
                <a:cubicBezTo>
                  <a:pt x="1734675" y="57154"/>
                  <a:pt x="1734785" y="57836"/>
                  <a:pt x="1734896" y="58648"/>
                </a:cubicBezTo>
                <a:cubicBezTo>
                  <a:pt x="1735007" y="59459"/>
                  <a:pt x="1735062" y="60455"/>
                  <a:pt x="1735062" y="61635"/>
                </a:cubicBezTo>
                <a:cubicBezTo>
                  <a:pt x="1735062" y="62889"/>
                  <a:pt x="1735007" y="63978"/>
                  <a:pt x="1734896" y="64900"/>
                </a:cubicBezTo>
                <a:cubicBezTo>
                  <a:pt x="1734785" y="65822"/>
                  <a:pt x="1734601" y="66578"/>
                  <a:pt x="1734343" y="67168"/>
                </a:cubicBezTo>
                <a:cubicBezTo>
                  <a:pt x="1734084" y="67758"/>
                  <a:pt x="1733771" y="68183"/>
                  <a:pt x="1733402" y="68441"/>
                </a:cubicBezTo>
                <a:cubicBezTo>
                  <a:pt x="1733033" y="68699"/>
                  <a:pt x="1732628" y="68828"/>
                  <a:pt x="1732185" y="68828"/>
                </a:cubicBezTo>
                <a:cubicBezTo>
                  <a:pt x="1731521" y="68828"/>
                  <a:pt x="1730562" y="68417"/>
                  <a:pt x="1729308" y="67594"/>
                </a:cubicBezTo>
                <a:cubicBezTo>
                  <a:pt x="1728054" y="66771"/>
                  <a:pt x="1726431" y="65891"/>
                  <a:pt x="1724439" y="64955"/>
                </a:cubicBezTo>
                <a:cubicBezTo>
                  <a:pt x="1722447" y="64019"/>
                  <a:pt x="1720105" y="63140"/>
                  <a:pt x="1717412" y="62317"/>
                </a:cubicBezTo>
                <a:cubicBezTo>
                  <a:pt x="1714720" y="61494"/>
                  <a:pt x="1711640" y="61082"/>
                  <a:pt x="1708173" y="61082"/>
                </a:cubicBezTo>
                <a:cubicBezTo>
                  <a:pt x="1705074" y="61082"/>
                  <a:pt x="1702345" y="61434"/>
                  <a:pt x="1699984" y="62137"/>
                </a:cubicBezTo>
                <a:cubicBezTo>
                  <a:pt x="1697623" y="62838"/>
                  <a:pt x="1695687" y="63835"/>
                  <a:pt x="1694175" y="65128"/>
                </a:cubicBezTo>
                <a:cubicBezTo>
                  <a:pt x="1692662" y="66421"/>
                  <a:pt x="1691519" y="67955"/>
                  <a:pt x="1690744" y="69731"/>
                </a:cubicBezTo>
                <a:cubicBezTo>
                  <a:pt x="1689970" y="71503"/>
                  <a:pt x="1689582" y="73425"/>
                  <a:pt x="1689582" y="75495"/>
                </a:cubicBezTo>
                <a:cubicBezTo>
                  <a:pt x="1689582" y="78374"/>
                  <a:pt x="1690320" y="80793"/>
                  <a:pt x="1691795" y="82750"/>
                </a:cubicBezTo>
                <a:cubicBezTo>
                  <a:pt x="1693271" y="84707"/>
                  <a:pt x="1695189" y="86425"/>
                  <a:pt x="1697550" y="87902"/>
                </a:cubicBezTo>
                <a:cubicBezTo>
                  <a:pt x="1699910" y="89378"/>
                  <a:pt x="1702603" y="90707"/>
                  <a:pt x="1705627" y="91889"/>
                </a:cubicBezTo>
                <a:cubicBezTo>
                  <a:pt x="1708652" y="93070"/>
                  <a:pt x="1711732" y="94288"/>
                  <a:pt x="1714867" y="95545"/>
                </a:cubicBezTo>
                <a:cubicBezTo>
                  <a:pt x="1718002" y="96799"/>
                  <a:pt x="1721101" y="98201"/>
                  <a:pt x="1724162" y="99753"/>
                </a:cubicBezTo>
                <a:cubicBezTo>
                  <a:pt x="1727224" y="101304"/>
                  <a:pt x="1729935" y="103188"/>
                  <a:pt x="1732296" y="105403"/>
                </a:cubicBezTo>
                <a:cubicBezTo>
                  <a:pt x="1734656" y="107619"/>
                  <a:pt x="1736556" y="110278"/>
                  <a:pt x="1737994" y="113381"/>
                </a:cubicBezTo>
                <a:cubicBezTo>
                  <a:pt x="1739433" y="116482"/>
                  <a:pt x="1740152" y="120174"/>
                  <a:pt x="1740152" y="124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AAEC6-EB81-41D3-B9FD-199FADF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149" y="4728534"/>
            <a:ext cx="1652859" cy="689370"/>
          </a:xfrm>
          <a:custGeom xmlns:a="http://schemas.openxmlformats.org/drawingml/2006/main">
            <a:pathLst>
              <a:path w="1652859" h="689370">
                <a:moveTo>
                  <a:pt x="0" y="114895"/>
                </a:moveTo>
                <a:cubicBezTo>
                  <a:pt x="0" y="51454"/>
                  <a:pt x="51454" y="0"/>
                  <a:pt x="114895" y="0"/>
                </a:cubicBezTo>
                <a:lnTo>
                  <a:pt x="1537964" y="0"/>
                </a:lnTo>
                <a:cubicBezTo>
                  <a:pt x="1601405" y="0"/>
                  <a:pt x="1652859" y="51454"/>
                  <a:pt x="1652859" y="114895"/>
                </a:cubicBezTo>
                <a:lnTo>
                  <a:pt x="1652859" y="574475"/>
                </a:lnTo>
                <a:cubicBezTo>
                  <a:pt x="1652859" y="637916"/>
                  <a:pt x="1601405" y="689370"/>
                  <a:pt x="1537964" y="689370"/>
                </a:cubicBezTo>
                <a:lnTo>
                  <a:pt x="114895" y="689370"/>
                </a:lnTo>
                <a:cubicBezTo>
                  <a:pt x="51454" y="689370"/>
                  <a:pt x="0" y="637916"/>
                  <a:pt x="0" y="574475"/>
                </a:cubicBezTo>
                <a:lnTo>
                  <a:pt x="0" y="114895"/>
                </a:lnTo>
                <a:close/>
              </a:path>
            </a:pathLst>
          </a:custGeom>
          <a:solidFill xmlns:a="http://schemas.openxmlformats.org/drawingml/2006/main">
            <a:srgbClr val="DDB1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A599A-BF5F-4552-AD3A-737179E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149" y="4728534"/>
            <a:ext cx="1652859" cy="689370"/>
          </a:xfrm>
          <a:custGeom xmlns:a="http://schemas.openxmlformats.org/drawingml/2006/main">
            <a:pathLst>
              <a:path w="1652859" h="689370" fill="none">
                <a:moveTo>
                  <a:pt x="0" y="114895"/>
                </a:moveTo>
                <a:cubicBezTo>
                  <a:pt x="0" y="51454"/>
                  <a:pt x="51454" y="0"/>
                  <a:pt x="114895" y="0"/>
                </a:cubicBezTo>
                <a:lnTo>
                  <a:pt x="1537964" y="0"/>
                </a:lnTo>
                <a:cubicBezTo>
                  <a:pt x="1601405" y="0"/>
                  <a:pt x="1652859" y="51454"/>
                  <a:pt x="1652859" y="114895"/>
                </a:cubicBezTo>
                <a:lnTo>
                  <a:pt x="1652859" y="574475"/>
                </a:lnTo>
                <a:cubicBezTo>
                  <a:pt x="1652859" y="637916"/>
                  <a:pt x="1601405" y="689370"/>
                  <a:pt x="1537964" y="689370"/>
                </a:cubicBezTo>
                <a:lnTo>
                  <a:pt x="114895" y="689370"/>
                </a:lnTo>
                <a:cubicBezTo>
                  <a:pt x="51454" y="689370"/>
                  <a:pt x="0" y="637916"/>
                  <a:pt x="0" y="574475"/>
                </a:cubicBezTo>
                <a:lnTo>
                  <a:pt x="0" y="1148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52" name="Text NativeFunction">
            <a:extLst xmlns:a="http://schemas.openxmlformats.org/drawingml/2006/main">
              <a:ext uri="{FF2B5EF4-FFF2-40B4-BE49-F238E27FC236}">
                <a16:creationId xmlns:a16="http://schemas.microsoft.com/office/drawing/2014/main" id="{C6EDFA76-21FB-4034-9018-C4D5EFF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89" y="4887562"/>
            <a:ext cx="1269655" cy="134159"/>
          </a:xfrm>
          <a:custGeom xmlns:a="http://schemas.openxmlformats.org/drawingml/2006/main">
            <a:pathLst>
              <a:path w="1269655" h="134159">
                <a:moveTo>
                  <a:pt x="97335" y="125189"/>
                </a:moveTo>
                <a:cubicBezTo>
                  <a:pt x="97335" y="126518"/>
                  <a:pt x="97119" y="127648"/>
                  <a:pt x="96688" y="128579"/>
                </a:cubicBezTo>
                <a:cubicBezTo>
                  <a:pt x="96256" y="129510"/>
                  <a:pt x="95692" y="130275"/>
                  <a:pt x="94996" y="130874"/>
                </a:cubicBezTo>
                <a:cubicBezTo>
                  <a:pt x="94299" y="131471"/>
                  <a:pt x="93520" y="131903"/>
                  <a:pt x="92657" y="132168"/>
                </a:cubicBezTo>
                <a:cubicBezTo>
                  <a:pt x="91794" y="132433"/>
                  <a:pt x="90932" y="132566"/>
                  <a:pt x="90069" y="132566"/>
                </a:cubicBezTo>
                <a:lnTo>
                  <a:pt x="84596" y="132566"/>
                </a:lnTo>
                <a:cubicBezTo>
                  <a:pt x="82870" y="132566"/>
                  <a:pt x="81361" y="132382"/>
                  <a:pt x="80067" y="132013"/>
                </a:cubicBezTo>
                <a:cubicBezTo>
                  <a:pt x="78773" y="131643"/>
                  <a:pt x="77546" y="130973"/>
                  <a:pt x="76385" y="130000"/>
                </a:cubicBezTo>
                <a:cubicBezTo>
                  <a:pt x="75224" y="129028"/>
                  <a:pt x="74063" y="127703"/>
                  <a:pt x="72901" y="126026"/>
                </a:cubicBezTo>
                <a:cubicBezTo>
                  <a:pt x="71740" y="124348"/>
                  <a:pt x="70463" y="122216"/>
                  <a:pt x="69070" y="119628"/>
                </a:cubicBezTo>
                <a:lnTo>
                  <a:pt x="28464" y="46378"/>
                </a:lnTo>
                <a:cubicBezTo>
                  <a:pt x="26341" y="42596"/>
                  <a:pt x="24201" y="38632"/>
                  <a:pt x="22045" y="34485"/>
                </a:cubicBezTo>
                <a:cubicBezTo>
                  <a:pt x="19888" y="30338"/>
                  <a:pt x="17881" y="26308"/>
                  <a:pt x="16023" y="22393"/>
                </a:cubicBezTo>
                <a:lnTo>
                  <a:pt x="15824" y="22393"/>
                </a:lnTo>
                <a:cubicBezTo>
                  <a:pt x="15957" y="27170"/>
                  <a:pt x="16057" y="32047"/>
                  <a:pt x="16123" y="37023"/>
                </a:cubicBezTo>
                <a:cubicBezTo>
                  <a:pt x="16189" y="41999"/>
                  <a:pt x="16222" y="46942"/>
                  <a:pt x="16222" y="51852"/>
                </a:cubicBezTo>
                <a:lnTo>
                  <a:pt x="16222" y="129580"/>
                </a:lnTo>
                <a:cubicBezTo>
                  <a:pt x="16222" y="130045"/>
                  <a:pt x="16090" y="130493"/>
                  <a:pt x="15824" y="130924"/>
                </a:cubicBezTo>
                <a:cubicBezTo>
                  <a:pt x="15559" y="131355"/>
                  <a:pt x="15111" y="131687"/>
                  <a:pt x="14481" y="131919"/>
                </a:cubicBezTo>
                <a:cubicBezTo>
                  <a:pt x="13850" y="132151"/>
                  <a:pt x="13021" y="132351"/>
                  <a:pt x="11993" y="132516"/>
                </a:cubicBezTo>
                <a:cubicBezTo>
                  <a:pt x="10964" y="132682"/>
                  <a:pt x="9654" y="132765"/>
                  <a:pt x="8061" y="132765"/>
                </a:cubicBezTo>
                <a:cubicBezTo>
                  <a:pt x="6469" y="132765"/>
                  <a:pt x="5159" y="132682"/>
                  <a:pt x="4130" y="132516"/>
                </a:cubicBezTo>
                <a:cubicBezTo>
                  <a:pt x="3102" y="132351"/>
                  <a:pt x="2289" y="132151"/>
                  <a:pt x="1692" y="131919"/>
                </a:cubicBezTo>
                <a:cubicBezTo>
                  <a:pt x="1095" y="131687"/>
                  <a:pt x="663" y="131355"/>
                  <a:pt x="398" y="130924"/>
                </a:cubicBezTo>
                <a:cubicBezTo>
                  <a:pt x="133" y="130493"/>
                  <a:pt x="0" y="130045"/>
                  <a:pt x="0" y="129580"/>
                </a:cubicBezTo>
                <a:lnTo>
                  <a:pt x="0" y="10749"/>
                </a:lnTo>
                <a:cubicBezTo>
                  <a:pt x="0" y="8095"/>
                  <a:pt x="730" y="6204"/>
                  <a:pt x="2190" y="5076"/>
                </a:cubicBezTo>
                <a:cubicBezTo>
                  <a:pt x="3649" y="3948"/>
                  <a:pt x="5242" y="3384"/>
                  <a:pt x="6967" y="3384"/>
                </a:cubicBezTo>
                <a:lnTo>
                  <a:pt x="15128" y="3384"/>
                </a:lnTo>
                <a:cubicBezTo>
                  <a:pt x="17052" y="3384"/>
                  <a:pt x="18661" y="3550"/>
                  <a:pt x="19955" y="3881"/>
                </a:cubicBezTo>
                <a:cubicBezTo>
                  <a:pt x="21248" y="4213"/>
                  <a:pt x="22410" y="4761"/>
                  <a:pt x="23438" y="5524"/>
                </a:cubicBezTo>
                <a:cubicBezTo>
                  <a:pt x="24466" y="6287"/>
                  <a:pt x="25462" y="7348"/>
                  <a:pt x="26424" y="8708"/>
                </a:cubicBezTo>
                <a:cubicBezTo>
                  <a:pt x="27386" y="10069"/>
                  <a:pt x="28431" y="11777"/>
                  <a:pt x="29559" y="13834"/>
                </a:cubicBezTo>
                <a:lnTo>
                  <a:pt x="60809" y="70364"/>
                </a:lnTo>
                <a:cubicBezTo>
                  <a:pt x="62733" y="73814"/>
                  <a:pt x="64591" y="77181"/>
                  <a:pt x="66383" y="80465"/>
                </a:cubicBezTo>
                <a:cubicBezTo>
                  <a:pt x="68174" y="83750"/>
                  <a:pt x="69899" y="86984"/>
                  <a:pt x="71558" y="90169"/>
                </a:cubicBezTo>
                <a:cubicBezTo>
                  <a:pt x="73217" y="93354"/>
                  <a:pt x="74859" y="96489"/>
                  <a:pt x="76484" y="99574"/>
                </a:cubicBezTo>
                <a:cubicBezTo>
                  <a:pt x="78110" y="102659"/>
                  <a:pt x="79719" y="105761"/>
                  <a:pt x="81311" y="108879"/>
                </a:cubicBezTo>
                <a:lnTo>
                  <a:pt x="81411" y="108879"/>
                </a:lnTo>
                <a:cubicBezTo>
                  <a:pt x="81278" y="103634"/>
                  <a:pt x="81195" y="98171"/>
                  <a:pt x="81162" y="92492"/>
                </a:cubicBezTo>
                <a:cubicBezTo>
                  <a:pt x="81129" y="86813"/>
                  <a:pt x="81112" y="81351"/>
                  <a:pt x="81112" y="76105"/>
                </a:cubicBezTo>
                <a:lnTo>
                  <a:pt x="81112" y="6174"/>
                </a:lnTo>
                <a:cubicBezTo>
                  <a:pt x="81112" y="5709"/>
                  <a:pt x="81245" y="5278"/>
                  <a:pt x="81510" y="4880"/>
                </a:cubicBezTo>
                <a:cubicBezTo>
                  <a:pt x="81776" y="4480"/>
                  <a:pt x="82224" y="4130"/>
                  <a:pt x="82854" y="3832"/>
                </a:cubicBezTo>
                <a:cubicBezTo>
                  <a:pt x="83484" y="3533"/>
                  <a:pt x="84314" y="3317"/>
                  <a:pt x="85342" y="3185"/>
                </a:cubicBezTo>
                <a:cubicBezTo>
                  <a:pt x="86370" y="3052"/>
                  <a:pt x="87714" y="2986"/>
                  <a:pt x="89373" y="2986"/>
                </a:cubicBezTo>
                <a:cubicBezTo>
                  <a:pt x="90832" y="2986"/>
                  <a:pt x="92093" y="3052"/>
                  <a:pt x="93155" y="3185"/>
                </a:cubicBezTo>
                <a:cubicBezTo>
                  <a:pt x="94216" y="3317"/>
                  <a:pt x="95046" y="3534"/>
                  <a:pt x="95643" y="3835"/>
                </a:cubicBezTo>
                <a:cubicBezTo>
                  <a:pt x="96240" y="4133"/>
                  <a:pt x="96671" y="4482"/>
                  <a:pt x="96936" y="4880"/>
                </a:cubicBezTo>
                <a:cubicBezTo>
                  <a:pt x="97202" y="5278"/>
                  <a:pt x="97335" y="5710"/>
                  <a:pt x="97335" y="6177"/>
                </a:cubicBezTo>
                <a:lnTo>
                  <a:pt x="97335" y="125189"/>
                </a:lnTo>
                <a:close/>
                <a:moveTo>
                  <a:pt x="197257" y="129779"/>
                </a:moveTo>
                <a:cubicBezTo>
                  <a:pt x="197257" y="130576"/>
                  <a:pt x="196992" y="131173"/>
                  <a:pt x="196461" y="131571"/>
                </a:cubicBezTo>
                <a:cubicBezTo>
                  <a:pt x="195930" y="131969"/>
                  <a:pt x="195201" y="132268"/>
                  <a:pt x="194272" y="132467"/>
                </a:cubicBezTo>
                <a:cubicBezTo>
                  <a:pt x="193343" y="132666"/>
                  <a:pt x="191983" y="132765"/>
                  <a:pt x="190191" y="132765"/>
                </a:cubicBezTo>
                <a:cubicBezTo>
                  <a:pt x="188466" y="132765"/>
                  <a:pt x="187089" y="132666"/>
                  <a:pt x="186061" y="132467"/>
                </a:cubicBezTo>
                <a:cubicBezTo>
                  <a:pt x="185033" y="132268"/>
                  <a:pt x="184286" y="131969"/>
                  <a:pt x="183822" y="131571"/>
                </a:cubicBezTo>
                <a:cubicBezTo>
                  <a:pt x="183357" y="131173"/>
                  <a:pt x="183125" y="130576"/>
                  <a:pt x="183125" y="129779"/>
                </a:cubicBezTo>
                <a:lnTo>
                  <a:pt x="183125" y="120822"/>
                </a:lnTo>
                <a:cubicBezTo>
                  <a:pt x="179210" y="125002"/>
                  <a:pt x="174848" y="128270"/>
                  <a:pt x="170038" y="130625"/>
                </a:cubicBezTo>
                <a:cubicBezTo>
                  <a:pt x="165227" y="132981"/>
                  <a:pt x="160135" y="134159"/>
                  <a:pt x="154761" y="134159"/>
                </a:cubicBezTo>
                <a:cubicBezTo>
                  <a:pt x="150050" y="134159"/>
                  <a:pt x="145787" y="133543"/>
                  <a:pt x="141972" y="132311"/>
                </a:cubicBezTo>
                <a:cubicBezTo>
                  <a:pt x="138157" y="131079"/>
                  <a:pt x="134906" y="129298"/>
                  <a:pt x="132218" y="126968"/>
                </a:cubicBezTo>
                <a:cubicBezTo>
                  <a:pt x="129531" y="124637"/>
                  <a:pt x="127441" y="121775"/>
                  <a:pt x="125948" y="118381"/>
                </a:cubicBezTo>
                <a:cubicBezTo>
                  <a:pt x="124456" y="114985"/>
                  <a:pt x="123709" y="111122"/>
                  <a:pt x="123709" y="106793"/>
                </a:cubicBezTo>
                <a:cubicBezTo>
                  <a:pt x="123709" y="101733"/>
                  <a:pt x="124738" y="97340"/>
                  <a:pt x="126794" y="93612"/>
                </a:cubicBezTo>
                <a:cubicBezTo>
                  <a:pt x="128851" y="89882"/>
                  <a:pt x="131804" y="86785"/>
                  <a:pt x="135652" y="84322"/>
                </a:cubicBezTo>
                <a:cubicBezTo>
                  <a:pt x="139500" y="81859"/>
                  <a:pt x="144211" y="80011"/>
                  <a:pt x="149784" y="78780"/>
                </a:cubicBezTo>
                <a:cubicBezTo>
                  <a:pt x="155358" y="77548"/>
                  <a:pt x="161628" y="76932"/>
                  <a:pt x="168594" y="76932"/>
                </a:cubicBezTo>
                <a:lnTo>
                  <a:pt x="180935" y="76932"/>
                </a:lnTo>
                <a:lnTo>
                  <a:pt x="180935" y="69990"/>
                </a:lnTo>
                <a:cubicBezTo>
                  <a:pt x="180935" y="66553"/>
                  <a:pt x="180571" y="63512"/>
                  <a:pt x="179841" y="60868"/>
                </a:cubicBezTo>
                <a:cubicBezTo>
                  <a:pt x="179111" y="58223"/>
                  <a:pt x="177933" y="56024"/>
                  <a:pt x="176308" y="54272"/>
                </a:cubicBezTo>
                <a:cubicBezTo>
                  <a:pt x="174682" y="52520"/>
                  <a:pt x="172575" y="51198"/>
                  <a:pt x="169988" y="50306"/>
                </a:cubicBezTo>
                <a:cubicBezTo>
                  <a:pt x="167400" y="49413"/>
                  <a:pt x="164215" y="48966"/>
                  <a:pt x="160434" y="48966"/>
                </a:cubicBezTo>
                <a:cubicBezTo>
                  <a:pt x="156386" y="48966"/>
                  <a:pt x="152754" y="49442"/>
                  <a:pt x="149536" y="50393"/>
                </a:cubicBezTo>
                <a:cubicBezTo>
                  <a:pt x="146318" y="51345"/>
                  <a:pt x="143498" y="52395"/>
                  <a:pt x="141076" y="53544"/>
                </a:cubicBezTo>
                <a:cubicBezTo>
                  <a:pt x="138654" y="54693"/>
                  <a:pt x="136631" y="55743"/>
                  <a:pt x="135005" y="56695"/>
                </a:cubicBezTo>
                <a:cubicBezTo>
                  <a:pt x="133380" y="57646"/>
                  <a:pt x="132169" y="58122"/>
                  <a:pt x="131372" y="58122"/>
                </a:cubicBezTo>
                <a:cubicBezTo>
                  <a:pt x="130842" y="58122"/>
                  <a:pt x="130377" y="57989"/>
                  <a:pt x="129979" y="57724"/>
                </a:cubicBezTo>
                <a:cubicBezTo>
                  <a:pt x="129581" y="57459"/>
                  <a:pt x="129233" y="57060"/>
                  <a:pt x="128934" y="56530"/>
                </a:cubicBezTo>
                <a:cubicBezTo>
                  <a:pt x="128636" y="55999"/>
                  <a:pt x="128420" y="55319"/>
                  <a:pt x="128287" y="54489"/>
                </a:cubicBezTo>
                <a:cubicBezTo>
                  <a:pt x="128155" y="53660"/>
                  <a:pt x="128088" y="52748"/>
                  <a:pt x="128088" y="51753"/>
                </a:cubicBezTo>
                <a:cubicBezTo>
                  <a:pt x="128088" y="50094"/>
                  <a:pt x="128204" y="48783"/>
                  <a:pt x="128436" y="47821"/>
                </a:cubicBezTo>
                <a:cubicBezTo>
                  <a:pt x="128669" y="46859"/>
                  <a:pt x="129233" y="45947"/>
                  <a:pt x="130128" y="45084"/>
                </a:cubicBezTo>
                <a:cubicBezTo>
                  <a:pt x="131024" y="44222"/>
                  <a:pt x="132567" y="43217"/>
                  <a:pt x="134756" y="42071"/>
                </a:cubicBezTo>
                <a:cubicBezTo>
                  <a:pt x="136946" y="40922"/>
                  <a:pt x="139467" y="39873"/>
                  <a:pt x="142320" y="38923"/>
                </a:cubicBezTo>
                <a:cubicBezTo>
                  <a:pt x="145173" y="37974"/>
                  <a:pt x="148292" y="37188"/>
                  <a:pt x="151675" y="36566"/>
                </a:cubicBezTo>
                <a:cubicBezTo>
                  <a:pt x="155059" y="35942"/>
                  <a:pt x="158476" y="35630"/>
                  <a:pt x="161926" y="35630"/>
                </a:cubicBezTo>
                <a:cubicBezTo>
                  <a:pt x="168362" y="35630"/>
                  <a:pt x="173836" y="36359"/>
                  <a:pt x="178348" y="37819"/>
                </a:cubicBezTo>
                <a:cubicBezTo>
                  <a:pt x="182860" y="39279"/>
                  <a:pt x="186509" y="41419"/>
                  <a:pt x="189296" y="44238"/>
                </a:cubicBezTo>
                <a:cubicBezTo>
                  <a:pt x="192082" y="47058"/>
                  <a:pt x="194106" y="50558"/>
                  <a:pt x="195366" y="54738"/>
                </a:cubicBezTo>
                <a:cubicBezTo>
                  <a:pt x="196627" y="58918"/>
                  <a:pt x="197257" y="63795"/>
                  <a:pt x="197257" y="69368"/>
                </a:cubicBezTo>
                <a:lnTo>
                  <a:pt x="197257" y="129779"/>
                </a:lnTo>
                <a:moveTo>
                  <a:pt x="180935" y="88776"/>
                </a:moveTo>
                <a:lnTo>
                  <a:pt x="166903" y="88776"/>
                </a:lnTo>
                <a:cubicBezTo>
                  <a:pt x="162391" y="88776"/>
                  <a:pt x="158476" y="89160"/>
                  <a:pt x="155159" y="89929"/>
                </a:cubicBezTo>
                <a:cubicBezTo>
                  <a:pt x="151841" y="90697"/>
                  <a:pt x="149088" y="91831"/>
                  <a:pt x="146898" y="93332"/>
                </a:cubicBezTo>
                <a:cubicBezTo>
                  <a:pt x="144709" y="94833"/>
                  <a:pt x="143100" y="96636"/>
                  <a:pt x="142071" y="98740"/>
                </a:cubicBezTo>
                <a:cubicBezTo>
                  <a:pt x="141043" y="100843"/>
                  <a:pt x="140529" y="103263"/>
                  <a:pt x="140529" y="105999"/>
                </a:cubicBezTo>
                <a:cubicBezTo>
                  <a:pt x="140529" y="110673"/>
                  <a:pt x="142005" y="114395"/>
                  <a:pt x="144957" y="117165"/>
                </a:cubicBezTo>
                <a:cubicBezTo>
                  <a:pt x="147910" y="119935"/>
                  <a:pt x="152040" y="121320"/>
                  <a:pt x="157348" y="121320"/>
                </a:cubicBezTo>
                <a:cubicBezTo>
                  <a:pt x="161661" y="121320"/>
                  <a:pt x="165659" y="120219"/>
                  <a:pt x="169341" y="118017"/>
                </a:cubicBezTo>
                <a:cubicBezTo>
                  <a:pt x="173023" y="115813"/>
                  <a:pt x="176888" y="112442"/>
                  <a:pt x="180935" y="107903"/>
                </a:cubicBezTo>
                <a:lnTo>
                  <a:pt x="180935" y="88776"/>
                </a:lnTo>
                <a:close/>
                <a:moveTo>
                  <a:pt x="272767" y="123211"/>
                </a:moveTo>
                <a:cubicBezTo>
                  <a:pt x="272767" y="125135"/>
                  <a:pt x="272634" y="126661"/>
                  <a:pt x="272368" y="127789"/>
                </a:cubicBezTo>
                <a:cubicBezTo>
                  <a:pt x="272103" y="128917"/>
                  <a:pt x="271705" y="129746"/>
                  <a:pt x="271174" y="130277"/>
                </a:cubicBezTo>
                <a:cubicBezTo>
                  <a:pt x="270643" y="130808"/>
                  <a:pt x="269847" y="131306"/>
                  <a:pt x="268786" y="131770"/>
                </a:cubicBezTo>
                <a:cubicBezTo>
                  <a:pt x="267724" y="132234"/>
                  <a:pt x="266513" y="132616"/>
                  <a:pt x="265153" y="132914"/>
                </a:cubicBezTo>
                <a:cubicBezTo>
                  <a:pt x="263793" y="133213"/>
                  <a:pt x="262350" y="133462"/>
                  <a:pt x="260824" y="133661"/>
                </a:cubicBezTo>
                <a:cubicBezTo>
                  <a:pt x="259298" y="133860"/>
                  <a:pt x="257772" y="133959"/>
                  <a:pt x="256246" y="133959"/>
                </a:cubicBezTo>
                <a:cubicBezTo>
                  <a:pt x="251601" y="133959"/>
                  <a:pt x="247620" y="133345"/>
                  <a:pt x="244303" y="132115"/>
                </a:cubicBezTo>
                <a:cubicBezTo>
                  <a:pt x="240985" y="130884"/>
                  <a:pt x="238265" y="129021"/>
                  <a:pt x="236142" y="126526"/>
                </a:cubicBezTo>
                <a:cubicBezTo>
                  <a:pt x="234018" y="124032"/>
                  <a:pt x="232476" y="120873"/>
                  <a:pt x="231514" y="117050"/>
                </a:cubicBezTo>
                <a:cubicBezTo>
                  <a:pt x="230552" y="113226"/>
                  <a:pt x="230071" y="108721"/>
                  <a:pt x="230071" y="103533"/>
                </a:cubicBezTo>
                <a:lnTo>
                  <a:pt x="230071" y="51056"/>
                </a:lnTo>
                <a:lnTo>
                  <a:pt x="217531" y="51056"/>
                </a:lnTo>
                <a:cubicBezTo>
                  <a:pt x="216535" y="51056"/>
                  <a:pt x="215739" y="50525"/>
                  <a:pt x="215142" y="49463"/>
                </a:cubicBezTo>
                <a:cubicBezTo>
                  <a:pt x="214545" y="48402"/>
                  <a:pt x="214246" y="46677"/>
                  <a:pt x="214246" y="44288"/>
                </a:cubicBezTo>
                <a:cubicBezTo>
                  <a:pt x="214246" y="43028"/>
                  <a:pt x="214329" y="41966"/>
                  <a:pt x="214495" y="41103"/>
                </a:cubicBezTo>
                <a:cubicBezTo>
                  <a:pt x="214661" y="40241"/>
                  <a:pt x="214877" y="39528"/>
                  <a:pt x="215142" y="38964"/>
                </a:cubicBezTo>
                <a:cubicBezTo>
                  <a:pt x="215407" y="38400"/>
                  <a:pt x="215756" y="38002"/>
                  <a:pt x="216187" y="37769"/>
                </a:cubicBezTo>
                <a:cubicBezTo>
                  <a:pt x="216618" y="37537"/>
                  <a:pt x="217099" y="37421"/>
                  <a:pt x="217630" y="37421"/>
                </a:cubicBezTo>
                <a:lnTo>
                  <a:pt x="230071" y="37421"/>
                </a:lnTo>
                <a:lnTo>
                  <a:pt x="230071" y="16123"/>
                </a:lnTo>
                <a:cubicBezTo>
                  <a:pt x="230071" y="15658"/>
                  <a:pt x="230187" y="15227"/>
                  <a:pt x="230419" y="14829"/>
                </a:cubicBezTo>
                <a:cubicBezTo>
                  <a:pt x="230651" y="14431"/>
                  <a:pt x="231083" y="14083"/>
                  <a:pt x="231713" y="13784"/>
                </a:cubicBezTo>
                <a:cubicBezTo>
                  <a:pt x="232343" y="13486"/>
                  <a:pt x="233189" y="13270"/>
                  <a:pt x="234251" y="13137"/>
                </a:cubicBezTo>
                <a:cubicBezTo>
                  <a:pt x="235312" y="13004"/>
                  <a:pt x="236639" y="12938"/>
                  <a:pt x="238232" y="12938"/>
                </a:cubicBezTo>
                <a:cubicBezTo>
                  <a:pt x="239890" y="12938"/>
                  <a:pt x="241251" y="13004"/>
                  <a:pt x="242312" y="13137"/>
                </a:cubicBezTo>
                <a:cubicBezTo>
                  <a:pt x="243374" y="13270"/>
                  <a:pt x="244203" y="13486"/>
                  <a:pt x="244800" y="13784"/>
                </a:cubicBezTo>
                <a:cubicBezTo>
                  <a:pt x="245397" y="14083"/>
                  <a:pt x="245829" y="14431"/>
                  <a:pt x="246094" y="14829"/>
                </a:cubicBezTo>
                <a:cubicBezTo>
                  <a:pt x="246359" y="15227"/>
                  <a:pt x="246492" y="15658"/>
                  <a:pt x="246492" y="16123"/>
                </a:cubicBezTo>
                <a:lnTo>
                  <a:pt x="246492" y="37421"/>
                </a:lnTo>
                <a:lnTo>
                  <a:pt x="269482" y="37421"/>
                </a:lnTo>
                <a:cubicBezTo>
                  <a:pt x="270013" y="37421"/>
                  <a:pt x="270478" y="37537"/>
                  <a:pt x="270876" y="37769"/>
                </a:cubicBezTo>
                <a:cubicBezTo>
                  <a:pt x="271274" y="38002"/>
                  <a:pt x="271622" y="38400"/>
                  <a:pt x="271921" y="38964"/>
                </a:cubicBezTo>
                <a:cubicBezTo>
                  <a:pt x="272219" y="39528"/>
                  <a:pt x="272435" y="40241"/>
                  <a:pt x="272568" y="41103"/>
                </a:cubicBezTo>
                <a:cubicBezTo>
                  <a:pt x="272700" y="41966"/>
                  <a:pt x="272767" y="43028"/>
                  <a:pt x="272767" y="44288"/>
                </a:cubicBezTo>
                <a:cubicBezTo>
                  <a:pt x="272767" y="46677"/>
                  <a:pt x="272468" y="48402"/>
                  <a:pt x="271871" y="49463"/>
                </a:cubicBezTo>
                <a:cubicBezTo>
                  <a:pt x="271274" y="50525"/>
                  <a:pt x="270478" y="51056"/>
                  <a:pt x="269482" y="51056"/>
                </a:cubicBezTo>
                <a:lnTo>
                  <a:pt x="246492" y="51056"/>
                </a:lnTo>
                <a:lnTo>
                  <a:pt x="246492" y="101163"/>
                </a:lnTo>
                <a:cubicBezTo>
                  <a:pt x="246492" y="107350"/>
                  <a:pt x="247404" y="112025"/>
                  <a:pt x="249229" y="115187"/>
                </a:cubicBezTo>
                <a:cubicBezTo>
                  <a:pt x="251054" y="118347"/>
                  <a:pt x="254321" y="119927"/>
                  <a:pt x="259032" y="119927"/>
                </a:cubicBezTo>
                <a:cubicBezTo>
                  <a:pt x="260558" y="119927"/>
                  <a:pt x="261918" y="119777"/>
                  <a:pt x="263113" y="119479"/>
                </a:cubicBezTo>
                <a:cubicBezTo>
                  <a:pt x="264307" y="119180"/>
                  <a:pt x="265369" y="118865"/>
                  <a:pt x="266297" y="118533"/>
                </a:cubicBezTo>
                <a:cubicBezTo>
                  <a:pt x="267226" y="118201"/>
                  <a:pt x="268023" y="117886"/>
                  <a:pt x="268686" y="117588"/>
                </a:cubicBezTo>
                <a:cubicBezTo>
                  <a:pt x="269350" y="117289"/>
                  <a:pt x="269947" y="117140"/>
                  <a:pt x="270478" y="117140"/>
                </a:cubicBezTo>
                <a:cubicBezTo>
                  <a:pt x="270809" y="117140"/>
                  <a:pt x="271124" y="117223"/>
                  <a:pt x="271423" y="117389"/>
                </a:cubicBezTo>
                <a:cubicBezTo>
                  <a:pt x="271722" y="117555"/>
                  <a:pt x="271954" y="117870"/>
                  <a:pt x="272120" y="118334"/>
                </a:cubicBezTo>
                <a:cubicBezTo>
                  <a:pt x="272286" y="118799"/>
                  <a:pt x="272435" y="119429"/>
                  <a:pt x="272568" y="120225"/>
                </a:cubicBezTo>
                <a:cubicBezTo>
                  <a:pt x="272700" y="121021"/>
                  <a:pt x="272767" y="122017"/>
                  <a:pt x="272767" y="123211"/>
                </a:cubicBezTo>
                <a:close/>
                <a:moveTo>
                  <a:pt x="310892" y="129680"/>
                </a:moveTo>
                <a:cubicBezTo>
                  <a:pt x="310892" y="130211"/>
                  <a:pt x="310759" y="130659"/>
                  <a:pt x="310494" y="131024"/>
                </a:cubicBezTo>
                <a:cubicBezTo>
                  <a:pt x="310228" y="131388"/>
                  <a:pt x="309797" y="131704"/>
                  <a:pt x="309200" y="131969"/>
                </a:cubicBezTo>
                <a:cubicBezTo>
                  <a:pt x="308603" y="132234"/>
                  <a:pt x="307773" y="132433"/>
                  <a:pt x="306712" y="132566"/>
                </a:cubicBezTo>
                <a:cubicBezTo>
                  <a:pt x="305650" y="132699"/>
                  <a:pt x="304290" y="132765"/>
                  <a:pt x="302631" y="132765"/>
                </a:cubicBezTo>
                <a:cubicBezTo>
                  <a:pt x="301039" y="132765"/>
                  <a:pt x="299712" y="132699"/>
                  <a:pt x="298650" y="132566"/>
                </a:cubicBezTo>
                <a:cubicBezTo>
                  <a:pt x="297589" y="132433"/>
                  <a:pt x="296743" y="132234"/>
                  <a:pt x="296113" y="131969"/>
                </a:cubicBezTo>
                <a:cubicBezTo>
                  <a:pt x="295482" y="131704"/>
                  <a:pt x="295051" y="131388"/>
                  <a:pt x="294819" y="131024"/>
                </a:cubicBezTo>
                <a:cubicBezTo>
                  <a:pt x="294586" y="130659"/>
                  <a:pt x="294470" y="130211"/>
                  <a:pt x="294470" y="129680"/>
                </a:cubicBezTo>
                <a:lnTo>
                  <a:pt x="294470" y="40108"/>
                </a:lnTo>
                <a:cubicBezTo>
                  <a:pt x="294470" y="39644"/>
                  <a:pt x="294586" y="39213"/>
                  <a:pt x="294819" y="38814"/>
                </a:cubicBezTo>
                <a:cubicBezTo>
                  <a:pt x="295051" y="38416"/>
                  <a:pt x="295482" y="38085"/>
                  <a:pt x="296113" y="37819"/>
                </a:cubicBezTo>
                <a:cubicBezTo>
                  <a:pt x="296743" y="37554"/>
                  <a:pt x="297589" y="37355"/>
                  <a:pt x="298650" y="37222"/>
                </a:cubicBezTo>
                <a:cubicBezTo>
                  <a:pt x="299712" y="37089"/>
                  <a:pt x="301039" y="37023"/>
                  <a:pt x="302631" y="37023"/>
                </a:cubicBezTo>
                <a:cubicBezTo>
                  <a:pt x="304290" y="37023"/>
                  <a:pt x="305650" y="37089"/>
                  <a:pt x="306712" y="37222"/>
                </a:cubicBezTo>
                <a:cubicBezTo>
                  <a:pt x="307773" y="37355"/>
                  <a:pt x="308603" y="37554"/>
                  <a:pt x="309200" y="37819"/>
                </a:cubicBezTo>
                <a:cubicBezTo>
                  <a:pt x="309797" y="38085"/>
                  <a:pt x="310228" y="38416"/>
                  <a:pt x="310494" y="38814"/>
                </a:cubicBezTo>
                <a:cubicBezTo>
                  <a:pt x="310759" y="39213"/>
                  <a:pt x="310892" y="39644"/>
                  <a:pt x="310892" y="40108"/>
                </a:cubicBezTo>
                <a:lnTo>
                  <a:pt x="310892" y="129680"/>
                </a:lnTo>
                <a:moveTo>
                  <a:pt x="312783" y="9753"/>
                </a:moveTo>
                <a:cubicBezTo>
                  <a:pt x="312783" y="13602"/>
                  <a:pt x="312053" y="16222"/>
                  <a:pt x="310593" y="17616"/>
                </a:cubicBezTo>
                <a:cubicBezTo>
                  <a:pt x="309134" y="19009"/>
                  <a:pt x="306446" y="19706"/>
                  <a:pt x="302532" y="19706"/>
                </a:cubicBezTo>
                <a:cubicBezTo>
                  <a:pt x="298684" y="19706"/>
                  <a:pt x="296046" y="19026"/>
                  <a:pt x="294620" y="17666"/>
                </a:cubicBezTo>
                <a:cubicBezTo>
                  <a:pt x="293193" y="16305"/>
                  <a:pt x="292480" y="13734"/>
                  <a:pt x="292480" y="9952"/>
                </a:cubicBezTo>
                <a:cubicBezTo>
                  <a:pt x="292480" y="6104"/>
                  <a:pt x="293210" y="3483"/>
                  <a:pt x="294669" y="2090"/>
                </a:cubicBezTo>
                <a:cubicBezTo>
                  <a:pt x="296129" y="697"/>
                  <a:pt x="298816" y="0"/>
                  <a:pt x="302731" y="0"/>
                </a:cubicBezTo>
                <a:cubicBezTo>
                  <a:pt x="306579" y="0"/>
                  <a:pt x="309217" y="680"/>
                  <a:pt x="310643" y="2040"/>
                </a:cubicBezTo>
                <a:cubicBezTo>
                  <a:pt x="312070" y="3400"/>
                  <a:pt x="312783" y="5971"/>
                  <a:pt x="312783" y="9753"/>
                </a:cubicBezTo>
                <a:close/>
                <a:moveTo>
                  <a:pt x="413576" y="39909"/>
                </a:moveTo>
                <a:cubicBezTo>
                  <a:pt x="413576" y="40175"/>
                  <a:pt x="413559" y="40457"/>
                  <a:pt x="413526" y="40755"/>
                </a:cubicBezTo>
                <a:cubicBezTo>
                  <a:pt x="413493" y="41054"/>
                  <a:pt x="413443" y="41369"/>
                  <a:pt x="413377" y="41701"/>
                </a:cubicBezTo>
                <a:cubicBezTo>
                  <a:pt x="413310" y="42032"/>
                  <a:pt x="413227" y="42397"/>
                  <a:pt x="413128" y="42795"/>
                </a:cubicBezTo>
                <a:cubicBezTo>
                  <a:pt x="413028" y="43193"/>
                  <a:pt x="412912" y="43625"/>
                  <a:pt x="412780" y="44089"/>
                </a:cubicBezTo>
                <a:lnTo>
                  <a:pt x="382226" y="129182"/>
                </a:lnTo>
                <a:cubicBezTo>
                  <a:pt x="381960" y="129912"/>
                  <a:pt x="381612" y="130509"/>
                  <a:pt x="381181" y="130974"/>
                </a:cubicBezTo>
                <a:cubicBezTo>
                  <a:pt x="380749" y="131438"/>
                  <a:pt x="380102" y="131803"/>
                  <a:pt x="379240" y="132069"/>
                </a:cubicBezTo>
                <a:cubicBezTo>
                  <a:pt x="378377" y="132334"/>
                  <a:pt x="377283" y="132516"/>
                  <a:pt x="375956" y="132616"/>
                </a:cubicBezTo>
                <a:cubicBezTo>
                  <a:pt x="374629" y="132715"/>
                  <a:pt x="372970" y="132765"/>
                  <a:pt x="370979" y="132765"/>
                </a:cubicBezTo>
                <a:cubicBezTo>
                  <a:pt x="368989" y="132765"/>
                  <a:pt x="367330" y="132699"/>
                  <a:pt x="366003" y="132566"/>
                </a:cubicBezTo>
                <a:cubicBezTo>
                  <a:pt x="364676" y="132433"/>
                  <a:pt x="363598" y="132234"/>
                  <a:pt x="362769" y="131969"/>
                </a:cubicBezTo>
                <a:cubicBezTo>
                  <a:pt x="361939" y="131704"/>
                  <a:pt x="361292" y="131339"/>
                  <a:pt x="360828" y="130874"/>
                </a:cubicBezTo>
                <a:cubicBezTo>
                  <a:pt x="360364" y="130410"/>
                  <a:pt x="359999" y="129846"/>
                  <a:pt x="359733" y="129182"/>
                </a:cubicBezTo>
                <a:lnTo>
                  <a:pt x="329279" y="44089"/>
                </a:lnTo>
                <a:cubicBezTo>
                  <a:pt x="329013" y="43293"/>
                  <a:pt x="328798" y="42596"/>
                  <a:pt x="328632" y="41999"/>
                </a:cubicBezTo>
                <a:cubicBezTo>
                  <a:pt x="328466" y="41402"/>
                  <a:pt x="328366" y="40954"/>
                  <a:pt x="328333" y="40656"/>
                </a:cubicBezTo>
                <a:cubicBezTo>
                  <a:pt x="328300" y="40357"/>
                  <a:pt x="328284" y="40108"/>
                  <a:pt x="328284" y="39909"/>
                </a:cubicBezTo>
                <a:cubicBezTo>
                  <a:pt x="328284" y="39378"/>
                  <a:pt x="328416" y="38914"/>
                  <a:pt x="328682" y="38516"/>
                </a:cubicBezTo>
                <a:cubicBezTo>
                  <a:pt x="328947" y="38118"/>
                  <a:pt x="329395" y="37803"/>
                  <a:pt x="330025" y="37570"/>
                </a:cubicBezTo>
                <a:cubicBezTo>
                  <a:pt x="330656" y="37338"/>
                  <a:pt x="331485" y="37189"/>
                  <a:pt x="332513" y="37122"/>
                </a:cubicBezTo>
                <a:cubicBezTo>
                  <a:pt x="333542" y="37056"/>
                  <a:pt x="334819" y="37023"/>
                  <a:pt x="336345" y="37023"/>
                </a:cubicBezTo>
                <a:cubicBezTo>
                  <a:pt x="338269" y="37023"/>
                  <a:pt x="339812" y="37073"/>
                  <a:pt x="340973" y="37172"/>
                </a:cubicBezTo>
                <a:cubicBezTo>
                  <a:pt x="342134" y="37272"/>
                  <a:pt x="343030" y="37454"/>
                  <a:pt x="343660" y="37720"/>
                </a:cubicBezTo>
                <a:cubicBezTo>
                  <a:pt x="344290" y="37985"/>
                  <a:pt x="344755" y="38317"/>
                  <a:pt x="345053" y="38715"/>
                </a:cubicBezTo>
                <a:cubicBezTo>
                  <a:pt x="345352" y="39113"/>
                  <a:pt x="345634" y="39611"/>
                  <a:pt x="345899" y="40208"/>
                </a:cubicBezTo>
                <a:lnTo>
                  <a:pt x="371178" y="114055"/>
                </a:lnTo>
                <a:lnTo>
                  <a:pt x="371577" y="115249"/>
                </a:lnTo>
                <a:lnTo>
                  <a:pt x="371875" y="114055"/>
                </a:lnTo>
                <a:lnTo>
                  <a:pt x="396856" y="40208"/>
                </a:lnTo>
                <a:cubicBezTo>
                  <a:pt x="396988" y="39611"/>
                  <a:pt x="397221" y="39113"/>
                  <a:pt x="397552" y="38715"/>
                </a:cubicBezTo>
                <a:cubicBezTo>
                  <a:pt x="397884" y="38317"/>
                  <a:pt x="398365" y="37985"/>
                  <a:pt x="398995" y="37720"/>
                </a:cubicBezTo>
                <a:cubicBezTo>
                  <a:pt x="399626" y="37454"/>
                  <a:pt x="400488" y="37272"/>
                  <a:pt x="401583" y="37172"/>
                </a:cubicBezTo>
                <a:cubicBezTo>
                  <a:pt x="402678" y="37073"/>
                  <a:pt x="404121" y="37023"/>
                  <a:pt x="405912" y="37023"/>
                </a:cubicBezTo>
                <a:cubicBezTo>
                  <a:pt x="407438" y="37023"/>
                  <a:pt x="408699" y="37056"/>
                  <a:pt x="409694" y="37122"/>
                </a:cubicBezTo>
                <a:cubicBezTo>
                  <a:pt x="410690" y="37189"/>
                  <a:pt x="411469" y="37355"/>
                  <a:pt x="412033" y="37620"/>
                </a:cubicBezTo>
                <a:cubicBezTo>
                  <a:pt x="412597" y="37886"/>
                  <a:pt x="412995" y="38201"/>
                  <a:pt x="413227" y="38566"/>
                </a:cubicBezTo>
                <a:cubicBezTo>
                  <a:pt x="413460" y="38931"/>
                  <a:pt x="413576" y="39378"/>
                  <a:pt x="413576" y="39909"/>
                </a:cubicBezTo>
                <a:close/>
                <a:moveTo>
                  <a:pt x="507468" y="81013"/>
                </a:moveTo>
                <a:cubicBezTo>
                  <a:pt x="507468" y="83600"/>
                  <a:pt x="506821" y="85441"/>
                  <a:pt x="505527" y="86536"/>
                </a:cubicBezTo>
                <a:cubicBezTo>
                  <a:pt x="504233" y="87631"/>
                  <a:pt x="502757" y="88178"/>
                  <a:pt x="501098" y="88178"/>
                </a:cubicBezTo>
                <a:lnTo>
                  <a:pt x="442379" y="88178"/>
                </a:lnTo>
                <a:cubicBezTo>
                  <a:pt x="442379" y="93169"/>
                  <a:pt x="442877" y="97661"/>
                  <a:pt x="443872" y="101655"/>
                </a:cubicBezTo>
                <a:cubicBezTo>
                  <a:pt x="444867" y="105648"/>
                  <a:pt x="446526" y="109075"/>
                  <a:pt x="448848" y="111937"/>
                </a:cubicBezTo>
                <a:cubicBezTo>
                  <a:pt x="451170" y="114798"/>
                  <a:pt x="454189" y="116995"/>
                  <a:pt x="457905" y="118527"/>
                </a:cubicBezTo>
                <a:cubicBezTo>
                  <a:pt x="461620" y="120057"/>
                  <a:pt x="466165" y="120822"/>
                  <a:pt x="471539" y="120822"/>
                </a:cubicBezTo>
                <a:cubicBezTo>
                  <a:pt x="475786" y="120822"/>
                  <a:pt x="479568" y="120474"/>
                  <a:pt x="482885" y="119777"/>
                </a:cubicBezTo>
                <a:cubicBezTo>
                  <a:pt x="486203" y="119081"/>
                  <a:pt x="489072" y="118301"/>
                  <a:pt x="491494" y="117438"/>
                </a:cubicBezTo>
                <a:cubicBezTo>
                  <a:pt x="493916" y="116576"/>
                  <a:pt x="495906" y="115796"/>
                  <a:pt x="497466" y="115100"/>
                </a:cubicBezTo>
                <a:cubicBezTo>
                  <a:pt x="499025" y="114403"/>
                  <a:pt x="500202" y="114055"/>
                  <a:pt x="500999" y="114055"/>
                </a:cubicBezTo>
                <a:cubicBezTo>
                  <a:pt x="501463" y="114055"/>
                  <a:pt x="501878" y="114171"/>
                  <a:pt x="502243" y="114403"/>
                </a:cubicBezTo>
                <a:cubicBezTo>
                  <a:pt x="502608" y="114635"/>
                  <a:pt x="502890" y="114984"/>
                  <a:pt x="503089" y="115448"/>
                </a:cubicBezTo>
                <a:cubicBezTo>
                  <a:pt x="503288" y="115912"/>
                  <a:pt x="503437" y="116559"/>
                  <a:pt x="503536" y="117389"/>
                </a:cubicBezTo>
                <a:cubicBezTo>
                  <a:pt x="503636" y="118218"/>
                  <a:pt x="503686" y="119230"/>
                  <a:pt x="503686" y="120424"/>
                </a:cubicBezTo>
                <a:cubicBezTo>
                  <a:pt x="503686" y="121287"/>
                  <a:pt x="503653" y="122033"/>
                  <a:pt x="503586" y="122663"/>
                </a:cubicBezTo>
                <a:cubicBezTo>
                  <a:pt x="503520" y="123294"/>
                  <a:pt x="503437" y="123858"/>
                  <a:pt x="503337" y="124355"/>
                </a:cubicBezTo>
                <a:cubicBezTo>
                  <a:pt x="503238" y="124853"/>
                  <a:pt x="503072" y="125301"/>
                  <a:pt x="502840" y="125699"/>
                </a:cubicBezTo>
                <a:cubicBezTo>
                  <a:pt x="502608" y="126097"/>
                  <a:pt x="502309" y="126479"/>
                  <a:pt x="501944" y="126844"/>
                </a:cubicBezTo>
                <a:cubicBezTo>
                  <a:pt x="501579" y="127208"/>
                  <a:pt x="500501" y="127806"/>
                  <a:pt x="498710" y="128635"/>
                </a:cubicBezTo>
                <a:cubicBezTo>
                  <a:pt x="496918" y="129464"/>
                  <a:pt x="494596" y="130277"/>
                  <a:pt x="491743" y="131073"/>
                </a:cubicBezTo>
                <a:cubicBezTo>
                  <a:pt x="488890" y="131869"/>
                  <a:pt x="485589" y="132583"/>
                  <a:pt x="481840" y="133213"/>
                </a:cubicBezTo>
                <a:cubicBezTo>
                  <a:pt x="478091" y="133843"/>
                  <a:pt x="474094" y="134159"/>
                  <a:pt x="469848" y="134159"/>
                </a:cubicBezTo>
                <a:cubicBezTo>
                  <a:pt x="462483" y="134159"/>
                  <a:pt x="456030" y="133129"/>
                  <a:pt x="450490" y="131070"/>
                </a:cubicBezTo>
                <a:cubicBezTo>
                  <a:pt x="444950" y="129011"/>
                  <a:pt x="440289" y="125956"/>
                  <a:pt x="436507" y="121905"/>
                </a:cubicBezTo>
                <a:cubicBezTo>
                  <a:pt x="432725" y="117853"/>
                  <a:pt x="429872" y="112772"/>
                  <a:pt x="427948" y="106662"/>
                </a:cubicBezTo>
                <a:cubicBezTo>
                  <a:pt x="426024" y="100552"/>
                  <a:pt x="425062" y="93445"/>
                  <a:pt x="425062" y="85342"/>
                </a:cubicBezTo>
                <a:cubicBezTo>
                  <a:pt x="425062" y="77637"/>
                  <a:pt x="426057" y="70713"/>
                  <a:pt x="428047" y="64569"/>
                </a:cubicBezTo>
                <a:cubicBezTo>
                  <a:pt x="430038" y="58426"/>
                  <a:pt x="432908" y="53212"/>
                  <a:pt x="436656" y="48929"/>
                </a:cubicBezTo>
                <a:cubicBezTo>
                  <a:pt x="440405" y="44645"/>
                  <a:pt x="444933" y="41357"/>
                  <a:pt x="450241" y="39066"/>
                </a:cubicBezTo>
                <a:cubicBezTo>
                  <a:pt x="455549" y="36775"/>
                  <a:pt x="461488" y="35630"/>
                  <a:pt x="468056" y="35630"/>
                </a:cubicBezTo>
                <a:cubicBezTo>
                  <a:pt x="475089" y="35630"/>
                  <a:pt x="481077" y="36758"/>
                  <a:pt x="486020" y="39013"/>
                </a:cubicBezTo>
                <a:cubicBezTo>
                  <a:pt x="490963" y="41269"/>
                  <a:pt x="495027" y="44305"/>
                  <a:pt x="498212" y="48120"/>
                </a:cubicBezTo>
                <a:cubicBezTo>
                  <a:pt x="501397" y="51935"/>
                  <a:pt x="503736" y="56414"/>
                  <a:pt x="505228" y="61556"/>
                </a:cubicBezTo>
                <a:cubicBezTo>
                  <a:pt x="506721" y="66698"/>
                  <a:pt x="507468" y="72188"/>
                  <a:pt x="507468" y="78027"/>
                </a:cubicBezTo>
                <a:lnTo>
                  <a:pt x="507468" y="81013"/>
                </a:lnTo>
                <a:moveTo>
                  <a:pt x="490947" y="76136"/>
                </a:moveTo>
                <a:cubicBezTo>
                  <a:pt x="491146" y="67511"/>
                  <a:pt x="489238" y="60743"/>
                  <a:pt x="485224" y="55833"/>
                </a:cubicBezTo>
                <a:cubicBezTo>
                  <a:pt x="481210" y="50923"/>
                  <a:pt x="475255" y="48468"/>
                  <a:pt x="467359" y="48468"/>
                </a:cubicBezTo>
                <a:cubicBezTo>
                  <a:pt x="463312" y="48468"/>
                  <a:pt x="459762" y="49231"/>
                  <a:pt x="456710" y="50757"/>
                </a:cubicBezTo>
                <a:cubicBezTo>
                  <a:pt x="453658" y="52283"/>
                  <a:pt x="451104" y="54307"/>
                  <a:pt x="449047" y="56828"/>
                </a:cubicBezTo>
                <a:cubicBezTo>
                  <a:pt x="446990" y="59350"/>
                  <a:pt x="445398" y="62286"/>
                  <a:pt x="444270" y="65636"/>
                </a:cubicBezTo>
                <a:cubicBezTo>
                  <a:pt x="443142" y="68987"/>
                  <a:pt x="442512" y="72487"/>
                  <a:pt x="442379" y="76136"/>
                </a:cubicBezTo>
                <a:lnTo>
                  <a:pt x="490947" y="76136"/>
                </a:lnTo>
                <a:close/>
                <a:moveTo>
                  <a:pt x="647151" y="10749"/>
                </a:moveTo>
                <a:cubicBezTo>
                  <a:pt x="647151" y="12009"/>
                  <a:pt x="647084" y="13104"/>
                  <a:pt x="646952" y="14033"/>
                </a:cubicBezTo>
                <a:cubicBezTo>
                  <a:pt x="646819" y="14962"/>
                  <a:pt x="646587" y="15708"/>
                  <a:pt x="646255" y="16272"/>
                </a:cubicBezTo>
                <a:cubicBezTo>
                  <a:pt x="645923" y="16836"/>
                  <a:pt x="645542" y="17251"/>
                  <a:pt x="645111" y="17516"/>
                </a:cubicBezTo>
                <a:cubicBezTo>
                  <a:pt x="644679" y="17782"/>
                  <a:pt x="644231" y="17914"/>
                  <a:pt x="643767" y="17914"/>
                </a:cubicBezTo>
                <a:lnTo>
                  <a:pt x="596593" y="17914"/>
                </a:lnTo>
                <a:lnTo>
                  <a:pt x="596593" y="61605"/>
                </a:lnTo>
                <a:lnTo>
                  <a:pt x="641179" y="61605"/>
                </a:lnTo>
                <a:cubicBezTo>
                  <a:pt x="641644" y="61605"/>
                  <a:pt x="642092" y="61722"/>
                  <a:pt x="642523" y="61954"/>
                </a:cubicBezTo>
                <a:cubicBezTo>
                  <a:pt x="642954" y="62186"/>
                  <a:pt x="643336" y="62568"/>
                  <a:pt x="643667" y="63098"/>
                </a:cubicBezTo>
                <a:cubicBezTo>
                  <a:pt x="643999" y="63629"/>
                  <a:pt x="644231" y="64342"/>
                  <a:pt x="644364" y="65238"/>
                </a:cubicBezTo>
                <a:cubicBezTo>
                  <a:pt x="644497" y="66134"/>
                  <a:pt x="644563" y="67278"/>
                  <a:pt x="644563" y="68672"/>
                </a:cubicBezTo>
                <a:cubicBezTo>
                  <a:pt x="644563" y="69932"/>
                  <a:pt x="644497" y="71010"/>
                  <a:pt x="644364" y="71906"/>
                </a:cubicBezTo>
                <a:cubicBezTo>
                  <a:pt x="644231" y="72802"/>
                  <a:pt x="643999" y="73532"/>
                  <a:pt x="643667" y="74096"/>
                </a:cubicBezTo>
                <a:cubicBezTo>
                  <a:pt x="643336" y="74660"/>
                  <a:pt x="642954" y="75091"/>
                  <a:pt x="642523" y="75390"/>
                </a:cubicBezTo>
                <a:cubicBezTo>
                  <a:pt x="642092" y="75688"/>
                  <a:pt x="641644" y="75837"/>
                  <a:pt x="641179" y="75837"/>
                </a:cubicBezTo>
                <a:lnTo>
                  <a:pt x="596593" y="75837"/>
                </a:lnTo>
                <a:lnTo>
                  <a:pt x="596593" y="129574"/>
                </a:lnTo>
                <a:cubicBezTo>
                  <a:pt x="596593" y="130041"/>
                  <a:pt x="596460" y="130490"/>
                  <a:pt x="596194" y="130921"/>
                </a:cubicBezTo>
                <a:cubicBezTo>
                  <a:pt x="595929" y="131352"/>
                  <a:pt x="595465" y="131685"/>
                  <a:pt x="594801" y="131919"/>
                </a:cubicBezTo>
                <a:cubicBezTo>
                  <a:pt x="594138" y="132151"/>
                  <a:pt x="593275" y="132351"/>
                  <a:pt x="592214" y="132516"/>
                </a:cubicBezTo>
                <a:cubicBezTo>
                  <a:pt x="591152" y="132682"/>
                  <a:pt x="589759" y="132765"/>
                  <a:pt x="588033" y="132765"/>
                </a:cubicBezTo>
                <a:cubicBezTo>
                  <a:pt x="586441" y="132765"/>
                  <a:pt x="585081" y="132682"/>
                  <a:pt x="583953" y="132516"/>
                </a:cubicBezTo>
                <a:cubicBezTo>
                  <a:pt x="582825" y="132351"/>
                  <a:pt x="581929" y="132151"/>
                  <a:pt x="581266" y="131919"/>
                </a:cubicBezTo>
                <a:cubicBezTo>
                  <a:pt x="580602" y="131687"/>
                  <a:pt x="580138" y="131355"/>
                  <a:pt x="579873" y="130924"/>
                </a:cubicBezTo>
                <a:cubicBezTo>
                  <a:pt x="579607" y="130493"/>
                  <a:pt x="579474" y="130045"/>
                  <a:pt x="579474" y="129580"/>
                </a:cubicBezTo>
                <a:lnTo>
                  <a:pt x="579474" y="10351"/>
                </a:lnTo>
                <a:cubicBezTo>
                  <a:pt x="579474" y="7763"/>
                  <a:pt x="580155" y="5955"/>
                  <a:pt x="581515" y="4926"/>
                </a:cubicBezTo>
                <a:cubicBezTo>
                  <a:pt x="582875" y="3898"/>
                  <a:pt x="584318" y="3384"/>
                  <a:pt x="585844" y="3384"/>
                </a:cubicBezTo>
                <a:lnTo>
                  <a:pt x="643767" y="3384"/>
                </a:lnTo>
                <a:cubicBezTo>
                  <a:pt x="644231" y="3384"/>
                  <a:pt x="644679" y="3517"/>
                  <a:pt x="645111" y="3782"/>
                </a:cubicBezTo>
                <a:cubicBezTo>
                  <a:pt x="645542" y="4047"/>
                  <a:pt x="645923" y="4479"/>
                  <a:pt x="646255" y="5076"/>
                </a:cubicBezTo>
                <a:cubicBezTo>
                  <a:pt x="646587" y="5673"/>
                  <a:pt x="646819" y="6452"/>
                  <a:pt x="646952" y="7415"/>
                </a:cubicBezTo>
                <a:cubicBezTo>
                  <a:pt x="647084" y="8377"/>
                  <a:pt x="647151" y="9488"/>
                  <a:pt x="647151" y="10749"/>
                </a:cubicBezTo>
                <a:close/>
                <a:moveTo>
                  <a:pt x="747872" y="129680"/>
                </a:moveTo>
                <a:cubicBezTo>
                  <a:pt x="747872" y="130211"/>
                  <a:pt x="747756" y="130659"/>
                  <a:pt x="747524" y="131024"/>
                </a:cubicBezTo>
                <a:cubicBezTo>
                  <a:pt x="747291" y="131388"/>
                  <a:pt x="746877" y="131704"/>
                  <a:pt x="746280" y="131969"/>
                </a:cubicBezTo>
                <a:cubicBezTo>
                  <a:pt x="745682" y="132234"/>
                  <a:pt x="744903" y="132433"/>
                  <a:pt x="743941" y="132566"/>
                </a:cubicBezTo>
                <a:cubicBezTo>
                  <a:pt x="742979" y="132699"/>
                  <a:pt x="741801" y="132765"/>
                  <a:pt x="740408" y="132765"/>
                </a:cubicBezTo>
                <a:cubicBezTo>
                  <a:pt x="738882" y="132765"/>
                  <a:pt x="737638" y="132699"/>
                  <a:pt x="736676" y="132566"/>
                </a:cubicBezTo>
                <a:cubicBezTo>
                  <a:pt x="735713" y="132433"/>
                  <a:pt x="734950" y="132234"/>
                  <a:pt x="734386" y="131969"/>
                </a:cubicBezTo>
                <a:cubicBezTo>
                  <a:pt x="733822" y="131704"/>
                  <a:pt x="733441" y="131388"/>
                  <a:pt x="733242" y="131024"/>
                </a:cubicBezTo>
                <a:cubicBezTo>
                  <a:pt x="733043" y="130659"/>
                  <a:pt x="732943" y="130211"/>
                  <a:pt x="732943" y="129680"/>
                </a:cubicBezTo>
                <a:lnTo>
                  <a:pt x="732943" y="117837"/>
                </a:lnTo>
                <a:cubicBezTo>
                  <a:pt x="727834" y="123512"/>
                  <a:pt x="722792" y="127651"/>
                  <a:pt x="717816" y="130255"/>
                </a:cubicBezTo>
                <a:cubicBezTo>
                  <a:pt x="712839" y="132857"/>
                  <a:pt x="707797" y="134159"/>
                  <a:pt x="702688" y="134159"/>
                </a:cubicBezTo>
                <a:cubicBezTo>
                  <a:pt x="696717" y="134159"/>
                  <a:pt x="691691" y="133162"/>
                  <a:pt x="687610" y="131170"/>
                </a:cubicBezTo>
                <a:cubicBezTo>
                  <a:pt x="683530" y="129177"/>
                  <a:pt x="680229" y="126471"/>
                  <a:pt x="677707" y="123052"/>
                </a:cubicBezTo>
                <a:cubicBezTo>
                  <a:pt x="675186" y="119631"/>
                  <a:pt x="673378" y="115646"/>
                  <a:pt x="672283" y="111097"/>
                </a:cubicBezTo>
                <a:cubicBezTo>
                  <a:pt x="671189" y="106546"/>
                  <a:pt x="670641" y="101016"/>
                  <a:pt x="670641" y="94507"/>
                </a:cubicBezTo>
                <a:lnTo>
                  <a:pt x="670641" y="40111"/>
                </a:lnTo>
                <a:cubicBezTo>
                  <a:pt x="670641" y="39581"/>
                  <a:pt x="670757" y="39133"/>
                  <a:pt x="670990" y="38768"/>
                </a:cubicBezTo>
                <a:cubicBezTo>
                  <a:pt x="671222" y="38401"/>
                  <a:pt x="671670" y="38068"/>
                  <a:pt x="672333" y="37769"/>
                </a:cubicBezTo>
                <a:cubicBezTo>
                  <a:pt x="672997" y="37471"/>
                  <a:pt x="673859" y="37272"/>
                  <a:pt x="674921" y="37172"/>
                </a:cubicBezTo>
                <a:cubicBezTo>
                  <a:pt x="675982" y="37073"/>
                  <a:pt x="677309" y="37023"/>
                  <a:pt x="678902" y="37023"/>
                </a:cubicBezTo>
                <a:cubicBezTo>
                  <a:pt x="680494" y="37023"/>
                  <a:pt x="681821" y="37073"/>
                  <a:pt x="682883" y="37172"/>
                </a:cubicBezTo>
                <a:cubicBezTo>
                  <a:pt x="683944" y="37272"/>
                  <a:pt x="684790" y="37471"/>
                  <a:pt x="685421" y="37769"/>
                </a:cubicBezTo>
                <a:cubicBezTo>
                  <a:pt x="686051" y="38068"/>
                  <a:pt x="686499" y="38401"/>
                  <a:pt x="686764" y="38768"/>
                </a:cubicBezTo>
                <a:cubicBezTo>
                  <a:pt x="687030" y="39133"/>
                  <a:pt x="687162" y="39581"/>
                  <a:pt x="687162" y="40111"/>
                </a:cubicBezTo>
                <a:lnTo>
                  <a:pt x="687162" y="92324"/>
                </a:lnTo>
                <a:cubicBezTo>
                  <a:pt x="687162" y="97572"/>
                  <a:pt x="687544" y="101774"/>
                  <a:pt x="688307" y="104930"/>
                </a:cubicBezTo>
                <a:cubicBezTo>
                  <a:pt x="689070" y="108085"/>
                  <a:pt x="690231" y="110777"/>
                  <a:pt x="691790" y="113003"/>
                </a:cubicBezTo>
                <a:cubicBezTo>
                  <a:pt x="693349" y="115228"/>
                  <a:pt x="695323" y="116955"/>
                  <a:pt x="697712" y="118185"/>
                </a:cubicBezTo>
                <a:cubicBezTo>
                  <a:pt x="700100" y="119412"/>
                  <a:pt x="702887" y="120026"/>
                  <a:pt x="706072" y="120026"/>
                </a:cubicBezTo>
                <a:cubicBezTo>
                  <a:pt x="710186" y="120026"/>
                  <a:pt x="714283" y="118558"/>
                  <a:pt x="718363" y="115622"/>
                </a:cubicBezTo>
                <a:cubicBezTo>
                  <a:pt x="722444" y="112686"/>
                  <a:pt x="726773" y="108382"/>
                  <a:pt x="731351" y="102709"/>
                </a:cubicBezTo>
                <a:lnTo>
                  <a:pt x="731351" y="40108"/>
                </a:lnTo>
                <a:cubicBezTo>
                  <a:pt x="731351" y="39577"/>
                  <a:pt x="731467" y="39130"/>
                  <a:pt x="731699" y="38765"/>
                </a:cubicBezTo>
                <a:cubicBezTo>
                  <a:pt x="731932" y="38400"/>
                  <a:pt x="732379" y="38068"/>
                  <a:pt x="733043" y="37769"/>
                </a:cubicBezTo>
                <a:cubicBezTo>
                  <a:pt x="733706" y="37471"/>
                  <a:pt x="734552" y="37272"/>
                  <a:pt x="735581" y="37172"/>
                </a:cubicBezTo>
                <a:cubicBezTo>
                  <a:pt x="736609" y="37073"/>
                  <a:pt x="737953" y="37023"/>
                  <a:pt x="739611" y="37023"/>
                </a:cubicBezTo>
                <a:cubicBezTo>
                  <a:pt x="741204" y="37023"/>
                  <a:pt x="742531" y="37073"/>
                  <a:pt x="743592" y="37172"/>
                </a:cubicBezTo>
                <a:cubicBezTo>
                  <a:pt x="744654" y="37272"/>
                  <a:pt x="745483" y="37471"/>
                  <a:pt x="746081" y="37769"/>
                </a:cubicBezTo>
                <a:cubicBezTo>
                  <a:pt x="746678" y="38068"/>
                  <a:pt x="747126" y="38400"/>
                  <a:pt x="747424" y="38765"/>
                </a:cubicBezTo>
                <a:cubicBezTo>
                  <a:pt x="747723" y="39130"/>
                  <a:pt x="747872" y="39577"/>
                  <a:pt x="747872" y="40108"/>
                </a:cubicBezTo>
                <a:lnTo>
                  <a:pt x="747872" y="129680"/>
                </a:lnTo>
                <a:close/>
                <a:moveTo>
                  <a:pt x="855278" y="129680"/>
                </a:moveTo>
                <a:cubicBezTo>
                  <a:pt x="855278" y="130211"/>
                  <a:pt x="855145" y="130659"/>
                  <a:pt x="854880" y="131024"/>
                </a:cubicBezTo>
                <a:cubicBezTo>
                  <a:pt x="854615" y="131388"/>
                  <a:pt x="854183" y="131704"/>
                  <a:pt x="853586" y="131969"/>
                </a:cubicBezTo>
                <a:cubicBezTo>
                  <a:pt x="852989" y="132234"/>
                  <a:pt x="852160" y="132433"/>
                  <a:pt x="851098" y="132566"/>
                </a:cubicBezTo>
                <a:cubicBezTo>
                  <a:pt x="850036" y="132699"/>
                  <a:pt x="848709" y="132765"/>
                  <a:pt x="847117" y="132765"/>
                </a:cubicBezTo>
                <a:cubicBezTo>
                  <a:pt x="845458" y="132765"/>
                  <a:pt x="844098" y="132699"/>
                  <a:pt x="843037" y="132566"/>
                </a:cubicBezTo>
                <a:cubicBezTo>
                  <a:pt x="841975" y="132433"/>
                  <a:pt x="841146" y="132234"/>
                  <a:pt x="840548" y="131969"/>
                </a:cubicBezTo>
                <a:cubicBezTo>
                  <a:pt x="839951" y="131704"/>
                  <a:pt x="839520" y="131388"/>
                  <a:pt x="839255" y="131024"/>
                </a:cubicBezTo>
                <a:cubicBezTo>
                  <a:pt x="838989" y="130659"/>
                  <a:pt x="838857" y="130211"/>
                  <a:pt x="838857" y="129680"/>
                </a:cubicBezTo>
                <a:lnTo>
                  <a:pt x="838857" y="77231"/>
                </a:lnTo>
                <a:cubicBezTo>
                  <a:pt x="838857" y="72122"/>
                  <a:pt x="838458" y="68008"/>
                  <a:pt x="837662" y="64890"/>
                </a:cubicBezTo>
                <a:cubicBezTo>
                  <a:pt x="836866" y="61771"/>
                  <a:pt x="835705" y="59084"/>
                  <a:pt x="834179" y="56828"/>
                </a:cubicBezTo>
                <a:cubicBezTo>
                  <a:pt x="832653" y="54572"/>
                  <a:pt x="830679" y="52847"/>
                  <a:pt x="828257" y="51653"/>
                </a:cubicBezTo>
                <a:cubicBezTo>
                  <a:pt x="825835" y="50459"/>
                  <a:pt x="823032" y="49862"/>
                  <a:pt x="819847" y="49862"/>
                </a:cubicBezTo>
                <a:cubicBezTo>
                  <a:pt x="815734" y="49862"/>
                  <a:pt x="811620" y="51321"/>
                  <a:pt x="807506" y="54241"/>
                </a:cubicBezTo>
                <a:cubicBezTo>
                  <a:pt x="803393" y="57160"/>
                  <a:pt x="799080" y="61440"/>
                  <a:pt x="794568" y="67079"/>
                </a:cubicBezTo>
                <a:lnTo>
                  <a:pt x="794568" y="129680"/>
                </a:lnTo>
                <a:cubicBezTo>
                  <a:pt x="794568" y="130211"/>
                  <a:pt x="794436" y="130659"/>
                  <a:pt x="794170" y="131024"/>
                </a:cubicBezTo>
                <a:cubicBezTo>
                  <a:pt x="793905" y="131388"/>
                  <a:pt x="793474" y="131704"/>
                  <a:pt x="792876" y="131969"/>
                </a:cubicBezTo>
                <a:cubicBezTo>
                  <a:pt x="792279" y="132234"/>
                  <a:pt x="791450" y="132433"/>
                  <a:pt x="790388" y="132566"/>
                </a:cubicBezTo>
                <a:cubicBezTo>
                  <a:pt x="789327" y="132699"/>
                  <a:pt x="787967" y="132765"/>
                  <a:pt x="786308" y="132765"/>
                </a:cubicBezTo>
                <a:cubicBezTo>
                  <a:pt x="784715" y="132765"/>
                  <a:pt x="783388" y="132699"/>
                  <a:pt x="782327" y="132566"/>
                </a:cubicBezTo>
                <a:cubicBezTo>
                  <a:pt x="781265" y="132433"/>
                  <a:pt x="780419" y="132234"/>
                  <a:pt x="779789" y="131969"/>
                </a:cubicBezTo>
                <a:cubicBezTo>
                  <a:pt x="779159" y="131704"/>
                  <a:pt x="778727" y="131388"/>
                  <a:pt x="778495" y="131024"/>
                </a:cubicBezTo>
                <a:cubicBezTo>
                  <a:pt x="778263" y="130659"/>
                  <a:pt x="778147" y="130211"/>
                  <a:pt x="778147" y="129680"/>
                </a:cubicBezTo>
                <a:lnTo>
                  <a:pt x="778147" y="40108"/>
                </a:lnTo>
                <a:cubicBezTo>
                  <a:pt x="778147" y="39577"/>
                  <a:pt x="778246" y="39130"/>
                  <a:pt x="778445" y="38765"/>
                </a:cubicBezTo>
                <a:cubicBezTo>
                  <a:pt x="778644" y="38400"/>
                  <a:pt x="779043" y="38068"/>
                  <a:pt x="779640" y="37769"/>
                </a:cubicBezTo>
                <a:cubicBezTo>
                  <a:pt x="780237" y="37471"/>
                  <a:pt x="781000" y="37272"/>
                  <a:pt x="781929" y="37172"/>
                </a:cubicBezTo>
                <a:cubicBezTo>
                  <a:pt x="782858" y="37073"/>
                  <a:pt x="784085" y="37023"/>
                  <a:pt x="785611" y="37023"/>
                </a:cubicBezTo>
                <a:cubicBezTo>
                  <a:pt x="787071" y="37023"/>
                  <a:pt x="788282" y="37073"/>
                  <a:pt x="789244" y="37172"/>
                </a:cubicBezTo>
                <a:cubicBezTo>
                  <a:pt x="790206" y="37272"/>
                  <a:pt x="790952" y="37471"/>
                  <a:pt x="791483" y="37769"/>
                </a:cubicBezTo>
                <a:cubicBezTo>
                  <a:pt x="792014" y="38068"/>
                  <a:pt x="792395" y="38400"/>
                  <a:pt x="792628" y="38765"/>
                </a:cubicBezTo>
                <a:cubicBezTo>
                  <a:pt x="792860" y="39130"/>
                  <a:pt x="792976" y="39577"/>
                  <a:pt x="792976" y="40108"/>
                </a:cubicBezTo>
                <a:lnTo>
                  <a:pt x="792976" y="51952"/>
                </a:lnTo>
                <a:cubicBezTo>
                  <a:pt x="798018" y="46312"/>
                  <a:pt x="803044" y="42182"/>
                  <a:pt x="808054" y="39561"/>
                </a:cubicBezTo>
                <a:cubicBezTo>
                  <a:pt x="813063" y="36940"/>
                  <a:pt x="818122" y="35630"/>
                  <a:pt x="823231" y="35630"/>
                </a:cubicBezTo>
                <a:cubicBezTo>
                  <a:pt x="829203" y="35630"/>
                  <a:pt x="834229" y="36641"/>
                  <a:pt x="838309" y="38665"/>
                </a:cubicBezTo>
                <a:cubicBezTo>
                  <a:pt x="842390" y="40689"/>
                  <a:pt x="845691" y="43393"/>
                  <a:pt x="848212" y="46776"/>
                </a:cubicBezTo>
                <a:cubicBezTo>
                  <a:pt x="850733" y="50160"/>
                  <a:pt x="852541" y="54125"/>
                  <a:pt x="853636" y="58669"/>
                </a:cubicBezTo>
                <a:cubicBezTo>
                  <a:pt x="854731" y="63214"/>
                  <a:pt x="855278" y="68672"/>
                  <a:pt x="855278" y="75041"/>
                </a:cubicBezTo>
                <a:lnTo>
                  <a:pt x="855278" y="129680"/>
                </a:lnTo>
                <a:close/>
                <a:moveTo>
                  <a:pt x="949548" y="116145"/>
                </a:moveTo>
                <a:cubicBezTo>
                  <a:pt x="949548" y="117273"/>
                  <a:pt x="949515" y="118251"/>
                  <a:pt x="949448" y="119081"/>
                </a:cubicBezTo>
                <a:cubicBezTo>
                  <a:pt x="949382" y="119910"/>
                  <a:pt x="949266" y="120607"/>
                  <a:pt x="949100" y="121171"/>
                </a:cubicBezTo>
                <a:cubicBezTo>
                  <a:pt x="948934" y="121735"/>
                  <a:pt x="948735" y="122232"/>
                  <a:pt x="948503" y="122663"/>
                </a:cubicBezTo>
                <a:cubicBezTo>
                  <a:pt x="948271" y="123095"/>
                  <a:pt x="947740" y="123725"/>
                  <a:pt x="946911" y="124554"/>
                </a:cubicBezTo>
                <a:cubicBezTo>
                  <a:pt x="946081" y="125384"/>
                  <a:pt x="944671" y="126412"/>
                  <a:pt x="942681" y="127640"/>
                </a:cubicBezTo>
                <a:cubicBezTo>
                  <a:pt x="940690" y="128867"/>
                  <a:pt x="938451" y="129962"/>
                  <a:pt x="935963" y="130924"/>
                </a:cubicBezTo>
                <a:cubicBezTo>
                  <a:pt x="933475" y="131886"/>
                  <a:pt x="930771" y="132666"/>
                  <a:pt x="927852" y="133263"/>
                </a:cubicBezTo>
                <a:cubicBezTo>
                  <a:pt x="924932" y="133860"/>
                  <a:pt x="921913" y="134159"/>
                  <a:pt x="918795" y="134159"/>
                </a:cubicBezTo>
                <a:cubicBezTo>
                  <a:pt x="912359" y="134159"/>
                  <a:pt x="906653" y="133095"/>
                  <a:pt x="901677" y="130968"/>
                </a:cubicBezTo>
                <a:cubicBezTo>
                  <a:pt x="896701" y="128840"/>
                  <a:pt x="892537" y="125732"/>
                  <a:pt x="889187" y="121643"/>
                </a:cubicBezTo>
                <a:cubicBezTo>
                  <a:pt x="885836" y="117555"/>
                  <a:pt x="883282" y="112535"/>
                  <a:pt x="881523" y="106584"/>
                </a:cubicBezTo>
                <a:cubicBezTo>
                  <a:pt x="879765" y="100633"/>
                  <a:pt x="878886" y="93769"/>
                  <a:pt x="878886" y="85992"/>
                </a:cubicBezTo>
                <a:cubicBezTo>
                  <a:pt x="878886" y="77149"/>
                  <a:pt x="879964" y="69553"/>
                  <a:pt x="882120" y="63204"/>
                </a:cubicBezTo>
                <a:cubicBezTo>
                  <a:pt x="884277" y="56855"/>
                  <a:pt x="887229" y="51653"/>
                  <a:pt x="890978" y="47597"/>
                </a:cubicBezTo>
                <a:cubicBezTo>
                  <a:pt x="894727" y="43542"/>
                  <a:pt x="899139" y="40533"/>
                  <a:pt x="904215" y="38572"/>
                </a:cubicBezTo>
                <a:cubicBezTo>
                  <a:pt x="909291" y="36610"/>
                  <a:pt x="914781" y="35630"/>
                  <a:pt x="920686" y="35630"/>
                </a:cubicBezTo>
                <a:cubicBezTo>
                  <a:pt x="923539" y="35630"/>
                  <a:pt x="926309" y="35895"/>
                  <a:pt x="928996" y="36426"/>
                </a:cubicBezTo>
                <a:cubicBezTo>
                  <a:pt x="931683" y="36957"/>
                  <a:pt x="934155" y="37653"/>
                  <a:pt x="936411" y="38516"/>
                </a:cubicBezTo>
                <a:cubicBezTo>
                  <a:pt x="938667" y="39378"/>
                  <a:pt x="940674" y="40374"/>
                  <a:pt x="942432" y="41502"/>
                </a:cubicBezTo>
                <a:cubicBezTo>
                  <a:pt x="944190" y="42629"/>
                  <a:pt x="945468" y="43592"/>
                  <a:pt x="946264" y="44388"/>
                </a:cubicBezTo>
                <a:cubicBezTo>
                  <a:pt x="947060" y="45184"/>
                  <a:pt x="947607" y="45814"/>
                  <a:pt x="947906" y="46279"/>
                </a:cubicBezTo>
                <a:cubicBezTo>
                  <a:pt x="948204" y="46743"/>
                  <a:pt x="948453" y="47291"/>
                  <a:pt x="948652" y="47921"/>
                </a:cubicBezTo>
                <a:cubicBezTo>
                  <a:pt x="948851" y="48551"/>
                  <a:pt x="948984" y="49264"/>
                  <a:pt x="949050" y="50061"/>
                </a:cubicBezTo>
                <a:cubicBezTo>
                  <a:pt x="949117" y="50857"/>
                  <a:pt x="949150" y="51852"/>
                  <a:pt x="949150" y="53046"/>
                </a:cubicBezTo>
                <a:cubicBezTo>
                  <a:pt x="949150" y="55634"/>
                  <a:pt x="948851" y="57442"/>
                  <a:pt x="948254" y="58470"/>
                </a:cubicBezTo>
                <a:cubicBezTo>
                  <a:pt x="947657" y="59499"/>
                  <a:pt x="946927" y="60013"/>
                  <a:pt x="946065" y="60013"/>
                </a:cubicBezTo>
                <a:cubicBezTo>
                  <a:pt x="945069" y="60013"/>
                  <a:pt x="943925" y="59466"/>
                  <a:pt x="942631" y="58371"/>
                </a:cubicBezTo>
                <a:cubicBezTo>
                  <a:pt x="941337" y="57276"/>
                  <a:pt x="939695" y="56065"/>
                  <a:pt x="937705" y="54738"/>
                </a:cubicBezTo>
                <a:cubicBezTo>
                  <a:pt x="935714" y="53411"/>
                  <a:pt x="933309" y="52200"/>
                  <a:pt x="930489" y="51106"/>
                </a:cubicBezTo>
                <a:cubicBezTo>
                  <a:pt x="927669" y="50011"/>
                  <a:pt x="924335" y="49463"/>
                  <a:pt x="920487" y="49463"/>
                </a:cubicBezTo>
                <a:cubicBezTo>
                  <a:pt x="912591" y="49463"/>
                  <a:pt x="906537" y="52508"/>
                  <a:pt x="902324" y="58598"/>
                </a:cubicBezTo>
                <a:cubicBezTo>
                  <a:pt x="898111" y="64686"/>
                  <a:pt x="896004" y="73517"/>
                  <a:pt x="896004" y="85093"/>
                </a:cubicBezTo>
                <a:cubicBezTo>
                  <a:pt x="896004" y="90882"/>
                  <a:pt x="896551" y="95956"/>
                  <a:pt x="897646" y="100314"/>
                </a:cubicBezTo>
                <a:cubicBezTo>
                  <a:pt x="898741" y="104672"/>
                  <a:pt x="900350" y="108315"/>
                  <a:pt x="902473" y="111243"/>
                </a:cubicBezTo>
                <a:cubicBezTo>
                  <a:pt x="904596" y="114171"/>
                  <a:pt x="907201" y="116350"/>
                  <a:pt x="910286" y="117781"/>
                </a:cubicBezTo>
                <a:cubicBezTo>
                  <a:pt x="913371" y="119211"/>
                  <a:pt x="916904" y="119927"/>
                  <a:pt x="920885" y="119927"/>
                </a:cubicBezTo>
                <a:cubicBezTo>
                  <a:pt x="924667" y="119927"/>
                  <a:pt x="927984" y="119329"/>
                  <a:pt x="930837" y="118135"/>
                </a:cubicBezTo>
                <a:cubicBezTo>
                  <a:pt x="933691" y="116941"/>
                  <a:pt x="936162" y="115630"/>
                  <a:pt x="938252" y="114204"/>
                </a:cubicBezTo>
                <a:cubicBezTo>
                  <a:pt x="940342" y="112777"/>
                  <a:pt x="942100" y="111484"/>
                  <a:pt x="943527" y="110322"/>
                </a:cubicBezTo>
                <a:cubicBezTo>
                  <a:pt x="944953" y="109161"/>
                  <a:pt x="946065" y="108581"/>
                  <a:pt x="946861" y="108581"/>
                </a:cubicBezTo>
                <a:cubicBezTo>
                  <a:pt x="947325" y="108581"/>
                  <a:pt x="947723" y="108714"/>
                  <a:pt x="948055" y="108979"/>
                </a:cubicBezTo>
                <a:cubicBezTo>
                  <a:pt x="948387" y="109244"/>
                  <a:pt x="948669" y="109692"/>
                  <a:pt x="948901" y="110322"/>
                </a:cubicBezTo>
                <a:cubicBezTo>
                  <a:pt x="949133" y="110953"/>
                  <a:pt x="949299" y="111749"/>
                  <a:pt x="949399" y="112711"/>
                </a:cubicBezTo>
                <a:cubicBezTo>
                  <a:pt x="949498" y="113673"/>
                  <a:pt x="949548" y="114818"/>
                  <a:pt x="949548" y="116145"/>
                </a:cubicBezTo>
                <a:close/>
                <a:moveTo>
                  <a:pt x="1017951" y="123211"/>
                </a:moveTo>
                <a:cubicBezTo>
                  <a:pt x="1017951" y="125135"/>
                  <a:pt x="1017818" y="126661"/>
                  <a:pt x="1017553" y="127789"/>
                </a:cubicBezTo>
                <a:cubicBezTo>
                  <a:pt x="1017287" y="128917"/>
                  <a:pt x="1016889" y="129746"/>
                  <a:pt x="1016358" y="130277"/>
                </a:cubicBezTo>
                <a:cubicBezTo>
                  <a:pt x="1015828" y="130808"/>
                  <a:pt x="1015031" y="131306"/>
                  <a:pt x="1013970" y="131770"/>
                </a:cubicBezTo>
                <a:cubicBezTo>
                  <a:pt x="1012908" y="132234"/>
                  <a:pt x="1011697" y="132616"/>
                  <a:pt x="1010337" y="132914"/>
                </a:cubicBezTo>
                <a:cubicBezTo>
                  <a:pt x="1008977" y="133213"/>
                  <a:pt x="1007534" y="133462"/>
                  <a:pt x="1006008" y="133661"/>
                </a:cubicBezTo>
                <a:cubicBezTo>
                  <a:pt x="1004482" y="133860"/>
                  <a:pt x="1002956" y="133959"/>
                  <a:pt x="1001430" y="133959"/>
                </a:cubicBezTo>
                <a:cubicBezTo>
                  <a:pt x="996785" y="133959"/>
                  <a:pt x="992804" y="133345"/>
                  <a:pt x="989487" y="132115"/>
                </a:cubicBezTo>
                <a:cubicBezTo>
                  <a:pt x="986169" y="130884"/>
                  <a:pt x="983449" y="129021"/>
                  <a:pt x="981326" y="126526"/>
                </a:cubicBezTo>
                <a:cubicBezTo>
                  <a:pt x="979203" y="124032"/>
                  <a:pt x="977660" y="120873"/>
                  <a:pt x="976698" y="117050"/>
                </a:cubicBezTo>
                <a:cubicBezTo>
                  <a:pt x="975736" y="113226"/>
                  <a:pt x="975255" y="108721"/>
                  <a:pt x="975255" y="103533"/>
                </a:cubicBezTo>
                <a:lnTo>
                  <a:pt x="975255" y="51056"/>
                </a:lnTo>
                <a:lnTo>
                  <a:pt x="962715" y="51056"/>
                </a:lnTo>
                <a:cubicBezTo>
                  <a:pt x="961720" y="51056"/>
                  <a:pt x="960924" y="50525"/>
                  <a:pt x="960326" y="49463"/>
                </a:cubicBezTo>
                <a:cubicBezTo>
                  <a:pt x="959729" y="48402"/>
                  <a:pt x="959431" y="46677"/>
                  <a:pt x="959431" y="44288"/>
                </a:cubicBezTo>
                <a:cubicBezTo>
                  <a:pt x="959431" y="43028"/>
                  <a:pt x="959514" y="41966"/>
                  <a:pt x="959679" y="41103"/>
                </a:cubicBezTo>
                <a:cubicBezTo>
                  <a:pt x="959845" y="40241"/>
                  <a:pt x="960061" y="39528"/>
                  <a:pt x="960326" y="38964"/>
                </a:cubicBezTo>
                <a:cubicBezTo>
                  <a:pt x="960592" y="38400"/>
                  <a:pt x="960940" y="38002"/>
                  <a:pt x="961371" y="37769"/>
                </a:cubicBezTo>
                <a:cubicBezTo>
                  <a:pt x="961803" y="37537"/>
                  <a:pt x="962284" y="37421"/>
                  <a:pt x="962814" y="37421"/>
                </a:cubicBezTo>
                <a:lnTo>
                  <a:pt x="975255" y="37421"/>
                </a:lnTo>
                <a:lnTo>
                  <a:pt x="975255" y="16123"/>
                </a:lnTo>
                <a:cubicBezTo>
                  <a:pt x="975255" y="15658"/>
                  <a:pt x="975371" y="15227"/>
                  <a:pt x="975603" y="14829"/>
                </a:cubicBezTo>
                <a:cubicBezTo>
                  <a:pt x="975836" y="14431"/>
                  <a:pt x="976267" y="14083"/>
                  <a:pt x="976897" y="13784"/>
                </a:cubicBezTo>
                <a:cubicBezTo>
                  <a:pt x="977527" y="13486"/>
                  <a:pt x="978373" y="13270"/>
                  <a:pt x="979435" y="13137"/>
                </a:cubicBezTo>
                <a:cubicBezTo>
                  <a:pt x="980497" y="13004"/>
                  <a:pt x="981824" y="12938"/>
                  <a:pt x="983416" y="12938"/>
                </a:cubicBezTo>
                <a:cubicBezTo>
                  <a:pt x="985075" y="12938"/>
                  <a:pt x="986435" y="13004"/>
                  <a:pt x="987496" y="13137"/>
                </a:cubicBezTo>
                <a:cubicBezTo>
                  <a:pt x="988558" y="13270"/>
                  <a:pt x="989387" y="13486"/>
                  <a:pt x="989985" y="13784"/>
                </a:cubicBezTo>
                <a:cubicBezTo>
                  <a:pt x="990582" y="14083"/>
                  <a:pt x="991013" y="14431"/>
                  <a:pt x="991278" y="14829"/>
                </a:cubicBezTo>
                <a:cubicBezTo>
                  <a:pt x="991544" y="15227"/>
                  <a:pt x="991676" y="15658"/>
                  <a:pt x="991676" y="16123"/>
                </a:cubicBezTo>
                <a:lnTo>
                  <a:pt x="991676" y="37421"/>
                </a:lnTo>
                <a:lnTo>
                  <a:pt x="1014667" y="37421"/>
                </a:lnTo>
                <a:cubicBezTo>
                  <a:pt x="1015197" y="37421"/>
                  <a:pt x="1015662" y="37537"/>
                  <a:pt x="1016060" y="37769"/>
                </a:cubicBezTo>
                <a:cubicBezTo>
                  <a:pt x="1016458" y="38002"/>
                  <a:pt x="1016806" y="38400"/>
                  <a:pt x="1017105" y="38964"/>
                </a:cubicBezTo>
                <a:cubicBezTo>
                  <a:pt x="1017403" y="39528"/>
                  <a:pt x="1017619" y="40241"/>
                  <a:pt x="1017752" y="41103"/>
                </a:cubicBezTo>
                <a:cubicBezTo>
                  <a:pt x="1017884" y="41966"/>
                  <a:pt x="1017951" y="43028"/>
                  <a:pt x="1017951" y="44288"/>
                </a:cubicBezTo>
                <a:cubicBezTo>
                  <a:pt x="1017951" y="46677"/>
                  <a:pt x="1017652" y="48402"/>
                  <a:pt x="1017055" y="49463"/>
                </a:cubicBezTo>
                <a:cubicBezTo>
                  <a:pt x="1016458" y="50525"/>
                  <a:pt x="1015662" y="51056"/>
                  <a:pt x="1014667" y="51056"/>
                </a:cubicBezTo>
                <a:lnTo>
                  <a:pt x="991676" y="51056"/>
                </a:lnTo>
                <a:lnTo>
                  <a:pt x="991676" y="101163"/>
                </a:lnTo>
                <a:cubicBezTo>
                  <a:pt x="991676" y="107350"/>
                  <a:pt x="992589" y="112025"/>
                  <a:pt x="994413" y="115187"/>
                </a:cubicBezTo>
                <a:cubicBezTo>
                  <a:pt x="996238" y="118347"/>
                  <a:pt x="999506" y="119927"/>
                  <a:pt x="1004217" y="119927"/>
                </a:cubicBezTo>
                <a:cubicBezTo>
                  <a:pt x="1005743" y="119927"/>
                  <a:pt x="1007103" y="119777"/>
                  <a:pt x="1008297" y="119479"/>
                </a:cubicBezTo>
                <a:cubicBezTo>
                  <a:pt x="1009491" y="119180"/>
                  <a:pt x="1010553" y="118865"/>
                  <a:pt x="1011482" y="118533"/>
                </a:cubicBezTo>
                <a:cubicBezTo>
                  <a:pt x="1012411" y="118201"/>
                  <a:pt x="1013207" y="117886"/>
                  <a:pt x="1013870" y="117588"/>
                </a:cubicBezTo>
                <a:cubicBezTo>
                  <a:pt x="1014534" y="117289"/>
                  <a:pt x="1015131" y="117140"/>
                  <a:pt x="1015662" y="117140"/>
                </a:cubicBezTo>
                <a:cubicBezTo>
                  <a:pt x="1015994" y="117140"/>
                  <a:pt x="1016309" y="117223"/>
                  <a:pt x="1016607" y="117389"/>
                </a:cubicBezTo>
                <a:cubicBezTo>
                  <a:pt x="1016906" y="117555"/>
                  <a:pt x="1017138" y="117870"/>
                  <a:pt x="1017304" y="118334"/>
                </a:cubicBezTo>
                <a:cubicBezTo>
                  <a:pt x="1017470" y="118799"/>
                  <a:pt x="1017619" y="119429"/>
                  <a:pt x="1017752" y="120225"/>
                </a:cubicBezTo>
                <a:cubicBezTo>
                  <a:pt x="1017884" y="121021"/>
                  <a:pt x="1017951" y="122017"/>
                  <a:pt x="1017951" y="123211"/>
                </a:cubicBezTo>
                <a:close/>
                <a:moveTo>
                  <a:pt x="1055465" y="129680"/>
                </a:moveTo>
                <a:cubicBezTo>
                  <a:pt x="1055465" y="130211"/>
                  <a:pt x="1055332" y="130659"/>
                  <a:pt x="1055067" y="131024"/>
                </a:cubicBezTo>
                <a:cubicBezTo>
                  <a:pt x="1054802" y="131388"/>
                  <a:pt x="1054370" y="131704"/>
                  <a:pt x="1053773" y="131969"/>
                </a:cubicBezTo>
                <a:cubicBezTo>
                  <a:pt x="1053176" y="132234"/>
                  <a:pt x="1052347" y="132433"/>
                  <a:pt x="1051285" y="132566"/>
                </a:cubicBezTo>
                <a:cubicBezTo>
                  <a:pt x="1050224" y="132699"/>
                  <a:pt x="1048863" y="132765"/>
                  <a:pt x="1047205" y="132765"/>
                </a:cubicBezTo>
                <a:cubicBezTo>
                  <a:pt x="1045612" y="132765"/>
                  <a:pt x="1044285" y="132699"/>
                  <a:pt x="1043224" y="132566"/>
                </a:cubicBezTo>
                <a:cubicBezTo>
                  <a:pt x="1042162" y="132433"/>
                  <a:pt x="1041316" y="132234"/>
                  <a:pt x="1040686" y="131969"/>
                </a:cubicBezTo>
                <a:cubicBezTo>
                  <a:pt x="1040056" y="131704"/>
                  <a:pt x="1039624" y="131388"/>
                  <a:pt x="1039392" y="131024"/>
                </a:cubicBezTo>
                <a:cubicBezTo>
                  <a:pt x="1039160" y="130659"/>
                  <a:pt x="1039044" y="130211"/>
                  <a:pt x="1039044" y="129680"/>
                </a:cubicBezTo>
                <a:lnTo>
                  <a:pt x="1039044" y="40108"/>
                </a:lnTo>
                <a:cubicBezTo>
                  <a:pt x="1039044" y="39644"/>
                  <a:pt x="1039160" y="39213"/>
                  <a:pt x="1039392" y="38814"/>
                </a:cubicBezTo>
                <a:cubicBezTo>
                  <a:pt x="1039624" y="38416"/>
                  <a:pt x="1040056" y="38085"/>
                  <a:pt x="1040686" y="37819"/>
                </a:cubicBezTo>
                <a:cubicBezTo>
                  <a:pt x="1041316" y="37554"/>
                  <a:pt x="1042162" y="37355"/>
                  <a:pt x="1043224" y="37222"/>
                </a:cubicBezTo>
                <a:cubicBezTo>
                  <a:pt x="1044285" y="37089"/>
                  <a:pt x="1045612" y="37023"/>
                  <a:pt x="1047205" y="37023"/>
                </a:cubicBezTo>
                <a:cubicBezTo>
                  <a:pt x="1048863" y="37023"/>
                  <a:pt x="1050224" y="37089"/>
                  <a:pt x="1051285" y="37222"/>
                </a:cubicBezTo>
                <a:cubicBezTo>
                  <a:pt x="1052347" y="37355"/>
                  <a:pt x="1053176" y="37554"/>
                  <a:pt x="1053773" y="37819"/>
                </a:cubicBezTo>
                <a:cubicBezTo>
                  <a:pt x="1054370" y="38085"/>
                  <a:pt x="1054802" y="38416"/>
                  <a:pt x="1055067" y="38814"/>
                </a:cubicBezTo>
                <a:cubicBezTo>
                  <a:pt x="1055332" y="39213"/>
                  <a:pt x="1055465" y="39644"/>
                  <a:pt x="1055465" y="40108"/>
                </a:cubicBezTo>
                <a:lnTo>
                  <a:pt x="1055465" y="129680"/>
                </a:lnTo>
                <a:moveTo>
                  <a:pt x="1057356" y="9753"/>
                </a:moveTo>
                <a:cubicBezTo>
                  <a:pt x="1057356" y="13602"/>
                  <a:pt x="1056626" y="16222"/>
                  <a:pt x="1055167" y="17616"/>
                </a:cubicBezTo>
                <a:cubicBezTo>
                  <a:pt x="1053707" y="19009"/>
                  <a:pt x="1051020" y="19706"/>
                  <a:pt x="1047105" y="19706"/>
                </a:cubicBezTo>
                <a:cubicBezTo>
                  <a:pt x="1043257" y="19706"/>
                  <a:pt x="1040620" y="19026"/>
                  <a:pt x="1039193" y="17666"/>
                </a:cubicBezTo>
                <a:cubicBezTo>
                  <a:pt x="1037766" y="16305"/>
                  <a:pt x="1037053" y="13734"/>
                  <a:pt x="1037053" y="9952"/>
                </a:cubicBezTo>
                <a:cubicBezTo>
                  <a:pt x="1037053" y="6104"/>
                  <a:pt x="1037783" y="3483"/>
                  <a:pt x="1039243" y="2090"/>
                </a:cubicBezTo>
                <a:cubicBezTo>
                  <a:pt x="1040702" y="697"/>
                  <a:pt x="1043390" y="0"/>
                  <a:pt x="1047304" y="0"/>
                </a:cubicBezTo>
                <a:cubicBezTo>
                  <a:pt x="1051152" y="0"/>
                  <a:pt x="1053790" y="680"/>
                  <a:pt x="1055216" y="2040"/>
                </a:cubicBezTo>
                <a:cubicBezTo>
                  <a:pt x="1056643" y="3400"/>
                  <a:pt x="1057356" y="5971"/>
                  <a:pt x="1057356" y="9753"/>
                </a:cubicBezTo>
                <a:close/>
                <a:moveTo>
                  <a:pt x="1168409" y="83949"/>
                </a:moveTo>
                <a:cubicBezTo>
                  <a:pt x="1168409" y="91253"/>
                  <a:pt x="1167447" y="97977"/>
                  <a:pt x="1165523" y="104121"/>
                </a:cubicBezTo>
                <a:cubicBezTo>
                  <a:pt x="1163599" y="110264"/>
                  <a:pt x="1160729" y="115562"/>
                  <a:pt x="1156914" y="120014"/>
                </a:cubicBezTo>
                <a:cubicBezTo>
                  <a:pt x="1153099" y="124463"/>
                  <a:pt x="1148322" y="127933"/>
                  <a:pt x="1142583" y="130423"/>
                </a:cubicBezTo>
                <a:cubicBezTo>
                  <a:pt x="1136843" y="132913"/>
                  <a:pt x="1130192" y="134159"/>
                  <a:pt x="1122628" y="134159"/>
                </a:cubicBezTo>
                <a:cubicBezTo>
                  <a:pt x="1115263" y="134159"/>
                  <a:pt x="1108844" y="133063"/>
                  <a:pt x="1103370" y="130871"/>
                </a:cubicBezTo>
                <a:cubicBezTo>
                  <a:pt x="1097896" y="128680"/>
                  <a:pt x="1093335" y="125492"/>
                  <a:pt x="1089686" y="121307"/>
                </a:cubicBezTo>
                <a:cubicBezTo>
                  <a:pt x="1086036" y="117123"/>
                  <a:pt x="1083316" y="112042"/>
                  <a:pt x="1081525" y="106065"/>
                </a:cubicBezTo>
                <a:cubicBezTo>
                  <a:pt x="1079733" y="100087"/>
                  <a:pt x="1078837" y="93312"/>
                  <a:pt x="1078837" y="85740"/>
                </a:cubicBezTo>
                <a:cubicBezTo>
                  <a:pt x="1078837" y="78435"/>
                  <a:pt x="1079783" y="71711"/>
                  <a:pt x="1081674" y="65568"/>
                </a:cubicBezTo>
                <a:cubicBezTo>
                  <a:pt x="1083565" y="59424"/>
                  <a:pt x="1086418" y="54128"/>
                  <a:pt x="1090233" y="49678"/>
                </a:cubicBezTo>
                <a:cubicBezTo>
                  <a:pt x="1094048" y="45226"/>
                  <a:pt x="1098809" y="41772"/>
                  <a:pt x="1104515" y="39315"/>
                </a:cubicBezTo>
                <a:cubicBezTo>
                  <a:pt x="1110221" y="36858"/>
                  <a:pt x="1116889" y="35630"/>
                  <a:pt x="1124519" y="35630"/>
                </a:cubicBezTo>
                <a:cubicBezTo>
                  <a:pt x="1131884" y="35630"/>
                  <a:pt x="1138303" y="36725"/>
                  <a:pt x="1143777" y="38917"/>
                </a:cubicBezTo>
                <a:cubicBezTo>
                  <a:pt x="1149251" y="41109"/>
                  <a:pt x="1153812" y="44297"/>
                  <a:pt x="1157462" y="48481"/>
                </a:cubicBezTo>
                <a:cubicBezTo>
                  <a:pt x="1161111" y="52665"/>
                  <a:pt x="1163848" y="57746"/>
                  <a:pt x="1165672" y="63723"/>
                </a:cubicBezTo>
                <a:cubicBezTo>
                  <a:pt x="1167497" y="69701"/>
                  <a:pt x="1168409" y="76443"/>
                  <a:pt x="1168409" y="83949"/>
                </a:cubicBezTo>
                <a:moveTo>
                  <a:pt x="1151092" y="85043"/>
                </a:moveTo>
                <a:cubicBezTo>
                  <a:pt x="1151092" y="80194"/>
                  <a:pt x="1150644" y="75609"/>
                  <a:pt x="1149748" y="71290"/>
                </a:cubicBezTo>
                <a:cubicBezTo>
                  <a:pt x="1148853" y="66971"/>
                  <a:pt x="1147376" y="63184"/>
                  <a:pt x="1145320" y="59929"/>
                </a:cubicBezTo>
                <a:cubicBezTo>
                  <a:pt x="1143263" y="56674"/>
                  <a:pt x="1140476" y="54100"/>
                  <a:pt x="1136960" y="52207"/>
                </a:cubicBezTo>
                <a:cubicBezTo>
                  <a:pt x="1133443" y="50312"/>
                  <a:pt x="1129064" y="49364"/>
                  <a:pt x="1123822" y="49364"/>
                </a:cubicBezTo>
                <a:cubicBezTo>
                  <a:pt x="1118979" y="49364"/>
                  <a:pt x="1114815" y="50228"/>
                  <a:pt x="1111332" y="51955"/>
                </a:cubicBezTo>
                <a:cubicBezTo>
                  <a:pt x="1107849" y="53682"/>
                  <a:pt x="1104979" y="56124"/>
                  <a:pt x="1102723" y="59282"/>
                </a:cubicBezTo>
                <a:cubicBezTo>
                  <a:pt x="1100467" y="62438"/>
                  <a:pt x="1098792" y="66175"/>
                  <a:pt x="1097697" y="70494"/>
                </a:cubicBezTo>
                <a:cubicBezTo>
                  <a:pt x="1096603" y="74811"/>
                  <a:pt x="1096055" y="79528"/>
                  <a:pt x="1096055" y="84645"/>
                </a:cubicBezTo>
                <a:cubicBezTo>
                  <a:pt x="1096055" y="89561"/>
                  <a:pt x="1096503" y="94179"/>
                  <a:pt x="1097399" y="98498"/>
                </a:cubicBezTo>
                <a:cubicBezTo>
                  <a:pt x="1098294" y="102817"/>
                  <a:pt x="1099787" y="106587"/>
                  <a:pt x="1101877" y="109809"/>
                </a:cubicBezTo>
                <a:cubicBezTo>
                  <a:pt x="1103967" y="113031"/>
                  <a:pt x="1106771" y="115590"/>
                  <a:pt x="1110287" y="117485"/>
                </a:cubicBezTo>
                <a:cubicBezTo>
                  <a:pt x="1113804" y="119378"/>
                  <a:pt x="1118183" y="120325"/>
                  <a:pt x="1123424" y="120325"/>
                </a:cubicBezTo>
                <a:cubicBezTo>
                  <a:pt x="1128201" y="120325"/>
                  <a:pt x="1132348" y="119461"/>
                  <a:pt x="1135865" y="117734"/>
                </a:cubicBezTo>
                <a:cubicBezTo>
                  <a:pt x="1139381" y="116007"/>
                  <a:pt x="1142267" y="113582"/>
                  <a:pt x="1144523" y="110459"/>
                </a:cubicBezTo>
                <a:cubicBezTo>
                  <a:pt x="1146779" y="107335"/>
                  <a:pt x="1148438" y="103614"/>
                  <a:pt x="1149500" y="99297"/>
                </a:cubicBezTo>
                <a:cubicBezTo>
                  <a:pt x="1150561" y="94978"/>
                  <a:pt x="1151092" y="90227"/>
                  <a:pt x="1151092" y="85043"/>
                </a:cubicBezTo>
                <a:close/>
                <a:moveTo>
                  <a:pt x="1269655" y="129680"/>
                </a:moveTo>
                <a:cubicBezTo>
                  <a:pt x="1269655" y="130211"/>
                  <a:pt x="1269522" y="130659"/>
                  <a:pt x="1269257" y="131024"/>
                </a:cubicBezTo>
                <a:cubicBezTo>
                  <a:pt x="1268991" y="131388"/>
                  <a:pt x="1268560" y="131704"/>
                  <a:pt x="1267963" y="131969"/>
                </a:cubicBezTo>
                <a:cubicBezTo>
                  <a:pt x="1267366" y="132234"/>
                  <a:pt x="1266537" y="132433"/>
                  <a:pt x="1265475" y="132566"/>
                </a:cubicBezTo>
                <a:cubicBezTo>
                  <a:pt x="1264413" y="132699"/>
                  <a:pt x="1263086" y="132765"/>
                  <a:pt x="1261494" y="132765"/>
                </a:cubicBezTo>
                <a:cubicBezTo>
                  <a:pt x="1259835" y="132765"/>
                  <a:pt x="1258475" y="132699"/>
                  <a:pt x="1257413" y="132566"/>
                </a:cubicBezTo>
                <a:cubicBezTo>
                  <a:pt x="1256352" y="132433"/>
                  <a:pt x="1255523" y="132234"/>
                  <a:pt x="1254925" y="131969"/>
                </a:cubicBezTo>
                <a:cubicBezTo>
                  <a:pt x="1254328" y="131704"/>
                  <a:pt x="1253897" y="131388"/>
                  <a:pt x="1253632" y="131024"/>
                </a:cubicBezTo>
                <a:cubicBezTo>
                  <a:pt x="1253366" y="130659"/>
                  <a:pt x="1253233" y="130211"/>
                  <a:pt x="1253233" y="129680"/>
                </a:cubicBezTo>
                <a:lnTo>
                  <a:pt x="1253233" y="77231"/>
                </a:lnTo>
                <a:cubicBezTo>
                  <a:pt x="1253233" y="72122"/>
                  <a:pt x="1252835" y="68008"/>
                  <a:pt x="1252039" y="64890"/>
                </a:cubicBezTo>
                <a:cubicBezTo>
                  <a:pt x="1251243" y="61771"/>
                  <a:pt x="1250082" y="59084"/>
                  <a:pt x="1248556" y="56828"/>
                </a:cubicBezTo>
                <a:cubicBezTo>
                  <a:pt x="1247030" y="54572"/>
                  <a:pt x="1245056" y="52847"/>
                  <a:pt x="1242634" y="51653"/>
                </a:cubicBezTo>
                <a:cubicBezTo>
                  <a:pt x="1240212" y="50459"/>
                  <a:pt x="1237409" y="49862"/>
                  <a:pt x="1234224" y="49862"/>
                </a:cubicBezTo>
                <a:cubicBezTo>
                  <a:pt x="1230111" y="49862"/>
                  <a:pt x="1225997" y="51321"/>
                  <a:pt x="1221883" y="54241"/>
                </a:cubicBezTo>
                <a:cubicBezTo>
                  <a:pt x="1217770" y="57160"/>
                  <a:pt x="1213457" y="61440"/>
                  <a:pt x="1208945" y="67079"/>
                </a:cubicBezTo>
                <a:lnTo>
                  <a:pt x="1208945" y="129680"/>
                </a:lnTo>
                <a:cubicBezTo>
                  <a:pt x="1208945" y="130211"/>
                  <a:pt x="1208813" y="130659"/>
                  <a:pt x="1208547" y="131024"/>
                </a:cubicBezTo>
                <a:cubicBezTo>
                  <a:pt x="1208282" y="131388"/>
                  <a:pt x="1207850" y="131704"/>
                  <a:pt x="1207253" y="131969"/>
                </a:cubicBezTo>
                <a:cubicBezTo>
                  <a:pt x="1206656" y="132234"/>
                  <a:pt x="1205827" y="132433"/>
                  <a:pt x="1204765" y="132566"/>
                </a:cubicBezTo>
                <a:cubicBezTo>
                  <a:pt x="1203704" y="132699"/>
                  <a:pt x="1202343" y="132765"/>
                  <a:pt x="1200685" y="132765"/>
                </a:cubicBezTo>
                <a:cubicBezTo>
                  <a:pt x="1199092" y="132765"/>
                  <a:pt x="1197765" y="132699"/>
                  <a:pt x="1196704" y="132566"/>
                </a:cubicBezTo>
                <a:cubicBezTo>
                  <a:pt x="1195642" y="132433"/>
                  <a:pt x="1194796" y="132234"/>
                  <a:pt x="1194166" y="131969"/>
                </a:cubicBezTo>
                <a:cubicBezTo>
                  <a:pt x="1193536" y="131704"/>
                  <a:pt x="1193104" y="131388"/>
                  <a:pt x="1192872" y="131024"/>
                </a:cubicBezTo>
                <a:cubicBezTo>
                  <a:pt x="1192640" y="130659"/>
                  <a:pt x="1192524" y="130211"/>
                  <a:pt x="1192524" y="129680"/>
                </a:cubicBezTo>
                <a:lnTo>
                  <a:pt x="1192524" y="40108"/>
                </a:lnTo>
                <a:cubicBezTo>
                  <a:pt x="1192524" y="39577"/>
                  <a:pt x="1192623" y="39130"/>
                  <a:pt x="1192822" y="38765"/>
                </a:cubicBezTo>
                <a:cubicBezTo>
                  <a:pt x="1193021" y="38400"/>
                  <a:pt x="1193419" y="38068"/>
                  <a:pt x="1194017" y="37769"/>
                </a:cubicBezTo>
                <a:cubicBezTo>
                  <a:pt x="1194614" y="37471"/>
                  <a:pt x="1195377" y="37272"/>
                  <a:pt x="1196306" y="37172"/>
                </a:cubicBezTo>
                <a:cubicBezTo>
                  <a:pt x="1197235" y="37073"/>
                  <a:pt x="1198462" y="37023"/>
                  <a:pt x="1199988" y="37023"/>
                </a:cubicBezTo>
                <a:cubicBezTo>
                  <a:pt x="1201448" y="37023"/>
                  <a:pt x="1202659" y="37073"/>
                  <a:pt x="1203621" y="37172"/>
                </a:cubicBezTo>
                <a:cubicBezTo>
                  <a:pt x="1204583" y="37272"/>
                  <a:pt x="1205329" y="37471"/>
                  <a:pt x="1205860" y="37769"/>
                </a:cubicBezTo>
                <a:cubicBezTo>
                  <a:pt x="1206391" y="38068"/>
                  <a:pt x="1206772" y="38400"/>
                  <a:pt x="1207005" y="38765"/>
                </a:cubicBezTo>
                <a:cubicBezTo>
                  <a:pt x="1207237" y="39130"/>
                  <a:pt x="1207353" y="39577"/>
                  <a:pt x="1207353" y="40108"/>
                </a:cubicBezTo>
                <a:lnTo>
                  <a:pt x="1207353" y="51952"/>
                </a:lnTo>
                <a:cubicBezTo>
                  <a:pt x="1212395" y="46312"/>
                  <a:pt x="1217421" y="42182"/>
                  <a:pt x="1222431" y="39561"/>
                </a:cubicBezTo>
                <a:cubicBezTo>
                  <a:pt x="1227440" y="36940"/>
                  <a:pt x="1232499" y="35630"/>
                  <a:pt x="1237608" y="35630"/>
                </a:cubicBezTo>
                <a:cubicBezTo>
                  <a:pt x="1243580" y="35630"/>
                  <a:pt x="1248606" y="36641"/>
                  <a:pt x="1252686" y="38665"/>
                </a:cubicBezTo>
                <a:cubicBezTo>
                  <a:pt x="1256767" y="40689"/>
                  <a:pt x="1260067" y="43393"/>
                  <a:pt x="1262589" y="46776"/>
                </a:cubicBezTo>
                <a:cubicBezTo>
                  <a:pt x="1265110" y="50160"/>
                  <a:pt x="1266918" y="54125"/>
                  <a:pt x="1268013" y="58669"/>
                </a:cubicBezTo>
                <a:cubicBezTo>
                  <a:pt x="1269108" y="63214"/>
                  <a:pt x="1269655" y="68672"/>
                  <a:pt x="1269655" y="75041"/>
                </a:cubicBezTo>
                <a:lnTo>
                  <a:pt x="1269655" y="129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Resolution">
            <a:extLst xmlns:a="http://schemas.openxmlformats.org/drawingml/2006/main">
              <a:ext uri="{FF2B5EF4-FFF2-40B4-BE49-F238E27FC236}">
                <a16:creationId xmlns:a16="http://schemas.microsoft.com/office/drawing/2014/main" id="{F28FD1F0-7657-48D3-BCF9-5B6CBD9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920" y="5125782"/>
            <a:ext cx="844372" cy="140540"/>
          </a:xfrm>
          <a:custGeom xmlns:a="http://schemas.openxmlformats.org/drawingml/2006/main">
            <a:pathLst>
              <a:path w="844372" h="140540">
                <a:moveTo>
                  <a:pt x="85775" y="135968"/>
                </a:moveTo>
                <a:cubicBezTo>
                  <a:pt x="85775" y="136498"/>
                  <a:pt x="85676" y="136962"/>
                  <a:pt x="85477" y="137359"/>
                </a:cubicBezTo>
                <a:cubicBezTo>
                  <a:pt x="85278" y="137757"/>
                  <a:pt x="84847" y="138088"/>
                  <a:pt x="84185" y="138353"/>
                </a:cubicBezTo>
                <a:cubicBezTo>
                  <a:pt x="83522" y="138618"/>
                  <a:pt x="82594" y="138817"/>
                  <a:pt x="81402" y="138949"/>
                </a:cubicBezTo>
                <a:cubicBezTo>
                  <a:pt x="80209" y="139082"/>
                  <a:pt x="78619" y="139148"/>
                  <a:pt x="76631" y="139148"/>
                </a:cubicBezTo>
                <a:cubicBezTo>
                  <a:pt x="74908" y="139148"/>
                  <a:pt x="73500" y="139082"/>
                  <a:pt x="72407" y="138949"/>
                </a:cubicBezTo>
                <a:cubicBezTo>
                  <a:pt x="71313" y="138817"/>
                  <a:pt x="70436" y="138602"/>
                  <a:pt x="69773" y="138303"/>
                </a:cubicBezTo>
                <a:cubicBezTo>
                  <a:pt x="69110" y="138005"/>
                  <a:pt x="68597" y="137591"/>
                  <a:pt x="68232" y="137061"/>
                </a:cubicBezTo>
                <a:cubicBezTo>
                  <a:pt x="67868" y="136531"/>
                  <a:pt x="67553" y="135868"/>
                  <a:pt x="67288" y="135073"/>
                </a:cubicBezTo>
                <a:lnTo>
                  <a:pt x="55461" y="104759"/>
                </a:lnTo>
                <a:cubicBezTo>
                  <a:pt x="54069" y="101313"/>
                  <a:pt x="52628" y="98149"/>
                  <a:pt x="51137" y="95267"/>
                </a:cubicBezTo>
                <a:cubicBezTo>
                  <a:pt x="49646" y="92385"/>
                  <a:pt x="47874" y="89900"/>
                  <a:pt x="45820" y="87812"/>
                </a:cubicBezTo>
                <a:cubicBezTo>
                  <a:pt x="43765" y="85725"/>
                  <a:pt x="41347" y="84102"/>
                  <a:pt x="38564" y="82942"/>
                </a:cubicBezTo>
                <a:cubicBezTo>
                  <a:pt x="35781" y="81783"/>
                  <a:pt x="32435" y="81203"/>
                  <a:pt x="28525" y="81203"/>
                </a:cubicBezTo>
                <a:lnTo>
                  <a:pt x="17095" y="81203"/>
                </a:lnTo>
                <a:lnTo>
                  <a:pt x="17095" y="135968"/>
                </a:lnTo>
                <a:cubicBezTo>
                  <a:pt x="17095" y="136498"/>
                  <a:pt x="16946" y="136962"/>
                  <a:pt x="16648" y="137359"/>
                </a:cubicBezTo>
                <a:cubicBezTo>
                  <a:pt x="16350" y="137757"/>
                  <a:pt x="15886" y="138072"/>
                  <a:pt x="15257" y="138303"/>
                </a:cubicBezTo>
                <a:cubicBezTo>
                  <a:pt x="14627" y="138535"/>
                  <a:pt x="13766" y="138734"/>
                  <a:pt x="12672" y="138900"/>
                </a:cubicBezTo>
                <a:cubicBezTo>
                  <a:pt x="11579" y="139065"/>
                  <a:pt x="10204" y="139148"/>
                  <a:pt x="8548" y="139148"/>
                </a:cubicBezTo>
                <a:cubicBezTo>
                  <a:pt x="6891" y="139148"/>
                  <a:pt x="5516" y="139065"/>
                  <a:pt x="4423" y="138900"/>
                </a:cubicBezTo>
                <a:cubicBezTo>
                  <a:pt x="3330" y="138734"/>
                  <a:pt x="2452" y="138535"/>
                  <a:pt x="1789" y="138303"/>
                </a:cubicBezTo>
                <a:cubicBezTo>
                  <a:pt x="1126" y="138072"/>
                  <a:pt x="663" y="137757"/>
                  <a:pt x="398" y="137359"/>
                </a:cubicBezTo>
                <a:cubicBezTo>
                  <a:pt x="133" y="136962"/>
                  <a:pt x="0" y="136498"/>
                  <a:pt x="0" y="135968"/>
                </a:cubicBezTo>
                <a:lnTo>
                  <a:pt x="0" y="16897"/>
                </a:lnTo>
                <a:cubicBezTo>
                  <a:pt x="0" y="14312"/>
                  <a:pt x="679" y="12507"/>
                  <a:pt x="2038" y="11480"/>
                </a:cubicBezTo>
                <a:cubicBezTo>
                  <a:pt x="3396" y="10453"/>
                  <a:pt x="4837" y="9939"/>
                  <a:pt x="6361" y="9939"/>
                </a:cubicBezTo>
                <a:lnTo>
                  <a:pt x="33694" y="9939"/>
                </a:lnTo>
                <a:cubicBezTo>
                  <a:pt x="36941" y="9939"/>
                  <a:pt x="39641" y="10022"/>
                  <a:pt x="41794" y="10188"/>
                </a:cubicBezTo>
                <a:cubicBezTo>
                  <a:pt x="43948" y="10353"/>
                  <a:pt x="45886" y="10536"/>
                  <a:pt x="47609" y="10734"/>
                </a:cubicBezTo>
                <a:cubicBezTo>
                  <a:pt x="52578" y="11596"/>
                  <a:pt x="56968" y="12954"/>
                  <a:pt x="60778" y="14809"/>
                </a:cubicBezTo>
                <a:cubicBezTo>
                  <a:pt x="64588" y="16665"/>
                  <a:pt x="67785" y="19017"/>
                  <a:pt x="70369" y="21866"/>
                </a:cubicBezTo>
                <a:cubicBezTo>
                  <a:pt x="72953" y="24715"/>
                  <a:pt x="74892" y="27979"/>
                  <a:pt x="76184" y="31656"/>
                </a:cubicBezTo>
                <a:cubicBezTo>
                  <a:pt x="77476" y="35334"/>
                  <a:pt x="78122" y="39392"/>
                  <a:pt x="78122" y="43832"/>
                </a:cubicBezTo>
                <a:cubicBezTo>
                  <a:pt x="78122" y="48139"/>
                  <a:pt x="77542" y="51998"/>
                  <a:pt x="76382" y="55411"/>
                </a:cubicBezTo>
                <a:cubicBezTo>
                  <a:pt x="75223" y="58823"/>
                  <a:pt x="73550" y="61838"/>
                  <a:pt x="71363" y="64455"/>
                </a:cubicBezTo>
                <a:cubicBezTo>
                  <a:pt x="69177" y="67073"/>
                  <a:pt x="66559" y="69342"/>
                  <a:pt x="63511" y="71264"/>
                </a:cubicBezTo>
                <a:cubicBezTo>
                  <a:pt x="60463" y="73185"/>
                  <a:pt x="57051" y="74809"/>
                  <a:pt x="53274" y="76134"/>
                </a:cubicBezTo>
                <a:cubicBezTo>
                  <a:pt x="55394" y="77062"/>
                  <a:pt x="57316" y="78238"/>
                  <a:pt x="59039" y="79662"/>
                </a:cubicBezTo>
                <a:cubicBezTo>
                  <a:pt x="60761" y="81087"/>
                  <a:pt x="62368" y="82793"/>
                  <a:pt x="63859" y="84781"/>
                </a:cubicBezTo>
                <a:cubicBezTo>
                  <a:pt x="65350" y="86769"/>
                  <a:pt x="66758" y="89055"/>
                  <a:pt x="68083" y="91639"/>
                </a:cubicBezTo>
                <a:cubicBezTo>
                  <a:pt x="69408" y="94223"/>
                  <a:pt x="70734" y="97139"/>
                  <a:pt x="72059" y="100386"/>
                </a:cubicBezTo>
                <a:lnTo>
                  <a:pt x="83588" y="128712"/>
                </a:lnTo>
                <a:cubicBezTo>
                  <a:pt x="84516" y="131098"/>
                  <a:pt x="85112" y="132771"/>
                  <a:pt x="85377" y="133731"/>
                </a:cubicBezTo>
                <a:cubicBezTo>
                  <a:pt x="85642" y="134692"/>
                  <a:pt x="85775" y="135438"/>
                  <a:pt x="85775" y="135968"/>
                </a:cubicBezTo>
                <a:moveTo>
                  <a:pt x="60033" y="45621"/>
                </a:moveTo>
                <a:cubicBezTo>
                  <a:pt x="60033" y="40585"/>
                  <a:pt x="58906" y="36328"/>
                  <a:pt x="56653" y="32849"/>
                </a:cubicBezTo>
                <a:cubicBezTo>
                  <a:pt x="54400" y="29370"/>
                  <a:pt x="50623" y="26869"/>
                  <a:pt x="45323" y="25345"/>
                </a:cubicBezTo>
                <a:cubicBezTo>
                  <a:pt x="43666" y="24881"/>
                  <a:pt x="41794" y="24550"/>
                  <a:pt x="39707" y="24351"/>
                </a:cubicBezTo>
                <a:cubicBezTo>
                  <a:pt x="37620" y="24152"/>
                  <a:pt x="34886" y="24053"/>
                  <a:pt x="31507" y="24053"/>
                </a:cubicBezTo>
                <a:lnTo>
                  <a:pt x="17095" y="24053"/>
                </a:lnTo>
                <a:lnTo>
                  <a:pt x="17095" y="67388"/>
                </a:lnTo>
                <a:lnTo>
                  <a:pt x="33793" y="67388"/>
                </a:lnTo>
                <a:cubicBezTo>
                  <a:pt x="38299" y="67388"/>
                  <a:pt x="42192" y="66841"/>
                  <a:pt x="45472" y="65748"/>
                </a:cubicBezTo>
                <a:cubicBezTo>
                  <a:pt x="48752" y="64654"/>
                  <a:pt x="51485" y="63130"/>
                  <a:pt x="53671" y="61176"/>
                </a:cubicBezTo>
                <a:cubicBezTo>
                  <a:pt x="55858" y="59221"/>
                  <a:pt x="57465" y="56918"/>
                  <a:pt x="58492" y="54268"/>
                </a:cubicBezTo>
                <a:cubicBezTo>
                  <a:pt x="59519" y="51617"/>
                  <a:pt x="60033" y="48735"/>
                  <a:pt x="60033" y="45621"/>
                </a:cubicBezTo>
                <a:close/>
                <a:moveTo>
                  <a:pt x="180292" y="87465"/>
                </a:moveTo>
                <a:cubicBezTo>
                  <a:pt x="180292" y="90049"/>
                  <a:pt x="179646" y="91888"/>
                  <a:pt x="178354" y="92981"/>
                </a:cubicBezTo>
                <a:cubicBezTo>
                  <a:pt x="177062" y="94074"/>
                  <a:pt x="175588" y="94621"/>
                  <a:pt x="173931" y="94621"/>
                </a:cubicBezTo>
                <a:lnTo>
                  <a:pt x="115290" y="94621"/>
                </a:lnTo>
                <a:cubicBezTo>
                  <a:pt x="115290" y="99605"/>
                  <a:pt x="115787" y="104091"/>
                  <a:pt x="116781" y="108079"/>
                </a:cubicBezTo>
                <a:cubicBezTo>
                  <a:pt x="117775" y="112067"/>
                  <a:pt x="119431" y="115490"/>
                  <a:pt x="121750" y="118347"/>
                </a:cubicBezTo>
                <a:cubicBezTo>
                  <a:pt x="124070" y="121205"/>
                  <a:pt x="127084" y="123399"/>
                  <a:pt x="130795" y="124929"/>
                </a:cubicBezTo>
                <a:cubicBezTo>
                  <a:pt x="134506" y="126457"/>
                  <a:pt x="139045" y="127221"/>
                  <a:pt x="144412" y="127221"/>
                </a:cubicBezTo>
                <a:cubicBezTo>
                  <a:pt x="148652" y="127221"/>
                  <a:pt x="152429" y="126873"/>
                  <a:pt x="155742" y="126178"/>
                </a:cubicBezTo>
                <a:cubicBezTo>
                  <a:pt x="159055" y="125482"/>
                  <a:pt x="161921" y="124703"/>
                  <a:pt x="164340" y="123842"/>
                </a:cubicBezTo>
                <a:cubicBezTo>
                  <a:pt x="166758" y="122981"/>
                  <a:pt x="168746" y="122202"/>
                  <a:pt x="170303" y="121506"/>
                </a:cubicBezTo>
                <a:cubicBezTo>
                  <a:pt x="171860" y="120811"/>
                  <a:pt x="173037" y="120463"/>
                  <a:pt x="173832" y="120463"/>
                </a:cubicBezTo>
                <a:cubicBezTo>
                  <a:pt x="174295" y="120463"/>
                  <a:pt x="174710" y="120579"/>
                  <a:pt x="175074" y="120811"/>
                </a:cubicBezTo>
                <a:cubicBezTo>
                  <a:pt x="175438" y="121042"/>
                  <a:pt x="175720" y="121390"/>
                  <a:pt x="175919" y="121854"/>
                </a:cubicBezTo>
                <a:cubicBezTo>
                  <a:pt x="176118" y="122318"/>
                  <a:pt x="176267" y="122964"/>
                  <a:pt x="176366" y="123792"/>
                </a:cubicBezTo>
                <a:cubicBezTo>
                  <a:pt x="176466" y="124621"/>
                  <a:pt x="176515" y="125631"/>
                  <a:pt x="176515" y="126824"/>
                </a:cubicBezTo>
                <a:cubicBezTo>
                  <a:pt x="176515" y="127685"/>
                  <a:pt x="176482" y="128431"/>
                  <a:pt x="176416" y="129060"/>
                </a:cubicBezTo>
                <a:cubicBezTo>
                  <a:pt x="176350" y="129689"/>
                  <a:pt x="176267" y="130253"/>
                  <a:pt x="176167" y="130750"/>
                </a:cubicBezTo>
                <a:cubicBezTo>
                  <a:pt x="176068" y="131247"/>
                  <a:pt x="175902" y="131694"/>
                  <a:pt x="175670" y="132091"/>
                </a:cubicBezTo>
                <a:cubicBezTo>
                  <a:pt x="175438" y="132489"/>
                  <a:pt x="175140" y="132870"/>
                  <a:pt x="174776" y="133234"/>
                </a:cubicBezTo>
                <a:cubicBezTo>
                  <a:pt x="174411" y="133599"/>
                  <a:pt x="173335" y="134195"/>
                  <a:pt x="171546" y="135024"/>
                </a:cubicBezTo>
                <a:cubicBezTo>
                  <a:pt x="169757" y="135852"/>
                  <a:pt x="167437" y="136663"/>
                  <a:pt x="164588" y="137459"/>
                </a:cubicBezTo>
                <a:cubicBezTo>
                  <a:pt x="161739" y="138254"/>
                  <a:pt x="158443" y="138966"/>
                  <a:pt x="154699" y="139596"/>
                </a:cubicBezTo>
                <a:cubicBezTo>
                  <a:pt x="150955" y="140225"/>
                  <a:pt x="146963" y="140540"/>
                  <a:pt x="142722" y="140540"/>
                </a:cubicBezTo>
                <a:cubicBezTo>
                  <a:pt x="135367" y="140540"/>
                  <a:pt x="128923" y="139512"/>
                  <a:pt x="123390" y="137455"/>
                </a:cubicBezTo>
                <a:cubicBezTo>
                  <a:pt x="117858" y="135399"/>
                  <a:pt x="113203" y="132348"/>
                  <a:pt x="109426" y="128302"/>
                </a:cubicBezTo>
                <a:cubicBezTo>
                  <a:pt x="105649" y="124256"/>
                  <a:pt x="102800" y="119182"/>
                  <a:pt x="100878" y="113080"/>
                </a:cubicBezTo>
                <a:cubicBezTo>
                  <a:pt x="98957" y="106977"/>
                  <a:pt x="97996" y="99880"/>
                  <a:pt x="97996" y="91788"/>
                </a:cubicBezTo>
                <a:cubicBezTo>
                  <a:pt x="97996" y="84094"/>
                  <a:pt x="98990" y="77179"/>
                  <a:pt x="100978" y="71043"/>
                </a:cubicBezTo>
                <a:cubicBezTo>
                  <a:pt x="102965" y="64908"/>
                  <a:pt x="105831" y="59701"/>
                  <a:pt x="109575" y="55423"/>
                </a:cubicBezTo>
                <a:cubicBezTo>
                  <a:pt x="113319" y="51145"/>
                  <a:pt x="117841" y="47862"/>
                  <a:pt x="123142" y="45574"/>
                </a:cubicBezTo>
                <a:cubicBezTo>
                  <a:pt x="128443" y="43286"/>
                  <a:pt x="134373" y="42142"/>
                  <a:pt x="140933" y="42142"/>
                </a:cubicBezTo>
                <a:cubicBezTo>
                  <a:pt x="147957" y="42142"/>
                  <a:pt x="153937" y="43268"/>
                  <a:pt x="158873" y="45521"/>
                </a:cubicBezTo>
                <a:cubicBezTo>
                  <a:pt x="163810" y="47774"/>
                  <a:pt x="167868" y="50806"/>
                  <a:pt x="171049" y="54616"/>
                </a:cubicBezTo>
                <a:cubicBezTo>
                  <a:pt x="174229" y="58426"/>
                  <a:pt x="176565" y="62898"/>
                  <a:pt x="178056" y="68034"/>
                </a:cubicBezTo>
                <a:cubicBezTo>
                  <a:pt x="179547" y="73169"/>
                  <a:pt x="180292" y="78652"/>
                  <a:pt x="180292" y="84483"/>
                </a:cubicBezTo>
                <a:lnTo>
                  <a:pt x="180292" y="87465"/>
                </a:lnTo>
                <a:moveTo>
                  <a:pt x="163793" y="82594"/>
                </a:moveTo>
                <a:cubicBezTo>
                  <a:pt x="163992" y="73980"/>
                  <a:pt x="162087" y="67222"/>
                  <a:pt x="158078" y="62319"/>
                </a:cubicBezTo>
                <a:cubicBezTo>
                  <a:pt x="154069" y="57415"/>
                  <a:pt x="148122" y="54964"/>
                  <a:pt x="140237" y="54964"/>
                </a:cubicBezTo>
                <a:cubicBezTo>
                  <a:pt x="136195" y="54964"/>
                  <a:pt x="132650" y="55726"/>
                  <a:pt x="129602" y="57250"/>
                </a:cubicBezTo>
                <a:cubicBezTo>
                  <a:pt x="126554" y="58774"/>
                  <a:pt x="124003" y="60795"/>
                  <a:pt x="121949" y="63312"/>
                </a:cubicBezTo>
                <a:cubicBezTo>
                  <a:pt x="119895" y="65830"/>
                  <a:pt x="118305" y="68762"/>
                  <a:pt x="117178" y="72109"/>
                </a:cubicBezTo>
                <a:cubicBezTo>
                  <a:pt x="116052" y="75455"/>
                  <a:pt x="115423" y="78950"/>
                  <a:pt x="115290" y="82594"/>
                </a:cubicBezTo>
                <a:lnTo>
                  <a:pt x="163793" y="82594"/>
                </a:lnTo>
                <a:close/>
                <a:moveTo>
                  <a:pt x="261485" y="111788"/>
                </a:moveTo>
                <a:cubicBezTo>
                  <a:pt x="261485" y="116364"/>
                  <a:pt x="260641" y="120443"/>
                  <a:pt x="258951" y="124025"/>
                </a:cubicBezTo>
                <a:cubicBezTo>
                  <a:pt x="257261" y="127605"/>
                  <a:pt x="254859" y="130623"/>
                  <a:pt x="251745" y="133079"/>
                </a:cubicBezTo>
                <a:cubicBezTo>
                  <a:pt x="248631" y="135533"/>
                  <a:pt x="244920" y="137389"/>
                  <a:pt x="240613" y="138648"/>
                </a:cubicBezTo>
                <a:cubicBezTo>
                  <a:pt x="236306" y="139909"/>
                  <a:pt x="231569" y="140540"/>
                  <a:pt x="226400" y="140540"/>
                </a:cubicBezTo>
                <a:cubicBezTo>
                  <a:pt x="223220" y="140540"/>
                  <a:pt x="220188" y="140291"/>
                  <a:pt x="217306" y="139794"/>
                </a:cubicBezTo>
                <a:cubicBezTo>
                  <a:pt x="214424" y="139297"/>
                  <a:pt x="211839" y="138668"/>
                  <a:pt x="209553" y="137906"/>
                </a:cubicBezTo>
                <a:cubicBezTo>
                  <a:pt x="207267" y="137144"/>
                  <a:pt x="205329" y="136349"/>
                  <a:pt x="203739" y="135520"/>
                </a:cubicBezTo>
                <a:cubicBezTo>
                  <a:pt x="202149" y="134692"/>
                  <a:pt x="200989" y="133947"/>
                  <a:pt x="200260" y="133284"/>
                </a:cubicBezTo>
                <a:cubicBezTo>
                  <a:pt x="199531" y="132622"/>
                  <a:pt x="199001" y="131694"/>
                  <a:pt x="198670" y="130501"/>
                </a:cubicBezTo>
                <a:cubicBezTo>
                  <a:pt x="198339" y="129308"/>
                  <a:pt x="198173" y="127685"/>
                  <a:pt x="198173" y="125631"/>
                </a:cubicBezTo>
                <a:cubicBezTo>
                  <a:pt x="198173" y="124372"/>
                  <a:pt x="198239" y="123312"/>
                  <a:pt x="198372" y="122450"/>
                </a:cubicBezTo>
                <a:cubicBezTo>
                  <a:pt x="198504" y="121589"/>
                  <a:pt x="198670" y="120893"/>
                  <a:pt x="198869" y="120363"/>
                </a:cubicBezTo>
                <a:cubicBezTo>
                  <a:pt x="199068" y="119833"/>
                  <a:pt x="199349" y="119452"/>
                  <a:pt x="199714" y="119220"/>
                </a:cubicBezTo>
                <a:cubicBezTo>
                  <a:pt x="200078" y="118988"/>
                  <a:pt x="200492" y="118872"/>
                  <a:pt x="200956" y="118872"/>
                </a:cubicBezTo>
                <a:cubicBezTo>
                  <a:pt x="201685" y="118872"/>
                  <a:pt x="202762" y="119320"/>
                  <a:pt x="204186" y="120214"/>
                </a:cubicBezTo>
                <a:cubicBezTo>
                  <a:pt x="205611" y="121109"/>
                  <a:pt x="207367" y="122086"/>
                  <a:pt x="209454" y="123146"/>
                </a:cubicBezTo>
                <a:cubicBezTo>
                  <a:pt x="211541" y="124206"/>
                  <a:pt x="214009" y="125184"/>
                  <a:pt x="216859" y="126078"/>
                </a:cubicBezTo>
                <a:cubicBezTo>
                  <a:pt x="219708" y="126973"/>
                  <a:pt x="222988" y="127420"/>
                  <a:pt x="226698" y="127420"/>
                </a:cubicBezTo>
                <a:cubicBezTo>
                  <a:pt x="229481" y="127420"/>
                  <a:pt x="231999" y="127122"/>
                  <a:pt x="234252" y="126526"/>
                </a:cubicBezTo>
                <a:cubicBezTo>
                  <a:pt x="236505" y="125927"/>
                  <a:pt x="238460" y="125047"/>
                  <a:pt x="240116" y="123885"/>
                </a:cubicBezTo>
                <a:cubicBezTo>
                  <a:pt x="241773" y="122724"/>
                  <a:pt x="243048" y="121246"/>
                  <a:pt x="243943" y="119453"/>
                </a:cubicBezTo>
                <a:cubicBezTo>
                  <a:pt x="244837" y="117660"/>
                  <a:pt x="245285" y="115536"/>
                  <a:pt x="245285" y="113080"/>
                </a:cubicBezTo>
                <a:cubicBezTo>
                  <a:pt x="245285" y="110560"/>
                  <a:pt x="244639" y="108437"/>
                  <a:pt x="243346" y="106712"/>
                </a:cubicBezTo>
                <a:cubicBezTo>
                  <a:pt x="242054" y="104988"/>
                  <a:pt x="240348" y="103463"/>
                  <a:pt x="238228" y="102137"/>
                </a:cubicBezTo>
                <a:cubicBezTo>
                  <a:pt x="236107" y="100810"/>
                  <a:pt x="233722" y="99633"/>
                  <a:pt x="231072" y="98606"/>
                </a:cubicBezTo>
                <a:cubicBezTo>
                  <a:pt x="228421" y="97577"/>
                  <a:pt x="225688" y="96499"/>
                  <a:pt x="222872" y="95372"/>
                </a:cubicBezTo>
                <a:cubicBezTo>
                  <a:pt x="220056" y="94244"/>
                  <a:pt x="217306" y="92966"/>
                  <a:pt x="214622" y="91540"/>
                </a:cubicBezTo>
                <a:cubicBezTo>
                  <a:pt x="211939" y="90113"/>
                  <a:pt x="209537" y="88372"/>
                  <a:pt x="207416" y="86315"/>
                </a:cubicBezTo>
                <a:cubicBezTo>
                  <a:pt x="205296" y="84259"/>
                  <a:pt x="203590" y="81806"/>
                  <a:pt x="202298" y="78954"/>
                </a:cubicBezTo>
                <a:cubicBezTo>
                  <a:pt x="201006" y="76103"/>
                  <a:pt x="200360" y="72687"/>
                  <a:pt x="200360" y="68708"/>
                </a:cubicBezTo>
                <a:cubicBezTo>
                  <a:pt x="200360" y="65192"/>
                  <a:pt x="201039" y="61826"/>
                  <a:pt x="202397" y="58610"/>
                </a:cubicBezTo>
                <a:cubicBezTo>
                  <a:pt x="203755" y="55392"/>
                  <a:pt x="205793" y="52573"/>
                  <a:pt x="208510" y="50152"/>
                </a:cubicBezTo>
                <a:cubicBezTo>
                  <a:pt x="211226" y="47730"/>
                  <a:pt x="214622" y="45790"/>
                  <a:pt x="218697" y="44332"/>
                </a:cubicBezTo>
                <a:cubicBezTo>
                  <a:pt x="222772" y="42872"/>
                  <a:pt x="227527" y="42142"/>
                  <a:pt x="232960" y="42142"/>
                </a:cubicBezTo>
                <a:cubicBezTo>
                  <a:pt x="235345" y="42142"/>
                  <a:pt x="237731" y="42344"/>
                  <a:pt x="240116" y="42748"/>
                </a:cubicBezTo>
                <a:cubicBezTo>
                  <a:pt x="242502" y="43151"/>
                  <a:pt x="244655" y="43656"/>
                  <a:pt x="246577" y="44260"/>
                </a:cubicBezTo>
                <a:cubicBezTo>
                  <a:pt x="248498" y="44865"/>
                  <a:pt x="250138" y="45520"/>
                  <a:pt x="251497" y="46226"/>
                </a:cubicBezTo>
                <a:cubicBezTo>
                  <a:pt x="252855" y="46933"/>
                  <a:pt x="253882" y="47555"/>
                  <a:pt x="254578" y="48093"/>
                </a:cubicBezTo>
                <a:cubicBezTo>
                  <a:pt x="255273" y="48631"/>
                  <a:pt x="255737" y="49099"/>
                  <a:pt x="255969" y="49497"/>
                </a:cubicBezTo>
                <a:cubicBezTo>
                  <a:pt x="256201" y="49895"/>
                  <a:pt x="256367" y="50342"/>
                  <a:pt x="256466" y="50839"/>
                </a:cubicBezTo>
                <a:cubicBezTo>
                  <a:pt x="256566" y="51336"/>
                  <a:pt x="256665" y="51949"/>
                  <a:pt x="256764" y="52678"/>
                </a:cubicBezTo>
                <a:cubicBezTo>
                  <a:pt x="256864" y="53406"/>
                  <a:pt x="256913" y="54301"/>
                  <a:pt x="256913" y="55361"/>
                </a:cubicBezTo>
                <a:cubicBezTo>
                  <a:pt x="256913" y="56488"/>
                  <a:pt x="256864" y="57465"/>
                  <a:pt x="256764" y="58293"/>
                </a:cubicBezTo>
                <a:cubicBezTo>
                  <a:pt x="256665" y="59121"/>
                  <a:pt x="256499" y="59801"/>
                  <a:pt x="256267" y="60331"/>
                </a:cubicBezTo>
                <a:cubicBezTo>
                  <a:pt x="256035" y="60861"/>
                  <a:pt x="255754" y="61242"/>
                  <a:pt x="255423" y="61474"/>
                </a:cubicBezTo>
                <a:cubicBezTo>
                  <a:pt x="255091" y="61706"/>
                  <a:pt x="254727" y="61822"/>
                  <a:pt x="254329" y="61822"/>
                </a:cubicBezTo>
                <a:cubicBezTo>
                  <a:pt x="253733" y="61822"/>
                  <a:pt x="252871" y="61452"/>
                  <a:pt x="251745" y="60713"/>
                </a:cubicBezTo>
                <a:cubicBezTo>
                  <a:pt x="250619" y="59974"/>
                  <a:pt x="249161" y="59184"/>
                  <a:pt x="247372" y="58343"/>
                </a:cubicBezTo>
                <a:cubicBezTo>
                  <a:pt x="245583" y="57502"/>
                  <a:pt x="243479" y="56712"/>
                  <a:pt x="241060" y="55973"/>
                </a:cubicBezTo>
                <a:cubicBezTo>
                  <a:pt x="238642" y="55234"/>
                  <a:pt x="235876" y="54864"/>
                  <a:pt x="232761" y="54864"/>
                </a:cubicBezTo>
                <a:cubicBezTo>
                  <a:pt x="229978" y="54864"/>
                  <a:pt x="227527" y="55180"/>
                  <a:pt x="225406" y="55811"/>
                </a:cubicBezTo>
                <a:cubicBezTo>
                  <a:pt x="223286" y="56441"/>
                  <a:pt x="221547" y="57337"/>
                  <a:pt x="220188" y="58498"/>
                </a:cubicBezTo>
                <a:cubicBezTo>
                  <a:pt x="218830" y="59660"/>
                  <a:pt x="217803" y="61038"/>
                  <a:pt x="217107" y="62632"/>
                </a:cubicBezTo>
                <a:cubicBezTo>
                  <a:pt x="216411" y="64225"/>
                  <a:pt x="216063" y="65950"/>
                  <a:pt x="216063" y="67810"/>
                </a:cubicBezTo>
                <a:cubicBezTo>
                  <a:pt x="216063" y="70396"/>
                  <a:pt x="216726" y="72568"/>
                  <a:pt x="218051" y="74326"/>
                </a:cubicBezTo>
                <a:cubicBezTo>
                  <a:pt x="219377" y="76084"/>
                  <a:pt x="221099" y="77627"/>
                  <a:pt x="223220" y="78954"/>
                </a:cubicBezTo>
                <a:cubicBezTo>
                  <a:pt x="225340" y="80279"/>
                  <a:pt x="227759" y="81473"/>
                  <a:pt x="230475" y="82535"/>
                </a:cubicBezTo>
                <a:cubicBezTo>
                  <a:pt x="233192" y="83596"/>
                  <a:pt x="235958" y="84690"/>
                  <a:pt x="238774" y="85818"/>
                </a:cubicBezTo>
                <a:cubicBezTo>
                  <a:pt x="241591" y="86945"/>
                  <a:pt x="244374" y="88205"/>
                  <a:pt x="247123" y="89598"/>
                </a:cubicBezTo>
                <a:cubicBezTo>
                  <a:pt x="249873" y="90992"/>
                  <a:pt x="252308" y="92684"/>
                  <a:pt x="254429" y="94674"/>
                </a:cubicBezTo>
                <a:cubicBezTo>
                  <a:pt x="256549" y="96664"/>
                  <a:pt x="258255" y="99052"/>
                  <a:pt x="259547" y="101839"/>
                </a:cubicBezTo>
                <a:cubicBezTo>
                  <a:pt x="260839" y="104624"/>
                  <a:pt x="261485" y="107940"/>
                  <a:pt x="261485" y="111788"/>
                </a:cubicBezTo>
                <a:close/>
                <a:moveTo>
                  <a:pt x="368721" y="90397"/>
                </a:moveTo>
                <a:cubicBezTo>
                  <a:pt x="368721" y="97692"/>
                  <a:pt x="367760" y="104407"/>
                  <a:pt x="365839" y="110542"/>
                </a:cubicBezTo>
                <a:cubicBezTo>
                  <a:pt x="363917" y="116677"/>
                  <a:pt x="361051" y="121968"/>
                  <a:pt x="357241" y="126414"/>
                </a:cubicBezTo>
                <a:cubicBezTo>
                  <a:pt x="353431" y="130857"/>
                  <a:pt x="348661" y="134323"/>
                  <a:pt x="342929" y="136809"/>
                </a:cubicBezTo>
                <a:cubicBezTo>
                  <a:pt x="337197" y="139296"/>
                  <a:pt x="330555" y="140540"/>
                  <a:pt x="323001" y="140540"/>
                </a:cubicBezTo>
                <a:cubicBezTo>
                  <a:pt x="315646" y="140540"/>
                  <a:pt x="309235" y="139445"/>
                  <a:pt x="303769" y="137257"/>
                </a:cubicBezTo>
                <a:cubicBezTo>
                  <a:pt x="298302" y="135068"/>
                  <a:pt x="293747" y="131884"/>
                  <a:pt x="290102" y="127706"/>
                </a:cubicBezTo>
                <a:cubicBezTo>
                  <a:pt x="286458" y="123527"/>
                  <a:pt x="283741" y="118453"/>
                  <a:pt x="281952" y="112483"/>
                </a:cubicBezTo>
                <a:cubicBezTo>
                  <a:pt x="280163" y="106514"/>
                  <a:pt x="279269" y="99748"/>
                  <a:pt x="279269" y="92186"/>
                </a:cubicBezTo>
                <a:cubicBezTo>
                  <a:pt x="279269" y="84891"/>
                  <a:pt x="280213" y="78176"/>
                  <a:pt x="282101" y="72040"/>
                </a:cubicBezTo>
                <a:cubicBezTo>
                  <a:pt x="283990" y="65905"/>
                  <a:pt x="286839" y="60615"/>
                  <a:pt x="290649" y="56172"/>
                </a:cubicBezTo>
                <a:cubicBezTo>
                  <a:pt x="294459" y="51726"/>
                  <a:pt x="299213" y="48276"/>
                  <a:pt x="304912" y="45823"/>
                </a:cubicBezTo>
                <a:cubicBezTo>
                  <a:pt x="310610" y="43369"/>
                  <a:pt x="317269" y="42142"/>
                  <a:pt x="324889" y="42142"/>
                </a:cubicBezTo>
                <a:cubicBezTo>
                  <a:pt x="332244" y="42142"/>
                  <a:pt x="338655" y="43236"/>
                  <a:pt x="344122" y="45425"/>
                </a:cubicBezTo>
                <a:cubicBezTo>
                  <a:pt x="349588" y="47614"/>
                  <a:pt x="354144" y="50797"/>
                  <a:pt x="357788" y="54976"/>
                </a:cubicBezTo>
                <a:cubicBezTo>
                  <a:pt x="361432" y="59155"/>
                  <a:pt x="364166" y="64229"/>
                  <a:pt x="365988" y="70198"/>
                </a:cubicBezTo>
                <a:cubicBezTo>
                  <a:pt x="367810" y="76168"/>
                  <a:pt x="368721" y="82901"/>
                  <a:pt x="368721" y="90397"/>
                </a:cubicBezTo>
                <a:moveTo>
                  <a:pt x="351427" y="91490"/>
                </a:moveTo>
                <a:cubicBezTo>
                  <a:pt x="351427" y="86647"/>
                  <a:pt x="350980" y="82068"/>
                  <a:pt x="350085" y="77755"/>
                </a:cubicBezTo>
                <a:cubicBezTo>
                  <a:pt x="349191" y="73442"/>
                  <a:pt x="347716" y="69660"/>
                  <a:pt x="345662" y="66409"/>
                </a:cubicBezTo>
                <a:cubicBezTo>
                  <a:pt x="343608" y="63158"/>
                  <a:pt x="340825" y="60587"/>
                  <a:pt x="337313" y="58697"/>
                </a:cubicBezTo>
                <a:cubicBezTo>
                  <a:pt x="333802" y="56804"/>
                  <a:pt x="329428" y="55858"/>
                  <a:pt x="324194" y="55858"/>
                </a:cubicBezTo>
                <a:cubicBezTo>
                  <a:pt x="319357" y="55858"/>
                  <a:pt x="315199" y="56721"/>
                  <a:pt x="311720" y="58445"/>
                </a:cubicBezTo>
                <a:cubicBezTo>
                  <a:pt x="308241" y="60170"/>
                  <a:pt x="305376" y="62609"/>
                  <a:pt x="303123" y="65763"/>
                </a:cubicBezTo>
                <a:cubicBezTo>
                  <a:pt x="300870" y="68915"/>
                  <a:pt x="299197" y="72647"/>
                  <a:pt x="298103" y="76960"/>
                </a:cubicBezTo>
                <a:cubicBezTo>
                  <a:pt x="297010" y="81271"/>
                  <a:pt x="296463" y="85982"/>
                  <a:pt x="296463" y="91092"/>
                </a:cubicBezTo>
                <a:cubicBezTo>
                  <a:pt x="296463" y="96002"/>
                  <a:pt x="296911" y="100613"/>
                  <a:pt x="297805" y="104926"/>
                </a:cubicBezTo>
                <a:cubicBezTo>
                  <a:pt x="298700" y="109240"/>
                  <a:pt x="300191" y="113005"/>
                  <a:pt x="302278" y="116223"/>
                </a:cubicBezTo>
                <a:cubicBezTo>
                  <a:pt x="304365" y="119441"/>
                  <a:pt x="307165" y="121996"/>
                  <a:pt x="310676" y="123889"/>
                </a:cubicBezTo>
                <a:cubicBezTo>
                  <a:pt x="314188" y="125779"/>
                  <a:pt x="318561" y="126724"/>
                  <a:pt x="323796" y="126724"/>
                </a:cubicBezTo>
                <a:cubicBezTo>
                  <a:pt x="328567" y="126724"/>
                  <a:pt x="332708" y="125862"/>
                  <a:pt x="336220" y="124137"/>
                </a:cubicBezTo>
                <a:cubicBezTo>
                  <a:pt x="339732" y="122412"/>
                  <a:pt x="342614" y="119991"/>
                  <a:pt x="344867" y="116872"/>
                </a:cubicBezTo>
                <a:cubicBezTo>
                  <a:pt x="347120" y="113752"/>
                  <a:pt x="348777" y="110036"/>
                  <a:pt x="349837" y="105725"/>
                </a:cubicBezTo>
                <a:cubicBezTo>
                  <a:pt x="350897" y="101412"/>
                  <a:pt x="351427" y="96667"/>
                  <a:pt x="351427" y="91490"/>
                </a:cubicBezTo>
                <a:close/>
                <a:moveTo>
                  <a:pt x="409203" y="136064"/>
                </a:moveTo>
                <a:cubicBezTo>
                  <a:pt x="409203" y="136594"/>
                  <a:pt x="409070" y="137042"/>
                  <a:pt x="408805" y="137409"/>
                </a:cubicBezTo>
                <a:cubicBezTo>
                  <a:pt x="408540" y="137773"/>
                  <a:pt x="408109" y="138088"/>
                  <a:pt x="407513" y="138353"/>
                </a:cubicBezTo>
                <a:cubicBezTo>
                  <a:pt x="406916" y="138618"/>
                  <a:pt x="406088" y="138817"/>
                  <a:pt x="405028" y="138949"/>
                </a:cubicBezTo>
                <a:cubicBezTo>
                  <a:pt x="403968" y="139082"/>
                  <a:pt x="402610" y="139148"/>
                  <a:pt x="400953" y="139148"/>
                </a:cubicBezTo>
                <a:cubicBezTo>
                  <a:pt x="399363" y="139148"/>
                  <a:pt x="398038" y="139082"/>
                  <a:pt x="396977" y="138949"/>
                </a:cubicBezTo>
                <a:cubicBezTo>
                  <a:pt x="395917" y="138817"/>
                  <a:pt x="395072" y="138618"/>
                  <a:pt x="394443" y="138353"/>
                </a:cubicBezTo>
                <a:cubicBezTo>
                  <a:pt x="393813" y="138088"/>
                  <a:pt x="393383" y="137773"/>
                  <a:pt x="393151" y="137409"/>
                </a:cubicBezTo>
                <a:cubicBezTo>
                  <a:pt x="392919" y="137042"/>
                  <a:pt x="392803" y="136594"/>
                  <a:pt x="392803" y="136064"/>
                </a:cubicBezTo>
                <a:lnTo>
                  <a:pt x="392803" y="3184"/>
                </a:lnTo>
                <a:cubicBezTo>
                  <a:pt x="392803" y="2654"/>
                  <a:pt x="392919" y="2190"/>
                  <a:pt x="393151" y="1792"/>
                </a:cubicBezTo>
                <a:cubicBezTo>
                  <a:pt x="393383" y="1393"/>
                  <a:pt x="393813" y="1060"/>
                  <a:pt x="394443" y="795"/>
                </a:cubicBezTo>
                <a:cubicBezTo>
                  <a:pt x="395072" y="530"/>
                  <a:pt x="395917" y="331"/>
                  <a:pt x="396977" y="199"/>
                </a:cubicBezTo>
                <a:cubicBezTo>
                  <a:pt x="398038" y="66"/>
                  <a:pt x="399363" y="0"/>
                  <a:pt x="400953" y="0"/>
                </a:cubicBezTo>
                <a:cubicBezTo>
                  <a:pt x="402610" y="0"/>
                  <a:pt x="403968" y="66"/>
                  <a:pt x="405028" y="199"/>
                </a:cubicBezTo>
                <a:cubicBezTo>
                  <a:pt x="406088" y="331"/>
                  <a:pt x="406916" y="530"/>
                  <a:pt x="407513" y="795"/>
                </a:cubicBezTo>
                <a:cubicBezTo>
                  <a:pt x="408109" y="1060"/>
                  <a:pt x="408540" y="1393"/>
                  <a:pt x="408805" y="1792"/>
                </a:cubicBezTo>
                <a:cubicBezTo>
                  <a:pt x="409070" y="2190"/>
                  <a:pt x="409203" y="2654"/>
                  <a:pt x="409203" y="3184"/>
                </a:cubicBezTo>
                <a:lnTo>
                  <a:pt x="409203" y="136064"/>
                </a:lnTo>
                <a:close/>
                <a:moveTo>
                  <a:pt x="515438" y="136067"/>
                </a:moveTo>
                <a:cubicBezTo>
                  <a:pt x="515438" y="136597"/>
                  <a:pt x="515322" y="137044"/>
                  <a:pt x="515090" y="137409"/>
                </a:cubicBezTo>
                <a:cubicBezTo>
                  <a:pt x="514858" y="137773"/>
                  <a:pt x="514444" y="138088"/>
                  <a:pt x="513847" y="138353"/>
                </a:cubicBezTo>
                <a:cubicBezTo>
                  <a:pt x="513251" y="138618"/>
                  <a:pt x="512472" y="138817"/>
                  <a:pt x="511512" y="138949"/>
                </a:cubicBezTo>
                <a:cubicBezTo>
                  <a:pt x="510551" y="139082"/>
                  <a:pt x="509375" y="139148"/>
                  <a:pt x="507983" y="139148"/>
                </a:cubicBezTo>
                <a:cubicBezTo>
                  <a:pt x="506459" y="139148"/>
                  <a:pt x="505217" y="139082"/>
                  <a:pt x="504256" y="138949"/>
                </a:cubicBezTo>
                <a:cubicBezTo>
                  <a:pt x="503295" y="138817"/>
                  <a:pt x="502533" y="138618"/>
                  <a:pt x="501970" y="138353"/>
                </a:cubicBezTo>
                <a:cubicBezTo>
                  <a:pt x="501407" y="138088"/>
                  <a:pt x="501026" y="137773"/>
                  <a:pt x="500827" y="137409"/>
                </a:cubicBezTo>
                <a:cubicBezTo>
                  <a:pt x="500628" y="137044"/>
                  <a:pt x="500529" y="136597"/>
                  <a:pt x="500529" y="136067"/>
                </a:cubicBezTo>
                <a:lnTo>
                  <a:pt x="500529" y="124240"/>
                </a:lnTo>
                <a:cubicBezTo>
                  <a:pt x="495427" y="129907"/>
                  <a:pt x="490391" y="134041"/>
                  <a:pt x="485421" y="136642"/>
                </a:cubicBezTo>
                <a:cubicBezTo>
                  <a:pt x="480452" y="139240"/>
                  <a:pt x="475416" y="140540"/>
                  <a:pt x="470314" y="140540"/>
                </a:cubicBezTo>
                <a:cubicBezTo>
                  <a:pt x="464350" y="140540"/>
                  <a:pt x="459331" y="139545"/>
                  <a:pt x="455256" y="137555"/>
                </a:cubicBezTo>
                <a:cubicBezTo>
                  <a:pt x="451181" y="135565"/>
                  <a:pt x="447884" y="132863"/>
                  <a:pt x="445366" y="129448"/>
                </a:cubicBezTo>
                <a:cubicBezTo>
                  <a:pt x="442849" y="126032"/>
                  <a:pt x="441043" y="122052"/>
                  <a:pt x="439950" y="117509"/>
                </a:cubicBezTo>
                <a:cubicBezTo>
                  <a:pt x="438856" y="112964"/>
                  <a:pt x="438310" y="107441"/>
                  <a:pt x="438310" y="100942"/>
                </a:cubicBezTo>
                <a:lnTo>
                  <a:pt x="438310" y="46618"/>
                </a:lnTo>
                <a:cubicBezTo>
                  <a:pt x="438310" y="46088"/>
                  <a:pt x="438426" y="45640"/>
                  <a:pt x="438658" y="45276"/>
                </a:cubicBezTo>
                <a:cubicBezTo>
                  <a:pt x="438889" y="44909"/>
                  <a:pt x="439337" y="44577"/>
                  <a:pt x="439999" y="44279"/>
                </a:cubicBezTo>
                <a:cubicBezTo>
                  <a:pt x="440662" y="43981"/>
                  <a:pt x="441523" y="43782"/>
                  <a:pt x="442584" y="43683"/>
                </a:cubicBezTo>
                <a:cubicBezTo>
                  <a:pt x="443644" y="43583"/>
                  <a:pt x="444969" y="43534"/>
                  <a:pt x="446559" y="43534"/>
                </a:cubicBezTo>
                <a:cubicBezTo>
                  <a:pt x="448149" y="43534"/>
                  <a:pt x="449475" y="43583"/>
                  <a:pt x="450535" y="43683"/>
                </a:cubicBezTo>
                <a:cubicBezTo>
                  <a:pt x="451595" y="43782"/>
                  <a:pt x="452440" y="43981"/>
                  <a:pt x="453069" y="44279"/>
                </a:cubicBezTo>
                <a:cubicBezTo>
                  <a:pt x="453699" y="44577"/>
                  <a:pt x="454146" y="44909"/>
                  <a:pt x="454411" y="45276"/>
                </a:cubicBezTo>
                <a:cubicBezTo>
                  <a:pt x="454676" y="45640"/>
                  <a:pt x="454809" y="46088"/>
                  <a:pt x="454809" y="46618"/>
                </a:cubicBezTo>
                <a:lnTo>
                  <a:pt x="454809" y="98761"/>
                </a:lnTo>
                <a:cubicBezTo>
                  <a:pt x="454809" y="104002"/>
                  <a:pt x="455190" y="108198"/>
                  <a:pt x="455952" y="111350"/>
                </a:cubicBezTo>
                <a:cubicBezTo>
                  <a:pt x="456714" y="114501"/>
                  <a:pt x="457873" y="117189"/>
                  <a:pt x="459430" y="119413"/>
                </a:cubicBezTo>
                <a:cubicBezTo>
                  <a:pt x="460988" y="121635"/>
                  <a:pt x="462959" y="123359"/>
                  <a:pt x="465344" y="124587"/>
                </a:cubicBezTo>
                <a:cubicBezTo>
                  <a:pt x="467730" y="125813"/>
                  <a:pt x="470513" y="126426"/>
                  <a:pt x="473693" y="126426"/>
                </a:cubicBezTo>
                <a:cubicBezTo>
                  <a:pt x="477801" y="126426"/>
                  <a:pt x="481893" y="124960"/>
                  <a:pt x="485968" y="122028"/>
                </a:cubicBezTo>
                <a:cubicBezTo>
                  <a:pt x="490043" y="119096"/>
                  <a:pt x="494367" y="114797"/>
                  <a:pt x="498939" y="109132"/>
                </a:cubicBezTo>
                <a:lnTo>
                  <a:pt x="498939" y="46615"/>
                </a:lnTo>
                <a:cubicBezTo>
                  <a:pt x="498939" y="46085"/>
                  <a:pt x="499055" y="45637"/>
                  <a:pt x="499286" y="45273"/>
                </a:cubicBezTo>
                <a:cubicBezTo>
                  <a:pt x="499518" y="44908"/>
                  <a:pt x="499966" y="44577"/>
                  <a:pt x="500628" y="44279"/>
                </a:cubicBezTo>
                <a:cubicBezTo>
                  <a:pt x="501291" y="43981"/>
                  <a:pt x="502136" y="43782"/>
                  <a:pt x="503163" y="43683"/>
                </a:cubicBezTo>
                <a:cubicBezTo>
                  <a:pt x="504190" y="43583"/>
                  <a:pt x="505532" y="43534"/>
                  <a:pt x="507188" y="43534"/>
                </a:cubicBezTo>
                <a:cubicBezTo>
                  <a:pt x="508778" y="43534"/>
                  <a:pt x="510104" y="43583"/>
                  <a:pt x="511164" y="43683"/>
                </a:cubicBezTo>
                <a:cubicBezTo>
                  <a:pt x="512224" y="43782"/>
                  <a:pt x="513052" y="43981"/>
                  <a:pt x="513649" y="44279"/>
                </a:cubicBezTo>
                <a:cubicBezTo>
                  <a:pt x="514245" y="44577"/>
                  <a:pt x="514692" y="44908"/>
                  <a:pt x="514990" y="45273"/>
                </a:cubicBezTo>
                <a:cubicBezTo>
                  <a:pt x="515288" y="45637"/>
                  <a:pt x="515438" y="46085"/>
                  <a:pt x="515438" y="46615"/>
                </a:cubicBezTo>
                <a:lnTo>
                  <a:pt x="515438" y="136067"/>
                </a:lnTo>
                <a:close/>
                <a:moveTo>
                  <a:pt x="592188" y="129607"/>
                </a:moveTo>
                <a:cubicBezTo>
                  <a:pt x="592188" y="131528"/>
                  <a:pt x="592055" y="133052"/>
                  <a:pt x="591790" y="134179"/>
                </a:cubicBezTo>
                <a:cubicBezTo>
                  <a:pt x="591525" y="135305"/>
                  <a:pt x="591128" y="136133"/>
                  <a:pt x="590598" y="136663"/>
                </a:cubicBezTo>
                <a:cubicBezTo>
                  <a:pt x="590067" y="137194"/>
                  <a:pt x="589272" y="137691"/>
                  <a:pt x="588212" y="138154"/>
                </a:cubicBezTo>
                <a:cubicBezTo>
                  <a:pt x="587152" y="138618"/>
                  <a:pt x="585943" y="138999"/>
                  <a:pt x="584584" y="139297"/>
                </a:cubicBezTo>
                <a:cubicBezTo>
                  <a:pt x="583226" y="139596"/>
                  <a:pt x="581785" y="139844"/>
                  <a:pt x="580261" y="140043"/>
                </a:cubicBezTo>
                <a:cubicBezTo>
                  <a:pt x="578737" y="140242"/>
                  <a:pt x="577213" y="140341"/>
                  <a:pt x="575689" y="140341"/>
                </a:cubicBezTo>
                <a:cubicBezTo>
                  <a:pt x="571051" y="140341"/>
                  <a:pt x="567075" y="139727"/>
                  <a:pt x="563762" y="138499"/>
                </a:cubicBezTo>
                <a:cubicBezTo>
                  <a:pt x="560449" y="137269"/>
                  <a:pt x="557732" y="135409"/>
                  <a:pt x="555612" y="132918"/>
                </a:cubicBezTo>
                <a:cubicBezTo>
                  <a:pt x="553491" y="130427"/>
                  <a:pt x="551951" y="127272"/>
                  <a:pt x="550990" y="123454"/>
                </a:cubicBezTo>
                <a:cubicBezTo>
                  <a:pt x="550029" y="119635"/>
                  <a:pt x="549549" y="115136"/>
                  <a:pt x="549549" y="109955"/>
                </a:cubicBezTo>
                <a:lnTo>
                  <a:pt x="549549" y="57548"/>
                </a:lnTo>
                <a:lnTo>
                  <a:pt x="537025" y="57548"/>
                </a:lnTo>
                <a:cubicBezTo>
                  <a:pt x="536032" y="57548"/>
                  <a:pt x="535236" y="57018"/>
                  <a:pt x="534640" y="55957"/>
                </a:cubicBezTo>
                <a:cubicBezTo>
                  <a:pt x="534044" y="54897"/>
                  <a:pt x="533746" y="53175"/>
                  <a:pt x="533746" y="50789"/>
                </a:cubicBezTo>
                <a:cubicBezTo>
                  <a:pt x="533746" y="49530"/>
                  <a:pt x="533828" y="48470"/>
                  <a:pt x="533994" y="47609"/>
                </a:cubicBezTo>
                <a:cubicBezTo>
                  <a:pt x="534160" y="46747"/>
                  <a:pt x="534375" y="46035"/>
                  <a:pt x="534640" y="45472"/>
                </a:cubicBezTo>
                <a:cubicBezTo>
                  <a:pt x="534905" y="44908"/>
                  <a:pt x="535253" y="44511"/>
                  <a:pt x="535684" y="44279"/>
                </a:cubicBezTo>
                <a:cubicBezTo>
                  <a:pt x="536114" y="44047"/>
                  <a:pt x="536595" y="43931"/>
                  <a:pt x="537125" y="43931"/>
                </a:cubicBezTo>
                <a:lnTo>
                  <a:pt x="549549" y="43931"/>
                </a:lnTo>
                <a:lnTo>
                  <a:pt x="549549" y="22661"/>
                </a:lnTo>
                <a:cubicBezTo>
                  <a:pt x="549549" y="22197"/>
                  <a:pt x="549665" y="21767"/>
                  <a:pt x="549897" y="21369"/>
                </a:cubicBezTo>
                <a:cubicBezTo>
                  <a:pt x="550129" y="20972"/>
                  <a:pt x="550559" y="20624"/>
                  <a:pt x="551189" y="20326"/>
                </a:cubicBezTo>
                <a:cubicBezTo>
                  <a:pt x="551818" y="20027"/>
                  <a:pt x="552663" y="19812"/>
                  <a:pt x="553723" y="19680"/>
                </a:cubicBezTo>
                <a:cubicBezTo>
                  <a:pt x="554783" y="19547"/>
                  <a:pt x="556109" y="19481"/>
                  <a:pt x="557699" y="19481"/>
                </a:cubicBezTo>
                <a:cubicBezTo>
                  <a:pt x="559355" y="19481"/>
                  <a:pt x="560714" y="19547"/>
                  <a:pt x="561774" y="19680"/>
                </a:cubicBezTo>
                <a:cubicBezTo>
                  <a:pt x="562834" y="19812"/>
                  <a:pt x="563662" y="20027"/>
                  <a:pt x="564259" y="20326"/>
                </a:cubicBezTo>
                <a:cubicBezTo>
                  <a:pt x="564855" y="20624"/>
                  <a:pt x="565286" y="20972"/>
                  <a:pt x="565551" y="21369"/>
                </a:cubicBezTo>
                <a:cubicBezTo>
                  <a:pt x="565816" y="21767"/>
                  <a:pt x="565948" y="22197"/>
                  <a:pt x="565948" y="22661"/>
                </a:cubicBezTo>
                <a:lnTo>
                  <a:pt x="565948" y="43931"/>
                </a:lnTo>
                <a:lnTo>
                  <a:pt x="588908" y="43931"/>
                </a:lnTo>
                <a:cubicBezTo>
                  <a:pt x="589438" y="43931"/>
                  <a:pt x="589902" y="44047"/>
                  <a:pt x="590299" y="44279"/>
                </a:cubicBezTo>
                <a:cubicBezTo>
                  <a:pt x="590697" y="44511"/>
                  <a:pt x="591045" y="44908"/>
                  <a:pt x="591343" y="45472"/>
                </a:cubicBezTo>
                <a:cubicBezTo>
                  <a:pt x="591641" y="46035"/>
                  <a:pt x="591857" y="46747"/>
                  <a:pt x="591989" y="47609"/>
                </a:cubicBezTo>
                <a:cubicBezTo>
                  <a:pt x="592122" y="48470"/>
                  <a:pt x="592188" y="49530"/>
                  <a:pt x="592188" y="50789"/>
                </a:cubicBezTo>
                <a:cubicBezTo>
                  <a:pt x="592188" y="53175"/>
                  <a:pt x="591890" y="54897"/>
                  <a:pt x="591293" y="55957"/>
                </a:cubicBezTo>
                <a:cubicBezTo>
                  <a:pt x="590697" y="57018"/>
                  <a:pt x="589902" y="57548"/>
                  <a:pt x="588908" y="57548"/>
                </a:cubicBezTo>
                <a:lnTo>
                  <a:pt x="565948" y="57548"/>
                </a:lnTo>
                <a:lnTo>
                  <a:pt x="565948" y="107588"/>
                </a:lnTo>
                <a:cubicBezTo>
                  <a:pt x="565948" y="113767"/>
                  <a:pt x="566860" y="118435"/>
                  <a:pt x="568682" y="121593"/>
                </a:cubicBezTo>
                <a:cubicBezTo>
                  <a:pt x="570504" y="124749"/>
                  <a:pt x="573767" y="126327"/>
                  <a:pt x="578472" y="126327"/>
                </a:cubicBezTo>
                <a:cubicBezTo>
                  <a:pt x="579996" y="126327"/>
                  <a:pt x="581354" y="126178"/>
                  <a:pt x="582547" y="125879"/>
                </a:cubicBezTo>
                <a:cubicBezTo>
                  <a:pt x="583740" y="125581"/>
                  <a:pt x="584800" y="125267"/>
                  <a:pt x="585727" y="124935"/>
                </a:cubicBezTo>
                <a:cubicBezTo>
                  <a:pt x="586655" y="124604"/>
                  <a:pt x="587450" y="124289"/>
                  <a:pt x="588113" y="123991"/>
                </a:cubicBezTo>
                <a:cubicBezTo>
                  <a:pt x="588775" y="123693"/>
                  <a:pt x="589372" y="123544"/>
                  <a:pt x="589902" y="123544"/>
                </a:cubicBezTo>
                <a:cubicBezTo>
                  <a:pt x="590233" y="123544"/>
                  <a:pt x="590548" y="123627"/>
                  <a:pt x="590846" y="123792"/>
                </a:cubicBezTo>
                <a:cubicBezTo>
                  <a:pt x="591144" y="123958"/>
                  <a:pt x="591376" y="124273"/>
                  <a:pt x="591542" y="124736"/>
                </a:cubicBezTo>
                <a:cubicBezTo>
                  <a:pt x="591707" y="125200"/>
                  <a:pt x="591857" y="125830"/>
                  <a:pt x="591989" y="126625"/>
                </a:cubicBezTo>
                <a:cubicBezTo>
                  <a:pt x="592122" y="127420"/>
                  <a:pt x="592188" y="128414"/>
                  <a:pt x="592188" y="129607"/>
                </a:cubicBezTo>
                <a:close/>
                <a:moveTo>
                  <a:pt x="630263" y="136067"/>
                </a:moveTo>
                <a:cubicBezTo>
                  <a:pt x="630263" y="136597"/>
                  <a:pt x="630130" y="137044"/>
                  <a:pt x="629865" y="137409"/>
                </a:cubicBezTo>
                <a:cubicBezTo>
                  <a:pt x="629600" y="137773"/>
                  <a:pt x="629170" y="138088"/>
                  <a:pt x="628573" y="138353"/>
                </a:cubicBezTo>
                <a:cubicBezTo>
                  <a:pt x="627977" y="138618"/>
                  <a:pt x="627149" y="138817"/>
                  <a:pt x="626089" y="138949"/>
                </a:cubicBezTo>
                <a:cubicBezTo>
                  <a:pt x="625028" y="139082"/>
                  <a:pt x="623670" y="139148"/>
                  <a:pt x="622013" y="139148"/>
                </a:cubicBezTo>
                <a:cubicBezTo>
                  <a:pt x="620423" y="139148"/>
                  <a:pt x="619098" y="139082"/>
                  <a:pt x="618038" y="138949"/>
                </a:cubicBezTo>
                <a:cubicBezTo>
                  <a:pt x="616978" y="138817"/>
                  <a:pt x="616133" y="138618"/>
                  <a:pt x="615503" y="138353"/>
                </a:cubicBezTo>
                <a:cubicBezTo>
                  <a:pt x="614874" y="138088"/>
                  <a:pt x="614443" y="137773"/>
                  <a:pt x="614211" y="137409"/>
                </a:cubicBezTo>
                <a:cubicBezTo>
                  <a:pt x="613979" y="137044"/>
                  <a:pt x="613863" y="136597"/>
                  <a:pt x="613863" y="136067"/>
                </a:cubicBezTo>
                <a:lnTo>
                  <a:pt x="613863" y="46615"/>
                </a:lnTo>
                <a:cubicBezTo>
                  <a:pt x="613863" y="46151"/>
                  <a:pt x="613979" y="45720"/>
                  <a:pt x="614211" y="45323"/>
                </a:cubicBezTo>
                <a:cubicBezTo>
                  <a:pt x="614443" y="44925"/>
                  <a:pt x="614874" y="44594"/>
                  <a:pt x="615503" y="44329"/>
                </a:cubicBezTo>
                <a:cubicBezTo>
                  <a:pt x="616133" y="44064"/>
                  <a:pt x="616978" y="43865"/>
                  <a:pt x="618038" y="43732"/>
                </a:cubicBezTo>
                <a:cubicBezTo>
                  <a:pt x="619098" y="43600"/>
                  <a:pt x="620423" y="43534"/>
                  <a:pt x="622013" y="43534"/>
                </a:cubicBezTo>
                <a:cubicBezTo>
                  <a:pt x="623670" y="43534"/>
                  <a:pt x="625028" y="43600"/>
                  <a:pt x="626089" y="43732"/>
                </a:cubicBezTo>
                <a:cubicBezTo>
                  <a:pt x="627149" y="43865"/>
                  <a:pt x="627977" y="44064"/>
                  <a:pt x="628573" y="44329"/>
                </a:cubicBezTo>
                <a:cubicBezTo>
                  <a:pt x="629170" y="44594"/>
                  <a:pt x="629600" y="44925"/>
                  <a:pt x="629865" y="45323"/>
                </a:cubicBezTo>
                <a:cubicBezTo>
                  <a:pt x="630130" y="45720"/>
                  <a:pt x="630263" y="46151"/>
                  <a:pt x="630263" y="46615"/>
                </a:cubicBezTo>
                <a:lnTo>
                  <a:pt x="630263" y="136067"/>
                </a:lnTo>
                <a:moveTo>
                  <a:pt x="632151" y="16300"/>
                </a:moveTo>
                <a:cubicBezTo>
                  <a:pt x="632151" y="20143"/>
                  <a:pt x="631423" y="22761"/>
                  <a:pt x="629965" y="24152"/>
                </a:cubicBezTo>
                <a:cubicBezTo>
                  <a:pt x="628507" y="25544"/>
                  <a:pt x="625824" y="26239"/>
                  <a:pt x="621914" y="26239"/>
                </a:cubicBezTo>
                <a:cubicBezTo>
                  <a:pt x="618071" y="26239"/>
                  <a:pt x="615437" y="25560"/>
                  <a:pt x="614012" y="24202"/>
                </a:cubicBezTo>
                <a:cubicBezTo>
                  <a:pt x="612588" y="22844"/>
                  <a:pt x="611876" y="20276"/>
                  <a:pt x="611876" y="16499"/>
                </a:cubicBezTo>
                <a:cubicBezTo>
                  <a:pt x="611876" y="12656"/>
                  <a:pt x="612604" y="10039"/>
                  <a:pt x="614062" y="8647"/>
                </a:cubicBezTo>
                <a:cubicBezTo>
                  <a:pt x="615520" y="7256"/>
                  <a:pt x="618203" y="6560"/>
                  <a:pt x="622113" y="6560"/>
                </a:cubicBezTo>
                <a:cubicBezTo>
                  <a:pt x="625956" y="6560"/>
                  <a:pt x="628590" y="7239"/>
                  <a:pt x="630015" y="8597"/>
                </a:cubicBezTo>
                <a:cubicBezTo>
                  <a:pt x="631439" y="9956"/>
                  <a:pt x="632151" y="12523"/>
                  <a:pt x="632151" y="16300"/>
                </a:cubicBezTo>
                <a:close/>
                <a:moveTo>
                  <a:pt x="743261" y="90397"/>
                </a:moveTo>
                <a:cubicBezTo>
                  <a:pt x="743261" y="97692"/>
                  <a:pt x="742300" y="104407"/>
                  <a:pt x="740378" y="110542"/>
                </a:cubicBezTo>
                <a:cubicBezTo>
                  <a:pt x="738457" y="116677"/>
                  <a:pt x="735591" y="121968"/>
                  <a:pt x="731781" y="126414"/>
                </a:cubicBezTo>
                <a:cubicBezTo>
                  <a:pt x="727971" y="130857"/>
                  <a:pt x="723200" y="134323"/>
                  <a:pt x="717469" y="136809"/>
                </a:cubicBezTo>
                <a:cubicBezTo>
                  <a:pt x="711737" y="139296"/>
                  <a:pt x="705094" y="140540"/>
                  <a:pt x="697541" y="140540"/>
                </a:cubicBezTo>
                <a:cubicBezTo>
                  <a:pt x="690186" y="140540"/>
                  <a:pt x="683775" y="139445"/>
                  <a:pt x="678308" y="137257"/>
                </a:cubicBezTo>
                <a:cubicBezTo>
                  <a:pt x="672842" y="135068"/>
                  <a:pt x="668286" y="131884"/>
                  <a:pt x="664642" y="127706"/>
                </a:cubicBezTo>
                <a:cubicBezTo>
                  <a:pt x="660998" y="123527"/>
                  <a:pt x="658281" y="118453"/>
                  <a:pt x="656492" y="112483"/>
                </a:cubicBezTo>
                <a:cubicBezTo>
                  <a:pt x="654703" y="106514"/>
                  <a:pt x="653808" y="99748"/>
                  <a:pt x="653808" y="92186"/>
                </a:cubicBezTo>
                <a:cubicBezTo>
                  <a:pt x="653808" y="84891"/>
                  <a:pt x="654753" y="78176"/>
                  <a:pt x="656641" y="72040"/>
                </a:cubicBezTo>
                <a:cubicBezTo>
                  <a:pt x="658529" y="65905"/>
                  <a:pt x="661379" y="60615"/>
                  <a:pt x="665189" y="56172"/>
                </a:cubicBezTo>
                <a:cubicBezTo>
                  <a:pt x="668999" y="51726"/>
                  <a:pt x="673753" y="48276"/>
                  <a:pt x="679451" y="45823"/>
                </a:cubicBezTo>
                <a:cubicBezTo>
                  <a:pt x="685150" y="43369"/>
                  <a:pt x="691809" y="42142"/>
                  <a:pt x="699429" y="42142"/>
                </a:cubicBezTo>
                <a:cubicBezTo>
                  <a:pt x="706784" y="42142"/>
                  <a:pt x="713195" y="43236"/>
                  <a:pt x="718661" y="45425"/>
                </a:cubicBezTo>
                <a:cubicBezTo>
                  <a:pt x="724128" y="47614"/>
                  <a:pt x="728683" y="50797"/>
                  <a:pt x="732328" y="54976"/>
                </a:cubicBezTo>
                <a:cubicBezTo>
                  <a:pt x="735972" y="59155"/>
                  <a:pt x="738705" y="64229"/>
                  <a:pt x="740528" y="70198"/>
                </a:cubicBezTo>
                <a:cubicBezTo>
                  <a:pt x="742350" y="76168"/>
                  <a:pt x="743261" y="82901"/>
                  <a:pt x="743261" y="90397"/>
                </a:cubicBezTo>
                <a:moveTo>
                  <a:pt x="725967" y="91490"/>
                </a:moveTo>
                <a:cubicBezTo>
                  <a:pt x="725967" y="86647"/>
                  <a:pt x="725519" y="82068"/>
                  <a:pt x="724625" y="77755"/>
                </a:cubicBezTo>
                <a:cubicBezTo>
                  <a:pt x="723730" y="73442"/>
                  <a:pt x="722256" y="69660"/>
                  <a:pt x="720202" y="66409"/>
                </a:cubicBezTo>
                <a:cubicBezTo>
                  <a:pt x="718148" y="63158"/>
                  <a:pt x="715365" y="60587"/>
                  <a:pt x="711853" y="58697"/>
                </a:cubicBezTo>
                <a:cubicBezTo>
                  <a:pt x="708341" y="56804"/>
                  <a:pt x="703968" y="55858"/>
                  <a:pt x="698733" y="55858"/>
                </a:cubicBezTo>
                <a:cubicBezTo>
                  <a:pt x="693896" y="55858"/>
                  <a:pt x="689738" y="56721"/>
                  <a:pt x="686260" y="58445"/>
                </a:cubicBezTo>
                <a:cubicBezTo>
                  <a:pt x="682781" y="60170"/>
                  <a:pt x="679915" y="62609"/>
                  <a:pt x="677662" y="65763"/>
                </a:cubicBezTo>
                <a:cubicBezTo>
                  <a:pt x="675409" y="68915"/>
                  <a:pt x="673736" y="72647"/>
                  <a:pt x="672643" y="76960"/>
                </a:cubicBezTo>
                <a:cubicBezTo>
                  <a:pt x="671550" y="81271"/>
                  <a:pt x="671003" y="85982"/>
                  <a:pt x="671003" y="91092"/>
                </a:cubicBezTo>
                <a:cubicBezTo>
                  <a:pt x="671003" y="96002"/>
                  <a:pt x="671450" y="100613"/>
                  <a:pt x="672345" y="104926"/>
                </a:cubicBezTo>
                <a:cubicBezTo>
                  <a:pt x="673239" y="109240"/>
                  <a:pt x="674730" y="113005"/>
                  <a:pt x="676817" y="116223"/>
                </a:cubicBezTo>
                <a:cubicBezTo>
                  <a:pt x="678905" y="119441"/>
                  <a:pt x="681704" y="121996"/>
                  <a:pt x="685216" y="123889"/>
                </a:cubicBezTo>
                <a:cubicBezTo>
                  <a:pt x="688728" y="125779"/>
                  <a:pt x="693101" y="126724"/>
                  <a:pt x="698336" y="126724"/>
                </a:cubicBezTo>
                <a:cubicBezTo>
                  <a:pt x="703107" y="126724"/>
                  <a:pt x="707248" y="125862"/>
                  <a:pt x="710760" y="124137"/>
                </a:cubicBezTo>
                <a:cubicBezTo>
                  <a:pt x="714272" y="122412"/>
                  <a:pt x="717154" y="119991"/>
                  <a:pt x="719407" y="116872"/>
                </a:cubicBezTo>
                <a:cubicBezTo>
                  <a:pt x="721660" y="113752"/>
                  <a:pt x="723316" y="110036"/>
                  <a:pt x="724376" y="105725"/>
                </a:cubicBezTo>
                <a:cubicBezTo>
                  <a:pt x="725437" y="101412"/>
                  <a:pt x="725967" y="96667"/>
                  <a:pt x="725967" y="91490"/>
                </a:cubicBezTo>
                <a:close/>
                <a:moveTo>
                  <a:pt x="844372" y="136067"/>
                </a:moveTo>
                <a:cubicBezTo>
                  <a:pt x="844372" y="136597"/>
                  <a:pt x="844239" y="137044"/>
                  <a:pt x="843974" y="137409"/>
                </a:cubicBezTo>
                <a:cubicBezTo>
                  <a:pt x="843709" y="137773"/>
                  <a:pt x="843278" y="138088"/>
                  <a:pt x="842682" y="138353"/>
                </a:cubicBezTo>
                <a:cubicBezTo>
                  <a:pt x="842086" y="138618"/>
                  <a:pt x="841257" y="138817"/>
                  <a:pt x="840197" y="138949"/>
                </a:cubicBezTo>
                <a:cubicBezTo>
                  <a:pt x="839137" y="139082"/>
                  <a:pt x="837812" y="139148"/>
                  <a:pt x="836222" y="139148"/>
                </a:cubicBezTo>
                <a:cubicBezTo>
                  <a:pt x="834565" y="139148"/>
                  <a:pt x="833207" y="139082"/>
                  <a:pt x="832146" y="138949"/>
                </a:cubicBezTo>
                <a:cubicBezTo>
                  <a:pt x="831086" y="138817"/>
                  <a:pt x="830258" y="138618"/>
                  <a:pt x="829662" y="138353"/>
                </a:cubicBezTo>
                <a:cubicBezTo>
                  <a:pt x="829065" y="138088"/>
                  <a:pt x="828635" y="137773"/>
                  <a:pt x="828370" y="137409"/>
                </a:cubicBezTo>
                <a:cubicBezTo>
                  <a:pt x="828105" y="137044"/>
                  <a:pt x="827972" y="136597"/>
                  <a:pt x="827972" y="136067"/>
                </a:cubicBezTo>
                <a:lnTo>
                  <a:pt x="827972" y="83688"/>
                </a:lnTo>
                <a:cubicBezTo>
                  <a:pt x="827972" y="78586"/>
                  <a:pt x="827574" y="74477"/>
                  <a:pt x="826779" y="71363"/>
                </a:cubicBezTo>
                <a:cubicBezTo>
                  <a:pt x="825984" y="68249"/>
                  <a:pt x="824825" y="65565"/>
                  <a:pt x="823301" y="63312"/>
                </a:cubicBezTo>
                <a:cubicBezTo>
                  <a:pt x="821777" y="61060"/>
                  <a:pt x="819805" y="59337"/>
                  <a:pt x="817387" y="58144"/>
                </a:cubicBezTo>
                <a:cubicBezTo>
                  <a:pt x="814968" y="56951"/>
                  <a:pt x="812169" y="56355"/>
                  <a:pt x="808988" y="56355"/>
                </a:cubicBezTo>
                <a:cubicBezTo>
                  <a:pt x="804880" y="56355"/>
                  <a:pt x="800772" y="57813"/>
                  <a:pt x="796664" y="60728"/>
                </a:cubicBezTo>
                <a:cubicBezTo>
                  <a:pt x="792555" y="63644"/>
                  <a:pt x="788248" y="67918"/>
                  <a:pt x="783743" y="73550"/>
                </a:cubicBezTo>
                <a:lnTo>
                  <a:pt x="783743" y="136067"/>
                </a:lnTo>
                <a:cubicBezTo>
                  <a:pt x="783743" y="136597"/>
                  <a:pt x="783610" y="137044"/>
                  <a:pt x="783345" y="137409"/>
                </a:cubicBezTo>
                <a:cubicBezTo>
                  <a:pt x="783080" y="137773"/>
                  <a:pt x="782649" y="138088"/>
                  <a:pt x="782053" y="138353"/>
                </a:cubicBezTo>
                <a:cubicBezTo>
                  <a:pt x="781457" y="138618"/>
                  <a:pt x="780628" y="138817"/>
                  <a:pt x="779568" y="138949"/>
                </a:cubicBezTo>
                <a:cubicBezTo>
                  <a:pt x="778508" y="139082"/>
                  <a:pt x="777150" y="139148"/>
                  <a:pt x="775493" y="139148"/>
                </a:cubicBezTo>
                <a:cubicBezTo>
                  <a:pt x="773903" y="139148"/>
                  <a:pt x="772578" y="139082"/>
                  <a:pt x="771518" y="138949"/>
                </a:cubicBezTo>
                <a:cubicBezTo>
                  <a:pt x="770457" y="138817"/>
                  <a:pt x="769613" y="138618"/>
                  <a:pt x="768983" y="138353"/>
                </a:cubicBezTo>
                <a:cubicBezTo>
                  <a:pt x="768354" y="138088"/>
                  <a:pt x="767923" y="137773"/>
                  <a:pt x="767691" y="137409"/>
                </a:cubicBezTo>
                <a:cubicBezTo>
                  <a:pt x="767459" y="137044"/>
                  <a:pt x="767343" y="136597"/>
                  <a:pt x="767343" y="136067"/>
                </a:cubicBezTo>
                <a:lnTo>
                  <a:pt x="767343" y="46615"/>
                </a:lnTo>
                <a:cubicBezTo>
                  <a:pt x="767343" y="46085"/>
                  <a:pt x="767443" y="45637"/>
                  <a:pt x="767641" y="45273"/>
                </a:cubicBezTo>
                <a:cubicBezTo>
                  <a:pt x="767840" y="44908"/>
                  <a:pt x="768238" y="44577"/>
                  <a:pt x="768834" y="44279"/>
                </a:cubicBezTo>
                <a:cubicBezTo>
                  <a:pt x="769430" y="43981"/>
                  <a:pt x="770192" y="43782"/>
                  <a:pt x="771120" y="43683"/>
                </a:cubicBezTo>
                <a:cubicBezTo>
                  <a:pt x="772048" y="43583"/>
                  <a:pt x="773273" y="43534"/>
                  <a:pt x="774798" y="43534"/>
                </a:cubicBezTo>
                <a:cubicBezTo>
                  <a:pt x="776255" y="43534"/>
                  <a:pt x="777465" y="43583"/>
                  <a:pt x="778425" y="43683"/>
                </a:cubicBezTo>
                <a:cubicBezTo>
                  <a:pt x="779386" y="43782"/>
                  <a:pt x="780132" y="43981"/>
                  <a:pt x="780662" y="44279"/>
                </a:cubicBezTo>
                <a:cubicBezTo>
                  <a:pt x="781192" y="44577"/>
                  <a:pt x="781573" y="44908"/>
                  <a:pt x="781805" y="45273"/>
                </a:cubicBezTo>
                <a:cubicBezTo>
                  <a:pt x="782037" y="45637"/>
                  <a:pt x="782152" y="46085"/>
                  <a:pt x="782152" y="46615"/>
                </a:cubicBezTo>
                <a:lnTo>
                  <a:pt x="782152" y="58442"/>
                </a:lnTo>
                <a:cubicBezTo>
                  <a:pt x="787188" y="52810"/>
                  <a:pt x="792208" y="48685"/>
                  <a:pt x="797210" y="46068"/>
                </a:cubicBezTo>
                <a:cubicBezTo>
                  <a:pt x="802213" y="43451"/>
                  <a:pt x="807265" y="42142"/>
                  <a:pt x="812368" y="42142"/>
                </a:cubicBezTo>
                <a:cubicBezTo>
                  <a:pt x="818331" y="42142"/>
                  <a:pt x="823350" y="43153"/>
                  <a:pt x="827425" y="45173"/>
                </a:cubicBezTo>
                <a:cubicBezTo>
                  <a:pt x="831500" y="47194"/>
                  <a:pt x="834797" y="49895"/>
                  <a:pt x="837315" y="53274"/>
                </a:cubicBezTo>
                <a:cubicBezTo>
                  <a:pt x="839833" y="56653"/>
                  <a:pt x="841638" y="60612"/>
                  <a:pt x="842732" y="65151"/>
                </a:cubicBezTo>
                <a:cubicBezTo>
                  <a:pt x="843825" y="69690"/>
                  <a:pt x="844372" y="75140"/>
                  <a:pt x="844372" y="81501"/>
                </a:cubicBezTo>
                <a:lnTo>
                  <a:pt x="844372" y="136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0BADB-B2CE-4EA8-B4B1-482C5F55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957" y="3621201"/>
            <a:ext cx="2176671" cy="496672"/>
          </a:xfrm>
          <a:custGeom xmlns:a="http://schemas.openxmlformats.org/drawingml/2006/main">
            <a:pathLst>
              <a:path w="2176671" h="496672">
                <a:moveTo>
                  <a:pt x="0" y="82779"/>
                </a:moveTo>
                <a:cubicBezTo>
                  <a:pt x="0" y="37092"/>
                  <a:pt x="37092" y="0"/>
                  <a:pt x="82779" y="0"/>
                </a:cubicBezTo>
                <a:lnTo>
                  <a:pt x="2093892" y="0"/>
                </a:lnTo>
                <a:cubicBezTo>
                  <a:pt x="2139579" y="0"/>
                  <a:pt x="2176671" y="37092"/>
                  <a:pt x="2176671" y="82779"/>
                </a:cubicBezTo>
                <a:lnTo>
                  <a:pt x="2176671" y="413893"/>
                </a:lnTo>
                <a:cubicBezTo>
                  <a:pt x="2176671" y="459580"/>
                  <a:pt x="2139579" y="496672"/>
                  <a:pt x="2093892" y="496672"/>
                </a:cubicBezTo>
                <a:lnTo>
                  <a:pt x="82779" y="496672"/>
                </a:lnTo>
                <a:cubicBezTo>
                  <a:pt x="37092" y="496672"/>
                  <a:pt x="0" y="459580"/>
                  <a:pt x="0" y="413893"/>
                </a:cubicBezTo>
                <a:lnTo>
                  <a:pt x="0" y="82779"/>
                </a:lnTo>
                <a:close/>
              </a:path>
            </a:pathLst>
          </a:custGeom>
          <a:solidFill xmlns:a="http://schemas.openxmlformats.org/drawingml/2006/main">
            <a:srgbClr val="ECD6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579E2-E4F9-4EF3-85F2-AFE9DD1B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957" y="3621201"/>
            <a:ext cx="2176671" cy="496672"/>
          </a:xfrm>
          <a:custGeom xmlns:a="http://schemas.openxmlformats.org/drawingml/2006/main">
            <a:pathLst>
              <a:path w="2176671" h="496672" fill="none">
                <a:moveTo>
                  <a:pt x="0" y="82779"/>
                </a:moveTo>
                <a:cubicBezTo>
                  <a:pt x="0" y="37092"/>
                  <a:pt x="37092" y="0"/>
                  <a:pt x="82779" y="0"/>
                </a:cubicBezTo>
                <a:lnTo>
                  <a:pt x="2093892" y="0"/>
                </a:lnTo>
                <a:cubicBezTo>
                  <a:pt x="2139579" y="0"/>
                  <a:pt x="2176671" y="37092"/>
                  <a:pt x="2176671" y="82779"/>
                </a:cubicBezTo>
                <a:lnTo>
                  <a:pt x="2176671" y="413893"/>
                </a:lnTo>
                <a:cubicBezTo>
                  <a:pt x="2176671" y="459580"/>
                  <a:pt x="2139579" y="496672"/>
                  <a:pt x="2093892" y="496672"/>
                </a:cubicBezTo>
                <a:lnTo>
                  <a:pt x="82779" y="496672"/>
                </a:lnTo>
                <a:cubicBezTo>
                  <a:pt x="37092" y="496672"/>
                  <a:pt x="0" y="459580"/>
                  <a:pt x="0" y="413893"/>
                </a:cubicBezTo>
                <a:lnTo>
                  <a:pt x="0" y="827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1E969-B608-4425-9AC6-A9971AF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167" y="5778873"/>
            <a:ext cx="2083036" cy="1974474"/>
          </a:xfrm>
          <a:custGeom xmlns:a="http://schemas.openxmlformats.org/drawingml/2006/main">
            <a:pathLst>
              <a:path w="2083036" h="1974474">
                <a:moveTo>
                  <a:pt x="0" y="329079"/>
                </a:moveTo>
                <a:cubicBezTo>
                  <a:pt x="0" y="147350"/>
                  <a:pt x="147350" y="0"/>
                  <a:pt x="329079" y="0"/>
                </a:cubicBezTo>
                <a:lnTo>
                  <a:pt x="1753957" y="0"/>
                </a:lnTo>
                <a:cubicBezTo>
                  <a:pt x="1935686" y="0"/>
                  <a:pt x="2083036" y="147350"/>
                  <a:pt x="2083036" y="329079"/>
                </a:cubicBezTo>
                <a:lnTo>
                  <a:pt x="2083036" y="1645395"/>
                </a:lnTo>
                <a:cubicBezTo>
                  <a:pt x="2083036" y="1827123"/>
                  <a:pt x="1935686" y="1974474"/>
                  <a:pt x="1753957" y="1974474"/>
                </a:cubicBezTo>
                <a:lnTo>
                  <a:pt x="329079" y="1974474"/>
                </a:lnTo>
                <a:cubicBezTo>
                  <a:pt x="147350" y="1974474"/>
                  <a:pt x="0" y="1827123"/>
                  <a:pt x="0" y="1645395"/>
                </a:cubicBezTo>
                <a:lnTo>
                  <a:pt x="0" y="329079"/>
                </a:lnTo>
                <a:close/>
              </a:path>
            </a:pathLst>
          </a:custGeom>
          <a:solidFill xmlns:a="http://schemas.openxmlformats.org/drawingml/2006/main">
            <a:srgbClr val="C6E3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05950-B8A9-48FA-84F6-832029B6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167" y="5778873"/>
            <a:ext cx="2083036" cy="1974474"/>
          </a:xfrm>
          <a:custGeom xmlns:a="http://schemas.openxmlformats.org/drawingml/2006/main">
            <a:pathLst>
              <a:path w="2083036" h="1974474" fill="none">
                <a:moveTo>
                  <a:pt x="0" y="329079"/>
                </a:moveTo>
                <a:cubicBezTo>
                  <a:pt x="0" y="147350"/>
                  <a:pt x="147350" y="0"/>
                  <a:pt x="329079" y="0"/>
                </a:cubicBezTo>
                <a:lnTo>
                  <a:pt x="1753957" y="0"/>
                </a:lnTo>
                <a:cubicBezTo>
                  <a:pt x="1935686" y="0"/>
                  <a:pt x="2083036" y="147350"/>
                  <a:pt x="2083036" y="329079"/>
                </a:cubicBezTo>
                <a:lnTo>
                  <a:pt x="2083036" y="1645395"/>
                </a:lnTo>
                <a:cubicBezTo>
                  <a:pt x="2083036" y="1827123"/>
                  <a:pt x="1935686" y="1974474"/>
                  <a:pt x="1753957" y="1974474"/>
                </a:cubicBezTo>
                <a:lnTo>
                  <a:pt x="329079" y="1974474"/>
                </a:lnTo>
                <a:cubicBezTo>
                  <a:pt x="147350" y="1974474"/>
                  <a:pt x="0" y="1827123"/>
                  <a:pt x="0" y="1645395"/>
                </a:cubicBezTo>
                <a:lnTo>
                  <a:pt x="0" y="3290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00000"/>
            </a:solidFill>
            <a:miter/>
          </a:ln>
        </p:spPr>
      </p:sp>
      <p:sp>
        <p:nvSpPr>
          <p:cNvPr id="58" name="Text JNIFunctionAnalysis">
            <a:extLst xmlns:a="http://schemas.openxmlformats.org/drawingml/2006/main">
              <a:ext uri="{FF2B5EF4-FFF2-40B4-BE49-F238E27FC236}">
                <a16:creationId xmlns:a16="http://schemas.microsoft.com/office/drawing/2014/main" id="{410456A1-ECD2-4434-A081-5886288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649" y="5906654"/>
            <a:ext cx="1910021" cy="194533"/>
          </a:xfrm>
          <a:custGeom xmlns:a="http://schemas.openxmlformats.org/drawingml/2006/main">
            <a:pathLst>
              <a:path w="1910021" h="194533">
                <a:moveTo>
                  <a:pt x="52783" y="118181"/>
                </a:moveTo>
                <a:cubicBezTo>
                  <a:pt x="52783" y="123861"/>
                  <a:pt x="52267" y="129062"/>
                  <a:pt x="51234" y="133783"/>
                </a:cubicBezTo>
                <a:cubicBezTo>
                  <a:pt x="50201" y="138504"/>
                  <a:pt x="48430" y="142525"/>
                  <a:pt x="45922" y="145845"/>
                </a:cubicBezTo>
                <a:cubicBezTo>
                  <a:pt x="43414" y="149164"/>
                  <a:pt x="40113" y="151728"/>
                  <a:pt x="36019" y="153535"/>
                </a:cubicBezTo>
                <a:cubicBezTo>
                  <a:pt x="31924" y="155343"/>
                  <a:pt x="26853" y="156246"/>
                  <a:pt x="20803" y="156246"/>
                </a:cubicBezTo>
                <a:cubicBezTo>
                  <a:pt x="18738" y="156246"/>
                  <a:pt x="16691" y="156080"/>
                  <a:pt x="14662" y="155748"/>
                </a:cubicBezTo>
                <a:cubicBezTo>
                  <a:pt x="12633" y="155416"/>
                  <a:pt x="10771" y="154974"/>
                  <a:pt x="9074" y="154420"/>
                </a:cubicBezTo>
                <a:cubicBezTo>
                  <a:pt x="7377" y="153867"/>
                  <a:pt x="5902" y="153277"/>
                  <a:pt x="4648" y="152650"/>
                </a:cubicBezTo>
                <a:cubicBezTo>
                  <a:pt x="3393" y="152023"/>
                  <a:pt x="2564" y="151488"/>
                  <a:pt x="2158" y="151045"/>
                </a:cubicBezTo>
                <a:cubicBezTo>
                  <a:pt x="1752" y="150603"/>
                  <a:pt x="1420" y="150160"/>
                  <a:pt x="1162" y="149718"/>
                </a:cubicBezTo>
                <a:cubicBezTo>
                  <a:pt x="904" y="149275"/>
                  <a:pt x="682" y="148740"/>
                  <a:pt x="498" y="148113"/>
                </a:cubicBezTo>
                <a:cubicBezTo>
                  <a:pt x="314" y="147486"/>
                  <a:pt x="184" y="146711"/>
                  <a:pt x="111" y="145789"/>
                </a:cubicBezTo>
                <a:cubicBezTo>
                  <a:pt x="37" y="144867"/>
                  <a:pt x="0" y="143742"/>
                  <a:pt x="0" y="142414"/>
                </a:cubicBezTo>
                <a:cubicBezTo>
                  <a:pt x="0" y="140791"/>
                  <a:pt x="55" y="139445"/>
                  <a:pt x="166" y="138375"/>
                </a:cubicBezTo>
                <a:cubicBezTo>
                  <a:pt x="277" y="137306"/>
                  <a:pt x="480" y="136457"/>
                  <a:pt x="775" y="135830"/>
                </a:cubicBezTo>
                <a:cubicBezTo>
                  <a:pt x="1070" y="135203"/>
                  <a:pt x="1420" y="134761"/>
                  <a:pt x="1826" y="134502"/>
                </a:cubicBezTo>
                <a:cubicBezTo>
                  <a:pt x="2232" y="134244"/>
                  <a:pt x="2730" y="134115"/>
                  <a:pt x="3320" y="134115"/>
                </a:cubicBezTo>
                <a:cubicBezTo>
                  <a:pt x="3910" y="134115"/>
                  <a:pt x="4666" y="134392"/>
                  <a:pt x="5588" y="134945"/>
                </a:cubicBezTo>
                <a:cubicBezTo>
                  <a:pt x="6510" y="135498"/>
                  <a:pt x="7617" y="136107"/>
                  <a:pt x="8908" y="136771"/>
                </a:cubicBezTo>
                <a:cubicBezTo>
                  <a:pt x="10199" y="137435"/>
                  <a:pt x="11693" y="138043"/>
                  <a:pt x="13389" y="138597"/>
                </a:cubicBezTo>
                <a:cubicBezTo>
                  <a:pt x="15086" y="139150"/>
                  <a:pt x="17078" y="139427"/>
                  <a:pt x="19365" y="139427"/>
                </a:cubicBezTo>
                <a:cubicBezTo>
                  <a:pt x="21873" y="139427"/>
                  <a:pt x="24012" y="139113"/>
                  <a:pt x="25783" y="138486"/>
                </a:cubicBezTo>
                <a:cubicBezTo>
                  <a:pt x="27553" y="137859"/>
                  <a:pt x="29029" y="136697"/>
                  <a:pt x="30209" y="135000"/>
                </a:cubicBezTo>
                <a:cubicBezTo>
                  <a:pt x="31389" y="133304"/>
                  <a:pt x="32275" y="130961"/>
                  <a:pt x="32865" y="127974"/>
                </a:cubicBezTo>
                <a:cubicBezTo>
                  <a:pt x="33455" y="124986"/>
                  <a:pt x="33750" y="121095"/>
                  <a:pt x="33750" y="116299"/>
                </a:cubicBezTo>
                <a:lnTo>
                  <a:pt x="33750" y="13832"/>
                </a:lnTo>
                <a:cubicBezTo>
                  <a:pt x="33750" y="13316"/>
                  <a:pt x="33898" y="12836"/>
                  <a:pt x="34193" y="12393"/>
                </a:cubicBezTo>
                <a:cubicBezTo>
                  <a:pt x="34488" y="11951"/>
                  <a:pt x="35004" y="11582"/>
                  <a:pt x="35742" y="11287"/>
                </a:cubicBezTo>
                <a:cubicBezTo>
                  <a:pt x="36480" y="10992"/>
                  <a:pt x="37457" y="10771"/>
                  <a:pt x="38674" y="10623"/>
                </a:cubicBezTo>
                <a:cubicBezTo>
                  <a:pt x="39891" y="10475"/>
                  <a:pt x="41422" y="10402"/>
                  <a:pt x="43266" y="10402"/>
                </a:cubicBezTo>
                <a:cubicBezTo>
                  <a:pt x="45037" y="10402"/>
                  <a:pt x="46549" y="10475"/>
                  <a:pt x="47803" y="10623"/>
                </a:cubicBezTo>
                <a:cubicBezTo>
                  <a:pt x="49057" y="10771"/>
                  <a:pt x="50035" y="10992"/>
                  <a:pt x="50736" y="11287"/>
                </a:cubicBezTo>
                <a:cubicBezTo>
                  <a:pt x="51437" y="11582"/>
                  <a:pt x="51953" y="11951"/>
                  <a:pt x="52285" y="12393"/>
                </a:cubicBezTo>
                <a:cubicBezTo>
                  <a:pt x="52617" y="12836"/>
                  <a:pt x="52783" y="13316"/>
                  <a:pt x="52783" y="13832"/>
                </a:cubicBezTo>
                <a:lnTo>
                  <a:pt x="52783" y="118181"/>
                </a:lnTo>
                <a:close/>
                <a:moveTo>
                  <a:pt x="198772" y="146495"/>
                </a:moveTo>
                <a:cubicBezTo>
                  <a:pt x="198772" y="147972"/>
                  <a:pt x="198533" y="149229"/>
                  <a:pt x="198053" y="150264"/>
                </a:cubicBezTo>
                <a:cubicBezTo>
                  <a:pt x="197573" y="151299"/>
                  <a:pt x="196946" y="152150"/>
                  <a:pt x="196172" y="152816"/>
                </a:cubicBezTo>
                <a:cubicBezTo>
                  <a:pt x="195397" y="153480"/>
                  <a:pt x="194530" y="153959"/>
                  <a:pt x="193571" y="154254"/>
                </a:cubicBezTo>
                <a:cubicBezTo>
                  <a:pt x="192612" y="154550"/>
                  <a:pt x="191653" y="154697"/>
                  <a:pt x="190694" y="154697"/>
                </a:cubicBezTo>
                <a:lnTo>
                  <a:pt x="184608" y="154697"/>
                </a:lnTo>
                <a:cubicBezTo>
                  <a:pt x="182690" y="154697"/>
                  <a:pt x="181012" y="154492"/>
                  <a:pt x="179573" y="154082"/>
                </a:cubicBezTo>
                <a:cubicBezTo>
                  <a:pt x="178135" y="153671"/>
                  <a:pt x="176770" y="152925"/>
                  <a:pt x="175479" y="151844"/>
                </a:cubicBezTo>
                <a:cubicBezTo>
                  <a:pt x="174188" y="150763"/>
                  <a:pt x="172897" y="149290"/>
                  <a:pt x="171606" y="147425"/>
                </a:cubicBezTo>
                <a:cubicBezTo>
                  <a:pt x="170315" y="145560"/>
                  <a:pt x="168895" y="143189"/>
                  <a:pt x="167346" y="140312"/>
                </a:cubicBezTo>
                <a:lnTo>
                  <a:pt x="122198" y="58869"/>
                </a:lnTo>
                <a:cubicBezTo>
                  <a:pt x="119838" y="54664"/>
                  <a:pt x="117459" y="50256"/>
                  <a:pt x="115061" y="45646"/>
                </a:cubicBezTo>
                <a:cubicBezTo>
                  <a:pt x="112663" y="41035"/>
                  <a:pt x="110432" y="36553"/>
                  <a:pt x="108366" y="32201"/>
                </a:cubicBezTo>
                <a:lnTo>
                  <a:pt x="108145" y="32201"/>
                </a:lnTo>
                <a:cubicBezTo>
                  <a:pt x="108293" y="37512"/>
                  <a:pt x="108403" y="42935"/>
                  <a:pt x="108477" y="48467"/>
                </a:cubicBezTo>
                <a:cubicBezTo>
                  <a:pt x="108551" y="54000"/>
                  <a:pt x="108588" y="59496"/>
                  <a:pt x="108588" y="64955"/>
                </a:cubicBezTo>
                <a:lnTo>
                  <a:pt x="108588" y="151377"/>
                </a:lnTo>
                <a:cubicBezTo>
                  <a:pt x="108588" y="151894"/>
                  <a:pt x="108440" y="152392"/>
                  <a:pt x="108145" y="152871"/>
                </a:cubicBezTo>
                <a:cubicBezTo>
                  <a:pt x="107850" y="153351"/>
                  <a:pt x="107352" y="153720"/>
                  <a:pt x="106651" y="153978"/>
                </a:cubicBezTo>
                <a:cubicBezTo>
                  <a:pt x="105950" y="154236"/>
                  <a:pt x="105028" y="154457"/>
                  <a:pt x="103885" y="154642"/>
                </a:cubicBezTo>
                <a:cubicBezTo>
                  <a:pt x="102741" y="154826"/>
                  <a:pt x="101284" y="154918"/>
                  <a:pt x="99514" y="154918"/>
                </a:cubicBezTo>
                <a:cubicBezTo>
                  <a:pt x="97743" y="154918"/>
                  <a:pt x="96286" y="154826"/>
                  <a:pt x="95143" y="154642"/>
                </a:cubicBezTo>
                <a:cubicBezTo>
                  <a:pt x="93999" y="154457"/>
                  <a:pt x="93096" y="154236"/>
                  <a:pt x="92432" y="153978"/>
                </a:cubicBezTo>
                <a:cubicBezTo>
                  <a:pt x="91768" y="153720"/>
                  <a:pt x="91288" y="153351"/>
                  <a:pt x="90993" y="152871"/>
                </a:cubicBezTo>
                <a:cubicBezTo>
                  <a:pt x="90698" y="152392"/>
                  <a:pt x="90551" y="151894"/>
                  <a:pt x="90551" y="151377"/>
                </a:cubicBezTo>
                <a:lnTo>
                  <a:pt x="90551" y="19254"/>
                </a:lnTo>
                <a:cubicBezTo>
                  <a:pt x="90551" y="16303"/>
                  <a:pt x="91362" y="14201"/>
                  <a:pt x="92985" y="12947"/>
                </a:cubicBezTo>
                <a:cubicBezTo>
                  <a:pt x="94608" y="11693"/>
                  <a:pt x="96379" y="11066"/>
                  <a:pt x="98297" y="11066"/>
                </a:cubicBezTo>
                <a:lnTo>
                  <a:pt x="107370" y="11066"/>
                </a:lnTo>
                <a:cubicBezTo>
                  <a:pt x="109510" y="11066"/>
                  <a:pt x="111299" y="11250"/>
                  <a:pt x="112737" y="11619"/>
                </a:cubicBezTo>
                <a:cubicBezTo>
                  <a:pt x="114176" y="11988"/>
                  <a:pt x="115467" y="12596"/>
                  <a:pt x="116610" y="13445"/>
                </a:cubicBezTo>
                <a:cubicBezTo>
                  <a:pt x="117754" y="14293"/>
                  <a:pt x="118860" y="15473"/>
                  <a:pt x="119930" y="16986"/>
                </a:cubicBezTo>
                <a:cubicBezTo>
                  <a:pt x="121000" y="18498"/>
                  <a:pt x="122161" y="20398"/>
                  <a:pt x="123416" y="22684"/>
                </a:cubicBezTo>
                <a:lnTo>
                  <a:pt x="158162" y="85537"/>
                </a:lnTo>
                <a:cubicBezTo>
                  <a:pt x="160301" y="89373"/>
                  <a:pt x="162366" y="93117"/>
                  <a:pt x="164358" y="96769"/>
                </a:cubicBezTo>
                <a:cubicBezTo>
                  <a:pt x="166350" y="100420"/>
                  <a:pt x="168268" y="104017"/>
                  <a:pt x="170112" y="107558"/>
                </a:cubicBezTo>
                <a:cubicBezTo>
                  <a:pt x="171957" y="111099"/>
                  <a:pt x="173782" y="114584"/>
                  <a:pt x="175590" y="118015"/>
                </a:cubicBezTo>
                <a:cubicBezTo>
                  <a:pt x="177397" y="121445"/>
                  <a:pt x="179186" y="124894"/>
                  <a:pt x="180957" y="128361"/>
                </a:cubicBezTo>
                <a:lnTo>
                  <a:pt x="181067" y="128361"/>
                </a:lnTo>
                <a:cubicBezTo>
                  <a:pt x="180920" y="122528"/>
                  <a:pt x="180828" y="116455"/>
                  <a:pt x="180791" y="110141"/>
                </a:cubicBezTo>
                <a:cubicBezTo>
                  <a:pt x="180754" y="103826"/>
                  <a:pt x="180735" y="97753"/>
                  <a:pt x="180735" y="91921"/>
                </a:cubicBezTo>
                <a:lnTo>
                  <a:pt x="180735" y="14167"/>
                </a:lnTo>
                <a:cubicBezTo>
                  <a:pt x="180735" y="13651"/>
                  <a:pt x="180883" y="13172"/>
                  <a:pt x="181178" y="12729"/>
                </a:cubicBezTo>
                <a:cubicBezTo>
                  <a:pt x="181473" y="12284"/>
                  <a:pt x="181971" y="11896"/>
                  <a:pt x="182672" y="11564"/>
                </a:cubicBezTo>
                <a:cubicBezTo>
                  <a:pt x="183373" y="11232"/>
                  <a:pt x="184295" y="10992"/>
                  <a:pt x="185438" y="10844"/>
                </a:cubicBezTo>
                <a:cubicBezTo>
                  <a:pt x="186582" y="10697"/>
                  <a:pt x="188076" y="10623"/>
                  <a:pt x="189920" y="10623"/>
                </a:cubicBezTo>
                <a:cubicBezTo>
                  <a:pt x="191543" y="10623"/>
                  <a:pt x="192944" y="10697"/>
                  <a:pt x="194125" y="10844"/>
                </a:cubicBezTo>
                <a:cubicBezTo>
                  <a:pt x="195305" y="10992"/>
                  <a:pt x="196227" y="11233"/>
                  <a:pt x="196891" y="11567"/>
                </a:cubicBezTo>
                <a:cubicBezTo>
                  <a:pt x="197555" y="11899"/>
                  <a:pt x="198035" y="12286"/>
                  <a:pt x="198330" y="12729"/>
                </a:cubicBezTo>
                <a:cubicBezTo>
                  <a:pt x="198625" y="13172"/>
                  <a:pt x="198772" y="13652"/>
                  <a:pt x="198772" y="14171"/>
                </a:cubicBezTo>
                <a:lnTo>
                  <a:pt x="198772" y="146495"/>
                </a:lnTo>
                <a:close/>
                <a:moveTo>
                  <a:pt x="255983" y="151377"/>
                </a:moveTo>
                <a:cubicBezTo>
                  <a:pt x="255983" y="151968"/>
                  <a:pt x="255835" y="152484"/>
                  <a:pt x="255540" y="152927"/>
                </a:cubicBezTo>
                <a:cubicBezTo>
                  <a:pt x="255245" y="153369"/>
                  <a:pt x="254729" y="153720"/>
                  <a:pt x="253991" y="153978"/>
                </a:cubicBezTo>
                <a:cubicBezTo>
                  <a:pt x="253253" y="154236"/>
                  <a:pt x="252276" y="154457"/>
                  <a:pt x="251059" y="154642"/>
                </a:cubicBezTo>
                <a:cubicBezTo>
                  <a:pt x="249842" y="154826"/>
                  <a:pt x="248311" y="154918"/>
                  <a:pt x="246467" y="154918"/>
                </a:cubicBezTo>
                <a:cubicBezTo>
                  <a:pt x="244696" y="154918"/>
                  <a:pt x="243184" y="154826"/>
                  <a:pt x="241930" y="154642"/>
                </a:cubicBezTo>
                <a:cubicBezTo>
                  <a:pt x="240676" y="154457"/>
                  <a:pt x="239680" y="154236"/>
                  <a:pt x="238942" y="153978"/>
                </a:cubicBezTo>
                <a:cubicBezTo>
                  <a:pt x="238204" y="153720"/>
                  <a:pt x="237688" y="153369"/>
                  <a:pt x="237393" y="152927"/>
                </a:cubicBezTo>
                <a:cubicBezTo>
                  <a:pt x="237098" y="152484"/>
                  <a:pt x="236950" y="151968"/>
                  <a:pt x="236950" y="151377"/>
                </a:cubicBezTo>
                <a:lnTo>
                  <a:pt x="236950" y="13943"/>
                </a:lnTo>
                <a:cubicBezTo>
                  <a:pt x="236950" y="13352"/>
                  <a:pt x="237116" y="12836"/>
                  <a:pt x="237448" y="12393"/>
                </a:cubicBezTo>
                <a:cubicBezTo>
                  <a:pt x="237780" y="11951"/>
                  <a:pt x="238333" y="11600"/>
                  <a:pt x="239108" y="11342"/>
                </a:cubicBezTo>
                <a:cubicBezTo>
                  <a:pt x="239883" y="11084"/>
                  <a:pt x="240878" y="10863"/>
                  <a:pt x="242096" y="10678"/>
                </a:cubicBezTo>
                <a:cubicBezTo>
                  <a:pt x="243313" y="10494"/>
                  <a:pt x="244770" y="10402"/>
                  <a:pt x="246467" y="10402"/>
                </a:cubicBezTo>
                <a:cubicBezTo>
                  <a:pt x="248311" y="10402"/>
                  <a:pt x="249842" y="10494"/>
                  <a:pt x="251059" y="10678"/>
                </a:cubicBezTo>
                <a:cubicBezTo>
                  <a:pt x="252276" y="10863"/>
                  <a:pt x="253253" y="11084"/>
                  <a:pt x="253991" y="11342"/>
                </a:cubicBezTo>
                <a:cubicBezTo>
                  <a:pt x="254729" y="11600"/>
                  <a:pt x="255245" y="11951"/>
                  <a:pt x="255540" y="12393"/>
                </a:cubicBezTo>
                <a:cubicBezTo>
                  <a:pt x="255835" y="12836"/>
                  <a:pt x="255983" y="13352"/>
                  <a:pt x="255983" y="13943"/>
                </a:cubicBezTo>
                <a:lnTo>
                  <a:pt x="255983" y="151377"/>
                </a:lnTo>
                <a:close/>
                <a:moveTo>
                  <a:pt x="419163" y="19254"/>
                </a:moveTo>
                <a:cubicBezTo>
                  <a:pt x="419163" y="20656"/>
                  <a:pt x="419089" y="21873"/>
                  <a:pt x="418941" y="22906"/>
                </a:cubicBezTo>
                <a:cubicBezTo>
                  <a:pt x="418794" y="23939"/>
                  <a:pt x="418536" y="24769"/>
                  <a:pt x="418167" y="25396"/>
                </a:cubicBezTo>
                <a:cubicBezTo>
                  <a:pt x="417798" y="26023"/>
                  <a:pt x="417374" y="26484"/>
                  <a:pt x="416894" y="26779"/>
                </a:cubicBezTo>
                <a:cubicBezTo>
                  <a:pt x="416415" y="27074"/>
                  <a:pt x="415917" y="27221"/>
                  <a:pt x="415400" y="27221"/>
                </a:cubicBezTo>
                <a:lnTo>
                  <a:pt x="362949" y="27221"/>
                </a:lnTo>
                <a:lnTo>
                  <a:pt x="362949" y="75799"/>
                </a:lnTo>
                <a:lnTo>
                  <a:pt x="412523" y="75799"/>
                </a:lnTo>
                <a:cubicBezTo>
                  <a:pt x="413040" y="75799"/>
                  <a:pt x="413538" y="75928"/>
                  <a:pt x="414017" y="76187"/>
                </a:cubicBezTo>
                <a:cubicBezTo>
                  <a:pt x="414497" y="76445"/>
                  <a:pt x="414921" y="76869"/>
                  <a:pt x="415290" y="77459"/>
                </a:cubicBezTo>
                <a:cubicBezTo>
                  <a:pt x="415659" y="78049"/>
                  <a:pt x="415917" y="78842"/>
                  <a:pt x="416064" y="79838"/>
                </a:cubicBezTo>
                <a:cubicBezTo>
                  <a:pt x="416212" y="80834"/>
                  <a:pt x="416286" y="82107"/>
                  <a:pt x="416286" y="83656"/>
                </a:cubicBezTo>
                <a:cubicBezTo>
                  <a:pt x="416286" y="85058"/>
                  <a:pt x="416212" y="86256"/>
                  <a:pt x="416064" y="87252"/>
                </a:cubicBezTo>
                <a:cubicBezTo>
                  <a:pt x="415917" y="88248"/>
                  <a:pt x="415659" y="89060"/>
                  <a:pt x="415290" y="89687"/>
                </a:cubicBezTo>
                <a:cubicBezTo>
                  <a:pt x="414921" y="90314"/>
                  <a:pt x="414497" y="90793"/>
                  <a:pt x="414017" y="91125"/>
                </a:cubicBezTo>
                <a:cubicBezTo>
                  <a:pt x="413538" y="91457"/>
                  <a:pt x="413040" y="91623"/>
                  <a:pt x="412523" y="91623"/>
                </a:cubicBezTo>
                <a:lnTo>
                  <a:pt x="362949" y="91623"/>
                </a:lnTo>
                <a:lnTo>
                  <a:pt x="362949" y="151370"/>
                </a:lnTo>
                <a:cubicBezTo>
                  <a:pt x="362949" y="151889"/>
                  <a:pt x="362802" y="152388"/>
                  <a:pt x="362507" y="152868"/>
                </a:cubicBezTo>
                <a:cubicBezTo>
                  <a:pt x="362212" y="153347"/>
                  <a:pt x="361695" y="153717"/>
                  <a:pt x="360958" y="153978"/>
                </a:cubicBezTo>
                <a:cubicBezTo>
                  <a:pt x="360220" y="154236"/>
                  <a:pt x="359261" y="154457"/>
                  <a:pt x="358081" y="154642"/>
                </a:cubicBezTo>
                <a:cubicBezTo>
                  <a:pt x="356900" y="154826"/>
                  <a:pt x="355351" y="154918"/>
                  <a:pt x="353433" y="154918"/>
                </a:cubicBezTo>
                <a:cubicBezTo>
                  <a:pt x="351663" y="154918"/>
                  <a:pt x="350150" y="154826"/>
                  <a:pt x="348896" y="154642"/>
                </a:cubicBezTo>
                <a:cubicBezTo>
                  <a:pt x="347642" y="154457"/>
                  <a:pt x="346646" y="154236"/>
                  <a:pt x="345908" y="153978"/>
                </a:cubicBezTo>
                <a:cubicBezTo>
                  <a:pt x="345171" y="153720"/>
                  <a:pt x="344654" y="153351"/>
                  <a:pt x="344359" y="152871"/>
                </a:cubicBezTo>
                <a:cubicBezTo>
                  <a:pt x="344064" y="152392"/>
                  <a:pt x="343917" y="151894"/>
                  <a:pt x="343917" y="151377"/>
                </a:cubicBezTo>
                <a:lnTo>
                  <a:pt x="343917" y="18812"/>
                </a:lnTo>
                <a:cubicBezTo>
                  <a:pt x="343917" y="15934"/>
                  <a:pt x="344673" y="13924"/>
                  <a:pt x="346185" y="12781"/>
                </a:cubicBezTo>
                <a:cubicBezTo>
                  <a:pt x="347697" y="11637"/>
                  <a:pt x="349302" y="11066"/>
                  <a:pt x="350999" y="11066"/>
                </a:cubicBezTo>
                <a:lnTo>
                  <a:pt x="415400" y="11066"/>
                </a:lnTo>
                <a:cubicBezTo>
                  <a:pt x="415917" y="11066"/>
                  <a:pt x="416415" y="11213"/>
                  <a:pt x="416894" y="11508"/>
                </a:cubicBezTo>
                <a:cubicBezTo>
                  <a:pt x="417374" y="11803"/>
                  <a:pt x="417798" y="12283"/>
                  <a:pt x="418167" y="12947"/>
                </a:cubicBezTo>
                <a:cubicBezTo>
                  <a:pt x="418536" y="13611"/>
                  <a:pt x="418794" y="14477"/>
                  <a:pt x="418941" y="15547"/>
                </a:cubicBezTo>
                <a:cubicBezTo>
                  <a:pt x="419089" y="16617"/>
                  <a:pt x="419163" y="17853"/>
                  <a:pt x="419163" y="19254"/>
                </a:cubicBezTo>
                <a:close/>
                <a:moveTo>
                  <a:pt x="531150" y="151488"/>
                </a:moveTo>
                <a:cubicBezTo>
                  <a:pt x="531150" y="152078"/>
                  <a:pt x="531021" y="152576"/>
                  <a:pt x="530763" y="152982"/>
                </a:cubicBezTo>
                <a:cubicBezTo>
                  <a:pt x="530505" y="153388"/>
                  <a:pt x="530044" y="153738"/>
                  <a:pt x="529380" y="154033"/>
                </a:cubicBezTo>
                <a:cubicBezTo>
                  <a:pt x="528716" y="154328"/>
                  <a:pt x="527849" y="154550"/>
                  <a:pt x="526779" y="154697"/>
                </a:cubicBezTo>
                <a:cubicBezTo>
                  <a:pt x="525710" y="154845"/>
                  <a:pt x="524400" y="154918"/>
                  <a:pt x="522851" y="154918"/>
                </a:cubicBezTo>
                <a:cubicBezTo>
                  <a:pt x="521154" y="154918"/>
                  <a:pt x="519771" y="154845"/>
                  <a:pt x="518702" y="154697"/>
                </a:cubicBezTo>
                <a:cubicBezTo>
                  <a:pt x="517632" y="154550"/>
                  <a:pt x="516784" y="154328"/>
                  <a:pt x="516157" y="154033"/>
                </a:cubicBezTo>
                <a:cubicBezTo>
                  <a:pt x="515529" y="153738"/>
                  <a:pt x="515105" y="153388"/>
                  <a:pt x="514884" y="152982"/>
                </a:cubicBezTo>
                <a:cubicBezTo>
                  <a:pt x="514663" y="152576"/>
                  <a:pt x="514552" y="152078"/>
                  <a:pt x="514552" y="151488"/>
                </a:cubicBezTo>
                <a:lnTo>
                  <a:pt x="514552" y="138320"/>
                </a:lnTo>
                <a:cubicBezTo>
                  <a:pt x="508872" y="144630"/>
                  <a:pt x="503265" y="149232"/>
                  <a:pt x="497732" y="152128"/>
                </a:cubicBezTo>
                <a:cubicBezTo>
                  <a:pt x="492199" y="155021"/>
                  <a:pt x="486593" y="156468"/>
                  <a:pt x="480913" y="156468"/>
                </a:cubicBezTo>
                <a:cubicBezTo>
                  <a:pt x="474273" y="156468"/>
                  <a:pt x="468685" y="155360"/>
                  <a:pt x="464148" y="153144"/>
                </a:cubicBezTo>
                <a:cubicBezTo>
                  <a:pt x="459611" y="150929"/>
                  <a:pt x="455941" y="147921"/>
                  <a:pt x="453138" y="144119"/>
                </a:cubicBezTo>
                <a:cubicBezTo>
                  <a:pt x="450335" y="140315"/>
                  <a:pt x="448324" y="135884"/>
                  <a:pt x="447107" y="130827"/>
                </a:cubicBezTo>
                <a:cubicBezTo>
                  <a:pt x="445890" y="125766"/>
                  <a:pt x="445281" y="119618"/>
                  <a:pt x="445281" y="112382"/>
                </a:cubicBezTo>
                <a:lnTo>
                  <a:pt x="445281" y="51901"/>
                </a:lnTo>
                <a:cubicBezTo>
                  <a:pt x="445281" y="51311"/>
                  <a:pt x="445410" y="50813"/>
                  <a:pt x="445669" y="50407"/>
                </a:cubicBezTo>
                <a:cubicBezTo>
                  <a:pt x="445927" y="49999"/>
                  <a:pt x="446425" y="49629"/>
                  <a:pt x="447162" y="49297"/>
                </a:cubicBezTo>
                <a:cubicBezTo>
                  <a:pt x="447900" y="48965"/>
                  <a:pt x="448859" y="48744"/>
                  <a:pt x="450040" y="48633"/>
                </a:cubicBezTo>
                <a:cubicBezTo>
                  <a:pt x="451220" y="48523"/>
                  <a:pt x="452695" y="48467"/>
                  <a:pt x="454466" y="48467"/>
                </a:cubicBezTo>
                <a:cubicBezTo>
                  <a:pt x="456236" y="48467"/>
                  <a:pt x="457712" y="48523"/>
                  <a:pt x="458892" y="48633"/>
                </a:cubicBezTo>
                <a:cubicBezTo>
                  <a:pt x="460072" y="48744"/>
                  <a:pt x="461013" y="48965"/>
                  <a:pt x="461714" y="49297"/>
                </a:cubicBezTo>
                <a:cubicBezTo>
                  <a:pt x="462415" y="49629"/>
                  <a:pt x="462913" y="49999"/>
                  <a:pt x="463208" y="50407"/>
                </a:cubicBezTo>
                <a:cubicBezTo>
                  <a:pt x="463503" y="50813"/>
                  <a:pt x="463650" y="51311"/>
                  <a:pt x="463650" y="51901"/>
                </a:cubicBezTo>
                <a:lnTo>
                  <a:pt x="463650" y="109954"/>
                </a:lnTo>
                <a:cubicBezTo>
                  <a:pt x="463650" y="115789"/>
                  <a:pt x="464074" y="120461"/>
                  <a:pt x="464923" y="123969"/>
                </a:cubicBezTo>
                <a:cubicBezTo>
                  <a:pt x="465771" y="127478"/>
                  <a:pt x="467062" y="130470"/>
                  <a:pt x="468796" y="132946"/>
                </a:cubicBezTo>
                <a:cubicBezTo>
                  <a:pt x="470529" y="135420"/>
                  <a:pt x="472724" y="137340"/>
                  <a:pt x="475380" y="138707"/>
                </a:cubicBezTo>
                <a:cubicBezTo>
                  <a:pt x="478036" y="140072"/>
                  <a:pt x="481134" y="140754"/>
                  <a:pt x="484675" y="140754"/>
                </a:cubicBezTo>
                <a:cubicBezTo>
                  <a:pt x="489249" y="140754"/>
                  <a:pt x="493804" y="139122"/>
                  <a:pt x="498341" y="135858"/>
                </a:cubicBezTo>
                <a:cubicBezTo>
                  <a:pt x="502878" y="132594"/>
                  <a:pt x="507691" y="127808"/>
                  <a:pt x="512781" y="121500"/>
                </a:cubicBezTo>
                <a:lnTo>
                  <a:pt x="512781" y="51898"/>
                </a:lnTo>
                <a:cubicBezTo>
                  <a:pt x="512781" y="51308"/>
                  <a:pt x="512911" y="50810"/>
                  <a:pt x="513169" y="50404"/>
                </a:cubicBezTo>
                <a:cubicBezTo>
                  <a:pt x="513427" y="49998"/>
                  <a:pt x="513925" y="49629"/>
                  <a:pt x="514663" y="49297"/>
                </a:cubicBezTo>
                <a:cubicBezTo>
                  <a:pt x="515400" y="48965"/>
                  <a:pt x="516341" y="48744"/>
                  <a:pt x="517484" y="48633"/>
                </a:cubicBezTo>
                <a:cubicBezTo>
                  <a:pt x="518628" y="48523"/>
                  <a:pt x="520122" y="48467"/>
                  <a:pt x="521966" y="48467"/>
                </a:cubicBezTo>
                <a:cubicBezTo>
                  <a:pt x="523736" y="48467"/>
                  <a:pt x="525212" y="48523"/>
                  <a:pt x="526392" y="48633"/>
                </a:cubicBezTo>
                <a:cubicBezTo>
                  <a:pt x="527573" y="48744"/>
                  <a:pt x="528495" y="48965"/>
                  <a:pt x="529159" y="49297"/>
                </a:cubicBezTo>
                <a:cubicBezTo>
                  <a:pt x="529823" y="49629"/>
                  <a:pt x="530320" y="49998"/>
                  <a:pt x="530652" y="50404"/>
                </a:cubicBezTo>
                <a:cubicBezTo>
                  <a:pt x="530984" y="50810"/>
                  <a:pt x="531150" y="51308"/>
                  <a:pt x="531150" y="51898"/>
                </a:cubicBezTo>
                <a:lnTo>
                  <a:pt x="531150" y="151488"/>
                </a:lnTo>
                <a:close/>
                <a:moveTo>
                  <a:pt x="651250" y="151488"/>
                </a:moveTo>
                <a:cubicBezTo>
                  <a:pt x="651250" y="152078"/>
                  <a:pt x="651102" y="152576"/>
                  <a:pt x="650807" y="152982"/>
                </a:cubicBezTo>
                <a:cubicBezTo>
                  <a:pt x="650512" y="153388"/>
                  <a:pt x="650033" y="153738"/>
                  <a:pt x="649369" y="154033"/>
                </a:cubicBezTo>
                <a:cubicBezTo>
                  <a:pt x="648705" y="154328"/>
                  <a:pt x="647783" y="154550"/>
                  <a:pt x="646602" y="154697"/>
                </a:cubicBezTo>
                <a:cubicBezTo>
                  <a:pt x="645422" y="154845"/>
                  <a:pt x="643947" y="154918"/>
                  <a:pt x="642176" y="154918"/>
                </a:cubicBezTo>
                <a:cubicBezTo>
                  <a:pt x="640332" y="154918"/>
                  <a:pt x="638820" y="154845"/>
                  <a:pt x="637639" y="154697"/>
                </a:cubicBezTo>
                <a:cubicBezTo>
                  <a:pt x="636459" y="154550"/>
                  <a:pt x="635537" y="154328"/>
                  <a:pt x="634873" y="154033"/>
                </a:cubicBezTo>
                <a:cubicBezTo>
                  <a:pt x="634209" y="153738"/>
                  <a:pt x="633729" y="153388"/>
                  <a:pt x="633434" y="152982"/>
                </a:cubicBezTo>
                <a:cubicBezTo>
                  <a:pt x="633139" y="152576"/>
                  <a:pt x="632992" y="152078"/>
                  <a:pt x="632992" y="151488"/>
                </a:cubicBezTo>
                <a:lnTo>
                  <a:pt x="632992" y="93172"/>
                </a:lnTo>
                <a:cubicBezTo>
                  <a:pt x="632992" y="87492"/>
                  <a:pt x="632549" y="82918"/>
                  <a:pt x="631664" y="79451"/>
                </a:cubicBezTo>
                <a:cubicBezTo>
                  <a:pt x="630779" y="75984"/>
                  <a:pt x="629488" y="72996"/>
                  <a:pt x="627791" y="70488"/>
                </a:cubicBezTo>
                <a:cubicBezTo>
                  <a:pt x="626094" y="67980"/>
                  <a:pt x="623899" y="66062"/>
                  <a:pt x="621207" y="64734"/>
                </a:cubicBezTo>
                <a:cubicBezTo>
                  <a:pt x="618514" y="63406"/>
                  <a:pt x="615397" y="62742"/>
                  <a:pt x="611856" y="62742"/>
                </a:cubicBezTo>
                <a:cubicBezTo>
                  <a:pt x="607283" y="62742"/>
                  <a:pt x="602709" y="64365"/>
                  <a:pt x="598135" y="67611"/>
                </a:cubicBezTo>
                <a:cubicBezTo>
                  <a:pt x="593561" y="70857"/>
                  <a:pt x="588766" y="75615"/>
                  <a:pt x="583750" y="81885"/>
                </a:cubicBezTo>
                <a:lnTo>
                  <a:pt x="583750" y="151488"/>
                </a:lnTo>
                <a:cubicBezTo>
                  <a:pt x="583750" y="152078"/>
                  <a:pt x="583602" y="152576"/>
                  <a:pt x="583307" y="152982"/>
                </a:cubicBezTo>
                <a:cubicBezTo>
                  <a:pt x="583012" y="153388"/>
                  <a:pt x="582533" y="153738"/>
                  <a:pt x="581869" y="154033"/>
                </a:cubicBezTo>
                <a:cubicBezTo>
                  <a:pt x="581205" y="154328"/>
                  <a:pt x="580283" y="154550"/>
                  <a:pt x="579102" y="154697"/>
                </a:cubicBezTo>
                <a:cubicBezTo>
                  <a:pt x="577922" y="154845"/>
                  <a:pt x="576410" y="154918"/>
                  <a:pt x="574565" y="154918"/>
                </a:cubicBezTo>
                <a:cubicBezTo>
                  <a:pt x="572795" y="154918"/>
                  <a:pt x="571319" y="154845"/>
                  <a:pt x="570139" y="154697"/>
                </a:cubicBezTo>
                <a:cubicBezTo>
                  <a:pt x="568959" y="154550"/>
                  <a:pt x="568018" y="154328"/>
                  <a:pt x="567317" y="154033"/>
                </a:cubicBezTo>
                <a:cubicBezTo>
                  <a:pt x="566617" y="153738"/>
                  <a:pt x="566137" y="153388"/>
                  <a:pt x="565879" y="152982"/>
                </a:cubicBezTo>
                <a:cubicBezTo>
                  <a:pt x="565621" y="152576"/>
                  <a:pt x="565492" y="152078"/>
                  <a:pt x="565492" y="151488"/>
                </a:cubicBezTo>
                <a:lnTo>
                  <a:pt x="565492" y="51898"/>
                </a:lnTo>
                <a:cubicBezTo>
                  <a:pt x="565492" y="51308"/>
                  <a:pt x="565602" y="50810"/>
                  <a:pt x="565824" y="50404"/>
                </a:cubicBezTo>
                <a:cubicBezTo>
                  <a:pt x="566045" y="49998"/>
                  <a:pt x="566487" y="49629"/>
                  <a:pt x="567151" y="49297"/>
                </a:cubicBezTo>
                <a:cubicBezTo>
                  <a:pt x="567815" y="48965"/>
                  <a:pt x="568664" y="48744"/>
                  <a:pt x="569697" y="48633"/>
                </a:cubicBezTo>
                <a:cubicBezTo>
                  <a:pt x="570729" y="48523"/>
                  <a:pt x="572094" y="48467"/>
                  <a:pt x="573791" y="48467"/>
                </a:cubicBezTo>
                <a:cubicBezTo>
                  <a:pt x="575414" y="48467"/>
                  <a:pt x="576760" y="48523"/>
                  <a:pt x="577830" y="48633"/>
                </a:cubicBezTo>
                <a:cubicBezTo>
                  <a:pt x="578899" y="48744"/>
                  <a:pt x="579729" y="48965"/>
                  <a:pt x="580319" y="49297"/>
                </a:cubicBezTo>
                <a:cubicBezTo>
                  <a:pt x="580910" y="49629"/>
                  <a:pt x="581334" y="49998"/>
                  <a:pt x="581592" y="50404"/>
                </a:cubicBezTo>
                <a:cubicBezTo>
                  <a:pt x="581850" y="50810"/>
                  <a:pt x="581979" y="51308"/>
                  <a:pt x="581979" y="51898"/>
                </a:cubicBezTo>
                <a:lnTo>
                  <a:pt x="581979" y="65066"/>
                </a:lnTo>
                <a:cubicBezTo>
                  <a:pt x="587586" y="58795"/>
                  <a:pt x="593174" y="54203"/>
                  <a:pt x="598744" y="51289"/>
                </a:cubicBezTo>
                <a:cubicBezTo>
                  <a:pt x="604313" y="48375"/>
                  <a:pt x="609938" y="46918"/>
                  <a:pt x="615619" y="46918"/>
                </a:cubicBezTo>
                <a:cubicBezTo>
                  <a:pt x="622258" y="46918"/>
                  <a:pt x="627846" y="48043"/>
                  <a:pt x="632383" y="50293"/>
                </a:cubicBezTo>
                <a:cubicBezTo>
                  <a:pt x="636920" y="52543"/>
                  <a:pt x="640590" y="55549"/>
                  <a:pt x="643393" y="59312"/>
                </a:cubicBezTo>
                <a:cubicBezTo>
                  <a:pt x="646197" y="63074"/>
                  <a:pt x="648207" y="67482"/>
                  <a:pt x="649424" y="72535"/>
                </a:cubicBezTo>
                <a:cubicBezTo>
                  <a:pt x="650641" y="77588"/>
                  <a:pt x="651250" y="83656"/>
                  <a:pt x="651250" y="90738"/>
                </a:cubicBezTo>
                <a:lnTo>
                  <a:pt x="651250" y="151488"/>
                </a:lnTo>
                <a:close/>
                <a:moveTo>
                  <a:pt x="756063" y="136439"/>
                </a:moveTo>
                <a:cubicBezTo>
                  <a:pt x="756063" y="137693"/>
                  <a:pt x="756026" y="138781"/>
                  <a:pt x="755953" y="139703"/>
                </a:cubicBezTo>
                <a:cubicBezTo>
                  <a:pt x="755879" y="140625"/>
                  <a:pt x="755750" y="141400"/>
                  <a:pt x="755565" y="142027"/>
                </a:cubicBezTo>
                <a:cubicBezTo>
                  <a:pt x="755381" y="142654"/>
                  <a:pt x="755159" y="143207"/>
                  <a:pt x="754901" y="143687"/>
                </a:cubicBezTo>
                <a:cubicBezTo>
                  <a:pt x="754643" y="144166"/>
                  <a:pt x="754053" y="144867"/>
                  <a:pt x="753131" y="145789"/>
                </a:cubicBezTo>
                <a:cubicBezTo>
                  <a:pt x="752209" y="146711"/>
                  <a:pt x="750641" y="147855"/>
                  <a:pt x="748428" y="149220"/>
                </a:cubicBezTo>
                <a:cubicBezTo>
                  <a:pt x="746215" y="150584"/>
                  <a:pt x="743725" y="151802"/>
                  <a:pt x="740959" y="152871"/>
                </a:cubicBezTo>
                <a:cubicBezTo>
                  <a:pt x="738192" y="153941"/>
                  <a:pt x="735186" y="154808"/>
                  <a:pt x="731940" y="155472"/>
                </a:cubicBezTo>
                <a:cubicBezTo>
                  <a:pt x="728694" y="156136"/>
                  <a:pt x="725338" y="156468"/>
                  <a:pt x="721870" y="156468"/>
                </a:cubicBezTo>
                <a:cubicBezTo>
                  <a:pt x="714715" y="156468"/>
                  <a:pt x="708370" y="155285"/>
                  <a:pt x="702838" y="152920"/>
                </a:cubicBezTo>
                <a:cubicBezTo>
                  <a:pt x="697305" y="150554"/>
                  <a:pt x="692676" y="147099"/>
                  <a:pt x="688950" y="142553"/>
                </a:cubicBezTo>
                <a:cubicBezTo>
                  <a:pt x="685225" y="138006"/>
                  <a:pt x="682385" y="132425"/>
                  <a:pt x="680430" y="125809"/>
                </a:cubicBezTo>
                <a:cubicBezTo>
                  <a:pt x="678475" y="119193"/>
                  <a:pt x="677497" y="111561"/>
                  <a:pt x="677497" y="102914"/>
                </a:cubicBezTo>
                <a:cubicBezTo>
                  <a:pt x="677497" y="93081"/>
                  <a:pt x="678696" y="84636"/>
                  <a:pt x="681094" y="77577"/>
                </a:cubicBezTo>
                <a:cubicBezTo>
                  <a:pt x="683491" y="70518"/>
                  <a:pt x="686774" y="64734"/>
                  <a:pt x="690942" y="60225"/>
                </a:cubicBezTo>
                <a:cubicBezTo>
                  <a:pt x="695110" y="55715"/>
                  <a:pt x="700016" y="52370"/>
                  <a:pt x="705659" y="50189"/>
                </a:cubicBezTo>
                <a:cubicBezTo>
                  <a:pt x="711303" y="48009"/>
                  <a:pt x="717407" y="46918"/>
                  <a:pt x="723973" y="46918"/>
                </a:cubicBezTo>
                <a:cubicBezTo>
                  <a:pt x="727145" y="46918"/>
                  <a:pt x="730225" y="47213"/>
                  <a:pt x="733213" y="47803"/>
                </a:cubicBezTo>
                <a:cubicBezTo>
                  <a:pt x="736200" y="48394"/>
                  <a:pt x="738948" y="49168"/>
                  <a:pt x="741457" y="50127"/>
                </a:cubicBezTo>
                <a:cubicBezTo>
                  <a:pt x="743965" y="51086"/>
                  <a:pt x="746196" y="52193"/>
                  <a:pt x="748151" y="53447"/>
                </a:cubicBezTo>
                <a:cubicBezTo>
                  <a:pt x="750106" y="54701"/>
                  <a:pt x="751526" y="55771"/>
                  <a:pt x="752412" y="56656"/>
                </a:cubicBezTo>
                <a:cubicBezTo>
                  <a:pt x="753297" y="57541"/>
                  <a:pt x="753905" y="58242"/>
                  <a:pt x="754237" y="58758"/>
                </a:cubicBezTo>
                <a:cubicBezTo>
                  <a:pt x="754569" y="59275"/>
                  <a:pt x="754846" y="59883"/>
                  <a:pt x="755067" y="60584"/>
                </a:cubicBezTo>
                <a:cubicBezTo>
                  <a:pt x="755289" y="61285"/>
                  <a:pt x="755436" y="62078"/>
                  <a:pt x="755510" y="62963"/>
                </a:cubicBezTo>
                <a:cubicBezTo>
                  <a:pt x="755584" y="63849"/>
                  <a:pt x="755621" y="64955"/>
                  <a:pt x="755621" y="66283"/>
                </a:cubicBezTo>
                <a:cubicBezTo>
                  <a:pt x="755621" y="69160"/>
                  <a:pt x="755289" y="71170"/>
                  <a:pt x="754625" y="72314"/>
                </a:cubicBezTo>
                <a:cubicBezTo>
                  <a:pt x="753961" y="73457"/>
                  <a:pt x="753149" y="74029"/>
                  <a:pt x="752190" y="74029"/>
                </a:cubicBezTo>
                <a:cubicBezTo>
                  <a:pt x="751084" y="74029"/>
                  <a:pt x="749811" y="73420"/>
                  <a:pt x="748373" y="72203"/>
                </a:cubicBezTo>
                <a:cubicBezTo>
                  <a:pt x="746934" y="70986"/>
                  <a:pt x="745108" y="69640"/>
                  <a:pt x="742895" y="68164"/>
                </a:cubicBezTo>
                <a:cubicBezTo>
                  <a:pt x="740682" y="66689"/>
                  <a:pt x="738008" y="65342"/>
                  <a:pt x="734873" y="64125"/>
                </a:cubicBezTo>
                <a:cubicBezTo>
                  <a:pt x="731737" y="62908"/>
                  <a:pt x="728030" y="62299"/>
                  <a:pt x="723752" y="62299"/>
                </a:cubicBezTo>
                <a:cubicBezTo>
                  <a:pt x="714973" y="62299"/>
                  <a:pt x="708241" y="65685"/>
                  <a:pt x="703557" y="72455"/>
                </a:cubicBezTo>
                <a:cubicBezTo>
                  <a:pt x="698872" y="79224"/>
                  <a:pt x="696530" y="89043"/>
                  <a:pt x="696530" y="101914"/>
                </a:cubicBezTo>
                <a:cubicBezTo>
                  <a:pt x="696530" y="108351"/>
                  <a:pt x="697139" y="113992"/>
                  <a:pt x="698356" y="118838"/>
                </a:cubicBezTo>
                <a:cubicBezTo>
                  <a:pt x="699573" y="123683"/>
                  <a:pt x="701362" y="127734"/>
                  <a:pt x="703723" y="130989"/>
                </a:cubicBezTo>
                <a:cubicBezTo>
                  <a:pt x="706084" y="134244"/>
                  <a:pt x="708979" y="136667"/>
                  <a:pt x="712409" y="138258"/>
                </a:cubicBezTo>
                <a:cubicBezTo>
                  <a:pt x="715840" y="139848"/>
                  <a:pt x="719768" y="140644"/>
                  <a:pt x="724194" y="140644"/>
                </a:cubicBezTo>
                <a:cubicBezTo>
                  <a:pt x="728399" y="140644"/>
                  <a:pt x="732088" y="139980"/>
                  <a:pt x="735260" y="138652"/>
                </a:cubicBezTo>
                <a:cubicBezTo>
                  <a:pt x="738432" y="137324"/>
                  <a:pt x="741180" y="135867"/>
                  <a:pt x="743504" y="134281"/>
                </a:cubicBezTo>
                <a:cubicBezTo>
                  <a:pt x="745827" y="132695"/>
                  <a:pt x="747782" y="131256"/>
                  <a:pt x="749368" y="129965"/>
                </a:cubicBezTo>
                <a:cubicBezTo>
                  <a:pt x="750955" y="128674"/>
                  <a:pt x="752190" y="128029"/>
                  <a:pt x="753075" y="128029"/>
                </a:cubicBezTo>
                <a:cubicBezTo>
                  <a:pt x="753592" y="128029"/>
                  <a:pt x="754034" y="128177"/>
                  <a:pt x="754403" y="128472"/>
                </a:cubicBezTo>
                <a:cubicBezTo>
                  <a:pt x="754772" y="128767"/>
                  <a:pt x="755086" y="129265"/>
                  <a:pt x="755344" y="129965"/>
                </a:cubicBezTo>
                <a:cubicBezTo>
                  <a:pt x="755602" y="130666"/>
                  <a:pt x="755787" y="131552"/>
                  <a:pt x="755897" y="132621"/>
                </a:cubicBezTo>
                <a:cubicBezTo>
                  <a:pt x="756008" y="133691"/>
                  <a:pt x="756063" y="134963"/>
                  <a:pt x="756063" y="136439"/>
                </a:cubicBezTo>
                <a:close/>
                <a:moveTo>
                  <a:pt x="832798" y="144295"/>
                </a:moveTo>
                <a:cubicBezTo>
                  <a:pt x="832798" y="146435"/>
                  <a:pt x="832650" y="148131"/>
                  <a:pt x="832355" y="149386"/>
                </a:cubicBezTo>
                <a:cubicBezTo>
                  <a:pt x="832060" y="150640"/>
                  <a:pt x="831617" y="151562"/>
                  <a:pt x="831027" y="152152"/>
                </a:cubicBezTo>
                <a:cubicBezTo>
                  <a:pt x="830437" y="152742"/>
                  <a:pt x="829552" y="153295"/>
                  <a:pt x="828371" y="153812"/>
                </a:cubicBezTo>
                <a:cubicBezTo>
                  <a:pt x="827191" y="154328"/>
                  <a:pt x="825845" y="154752"/>
                  <a:pt x="824332" y="155084"/>
                </a:cubicBezTo>
                <a:cubicBezTo>
                  <a:pt x="822820" y="155416"/>
                  <a:pt x="821216" y="155693"/>
                  <a:pt x="819519" y="155914"/>
                </a:cubicBezTo>
                <a:cubicBezTo>
                  <a:pt x="817822" y="156136"/>
                  <a:pt x="816125" y="156246"/>
                  <a:pt x="814429" y="156246"/>
                </a:cubicBezTo>
                <a:cubicBezTo>
                  <a:pt x="809265" y="156246"/>
                  <a:pt x="804838" y="155563"/>
                  <a:pt x="801150" y="154196"/>
                </a:cubicBezTo>
                <a:cubicBezTo>
                  <a:pt x="797461" y="152826"/>
                  <a:pt x="794437" y="150755"/>
                  <a:pt x="792076" y="147982"/>
                </a:cubicBezTo>
                <a:cubicBezTo>
                  <a:pt x="789715" y="145208"/>
                  <a:pt x="788000" y="141696"/>
                  <a:pt x="786931" y="137445"/>
                </a:cubicBezTo>
                <a:cubicBezTo>
                  <a:pt x="785861" y="133194"/>
                  <a:pt x="785326" y="128185"/>
                  <a:pt x="785326" y="122417"/>
                </a:cubicBezTo>
                <a:lnTo>
                  <a:pt x="785326" y="64070"/>
                </a:lnTo>
                <a:lnTo>
                  <a:pt x="771383" y="64070"/>
                </a:lnTo>
                <a:cubicBezTo>
                  <a:pt x="770277" y="64070"/>
                  <a:pt x="769392" y="63480"/>
                  <a:pt x="768728" y="62299"/>
                </a:cubicBezTo>
                <a:cubicBezTo>
                  <a:pt x="768064" y="61119"/>
                  <a:pt x="767732" y="59201"/>
                  <a:pt x="767732" y="56545"/>
                </a:cubicBezTo>
                <a:cubicBezTo>
                  <a:pt x="767732" y="55144"/>
                  <a:pt x="767824" y="53963"/>
                  <a:pt x="768008" y="53004"/>
                </a:cubicBezTo>
                <a:cubicBezTo>
                  <a:pt x="768193" y="52045"/>
                  <a:pt x="768433" y="51252"/>
                  <a:pt x="768728" y="50625"/>
                </a:cubicBezTo>
                <a:cubicBezTo>
                  <a:pt x="769023" y="49998"/>
                  <a:pt x="769410" y="49555"/>
                  <a:pt x="769890" y="49297"/>
                </a:cubicBezTo>
                <a:cubicBezTo>
                  <a:pt x="770369" y="49039"/>
                  <a:pt x="770904" y="48910"/>
                  <a:pt x="771494" y="48910"/>
                </a:cubicBezTo>
                <a:lnTo>
                  <a:pt x="785326" y="48910"/>
                </a:lnTo>
                <a:lnTo>
                  <a:pt x="785326" y="25230"/>
                </a:lnTo>
                <a:cubicBezTo>
                  <a:pt x="785326" y="24713"/>
                  <a:pt x="785455" y="24234"/>
                  <a:pt x="785713" y="23791"/>
                </a:cubicBezTo>
                <a:cubicBezTo>
                  <a:pt x="785972" y="23348"/>
                  <a:pt x="786451" y="22961"/>
                  <a:pt x="787152" y="22629"/>
                </a:cubicBezTo>
                <a:cubicBezTo>
                  <a:pt x="787853" y="22297"/>
                  <a:pt x="788793" y="22057"/>
                  <a:pt x="789974" y="21910"/>
                </a:cubicBezTo>
                <a:cubicBezTo>
                  <a:pt x="791154" y="21762"/>
                  <a:pt x="792629" y="21689"/>
                  <a:pt x="794400" y="21689"/>
                </a:cubicBezTo>
                <a:cubicBezTo>
                  <a:pt x="796244" y="21689"/>
                  <a:pt x="797756" y="21762"/>
                  <a:pt x="798937" y="21910"/>
                </a:cubicBezTo>
                <a:cubicBezTo>
                  <a:pt x="800117" y="22057"/>
                  <a:pt x="801039" y="22297"/>
                  <a:pt x="801703" y="22629"/>
                </a:cubicBezTo>
                <a:cubicBezTo>
                  <a:pt x="802367" y="22961"/>
                  <a:pt x="802847" y="23348"/>
                  <a:pt x="803142" y="23791"/>
                </a:cubicBezTo>
                <a:cubicBezTo>
                  <a:pt x="803437" y="24234"/>
                  <a:pt x="803584" y="24713"/>
                  <a:pt x="803584" y="25230"/>
                </a:cubicBezTo>
                <a:lnTo>
                  <a:pt x="803584" y="48910"/>
                </a:lnTo>
                <a:lnTo>
                  <a:pt x="829146" y="48910"/>
                </a:lnTo>
                <a:cubicBezTo>
                  <a:pt x="829736" y="48910"/>
                  <a:pt x="830252" y="49039"/>
                  <a:pt x="830695" y="49297"/>
                </a:cubicBezTo>
                <a:cubicBezTo>
                  <a:pt x="831138" y="49555"/>
                  <a:pt x="831525" y="49998"/>
                  <a:pt x="831857" y="50625"/>
                </a:cubicBezTo>
                <a:cubicBezTo>
                  <a:pt x="832189" y="51252"/>
                  <a:pt x="832429" y="52045"/>
                  <a:pt x="832576" y="53004"/>
                </a:cubicBezTo>
                <a:cubicBezTo>
                  <a:pt x="832724" y="53963"/>
                  <a:pt x="832798" y="55144"/>
                  <a:pt x="832798" y="56545"/>
                </a:cubicBezTo>
                <a:cubicBezTo>
                  <a:pt x="832798" y="59201"/>
                  <a:pt x="832466" y="61119"/>
                  <a:pt x="831802" y="62299"/>
                </a:cubicBezTo>
                <a:cubicBezTo>
                  <a:pt x="831138" y="63480"/>
                  <a:pt x="830252" y="64070"/>
                  <a:pt x="829146" y="64070"/>
                </a:cubicBezTo>
                <a:lnTo>
                  <a:pt x="803584" y="64070"/>
                </a:lnTo>
                <a:lnTo>
                  <a:pt x="803584" y="119782"/>
                </a:lnTo>
                <a:cubicBezTo>
                  <a:pt x="803584" y="126661"/>
                  <a:pt x="804599" y="131858"/>
                  <a:pt x="806627" y="135374"/>
                </a:cubicBezTo>
                <a:cubicBezTo>
                  <a:pt x="808656" y="138887"/>
                  <a:pt x="812289" y="140644"/>
                  <a:pt x="817527" y="140644"/>
                </a:cubicBezTo>
                <a:cubicBezTo>
                  <a:pt x="819224" y="140644"/>
                  <a:pt x="820736" y="140478"/>
                  <a:pt x="822064" y="140146"/>
                </a:cubicBezTo>
                <a:cubicBezTo>
                  <a:pt x="823392" y="139814"/>
                  <a:pt x="824572" y="139463"/>
                  <a:pt x="825605" y="139095"/>
                </a:cubicBezTo>
                <a:cubicBezTo>
                  <a:pt x="826638" y="138726"/>
                  <a:pt x="827523" y="138375"/>
                  <a:pt x="828261" y="138043"/>
                </a:cubicBezTo>
                <a:cubicBezTo>
                  <a:pt x="828998" y="137711"/>
                  <a:pt x="829662" y="137545"/>
                  <a:pt x="830252" y="137545"/>
                </a:cubicBezTo>
                <a:cubicBezTo>
                  <a:pt x="830621" y="137545"/>
                  <a:pt x="830972" y="137638"/>
                  <a:pt x="831304" y="137822"/>
                </a:cubicBezTo>
                <a:cubicBezTo>
                  <a:pt x="831636" y="138006"/>
                  <a:pt x="831894" y="138357"/>
                  <a:pt x="832078" y="138873"/>
                </a:cubicBezTo>
                <a:cubicBezTo>
                  <a:pt x="832263" y="139390"/>
                  <a:pt x="832429" y="140090"/>
                  <a:pt x="832576" y="140976"/>
                </a:cubicBezTo>
                <a:cubicBezTo>
                  <a:pt x="832724" y="141861"/>
                  <a:pt x="832798" y="142968"/>
                  <a:pt x="832798" y="144295"/>
                </a:cubicBezTo>
                <a:close/>
                <a:moveTo>
                  <a:pt x="875187" y="151488"/>
                </a:moveTo>
                <a:cubicBezTo>
                  <a:pt x="875187" y="152078"/>
                  <a:pt x="875040" y="152576"/>
                  <a:pt x="874745" y="152982"/>
                </a:cubicBezTo>
                <a:cubicBezTo>
                  <a:pt x="874450" y="153388"/>
                  <a:pt x="873970" y="153738"/>
                  <a:pt x="873306" y="154033"/>
                </a:cubicBezTo>
                <a:cubicBezTo>
                  <a:pt x="872642" y="154328"/>
                  <a:pt x="871720" y="154550"/>
                  <a:pt x="870540" y="154697"/>
                </a:cubicBezTo>
                <a:cubicBezTo>
                  <a:pt x="869360" y="154845"/>
                  <a:pt x="867847" y="154918"/>
                  <a:pt x="866003" y="154918"/>
                </a:cubicBezTo>
                <a:cubicBezTo>
                  <a:pt x="864232" y="154918"/>
                  <a:pt x="862757" y="154845"/>
                  <a:pt x="861577" y="154697"/>
                </a:cubicBezTo>
                <a:cubicBezTo>
                  <a:pt x="860396" y="154550"/>
                  <a:pt x="859456" y="154328"/>
                  <a:pt x="858755" y="154033"/>
                </a:cubicBezTo>
                <a:cubicBezTo>
                  <a:pt x="858054" y="153738"/>
                  <a:pt x="857575" y="153388"/>
                  <a:pt x="857316" y="152982"/>
                </a:cubicBezTo>
                <a:cubicBezTo>
                  <a:pt x="857058" y="152576"/>
                  <a:pt x="856929" y="152078"/>
                  <a:pt x="856929" y="151488"/>
                </a:cubicBezTo>
                <a:lnTo>
                  <a:pt x="856929" y="51898"/>
                </a:lnTo>
                <a:cubicBezTo>
                  <a:pt x="856929" y="51381"/>
                  <a:pt x="857058" y="50902"/>
                  <a:pt x="857316" y="50459"/>
                </a:cubicBezTo>
                <a:cubicBezTo>
                  <a:pt x="857575" y="50017"/>
                  <a:pt x="858054" y="49648"/>
                  <a:pt x="858755" y="49353"/>
                </a:cubicBezTo>
                <a:cubicBezTo>
                  <a:pt x="859456" y="49057"/>
                  <a:pt x="860396" y="48836"/>
                  <a:pt x="861577" y="48689"/>
                </a:cubicBezTo>
                <a:cubicBezTo>
                  <a:pt x="862757" y="48541"/>
                  <a:pt x="864232" y="48467"/>
                  <a:pt x="866003" y="48467"/>
                </a:cubicBezTo>
                <a:cubicBezTo>
                  <a:pt x="867847" y="48467"/>
                  <a:pt x="869360" y="48541"/>
                  <a:pt x="870540" y="48689"/>
                </a:cubicBezTo>
                <a:cubicBezTo>
                  <a:pt x="871720" y="48836"/>
                  <a:pt x="872642" y="49057"/>
                  <a:pt x="873306" y="49353"/>
                </a:cubicBezTo>
                <a:cubicBezTo>
                  <a:pt x="873970" y="49648"/>
                  <a:pt x="874450" y="50017"/>
                  <a:pt x="874745" y="50459"/>
                </a:cubicBezTo>
                <a:cubicBezTo>
                  <a:pt x="875040" y="50902"/>
                  <a:pt x="875187" y="51381"/>
                  <a:pt x="875187" y="51898"/>
                </a:cubicBezTo>
                <a:lnTo>
                  <a:pt x="875187" y="151488"/>
                </a:lnTo>
                <a:moveTo>
                  <a:pt x="877290" y="18148"/>
                </a:moveTo>
                <a:cubicBezTo>
                  <a:pt x="877290" y="22426"/>
                  <a:pt x="876478" y="25340"/>
                  <a:pt x="874855" y="26889"/>
                </a:cubicBezTo>
                <a:cubicBezTo>
                  <a:pt x="873232" y="28439"/>
                  <a:pt x="870245" y="29213"/>
                  <a:pt x="865892" y="29213"/>
                </a:cubicBezTo>
                <a:cubicBezTo>
                  <a:pt x="861614" y="29213"/>
                  <a:pt x="858681" y="28457"/>
                  <a:pt x="857095" y="26945"/>
                </a:cubicBezTo>
                <a:cubicBezTo>
                  <a:pt x="855509" y="25432"/>
                  <a:pt x="854716" y="22574"/>
                  <a:pt x="854716" y="18369"/>
                </a:cubicBezTo>
                <a:cubicBezTo>
                  <a:pt x="854716" y="14090"/>
                  <a:pt x="855527" y="11176"/>
                  <a:pt x="857150" y="9627"/>
                </a:cubicBezTo>
                <a:cubicBezTo>
                  <a:pt x="858773" y="8078"/>
                  <a:pt x="861761" y="7303"/>
                  <a:pt x="866114" y="7303"/>
                </a:cubicBezTo>
                <a:cubicBezTo>
                  <a:pt x="870392" y="7303"/>
                  <a:pt x="873325" y="8059"/>
                  <a:pt x="874911" y="9572"/>
                </a:cubicBezTo>
                <a:cubicBezTo>
                  <a:pt x="876497" y="11084"/>
                  <a:pt x="877290" y="13943"/>
                  <a:pt x="877290" y="18148"/>
                </a:cubicBezTo>
                <a:close/>
                <a:moveTo>
                  <a:pt x="1001672" y="100642"/>
                </a:moveTo>
                <a:cubicBezTo>
                  <a:pt x="1001672" y="108763"/>
                  <a:pt x="1000602" y="116240"/>
                  <a:pt x="998463" y="123070"/>
                </a:cubicBezTo>
                <a:cubicBezTo>
                  <a:pt x="996323" y="129901"/>
                  <a:pt x="993133" y="135791"/>
                  <a:pt x="988891" y="140741"/>
                </a:cubicBezTo>
                <a:cubicBezTo>
                  <a:pt x="984649" y="145688"/>
                  <a:pt x="979338" y="149546"/>
                  <a:pt x="972956" y="152315"/>
                </a:cubicBezTo>
                <a:cubicBezTo>
                  <a:pt x="966575" y="155083"/>
                  <a:pt x="959180" y="156468"/>
                  <a:pt x="950770" y="156468"/>
                </a:cubicBezTo>
                <a:cubicBezTo>
                  <a:pt x="942581" y="156468"/>
                  <a:pt x="935444" y="155249"/>
                  <a:pt x="929358" y="152812"/>
                </a:cubicBezTo>
                <a:cubicBezTo>
                  <a:pt x="923272" y="150376"/>
                  <a:pt x="918200" y="146831"/>
                  <a:pt x="914143" y="142179"/>
                </a:cubicBezTo>
                <a:cubicBezTo>
                  <a:pt x="910085" y="137527"/>
                  <a:pt x="907061" y="131878"/>
                  <a:pt x="905069" y="125231"/>
                </a:cubicBezTo>
                <a:cubicBezTo>
                  <a:pt x="903077" y="118585"/>
                  <a:pt x="902081" y="111053"/>
                  <a:pt x="902081" y="102633"/>
                </a:cubicBezTo>
                <a:cubicBezTo>
                  <a:pt x="902081" y="94512"/>
                  <a:pt x="903132" y="87036"/>
                  <a:pt x="905235" y="80205"/>
                </a:cubicBezTo>
                <a:cubicBezTo>
                  <a:pt x="907337" y="73374"/>
                  <a:pt x="910509" y="67485"/>
                  <a:pt x="914751" y="62538"/>
                </a:cubicBezTo>
                <a:cubicBezTo>
                  <a:pt x="918993" y="57588"/>
                  <a:pt x="924286" y="53748"/>
                  <a:pt x="930630" y="51016"/>
                </a:cubicBezTo>
                <a:cubicBezTo>
                  <a:pt x="936975" y="48284"/>
                  <a:pt x="944389" y="46918"/>
                  <a:pt x="952872" y="46918"/>
                </a:cubicBezTo>
                <a:cubicBezTo>
                  <a:pt x="961061" y="46918"/>
                  <a:pt x="968198" y="48137"/>
                  <a:pt x="974284" y="50573"/>
                </a:cubicBezTo>
                <a:cubicBezTo>
                  <a:pt x="980370" y="53010"/>
                  <a:pt x="985442" y="56554"/>
                  <a:pt x="989499" y="61207"/>
                </a:cubicBezTo>
                <a:cubicBezTo>
                  <a:pt x="993557" y="65859"/>
                  <a:pt x="996600" y="71508"/>
                  <a:pt x="998629" y="78154"/>
                </a:cubicBezTo>
                <a:cubicBezTo>
                  <a:pt x="1000657" y="84801"/>
                  <a:pt x="1001672" y="92296"/>
                  <a:pt x="1001672" y="100642"/>
                </a:cubicBezTo>
                <a:moveTo>
                  <a:pt x="982417" y="101859"/>
                </a:moveTo>
                <a:cubicBezTo>
                  <a:pt x="982417" y="96467"/>
                  <a:pt x="981919" y="91370"/>
                  <a:pt x="980924" y="86568"/>
                </a:cubicBezTo>
                <a:cubicBezTo>
                  <a:pt x="979928" y="81766"/>
                  <a:pt x="978286" y="77555"/>
                  <a:pt x="975999" y="73935"/>
                </a:cubicBezTo>
                <a:cubicBezTo>
                  <a:pt x="973712" y="70316"/>
                  <a:pt x="970614" y="67454"/>
                  <a:pt x="966704" y="65349"/>
                </a:cubicBezTo>
                <a:cubicBezTo>
                  <a:pt x="962794" y="63242"/>
                  <a:pt x="957926" y="62189"/>
                  <a:pt x="952098" y="62189"/>
                </a:cubicBezTo>
                <a:cubicBezTo>
                  <a:pt x="946712" y="62189"/>
                  <a:pt x="942083" y="63149"/>
                  <a:pt x="938210" y="65069"/>
                </a:cubicBezTo>
                <a:cubicBezTo>
                  <a:pt x="934337" y="66990"/>
                  <a:pt x="931147" y="69705"/>
                  <a:pt x="928639" y="73216"/>
                </a:cubicBezTo>
                <a:cubicBezTo>
                  <a:pt x="926130" y="76725"/>
                  <a:pt x="924268" y="80880"/>
                  <a:pt x="923050" y="85682"/>
                </a:cubicBezTo>
                <a:cubicBezTo>
                  <a:pt x="921833" y="90482"/>
                  <a:pt x="921225" y="95727"/>
                  <a:pt x="921225" y="101416"/>
                </a:cubicBezTo>
                <a:cubicBezTo>
                  <a:pt x="921225" y="106882"/>
                  <a:pt x="921723" y="112016"/>
                  <a:pt x="922719" y="116818"/>
                </a:cubicBezTo>
                <a:cubicBezTo>
                  <a:pt x="923714" y="121620"/>
                  <a:pt x="925374" y="125812"/>
                  <a:pt x="927698" y="129395"/>
                </a:cubicBezTo>
                <a:cubicBezTo>
                  <a:pt x="930022" y="132977"/>
                  <a:pt x="933139" y="135822"/>
                  <a:pt x="937048" y="137929"/>
                </a:cubicBezTo>
                <a:cubicBezTo>
                  <a:pt x="940958" y="140034"/>
                  <a:pt x="945827" y="141086"/>
                  <a:pt x="951655" y="141086"/>
                </a:cubicBezTo>
                <a:cubicBezTo>
                  <a:pt x="956967" y="141086"/>
                  <a:pt x="961577" y="140126"/>
                  <a:pt x="965487" y="138206"/>
                </a:cubicBezTo>
                <a:cubicBezTo>
                  <a:pt x="969397" y="136286"/>
                  <a:pt x="972606" y="133589"/>
                  <a:pt x="975114" y="130118"/>
                </a:cubicBezTo>
                <a:cubicBezTo>
                  <a:pt x="977622" y="126643"/>
                  <a:pt x="979467" y="122507"/>
                  <a:pt x="980647" y="117707"/>
                </a:cubicBezTo>
                <a:cubicBezTo>
                  <a:pt x="981827" y="112905"/>
                  <a:pt x="982417" y="107622"/>
                  <a:pt x="982417" y="101859"/>
                </a:cubicBezTo>
                <a:close/>
                <a:moveTo>
                  <a:pt x="1114241" y="151488"/>
                </a:moveTo>
                <a:cubicBezTo>
                  <a:pt x="1114241" y="152078"/>
                  <a:pt x="1114094" y="152576"/>
                  <a:pt x="1113799" y="152982"/>
                </a:cubicBezTo>
                <a:cubicBezTo>
                  <a:pt x="1113504" y="153388"/>
                  <a:pt x="1113024" y="153738"/>
                  <a:pt x="1112360" y="154033"/>
                </a:cubicBezTo>
                <a:cubicBezTo>
                  <a:pt x="1111696" y="154328"/>
                  <a:pt x="1110774" y="154550"/>
                  <a:pt x="1109594" y="154697"/>
                </a:cubicBezTo>
                <a:cubicBezTo>
                  <a:pt x="1108413" y="154845"/>
                  <a:pt x="1106938" y="154918"/>
                  <a:pt x="1105167" y="154918"/>
                </a:cubicBezTo>
                <a:cubicBezTo>
                  <a:pt x="1103323" y="154918"/>
                  <a:pt x="1101811" y="154845"/>
                  <a:pt x="1100631" y="154697"/>
                </a:cubicBezTo>
                <a:cubicBezTo>
                  <a:pt x="1099450" y="154550"/>
                  <a:pt x="1098528" y="154328"/>
                  <a:pt x="1097864" y="154033"/>
                </a:cubicBezTo>
                <a:cubicBezTo>
                  <a:pt x="1097200" y="153738"/>
                  <a:pt x="1096721" y="153388"/>
                  <a:pt x="1096426" y="152982"/>
                </a:cubicBezTo>
                <a:cubicBezTo>
                  <a:pt x="1096131" y="152576"/>
                  <a:pt x="1095983" y="152078"/>
                  <a:pt x="1095983" y="151488"/>
                </a:cubicBezTo>
                <a:lnTo>
                  <a:pt x="1095983" y="93172"/>
                </a:lnTo>
                <a:cubicBezTo>
                  <a:pt x="1095983" y="87492"/>
                  <a:pt x="1095540" y="82918"/>
                  <a:pt x="1094655" y="79451"/>
                </a:cubicBezTo>
                <a:cubicBezTo>
                  <a:pt x="1093770" y="75984"/>
                  <a:pt x="1092479" y="72996"/>
                  <a:pt x="1090782" y="70488"/>
                </a:cubicBezTo>
                <a:cubicBezTo>
                  <a:pt x="1089085" y="67980"/>
                  <a:pt x="1086891" y="66062"/>
                  <a:pt x="1084198" y="64734"/>
                </a:cubicBezTo>
                <a:cubicBezTo>
                  <a:pt x="1081506" y="63406"/>
                  <a:pt x="1078389" y="62742"/>
                  <a:pt x="1074848" y="62742"/>
                </a:cubicBezTo>
                <a:cubicBezTo>
                  <a:pt x="1070274" y="62742"/>
                  <a:pt x="1065700" y="64365"/>
                  <a:pt x="1061126" y="67611"/>
                </a:cubicBezTo>
                <a:cubicBezTo>
                  <a:pt x="1056553" y="70857"/>
                  <a:pt x="1051758" y="75615"/>
                  <a:pt x="1046741" y="81885"/>
                </a:cubicBezTo>
                <a:lnTo>
                  <a:pt x="1046741" y="151488"/>
                </a:lnTo>
                <a:cubicBezTo>
                  <a:pt x="1046741" y="152078"/>
                  <a:pt x="1046594" y="152576"/>
                  <a:pt x="1046298" y="152982"/>
                </a:cubicBezTo>
                <a:cubicBezTo>
                  <a:pt x="1046003" y="153388"/>
                  <a:pt x="1045524" y="153738"/>
                  <a:pt x="1044860" y="154033"/>
                </a:cubicBezTo>
                <a:cubicBezTo>
                  <a:pt x="1044196" y="154328"/>
                  <a:pt x="1043274" y="154550"/>
                  <a:pt x="1042094" y="154697"/>
                </a:cubicBezTo>
                <a:cubicBezTo>
                  <a:pt x="1040913" y="154845"/>
                  <a:pt x="1039401" y="154918"/>
                  <a:pt x="1037557" y="154918"/>
                </a:cubicBezTo>
                <a:cubicBezTo>
                  <a:pt x="1035786" y="154918"/>
                  <a:pt x="1034311" y="154845"/>
                  <a:pt x="1033130" y="154697"/>
                </a:cubicBezTo>
                <a:cubicBezTo>
                  <a:pt x="1031950" y="154550"/>
                  <a:pt x="1031010" y="154328"/>
                  <a:pt x="1030309" y="154033"/>
                </a:cubicBezTo>
                <a:cubicBezTo>
                  <a:pt x="1029608" y="153738"/>
                  <a:pt x="1029128" y="153388"/>
                  <a:pt x="1028870" y="152982"/>
                </a:cubicBezTo>
                <a:cubicBezTo>
                  <a:pt x="1028612" y="152576"/>
                  <a:pt x="1028483" y="152078"/>
                  <a:pt x="1028483" y="151488"/>
                </a:cubicBezTo>
                <a:lnTo>
                  <a:pt x="1028483" y="51898"/>
                </a:lnTo>
                <a:cubicBezTo>
                  <a:pt x="1028483" y="51308"/>
                  <a:pt x="1028594" y="50810"/>
                  <a:pt x="1028815" y="50404"/>
                </a:cubicBezTo>
                <a:cubicBezTo>
                  <a:pt x="1029036" y="49998"/>
                  <a:pt x="1029479" y="49629"/>
                  <a:pt x="1030143" y="49297"/>
                </a:cubicBezTo>
                <a:cubicBezTo>
                  <a:pt x="1030807" y="48965"/>
                  <a:pt x="1031655" y="48744"/>
                  <a:pt x="1032688" y="48633"/>
                </a:cubicBezTo>
                <a:cubicBezTo>
                  <a:pt x="1033721" y="48523"/>
                  <a:pt x="1035085" y="48467"/>
                  <a:pt x="1036782" y="48467"/>
                </a:cubicBezTo>
                <a:cubicBezTo>
                  <a:pt x="1038405" y="48467"/>
                  <a:pt x="1039751" y="48523"/>
                  <a:pt x="1040821" y="48633"/>
                </a:cubicBezTo>
                <a:cubicBezTo>
                  <a:pt x="1041891" y="48744"/>
                  <a:pt x="1042721" y="48965"/>
                  <a:pt x="1043311" y="49297"/>
                </a:cubicBezTo>
                <a:cubicBezTo>
                  <a:pt x="1043901" y="49629"/>
                  <a:pt x="1044325" y="49998"/>
                  <a:pt x="1044583" y="50404"/>
                </a:cubicBezTo>
                <a:cubicBezTo>
                  <a:pt x="1044842" y="50810"/>
                  <a:pt x="1044971" y="51308"/>
                  <a:pt x="1044971" y="51898"/>
                </a:cubicBezTo>
                <a:lnTo>
                  <a:pt x="1044971" y="65066"/>
                </a:lnTo>
                <a:cubicBezTo>
                  <a:pt x="1050577" y="58795"/>
                  <a:pt x="1056165" y="54203"/>
                  <a:pt x="1061735" y="51289"/>
                </a:cubicBezTo>
                <a:cubicBezTo>
                  <a:pt x="1067305" y="48375"/>
                  <a:pt x="1072930" y="46918"/>
                  <a:pt x="1078610" y="46918"/>
                </a:cubicBezTo>
                <a:cubicBezTo>
                  <a:pt x="1085249" y="46918"/>
                  <a:pt x="1090838" y="48043"/>
                  <a:pt x="1095374" y="50293"/>
                </a:cubicBezTo>
                <a:cubicBezTo>
                  <a:pt x="1099911" y="52543"/>
                  <a:pt x="1103581" y="55549"/>
                  <a:pt x="1106385" y="59312"/>
                </a:cubicBezTo>
                <a:cubicBezTo>
                  <a:pt x="1109188" y="63074"/>
                  <a:pt x="1111198" y="67482"/>
                  <a:pt x="1112415" y="72535"/>
                </a:cubicBezTo>
                <a:cubicBezTo>
                  <a:pt x="1113633" y="77588"/>
                  <a:pt x="1114241" y="83656"/>
                  <a:pt x="1114241" y="90738"/>
                </a:cubicBezTo>
                <a:lnTo>
                  <a:pt x="1114241" y="151488"/>
                </a:lnTo>
                <a:close/>
                <a:moveTo>
                  <a:pt x="1305513" y="147504"/>
                </a:moveTo>
                <a:cubicBezTo>
                  <a:pt x="1306103" y="149127"/>
                  <a:pt x="1306416" y="150437"/>
                  <a:pt x="1306453" y="151433"/>
                </a:cubicBezTo>
                <a:cubicBezTo>
                  <a:pt x="1306490" y="152429"/>
                  <a:pt x="1306214" y="153185"/>
                  <a:pt x="1305623" y="153701"/>
                </a:cubicBezTo>
                <a:cubicBezTo>
                  <a:pt x="1305033" y="154218"/>
                  <a:pt x="1304056" y="154550"/>
                  <a:pt x="1302691" y="154697"/>
                </a:cubicBezTo>
                <a:cubicBezTo>
                  <a:pt x="1301326" y="154845"/>
                  <a:pt x="1299500" y="154918"/>
                  <a:pt x="1297214" y="154918"/>
                </a:cubicBezTo>
                <a:cubicBezTo>
                  <a:pt x="1294927" y="154918"/>
                  <a:pt x="1293101" y="154863"/>
                  <a:pt x="1291736" y="154752"/>
                </a:cubicBezTo>
                <a:cubicBezTo>
                  <a:pt x="1290371" y="154642"/>
                  <a:pt x="1289339" y="154457"/>
                  <a:pt x="1288638" y="154199"/>
                </a:cubicBezTo>
                <a:cubicBezTo>
                  <a:pt x="1287937" y="153941"/>
                  <a:pt x="1287421" y="153591"/>
                  <a:pt x="1287089" y="153148"/>
                </a:cubicBezTo>
                <a:cubicBezTo>
                  <a:pt x="1286757" y="152705"/>
                  <a:pt x="1286443" y="152152"/>
                  <a:pt x="1286148" y="151488"/>
                </a:cubicBezTo>
                <a:lnTo>
                  <a:pt x="1273865" y="116631"/>
                </a:lnTo>
                <a:lnTo>
                  <a:pt x="1214332" y="116631"/>
                </a:lnTo>
                <a:lnTo>
                  <a:pt x="1202603" y="151045"/>
                </a:lnTo>
                <a:cubicBezTo>
                  <a:pt x="1202381" y="151709"/>
                  <a:pt x="1202086" y="152281"/>
                  <a:pt x="1201717" y="152761"/>
                </a:cubicBezTo>
                <a:cubicBezTo>
                  <a:pt x="1201349" y="153240"/>
                  <a:pt x="1200814" y="153646"/>
                  <a:pt x="1200113" y="153978"/>
                </a:cubicBezTo>
                <a:cubicBezTo>
                  <a:pt x="1199412" y="154310"/>
                  <a:pt x="1198416" y="154550"/>
                  <a:pt x="1197125" y="154697"/>
                </a:cubicBezTo>
                <a:cubicBezTo>
                  <a:pt x="1195834" y="154845"/>
                  <a:pt x="1194156" y="154918"/>
                  <a:pt x="1192090" y="154918"/>
                </a:cubicBezTo>
                <a:cubicBezTo>
                  <a:pt x="1189951" y="154918"/>
                  <a:pt x="1188199" y="154826"/>
                  <a:pt x="1186834" y="154642"/>
                </a:cubicBezTo>
                <a:cubicBezTo>
                  <a:pt x="1185469" y="154457"/>
                  <a:pt x="1184510" y="154107"/>
                  <a:pt x="1183957" y="153591"/>
                </a:cubicBezTo>
                <a:cubicBezTo>
                  <a:pt x="1183404" y="153074"/>
                  <a:pt x="1183146" y="152318"/>
                  <a:pt x="1183183" y="151322"/>
                </a:cubicBezTo>
                <a:cubicBezTo>
                  <a:pt x="1183219" y="150326"/>
                  <a:pt x="1183533" y="149017"/>
                  <a:pt x="1184123" y="147394"/>
                </a:cubicBezTo>
                <a:lnTo>
                  <a:pt x="1232148" y="14385"/>
                </a:lnTo>
                <a:cubicBezTo>
                  <a:pt x="1232443" y="13574"/>
                  <a:pt x="1232830" y="12910"/>
                  <a:pt x="1233310" y="12393"/>
                </a:cubicBezTo>
                <a:cubicBezTo>
                  <a:pt x="1233789" y="11877"/>
                  <a:pt x="1234490" y="11471"/>
                  <a:pt x="1235412" y="11176"/>
                </a:cubicBezTo>
                <a:cubicBezTo>
                  <a:pt x="1236334" y="10881"/>
                  <a:pt x="1237515" y="10678"/>
                  <a:pt x="1238953" y="10568"/>
                </a:cubicBezTo>
                <a:cubicBezTo>
                  <a:pt x="1240392" y="10457"/>
                  <a:pt x="1242218" y="10402"/>
                  <a:pt x="1244431" y="10402"/>
                </a:cubicBezTo>
                <a:cubicBezTo>
                  <a:pt x="1246791" y="10402"/>
                  <a:pt x="1248746" y="10457"/>
                  <a:pt x="1250295" y="10568"/>
                </a:cubicBezTo>
                <a:cubicBezTo>
                  <a:pt x="1251845" y="10678"/>
                  <a:pt x="1253099" y="10881"/>
                  <a:pt x="1254058" y="11176"/>
                </a:cubicBezTo>
                <a:cubicBezTo>
                  <a:pt x="1255017" y="11471"/>
                  <a:pt x="1255754" y="11896"/>
                  <a:pt x="1256271" y="12449"/>
                </a:cubicBezTo>
                <a:cubicBezTo>
                  <a:pt x="1256787" y="13002"/>
                  <a:pt x="1257193" y="13684"/>
                  <a:pt x="1257488" y="14496"/>
                </a:cubicBezTo>
                <a:lnTo>
                  <a:pt x="1305513" y="147504"/>
                </a:lnTo>
                <a:moveTo>
                  <a:pt x="1243877" y="30098"/>
                </a:moveTo>
                <a:lnTo>
                  <a:pt x="1243767" y="30098"/>
                </a:lnTo>
                <a:lnTo>
                  <a:pt x="1219090" y="101472"/>
                </a:lnTo>
                <a:lnTo>
                  <a:pt x="1268886" y="101472"/>
                </a:lnTo>
                <a:lnTo>
                  <a:pt x="1243877" y="30098"/>
                </a:lnTo>
                <a:close/>
                <a:moveTo>
                  <a:pt x="1413158" y="151488"/>
                </a:moveTo>
                <a:cubicBezTo>
                  <a:pt x="1413158" y="152078"/>
                  <a:pt x="1413011" y="152576"/>
                  <a:pt x="1412715" y="152982"/>
                </a:cubicBezTo>
                <a:cubicBezTo>
                  <a:pt x="1412420" y="153388"/>
                  <a:pt x="1411941" y="153738"/>
                  <a:pt x="1411277" y="154033"/>
                </a:cubicBezTo>
                <a:cubicBezTo>
                  <a:pt x="1410613" y="154328"/>
                  <a:pt x="1409691" y="154550"/>
                  <a:pt x="1408511" y="154697"/>
                </a:cubicBezTo>
                <a:cubicBezTo>
                  <a:pt x="1407330" y="154845"/>
                  <a:pt x="1405855" y="154918"/>
                  <a:pt x="1404084" y="154918"/>
                </a:cubicBezTo>
                <a:cubicBezTo>
                  <a:pt x="1402240" y="154918"/>
                  <a:pt x="1400728" y="154845"/>
                  <a:pt x="1399547" y="154697"/>
                </a:cubicBezTo>
                <a:cubicBezTo>
                  <a:pt x="1398367" y="154550"/>
                  <a:pt x="1397445" y="154328"/>
                  <a:pt x="1396781" y="154033"/>
                </a:cubicBezTo>
                <a:cubicBezTo>
                  <a:pt x="1396117" y="153738"/>
                  <a:pt x="1395638" y="153388"/>
                  <a:pt x="1395342" y="152982"/>
                </a:cubicBezTo>
                <a:cubicBezTo>
                  <a:pt x="1395047" y="152576"/>
                  <a:pt x="1394900" y="152078"/>
                  <a:pt x="1394900" y="151488"/>
                </a:cubicBezTo>
                <a:lnTo>
                  <a:pt x="1394900" y="93172"/>
                </a:lnTo>
                <a:cubicBezTo>
                  <a:pt x="1394900" y="87492"/>
                  <a:pt x="1394457" y="82918"/>
                  <a:pt x="1393572" y="79451"/>
                </a:cubicBezTo>
                <a:cubicBezTo>
                  <a:pt x="1392687" y="75984"/>
                  <a:pt x="1391396" y="72996"/>
                  <a:pt x="1389699" y="70488"/>
                </a:cubicBezTo>
                <a:cubicBezTo>
                  <a:pt x="1388002" y="67980"/>
                  <a:pt x="1385808" y="66062"/>
                  <a:pt x="1383115" y="64734"/>
                </a:cubicBezTo>
                <a:cubicBezTo>
                  <a:pt x="1380422" y="63406"/>
                  <a:pt x="1377306" y="62742"/>
                  <a:pt x="1373765" y="62742"/>
                </a:cubicBezTo>
                <a:cubicBezTo>
                  <a:pt x="1369191" y="62742"/>
                  <a:pt x="1364617" y="64365"/>
                  <a:pt x="1360043" y="67611"/>
                </a:cubicBezTo>
                <a:cubicBezTo>
                  <a:pt x="1355469" y="70857"/>
                  <a:pt x="1350674" y="75615"/>
                  <a:pt x="1345658" y="81885"/>
                </a:cubicBezTo>
                <a:lnTo>
                  <a:pt x="1345658" y="151488"/>
                </a:lnTo>
                <a:cubicBezTo>
                  <a:pt x="1345658" y="152078"/>
                  <a:pt x="1345510" y="152576"/>
                  <a:pt x="1345215" y="152982"/>
                </a:cubicBezTo>
                <a:cubicBezTo>
                  <a:pt x="1344920" y="153388"/>
                  <a:pt x="1344441" y="153738"/>
                  <a:pt x="1343777" y="154033"/>
                </a:cubicBezTo>
                <a:cubicBezTo>
                  <a:pt x="1343113" y="154328"/>
                  <a:pt x="1342191" y="154550"/>
                  <a:pt x="1341010" y="154697"/>
                </a:cubicBezTo>
                <a:cubicBezTo>
                  <a:pt x="1339830" y="154845"/>
                  <a:pt x="1338318" y="154918"/>
                  <a:pt x="1336473" y="154918"/>
                </a:cubicBezTo>
                <a:cubicBezTo>
                  <a:pt x="1334703" y="154918"/>
                  <a:pt x="1333228" y="154845"/>
                  <a:pt x="1332047" y="154697"/>
                </a:cubicBezTo>
                <a:cubicBezTo>
                  <a:pt x="1330867" y="154550"/>
                  <a:pt x="1329926" y="154328"/>
                  <a:pt x="1329225" y="154033"/>
                </a:cubicBezTo>
                <a:cubicBezTo>
                  <a:pt x="1328525" y="153738"/>
                  <a:pt x="1328045" y="153388"/>
                  <a:pt x="1327787" y="152982"/>
                </a:cubicBezTo>
                <a:cubicBezTo>
                  <a:pt x="1327529" y="152576"/>
                  <a:pt x="1327400" y="152078"/>
                  <a:pt x="1327400" y="151488"/>
                </a:cubicBezTo>
                <a:lnTo>
                  <a:pt x="1327400" y="51898"/>
                </a:lnTo>
                <a:cubicBezTo>
                  <a:pt x="1327400" y="51308"/>
                  <a:pt x="1327510" y="50810"/>
                  <a:pt x="1327732" y="50404"/>
                </a:cubicBezTo>
                <a:cubicBezTo>
                  <a:pt x="1327953" y="49998"/>
                  <a:pt x="1328396" y="49629"/>
                  <a:pt x="1329059" y="49297"/>
                </a:cubicBezTo>
                <a:cubicBezTo>
                  <a:pt x="1329723" y="48965"/>
                  <a:pt x="1330572" y="48744"/>
                  <a:pt x="1331605" y="48633"/>
                </a:cubicBezTo>
                <a:cubicBezTo>
                  <a:pt x="1332637" y="48523"/>
                  <a:pt x="1334002" y="48467"/>
                  <a:pt x="1335699" y="48467"/>
                </a:cubicBezTo>
                <a:cubicBezTo>
                  <a:pt x="1337322" y="48467"/>
                  <a:pt x="1338668" y="48523"/>
                  <a:pt x="1339738" y="48633"/>
                </a:cubicBezTo>
                <a:cubicBezTo>
                  <a:pt x="1340807" y="48744"/>
                  <a:pt x="1341637" y="48965"/>
                  <a:pt x="1342228" y="49297"/>
                </a:cubicBezTo>
                <a:cubicBezTo>
                  <a:pt x="1342818" y="49629"/>
                  <a:pt x="1343242" y="49998"/>
                  <a:pt x="1343500" y="50404"/>
                </a:cubicBezTo>
                <a:cubicBezTo>
                  <a:pt x="1343758" y="50810"/>
                  <a:pt x="1343887" y="51308"/>
                  <a:pt x="1343887" y="51898"/>
                </a:cubicBezTo>
                <a:lnTo>
                  <a:pt x="1343887" y="65066"/>
                </a:lnTo>
                <a:cubicBezTo>
                  <a:pt x="1349494" y="58795"/>
                  <a:pt x="1355082" y="54203"/>
                  <a:pt x="1360652" y="51289"/>
                </a:cubicBezTo>
                <a:cubicBezTo>
                  <a:pt x="1366221" y="48375"/>
                  <a:pt x="1371846" y="46918"/>
                  <a:pt x="1377527" y="46918"/>
                </a:cubicBezTo>
                <a:cubicBezTo>
                  <a:pt x="1384166" y="46918"/>
                  <a:pt x="1389754" y="48043"/>
                  <a:pt x="1394291" y="50293"/>
                </a:cubicBezTo>
                <a:cubicBezTo>
                  <a:pt x="1398828" y="52543"/>
                  <a:pt x="1402498" y="55549"/>
                  <a:pt x="1405301" y="59312"/>
                </a:cubicBezTo>
                <a:cubicBezTo>
                  <a:pt x="1408105" y="63074"/>
                  <a:pt x="1410115" y="67482"/>
                  <a:pt x="1411332" y="72535"/>
                </a:cubicBezTo>
                <a:cubicBezTo>
                  <a:pt x="1412549" y="77588"/>
                  <a:pt x="1413158" y="83656"/>
                  <a:pt x="1413158" y="90738"/>
                </a:cubicBezTo>
                <a:lnTo>
                  <a:pt x="1413158" y="151488"/>
                </a:lnTo>
                <a:close/>
                <a:moveTo>
                  <a:pt x="1522081" y="151599"/>
                </a:moveTo>
                <a:cubicBezTo>
                  <a:pt x="1522081" y="152484"/>
                  <a:pt x="1521786" y="153148"/>
                  <a:pt x="1521196" y="153591"/>
                </a:cubicBezTo>
                <a:cubicBezTo>
                  <a:pt x="1520606" y="154033"/>
                  <a:pt x="1519794" y="154365"/>
                  <a:pt x="1518762" y="154586"/>
                </a:cubicBezTo>
                <a:cubicBezTo>
                  <a:pt x="1517729" y="154808"/>
                  <a:pt x="1516217" y="154918"/>
                  <a:pt x="1514225" y="154918"/>
                </a:cubicBezTo>
                <a:cubicBezTo>
                  <a:pt x="1512307" y="154918"/>
                  <a:pt x="1510776" y="154808"/>
                  <a:pt x="1509633" y="154586"/>
                </a:cubicBezTo>
                <a:cubicBezTo>
                  <a:pt x="1508489" y="154365"/>
                  <a:pt x="1507659" y="154033"/>
                  <a:pt x="1507143" y="153591"/>
                </a:cubicBezTo>
                <a:cubicBezTo>
                  <a:pt x="1506626" y="153148"/>
                  <a:pt x="1506368" y="152484"/>
                  <a:pt x="1506368" y="151599"/>
                </a:cubicBezTo>
                <a:lnTo>
                  <a:pt x="1506368" y="141640"/>
                </a:lnTo>
                <a:cubicBezTo>
                  <a:pt x="1502016" y="146287"/>
                  <a:pt x="1497165" y="149920"/>
                  <a:pt x="1491817" y="152539"/>
                </a:cubicBezTo>
                <a:cubicBezTo>
                  <a:pt x="1486469" y="155158"/>
                  <a:pt x="1480807" y="156468"/>
                  <a:pt x="1474831" y="156468"/>
                </a:cubicBezTo>
                <a:cubicBezTo>
                  <a:pt x="1469594" y="156468"/>
                  <a:pt x="1464854" y="155783"/>
                  <a:pt x="1460612" y="154414"/>
                </a:cubicBezTo>
                <a:cubicBezTo>
                  <a:pt x="1456370" y="153044"/>
                  <a:pt x="1452755" y="151064"/>
                  <a:pt x="1449768" y="148473"/>
                </a:cubicBezTo>
                <a:cubicBezTo>
                  <a:pt x="1446780" y="145881"/>
                  <a:pt x="1444456" y="142699"/>
                  <a:pt x="1442796" y="138925"/>
                </a:cubicBezTo>
                <a:cubicBezTo>
                  <a:pt x="1441137" y="135149"/>
                  <a:pt x="1440307" y="130854"/>
                  <a:pt x="1440307" y="126041"/>
                </a:cubicBezTo>
                <a:cubicBezTo>
                  <a:pt x="1440307" y="120416"/>
                  <a:pt x="1441450" y="115531"/>
                  <a:pt x="1443737" y="111386"/>
                </a:cubicBezTo>
                <a:cubicBezTo>
                  <a:pt x="1446024" y="107238"/>
                  <a:pt x="1449307" y="103795"/>
                  <a:pt x="1453585" y="101057"/>
                </a:cubicBezTo>
                <a:cubicBezTo>
                  <a:pt x="1457864" y="98318"/>
                  <a:pt x="1463102" y="96264"/>
                  <a:pt x="1469298" y="94894"/>
                </a:cubicBezTo>
                <a:cubicBezTo>
                  <a:pt x="1475495" y="93525"/>
                  <a:pt x="1482467" y="92840"/>
                  <a:pt x="1490212" y="92840"/>
                </a:cubicBezTo>
                <a:lnTo>
                  <a:pt x="1503934" y="92840"/>
                </a:lnTo>
                <a:lnTo>
                  <a:pt x="1503934" y="85122"/>
                </a:lnTo>
                <a:cubicBezTo>
                  <a:pt x="1503934" y="81300"/>
                  <a:pt x="1503528" y="77919"/>
                  <a:pt x="1502717" y="74980"/>
                </a:cubicBezTo>
                <a:cubicBezTo>
                  <a:pt x="1501905" y="72038"/>
                  <a:pt x="1500596" y="69593"/>
                  <a:pt x="1498788" y="67645"/>
                </a:cubicBezTo>
                <a:cubicBezTo>
                  <a:pt x="1496981" y="65697"/>
                  <a:pt x="1494639" y="64228"/>
                  <a:pt x="1491762" y="63236"/>
                </a:cubicBezTo>
                <a:cubicBezTo>
                  <a:pt x="1488885" y="62243"/>
                  <a:pt x="1485344" y="61746"/>
                  <a:pt x="1481139" y="61746"/>
                </a:cubicBezTo>
                <a:cubicBezTo>
                  <a:pt x="1476639" y="61746"/>
                  <a:pt x="1472600" y="62275"/>
                  <a:pt x="1469022" y="63333"/>
                </a:cubicBezTo>
                <a:cubicBezTo>
                  <a:pt x="1465444" y="64391"/>
                  <a:pt x="1462309" y="65559"/>
                  <a:pt x="1459616" y="66836"/>
                </a:cubicBezTo>
                <a:cubicBezTo>
                  <a:pt x="1456923" y="68113"/>
                  <a:pt x="1454673" y="69281"/>
                  <a:pt x="1452866" y="70339"/>
                </a:cubicBezTo>
                <a:cubicBezTo>
                  <a:pt x="1451059" y="71397"/>
                  <a:pt x="1449712" y="71926"/>
                  <a:pt x="1448827" y="71926"/>
                </a:cubicBezTo>
                <a:cubicBezTo>
                  <a:pt x="1448237" y="71926"/>
                  <a:pt x="1447721" y="71779"/>
                  <a:pt x="1447278" y="71484"/>
                </a:cubicBezTo>
                <a:cubicBezTo>
                  <a:pt x="1446835" y="71189"/>
                  <a:pt x="1446448" y="70746"/>
                  <a:pt x="1446116" y="70156"/>
                </a:cubicBezTo>
                <a:cubicBezTo>
                  <a:pt x="1445784" y="69566"/>
                  <a:pt x="1445544" y="68810"/>
                  <a:pt x="1445397" y="67887"/>
                </a:cubicBezTo>
                <a:cubicBezTo>
                  <a:pt x="1445249" y="66965"/>
                  <a:pt x="1445175" y="65951"/>
                  <a:pt x="1445175" y="64844"/>
                </a:cubicBezTo>
                <a:cubicBezTo>
                  <a:pt x="1445175" y="63000"/>
                  <a:pt x="1445305" y="61543"/>
                  <a:pt x="1445563" y="60474"/>
                </a:cubicBezTo>
                <a:cubicBezTo>
                  <a:pt x="1445821" y="59404"/>
                  <a:pt x="1446448" y="58389"/>
                  <a:pt x="1447444" y="57430"/>
                </a:cubicBezTo>
                <a:cubicBezTo>
                  <a:pt x="1448440" y="56471"/>
                  <a:pt x="1450155" y="55355"/>
                  <a:pt x="1452589" y="54080"/>
                </a:cubicBezTo>
                <a:cubicBezTo>
                  <a:pt x="1455024" y="52803"/>
                  <a:pt x="1457827" y="51636"/>
                  <a:pt x="1460999" y="50580"/>
                </a:cubicBezTo>
                <a:cubicBezTo>
                  <a:pt x="1464171" y="49524"/>
                  <a:pt x="1467639" y="48651"/>
                  <a:pt x="1471401" y="47959"/>
                </a:cubicBezTo>
                <a:cubicBezTo>
                  <a:pt x="1475163" y="47265"/>
                  <a:pt x="1478962" y="46918"/>
                  <a:pt x="1482799" y="46918"/>
                </a:cubicBezTo>
                <a:cubicBezTo>
                  <a:pt x="1489954" y="46918"/>
                  <a:pt x="1496040" y="47730"/>
                  <a:pt x="1501057" y="49353"/>
                </a:cubicBezTo>
                <a:cubicBezTo>
                  <a:pt x="1506073" y="50976"/>
                  <a:pt x="1510131" y="53355"/>
                  <a:pt x="1513229" y="56490"/>
                </a:cubicBezTo>
                <a:cubicBezTo>
                  <a:pt x="1516327" y="59625"/>
                  <a:pt x="1518577" y="63517"/>
                  <a:pt x="1519979" y="68164"/>
                </a:cubicBezTo>
                <a:cubicBezTo>
                  <a:pt x="1521381" y="72812"/>
                  <a:pt x="1522081" y="78234"/>
                  <a:pt x="1522081" y="84431"/>
                </a:cubicBezTo>
                <a:lnTo>
                  <a:pt x="1522081" y="151599"/>
                </a:lnTo>
                <a:moveTo>
                  <a:pt x="1503934" y="106008"/>
                </a:moveTo>
                <a:lnTo>
                  <a:pt x="1488331" y="106008"/>
                </a:lnTo>
                <a:cubicBezTo>
                  <a:pt x="1483315" y="106008"/>
                  <a:pt x="1478962" y="106436"/>
                  <a:pt x="1475274" y="107291"/>
                </a:cubicBezTo>
                <a:cubicBezTo>
                  <a:pt x="1471585" y="108144"/>
                  <a:pt x="1468524" y="109405"/>
                  <a:pt x="1466089" y="111074"/>
                </a:cubicBezTo>
                <a:cubicBezTo>
                  <a:pt x="1463655" y="112743"/>
                  <a:pt x="1461866" y="114748"/>
                  <a:pt x="1460723" y="117088"/>
                </a:cubicBezTo>
                <a:cubicBezTo>
                  <a:pt x="1459579" y="119425"/>
                  <a:pt x="1459007" y="122116"/>
                  <a:pt x="1459007" y="125159"/>
                </a:cubicBezTo>
                <a:cubicBezTo>
                  <a:pt x="1459007" y="130355"/>
                  <a:pt x="1460649" y="134493"/>
                  <a:pt x="1463932" y="137573"/>
                </a:cubicBezTo>
                <a:cubicBezTo>
                  <a:pt x="1467214" y="140653"/>
                  <a:pt x="1471807" y="142193"/>
                  <a:pt x="1477708" y="142193"/>
                </a:cubicBezTo>
                <a:cubicBezTo>
                  <a:pt x="1482503" y="142193"/>
                  <a:pt x="1486948" y="140969"/>
                  <a:pt x="1491042" y="138521"/>
                </a:cubicBezTo>
                <a:cubicBezTo>
                  <a:pt x="1495137" y="136070"/>
                  <a:pt x="1499434" y="132322"/>
                  <a:pt x="1503934" y="127275"/>
                </a:cubicBezTo>
                <a:lnTo>
                  <a:pt x="1503934" y="106008"/>
                </a:lnTo>
                <a:close/>
                <a:moveTo>
                  <a:pt x="1573867" y="151485"/>
                </a:moveTo>
                <a:cubicBezTo>
                  <a:pt x="1573867" y="152075"/>
                  <a:pt x="1573720" y="152574"/>
                  <a:pt x="1573425" y="152982"/>
                </a:cubicBezTo>
                <a:cubicBezTo>
                  <a:pt x="1573130" y="153388"/>
                  <a:pt x="1572650" y="153738"/>
                  <a:pt x="1571986" y="154033"/>
                </a:cubicBezTo>
                <a:cubicBezTo>
                  <a:pt x="1571322" y="154328"/>
                  <a:pt x="1570400" y="154550"/>
                  <a:pt x="1569220" y="154697"/>
                </a:cubicBezTo>
                <a:cubicBezTo>
                  <a:pt x="1568039" y="154845"/>
                  <a:pt x="1566527" y="154918"/>
                  <a:pt x="1564683" y="154918"/>
                </a:cubicBezTo>
                <a:cubicBezTo>
                  <a:pt x="1562912" y="154918"/>
                  <a:pt x="1561437" y="154845"/>
                  <a:pt x="1560257" y="154697"/>
                </a:cubicBezTo>
                <a:cubicBezTo>
                  <a:pt x="1559076" y="154550"/>
                  <a:pt x="1558136" y="154328"/>
                  <a:pt x="1557435" y="154033"/>
                </a:cubicBezTo>
                <a:cubicBezTo>
                  <a:pt x="1556734" y="153738"/>
                  <a:pt x="1556255" y="153388"/>
                  <a:pt x="1555996" y="152982"/>
                </a:cubicBezTo>
                <a:cubicBezTo>
                  <a:pt x="1555738" y="152574"/>
                  <a:pt x="1555609" y="152075"/>
                  <a:pt x="1555609" y="151485"/>
                </a:cubicBezTo>
                <a:lnTo>
                  <a:pt x="1555609" y="3544"/>
                </a:lnTo>
                <a:cubicBezTo>
                  <a:pt x="1555609" y="2954"/>
                  <a:pt x="1555738" y="2438"/>
                  <a:pt x="1555996" y="1995"/>
                </a:cubicBezTo>
                <a:cubicBezTo>
                  <a:pt x="1556255" y="1550"/>
                  <a:pt x="1556734" y="1180"/>
                  <a:pt x="1557435" y="885"/>
                </a:cubicBezTo>
                <a:cubicBezTo>
                  <a:pt x="1558136" y="590"/>
                  <a:pt x="1559076" y="369"/>
                  <a:pt x="1560257" y="221"/>
                </a:cubicBezTo>
                <a:cubicBezTo>
                  <a:pt x="1561437" y="74"/>
                  <a:pt x="1562912" y="0"/>
                  <a:pt x="1564683" y="0"/>
                </a:cubicBezTo>
                <a:cubicBezTo>
                  <a:pt x="1566527" y="0"/>
                  <a:pt x="1568039" y="74"/>
                  <a:pt x="1569220" y="221"/>
                </a:cubicBezTo>
                <a:cubicBezTo>
                  <a:pt x="1570400" y="369"/>
                  <a:pt x="1571322" y="590"/>
                  <a:pt x="1571986" y="885"/>
                </a:cubicBezTo>
                <a:cubicBezTo>
                  <a:pt x="1572650" y="1180"/>
                  <a:pt x="1573130" y="1550"/>
                  <a:pt x="1573425" y="1995"/>
                </a:cubicBezTo>
                <a:cubicBezTo>
                  <a:pt x="1573720" y="2438"/>
                  <a:pt x="1573867" y="2954"/>
                  <a:pt x="1573867" y="3544"/>
                </a:cubicBezTo>
                <a:lnTo>
                  <a:pt x="1573867" y="151485"/>
                </a:lnTo>
                <a:close/>
                <a:moveTo>
                  <a:pt x="1653102" y="154254"/>
                </a:moveTo>
                <a:lnTo>
                  <a:pt x="1639823" y="190882"/>
                </a:lnTo>
                <a:cubicBezTo>
                  <a:pt x="1639380" y="192062"/>
                  <a:pt x="1638255" y="192966"/>
                  <a:pt x="1636448" y="193593"/>
                </a:cubicBezTo>
                <a:cubicBezTo>
                  <a:pt x="1634641" y="194220"/>
                  <a:pt x="1631893" y="194533"/>
                  <a:pt x="1628204" y="194533"/>
                </a:cubicBezTo>
                <a:cubicBezTo>
                  <a:pt x="1626286" y="194533"/>
                  <a:pt x="1624737" y="194441"/>
                  <a:pt x="1623557" y="194257"/>
                </a:cubicBezTo>
                <a:cubicBezTo>
                  <a:pt x="1622376" y="194072"/>
                  <a:pt x="1621472" y="193759"/>
                  <a:pt x="1620845" y="193316"/>
                </a:cubicBezTo>
                <a:cubicBezTo>
                  <a:pt x="1620218" y="192873"/>
                  <a:pt x="1619868" y="192283"/>
                  <a:pt x="1619794" y="191546"/>
                </a:cubicBezTo>
                <a:cubicBezTo>
                  <a:pt x="1619720" y="190808"/>
                  <a:pt x="1619905" y="189923"/>
                  <a:pt x="1620347" y="188890"/>
                </a:cubicBezTo>
                <a:lnTo>
                  <a:pt x="1634069" y="154254"/>
                </a:lnTo>
                <a:cubicBezTo>
                  <a:pt x="1633405" y="153959"/>
                  <a:pt x="1632778" y="153480"/>
                  <a:pt x="1632188" y="152816"/>
                </a:cubicBezTo>
                <a:cubicBezTo>
                  <a:pt x="1631598" y="152152"/>
                  <a:pt x="1631192" y="151451"/>
                  <a:pt x="1630970" y="150713"/>
                </a:cubicBezTo>
                <a:lnTo>
                  <a:pt x="1595450" y="55549"/>
                </a:lnTo>
                <a:cubicBezTo>
                  <a:pt x="1594860" y="54000"/>
                  <a:pt x="1594565" y="52783"/>
                  <a:pt x="1594565" y="51898"/>
                </a:cubicBezTo>
                <a:cubicBezTo>
                  <a:pt x="1594565" y="51012"/>
                  <a:pt x="1594860" y="50312"/>
                  <a:pt x="1595450" y="49795"/>
                </a:cubicBezTo>
                <a:cubicBezTo>
                  <a:pt x="1596040" y="49279"/>
                  <a:pt x="1596999" y="48928"/>
                  <a:pt x="1598327" y="48744"/>
                </a:cubicBezTo>
                <a:cubicBezTo>
                  <a:pt x="1599655" y="48560"/>
                  <a:pt x="1601425" y="48467"/>
                  <a:pt x="1603638" y="48467"/>
                </a:cubicBezTo>
                <a:cubicBezTo>
                  <a:pt x="1605852" y="48467"/>
                  <a:pt x="1607585" y="48523"/>
                  <a:pt x="1608839" y="48633"/>
                </a:cubicBezTo>
                <a:cubicBezTo>
                  <a:pt x="1610093" y="48744"/>
                  <a:pt x="1611089" y="48947"/>
                  <a:pt x="1611827" y="49242"/>
                </a:cubicBezTo>
                <a:cubicBezTo>
                  <a:pt x="1612565" y="49537"/>
                  <a:pt x="1613100" y="49961"/>
                  <a:pt x="1613431" y="50514"/>
                </a:cubicBezTo>
                <a:cubicBezTo>
                  <a:pt x="1613763" y="51068"/>
                  <a:pt x="1614114" y="51824"/>
                  <a:pt x="1614483" y="52783"/>
                </a:cubicBezTo>
                <a:lnTo>
                  <a:pt x="1642921" y="132677"/>
                </a:lnTo>
                <a:lnTo>
                  <a:pt x="1643253" y="132677"/>
                </a:lnTo>
                <a:lnTo>
                  <a:pt x="1670696" y="52340"/>
                </a:lnTo>
                <a:cubicBezTo>
                  <a:pt x="1671139" y="50939"/>
                  <a:pt x="1671673" y="50035"/>
                  <a:pt x="1672300" y="49629"/>
                </a:cubicBezTo>
                <a:cubicBezTo>
                  <a:pt x="1672928" y="49223"/>
                  <a:pt x="1673868" y="48928"/>
                  <a:pt x="1675122" y="48744"/>
                </a:cubicBezTo>
                <a:cubicBezTo>
                  <a:pt x="1676376" y="48560"/>
                  <a:pt x="1678184" y="48467"/>
                  <a:pt x="1680544" y="48467"/>
                </a:cubicBezTo>
                <a:cubicBezTo>
                  <a:pt x="1682610" y="48467"/>
                  <a:pt x="1684307" y="48560"/>
                  <a:pt x="1685635" y="48744"/>
                </a:cubicBezTo>
                <a:cubicBezTo>
                  <a:pt x="1686962" y="48928"/>
                  <a:pt x="1687940" y="49279"/>
                  <a:pt x="1688567" y="49795"/>
                </a:cubicBezTo>
                <a:cubicBezTo>
                  <a:pt x="1689194" y="50312"/>
                  <a:pt x="1689507" y="51012"/>
                  <a:pt x="1689507" y="51898"/>
                </a:cubicBezTo>
                <a:cubicBezTo>
                  <a:pt x="1689507" y="52783"/>
                  <a:pt x="1689286" y="53889"/>
                  <a:pt x="1688844" y="55217"/>
                </a:cubicBezTo>
                <a:lnTo>
                  <a:pt x="1653102" y="154254"/>
                </a:lnTo>
                <a:close/>
                <a:moveTo>
                  <a:pt x="1770194" y="124457"/>
                </a:moveTo>
                <a:cubicBezTo>
                  <a:pt x="1770194" y="129552"/>
                  <a:pt x="1769254" y="134093"/>
                  <a:pt x="1767372" y="138081"/>
                </a:cubicBezTo>
                <a:cubicBezTo>
                  <a:pt x="1765491" y="142067"/>
                  <a:pt x="1762817" y="145427"/>
                  <a:pt x="1759350" y="148161"/>
                </a:cubicBezTo>
                <a:cubicBezTo>
                  <a:pt x="1755883" y="150893"/>
                  <a:pt x="1751751" y="152960"/>
                  <a:pt x="1746956" y="154362"/>
                </a:cubicBezTo>
                <a:cubicBezTo>
                  <a:pt x="1742161" y="155766"/>
                  <a:pt x="1736887" y="156468"/>
                  <a:pt x="1731133" y="156468"/>
                </a:cubicBezTo>
                <a:cubicBezTo>
                  <a:pt x="1727592" y="156468"/>
                  <a:pt x="1724217" y="156191"/>
                  <a:pt x="1721008" y="155638"/>
                </a:cubicBezTo>
                <a:cubicBezTo>
                  <a:pt x="1717798" y="155084"/>
                  <a:pt x="1714921" y="154384"/>
                  <a:pt x="1712376" y="153535"/>
                </a:cubicBezTo>
                <a:cubicBezTo>
                  <a:pt x="1709831" y="152687"/>
                  <a:pt x="1707673" y="151802"/>
                  <a:pt x="1705903" y="150879"/>
                </a:cubicBezTo>
                <a:cubicBezTo>
                  <a:pt x="1704132" y="149957"/>
                  <a:pt x="1702841" y="149127"/>
                  <a:pt x="1702030" y="148390"/>
                </a:cubicBezTo>
                <a:cubicBezTo>
                  <a:pt x="1701219" y="147652"/>
                  <a:pt x="1700628" y="146619"/>
                  <a:pt x="1700260" y="145291"/>
                </a:cubicBezTo>
                <a:cubicBezTo>
                  <a:pt x="1699891" y="143963"/>
                  <a:pt x="1699706" y="142156"/>
                  <a:pt x="1699706" y="139869"/>
                </a:cubicBezTo>
                <a:cubicBezTo>
                  <a:pt x="1699706" y="138468"/>
                  <a:pt x="1699780" y="137287"/>
                  <a:pt x="1699928" y="136328"/>
                </a:cubicBezTo>
                <a:cubicBezTo>
                  <a:pt x="1700075" y="135369"/>
                  <a:pt x="1700260" y="134595"/>
                  <a:pt x="1700481" y="134004"/>
                </a:cubicBezTo>
                <a:cubicBezTo>
                  <a:pt x="1700702" y="133414"/>
                  <a:pt x="1701016" y="132990"/>
                  <a:pt x="1701421" y="132732"/>
                </a:cubicBezTo>
                <a:cubicBezTo>
                  <a:pt x="1701827" y="132474"/>
                  <a:pt x="1702288" y="132345"/>
                  <a:pt x="1702805" y="132345"/>
                </a:cubicBezTo>
                <a:cubicBezTo>
                  <a:pt x="1703616" y="132345"/>
                  <a:pt x="1704815" y="132843"/>
                  <a:pt x="1706401" y="133838"/>
                </a:cubicBezTo>
                <a:cubicBezTo>
                  <a:pt x="1707987" y="134834"/>
                  <a:pt x="1709942" y="135922"/>
                  <a:pt x="1712266" y="137103"/>
                </a:cubicBezTo>
                <a:cubicBezTo>
                  <a:pt x="1714589" y="138283"/>
                  <a:pt x="1717337" y="139371"/>
                  <a:pt x="1720510" y="140367"/>
                </a:cubicBezTo>
                <a:cubicBezTo>
                  <a:pt x="1723682" y="141363"/>
                  <a:pt x="1727333" y="141861"/>
                  <a:pt x="1731465" y="141861"/>
                </a:cubicBezTo>
                <a:cubicBezTo>
                  <a:pt x="1734563" y="141861"/>
                  <a:pt x="1737366" y="141529"/>
                  <a:pt x="1739874" y="140865"/>
                </a:cubicBezTo>
                <a:cubicBezTo>
                  <a:pt x="1742383" y="140199"/>
                  <a:pt x="1744559" y="139219"/>
                  <a:pt x="1746403" y="137926"/>
                </a:cubicBezTo>
                <a:cubicBezTo>
                  <a:pt x="1748247" y="136632"/>
                  <a:pt x="1749667" y="134988"/>
                  <a:pt x="1750663" y="132991"/>
                </a:cubicBezTo>
                <a:cubicBezTo>
                  <a:pt x="1751659" y="130995"/>
                  <a:pt x="1752157" y="128630"/>
                  <a:pt x="1752157" y="125895"/>
                </a:cubicBezTo>
                <a:cubicBezTo>
                  <a:pt x="1752157" y="123090"/>
                  <a:pt x="1751438" y="120727"/>
                  <a:pt x="1749999" y="118807"/>
                </a:cubicBezTo>
                <a:cubicBezTo>
                  <a:pt x="1748561" y="116886"/>
                  <a:pt x="1746661" y="115188"/>
                  <a:pt x="1744301" y="113713"/>
                </a:cubicBezTo>
                <a:cubicBezTo>
                  <a:pt x="1741940" y="112235"/>
                  <a:pt x="1739284" y="110925"/>
                  <a:pt x="1736333" y="109781"/>
                </a:cubicBezTo>
                <a:cubicBezTo>
                  <a:pt x="1733383" y="108635"/>
                  <a:pt x="1730340" y="107435"/>
                  <a:pt x="1727204" y="106181"/>
                </a:cubicBezTo>
                <a:cubicBezTo>
                  <a:pt x="1724069" y="104925"/>
                  <a:pt x="1721008" y="103503"/>
                  <a:pt x="1718020" y="101914"/>
                </a:cubicBezTo>
                <a:cubicBezTo>
                  <a:pt x="1715032" y="100326"/>
                  <a:pt x="1712358" y="98387"/>
                  <a:pt x="1709997" y="96098"/>
                </a:cubicBezTo>
                <a:cubicBezTo>
                  <a:pt x="1707637" y="93809"/>
                  <a:pt x="1705737" y="91077"/>
                  <a:pt x="1704298" y="87902"/>
                </a:cubicBezTo>
                <a:cubicBezTo>
                  <a:pt x="1702860" y="84728"/>
                  <a:pt x="1702141" y="80925"/>
                  <a:pt x="1702141" y="76494"/>
                </a:cubicBezTo>
                <a:cubicBezTo>
                  <a:pt x="1702141" y="72580"/>
                  <a:pt x="1702897" y="68833"/>
                  <a:pt x="1704409" y="65252"/>
                </a:cubicBezTo>
                <a:cubicBezTo>
                  <a:pt x="1705921" y="61670"/>
                  <a:pt x="1708190" y="58531"/>
                  <a:pt x="1711214" y="55836"/>
                </a:cubicBezTo>
                <a:cubicBezTo>
                  <a:pt x="1714239" y="53139"/>
                  <a:pt x="1718020" y="50979"/>
                  <a:pt x="1722557" y="49356"/>
                </a:cubicBezTo>
                <a:cubicBezTo>
                  <a:pt x="1727094" y="47731"/>
                  <a:pt x="1732387" y="46918"/>
                  <a:pt x="1738436" y="46918"/>
                </a:cubicBezTo>
                <a:cubicBezTo>
                  <a:pt x="1741092" y="46918"/>
                  <a:pt x="1743747" y="47143"/>
                  <a:pt x="1746403" y="47592"/>
                </a:cubicBezTo>
                <a:cubicBezTo>
                  <a:pt x="1749059" y="48042"/>
                  <a:pt x="1751456" y="48603"/>
                  <a:pt x="1753596" y="49276"/>
                </a:cubicBezTo>
                <a:cubicBezTo>
                  <a:pt x="1755735" y="49950"/>
                  <a:pt x="1757561" y="50679"/>
                  <a:pt x="1759073" y="51465"/>
                </a:cubicBezTo>
                <a:cubicBezTo>
                  <a:pt x="1760585" y="52252"/>
                  <a:pt x="1761729" y="52944"/>
                  <a:pt x="1762504" y="53544"/>
                </a:cubicBezTo>
                <a:cubicBezTo>
                  <a:pt x="1763278" y="54143"/>
                  <a:pt x="1763795" y="54664"/>
                  <a:pt x="1764053" y="55107"/>
                </a:cubicBezTo>
                <a:cubicBezTo>
                  <a:pt x="1764311" y="55549"/>
                  <a:pt x="1764495" y="56047"/>
                  <a:pt x="1764606" y="56601"/>
                </a:cubicBezTo>
                <a:cubicBezTo>
                  <a:pt x="1764717" y="57154"/>
                  <a:pt x="1764827" y="57836"/>
                  <a:pt x="1764938" y="58648"/>
                </a:cubicBezTo>
                <a:cubicBezTo>
                  <a:pt x="1765049" y="59459"/>
                  <a:pt x="1765104" y="60455"/>
                  <a:pt x="1765104" y="61635"/>
                </a:cubicBezTo>
                <a:cubicBezTo>
                  <a:pt x="1765104" y="62889"/>
                  <a:pt x="1765049" y="63978"/>
                  <a:pt x="1764938" y="64900"/>
                </a:cubicBezTo>
                <a:cubicBezTo>
                  <a:pt x="1764827" y="65822"/>
                  <a:pt x="1764643" y="66578"/>
                  <a:pt x="1764385" y="67168"/>
                </a:cubicBezTo>
                <a:cubicBezTo>
                  <a:pt x="1764126" y="67758"/>
                  <a:pt x="1763813" y="68183"/>
                  <a:pt x="1763444" y="68441"/>
                </a:cubicBezTo>
                <a:cubicBezTo>
                  <a:pt x="1763075" y="68699"/>
                  <a:pt x="1762669" y="68828"/>
                  <a:pt x="1762227" y="68828"/>
                </a:cubicBezTo>
                <a:cubicBezTo>
                  <a:pt x="1761563" y="68828"/>
                  <a:pt x="1760604" y="68417"/>
                  <a:pt x="1759350" y="67594"/>
                </a:cubicBezTo>
                <a:cubicBezTo>
                  <a:pt x="1758096" y="66771"/>
                  <a:pt x="1756473" y="65891"/>
                  <a:pt x="1754481" y="64955"/>
                </a:cubicBezTo>
                <a:cubicBezTo>
                  <a:pt x="1752489" y="64019"/>
                  <a:pt x="1750147" y="63140"/>
                  <a:pt x="1747454" y="62317"/>
                </a:cubicBezTo>
                <a:cubicBezTo>
                  <a:pt x="1744762" y="61494"/>
                  <a:pt x="1741682" y="61082"/>
                  <a:pt x="1738215" y="61082"/>
                </a:cubicBezTo>
                <a:cubicBezTo>
                  <a:pt x="1735116" y="61082"/>
                  <a:pt x="1732387" y="61434"/>
                  <a:pt x="1730026" y="62137"/>
                </a:cubicBezTo>
                <a:cubicBezTo>
                  <a:pt x="1727665" y="62838"/>
                  <a:pt x="1725729" y="63835"/>
                  <a:pt x="1724217" y="65128"/>
                </a:cubicBezTo>
                <a:cubicBezTo>
                  <a:pt x="1722704" y="66421"/>
                  <a:pt x="1721561" y="67955"/>
                  <a:pt x="1720786" y="69731"/>
                </a:cubicBezTo>
                <a:cubicBezTo>
                  <a:pt x="1720012" y="71503"/>
                  <a:pt x="1719624" y="73425"/>
                  <a:pt x="1719624" y="75495"/>
                </a:cubicBezTo>
                <a:cubicBezTo>
                  <a:pt x="1719624" y="78374"/>
                  <a:pt x="1720362" y="80793"/>
                  <a:pt x="1721837" y="82750"/>
                </a:cubicBezTo>
                <a:cubicBezTo>
                  <a:pt x="1723313" y="84707"/>
                  <a:pt x="1725231" y="86425"/>
                  <a:pt x="1727592" y="87902"/>
                </a:cubicBezTo>
                <a:cubicBezTo>
                  <a:pt x="1729952" y="89378"/>
                  <a:pt x="1732645" y="90707"/>
                  <a:pt x="1735669" y="91889"/>
                </a:cubicBezTo>
                <a:cubicBezTo>
                  <a:pt x="1738694" y="93070"/>
                  <a:pt x="1741774" y="94288"/>
                  <a:pt x="1744909" y="95545"/>
                </a:cubicBezTo>
                <a:cubicBezTo>
                  <a:pt x="1748044" y="96799"/>
                  <a:pt x="1751143" y="98201"/>
                  <a:pt x="1754204" y="99753"/>
                </a:cubicBezTo>
                <a:cubicBezTo>
                  <a:pt x="1757266" y="101304"/>
                  <a:pt x="1759977" y="103188"/>
                  <a:pt x="1762338" y="105403"/>
                </a:cubicBezTo>
                <a:cubicBezTo>
                  <a:pt x="1764698" y="107619"/>
                  <a:pt x="1766598" y="110278"/>
                  <a:pt x="1768036" y="113381"/>
                </a:cubicBezTo>
                <a:cubicBezTo>
                  <a:pt x="1769475" y="116482"/>
                  <a:pt x="1770194" y="120174"/>
                  <a:pt x="1770194" y="124457"/>
                </a:cubicBezTo>
                <a:close/>
                <a:moveTo>
                  <a:pt x="1814542" y="151488"/>
                </a:moveTo>
                <a:cubicBezTo>
                  <a:pt x="1814542" y="152078"/>
                  <a:pt x="1814394" y="152576"/>
                  <a:pt x="1814099" y="152982"/>
                </a:cubicBezTo>
                <a:cubicBezTo>
                  <a:pt x="1813804" y="153388"/>
                  <a:pt x="1813324" y="153738"/>
                  <a:pt x="1812660" y="154033"/>
                </a:cubicBezTo>
                <a:cubicBezTo>
                  <a:pt x="1811997" y="154328"/>
                  <a:pt x="1811074" y="154550"/>
                  <a:pt x="1809894" y="154697"/>
                </a:cubicBezTo>
                <a:cubicBezTo>
                  <a:pt x="1808714" y="154845"/>
                  <a:pt x="1807201" y="154918"/>
                  <a:pt x="1805357" y="154918"/>
                </a:cubicBezTo>
                <a:cubicBezTo>
                  <a:pt x="1803587" y="154918"/>
                  <a:pt x="1802111" y="154845"/>
                  <a:pt x="1800931" y="154697"/>
                </a:cubicBezTo>
                <a:cubicBezTo>
                  <a:pt x="1799751" y="154550"/>
                  <a:pt x="1798810" y="154328"/>
                  <a:pt x="1798109" y="154033"/>
                </a:cubicBezTo>
                <a:cubicBezTo>
                  <a:pt x="1797408" y="153738"/>
                  <a:pt x="1796929" y="153388"/>
                  <a:pt x="1796671" y="152982"/>
                </a:cubicBezTo>
                <a:cubicBezTo>
                  <a:pt x="1796413" y="152576"/>
                  <a:pt x="1796283" y="152078"/>
                  <a:pt x="1796283" y="151488"/>
                </a:cubicBezTo>
                <a:lnTo>
                  <a:pt x="1796283" y="51898"/>
                </a:lnTo>
                <a:cubicBezTo>
                  <a:pt x="1796283" y="51381"/>
                  <a:pt x="1796413" y="50902"/>
                  <a:pt x="1796671" y="50459"/>
                </a:cubicBezTo>
                <a:cubicBezTo>
                  <a:pt x="1796929" y="50017"/>
                  <a:pt x="1797408" y="49648"/>
                  <a:pt x="1798109" y="49353"/>
                </a:cubicBezTo>
                <a:cubicBezTo>
                  <a:pt x="1798810" y="49057"/>
                  <a:pt x="1799751" y="48836"/>
                  <a:pt x="1800931" y="48689"/>
                </a:cubicBezTo>
                <a:cubicBezTo>
                  <a:pt x="1802111" y="48541"/>
                  <a:pt x="1803587" y="48467"/>
                  <a:pt x="1805357" y="48467"/>
                </a:cubicBezTo>
                <a:cubicBezTo>
                  <a:pt x="1807201" y="48467"/>
                  <a:pt x="1808714" y="48541"/>
                  <a:pt x="1809894" y="48689"/>
                </a:cubicBezTo>
                <a:cubicBezTo>
                  <a:pt x="1811074" y="48836"/>
                  <a:pt x="1811997" y="49057"/>
                  <a:pt x="1812660" y="49353"/>
                </a:cubicBezTo>
                <a:cubicBezTo>
                  <a:pt x="1813324" y="49648"/>
                  <a:pt x="1813804" y="50017"/>
                  <a:pt x="1814099" y="50459"/>
                </a:cubicBezTo>
                <a:cubicBezTo>
                  <a:pt x="1814394" y="50902"/>
                  <a:pt x="1814542" y="51381"/>
                  <a:pt x="1814542" y="51898"/>
                </a:cubicBezTo>
                <a:lnTo>
                  <a:pt x="1814542" y="151488"/>
                </a:lnTo>
                <a:moveTo>
                  <a:pt x="1816644" y="18148"/>
                </a:moveTo>
                <a:cubicBezTo>
                  <a:pt x="1816644" y="22426"/>
                  <a:pt x="1815833" y="25340"/>
                  <a:pt x="1814210" y="26889"/>
                </a:cubicBezTo>
                <a:cubicBezTo>
                  <a:pt x="1812587" y="28439"/>
                  <a:pt x="1809599" y="29213"/>
                  <a:pt x="1805247" y="29213"/>
                </a:cubicBezTo>
                <a:cubicBezTo>
                  <a:pt x="1800968" y="29213"/>
                  <a:pt x="1798035" y="28457"/>
                  <a:pt x="1796449" y="26945"/>
                </a:cubicBezTo>
                <a:cubicBezTo>
                  <a:pt x="1794863" y="25432"/>
                  <a:pt x="1794070" y="22574"/>
                  <a:pt x="1794070" y="18369"/>
                </a:cubicBezTo>
                <a:cubicBezTo>
                  <a:pt x="1794070" y="14090"/>
                  <a:pt x="1794882" y="11176"/>
                  <a:pt x="1796505" y="9627"/>
                </a:cubicBezTo>
                <a:cubicBezTo>
                  <a:pt x="1798128" y="8078"/>
                  <a:pt x="1801115" y="7303"/>
                  <a:pt x="1805468" y="7303"/>
                </a:cubicBezTo>
                <a:cubicBezTo>
                  <a:pt x="1809747" y="7303"/>
                  <a:pt x="1812679" y="8059"/>
                  <a:pt x="1814265" y="9572"/>
                </a:cubicBezTo>
                <a:cubicBezTo>
                  <a:pt x="1815851" y="11084"/>
                  <a:pt x="1816644" y="13943"/>
                  <a:pt x="1816644" y="18148"/>
                </a:cubicBezTo>
                <a:close/>
                <a:moveTo>
                  <a:pt x="1910021" y="124457"/>
                </a:moveTo>
                <a:cubicBezTo>
                  <a:pt x="1910021" y="129552"/>
                  <a:pt x="1909081" y="134093"/>
                  <a:pt x="1907200" y="138081"/>
                </a:cubicBezTo>
                <a:cubicBezTo>
                  <a:pt x="1905318" y="142067"/>
                  <a:pt x="1902644" y="145427"/>
                  <a:pt x="1899177" y="148161"/>
                </a:cubicBezTo>
                <a:cubicBezTo>
                  <a:pt x="1895710" y="150893"/>
                  <a:pt x="1891579" y="152960"/>
                  <a:pt x="1886784" y="154362"/>
                </a:cubicBezTo>
                <a:cubicBezTo>
                  <a:pt x="1881988" y="155766"/>
                  <a:pt x="1876714" y="156468"/>
                  <a:pt x="1870960" y="156468"/>
                </a:cubicBezTo>
                <a:cubicBezTo>
                  <a:pt x="1867419" y="156468"/>
                  <a:pt x="1864044" y="156191"/>
                  <a:pt x="1860835" y="155638"/>
                </a:cubicBezTo>
                <a:cubicBezTo>
                  <a:pt x="1857626" y="155084"/>
                  <a:pt x="1854749" y="154384"/>
                  <a:pt x="1852204" y="153535"/>
                </a:cubicBezTo>
                <a:cubicBezTo>
                  <a:pt x="1849658" y="152687"/>
                  <a:pt x="1847501" y="151802"/>
                  <a:pt x="1845730" y="150879"/>
                </a:cubicBezTo>
                <a:cubicBezTo>
                  <a:pt x="1843960" y="149957"/>
                  <a:pt x="1842669" y="149127"/>
                  <a:pt x="1841857" y="148390"/>
                </a:cubicBezTo>
                <a:cubicBezTo>
                  <a:pt x="1841046" y="147652"/>
                  <a:pt x="1840456" y="146619"/>
                  <a:pt x="1840087" y="145291"/>
                </a:cubicBezTo>
                <a:cubicBezTo>
                  <a:pt x="1839718" y="143963"/>
                  <a:pt x="1839533" y="142156"/>
                  <a:pt x="1839533" y="139869"/>
                </a:cubicBezTo>
                <a:cubicBezTo>
                  <a:pt x="1839533" y="138468"/>
                  <a:pt x="1839607" y="137287"/>
                  <a:pt x="1839755" y="136328"/>
                </a:cubicBezTo>
                <a:cubicBezTo>
                  <a:pt x="1839902" y="135369"/>
                  <a:pt x="1840087" y="134595"/>
                  <a:pt x="1840308" y="134004"/>
                </a:cubicBezTo>
                <a:cubicBezTo>
                  <a:pt x="1840529" y="133414"/>
                  <a:pt x="1840843" y="132990"/>
                  <a:pt x="1841249" y="132732"/>
                </a:cubicBezTo>
                <a:cubicBezTo>
                  <a:pt x="1841654" y="132474"/>
                  <a:pt x="1842115" y="132345"/>
                  <a:pt x="1842632" y="132345"/>
                </a:cubicBezTo>
                <a:cubicBezTo>
                  <a:pt x="1843443" y="132345"/>
                  <a:pt x="1844642" y="132843"/>
                  <a:pt x="1846228" y="133838"/>
                </a:cubicBezTo>
                <a:cubicBezTo>
                  <a:pt x="1847814" y="134834"/>
                  <a:pt x="1849769" y="135922"/>
                  <a:pt x="1852093" y="137103"/>
                </a:cubicBezTo>
                <a:cubicBezTo>
                  <a:pt x="1854417" y="138283"/>
                  <a:pt x="1857165" y="139371"/>
                  <a:pt x="1860337" y="140367"/>
                </a:cubicBezTo>
                <a:cubicBezTo>
                  <a:pt x="1863509" y="141363"/>
                  <a:pt x="1867161" y="141861"/>
                  <a:pt x="1871292" y="141861"/>
                </a:cubicBezTo>
                <a:cubicBezTo>
                  <a:pt x="1874390" y="141861"/>
                  <a:pt x="1877193" y="141529"/>
                  <a:pt x="1879702" y="140865"/>
                </a:cubicBezTo>
                <a:cubicBezTo>
                  <a:pt x="1882210" y="140199"/>
                  <a:pt x="1884386" y="139219"/>
                  <a:pt x="1886230" y="137926"/>
                </a:cubicBezTo>
                <a:cubicBezTo>
                  <a:pt x="1888075" y="136632"/>
                  <a:pt x="1889495" y="134988"/>
                  <a:pt x="1890491" y="132991"/>
                </a:cubicBezTo>
                <a:cubicBezTo>
                  <a:pt x="1891486" y="130995"/>
                  <a:pt x="1891984" y="128630"/>
                  <a:pt x="1891984" y="125895"/>
                </a:cubicBezTo>
                <a:cubicBezTo>
                  <a:pt x="1891984" y="123090"/>
                  <a:pt x="1891265" y="120727"/>
                  <a:pt x="1889827" y="118807"/>
                </a:cubicBezTo>
                <a:cubicBezTo>
                  <a:pt x="1888388" y="116886"/>
                  <a:pt x="1886488" y="115188"/>
                  <a:pt x="1884128" y="113713"/>
                </a:cubicBezTo>
                <a:cubicBezTo>
                  <a:pt x="1881767" y="112235"/>
                  <a:pt x="1879111" y="110925"/>
                  <a:pt x="1876161" y="109781"/>
                </a:cubicBezTo>
                <a:cubicBezTo>
                  <a:pt x="1873210" y="108635"/>
                  <a:pt x="1870167" y="107435"/>
                  <a:pt x="1867031" y="106181"/>
                </a:cubicBezTo>
                <a:cubicBezTo>
                  <a:pt x="1863896" y="104925"/>
                  <a:pt x="1860835" y="103503"/>
                  <a:pt x="1857847" y="101914"/>
                </a:cubicBezTo>
                <a:cubicBezTo>
                  <a:pt x="1854859" y="100326"/>
                  <a:pt x="1852185" y="98387"/>
                  <a:pt x="1849824" y="96098"/>
                </a:cubicBezTo>
                <a:cubicBezTo>
                  <a:pt x="1847464" y="93809"/>
                  <a:pt x="1845564" y="91077"/>
                  <a:pt x="1844126" y="87902"/>
                </a:cubicBezTo>
                <a:cubicBezTo>
                  <a:pt x="1842687" y="84728"/>
                  <a:pt x="1841968" y="80925"/>
                  <a:pt x="1841968" y="76494"/>
                </a:cubicBezTo>
                <a:cubicBezTo>
                  <a:pt x="1841968" y="72580"/>
                  <a:pt x="1842724" y="68833"/>
                  <a:pt x="1844236" y="65252"/>
                </a:cubicBezTo>
                <a:cubicBezTo>
                  <a:pt x="1845749" y="61670"/>
                  <a:pt x="1848017" y="58531"/>
                  <a:pt x="1851042" y="55836"/>
                </a:cubicBezTo>
                <a:cubicBezTo>
                  <a:pt x="1854066" y="53139"/>
                  <a:pt x="1857847" y="50979"/>
                  <a:pt x="1862384" y="49356"/>
                </a:cubicBezTo>
                <a:cubicBezTo>
                  <a:pt x="1866921" y="47731"/>
                  <a:pt x="1872214" y="46918"/>
                  <a:pt x="1878263" y="46918"/>
                </a:cubicBezTo>
                <a:cubicBezTo>
                  <a:pt x="1880919" y="46918"/>
                  <a:pt x="1883575" y="47143"/>
                  <a:pt x="1886230" y="47592"/>
                </a:cubicBezTo>
                <a:cubicBezTo>
                  <a:pt x="1888886" y="48042"/>
                  <a:pt x="1891284" y="48603"/>
                  <a:pt x="1893423" y="49276"/>
                </a:cubicBezTo>
                <a:cubicBezTo>
                  <a:pt x="1895562" y="49950"/>
                  <a:pt x="1897388" y="50679"/>
                  <a:pt x="1898900" y="51465"/>
                </a:cubicBezTo>
                <a:cubicBezTo>
                  <a:pt x="1900413" y="52252"/>
                  <a:pt x="1901556" y="52944"/>
                  <a:pt x="1902331" y="53544"/>
                </a:cubicBezTo>
                <a:cubicBezTo>
                  <a:pt x="1903105" y="54143"/>
                  <a:pt x="1903622" y="54664"/>
                  <a:pt x="1903880" y="55107"/>
                </a:cubicBezTo>
                <a:cubicBezTo>
                  <a:pt x="1904138" y="55549"/>
                  <a:pt x="1904323" y="56047"/>
                  <a:pt x="1904433" y="56601"/>
                </a:cubicBezTo>
                <a:cubicBezTo>
                  <a:pt x="1904544" y="57154"/>
                  <a:pt x="1904654" y="57836"/>
                  <a:pt x="1904765" y="58648"/>
                </a:cubicBezTo>
                <a:cubicBezTo>
                  <a:pt x="1904876" y="59459"/>
                  <a:pt x="1904931" y="60455"/>
                  <a:pt x="1904931" y="61635"/>
                </a:cubicBezTo>
                <a:cubicBezTo>
                  <a:pt x="1904931" y="62889"/>
                  <a:pt x="1904876" y="63978"/>
                  <a:pt x="1904765" y="64900"/>
                </a:cubicBezTo>
                <a:cubicBezTo>
                  <a:pt x="1904654" y="65822"/>
                  <a:pt x="1904470" y="66578"/>
                  <a:pt x="1904212" y="67168"/>
                </a:cubicBezTo>
                <a:cubicBezTo>
                  <a:pt x="1903954" y="67758"/>
                  <a:pt x="1903640" y="68183"/>
                  <a:pt x="1903271" y="68441"/>
                </a:cubicBezTo>
                <a:cubicBezTo>
                  <a:pt x="1902902" y="68699"/>
                  <a:pt x="1902497" y="68828"/>
                  <a:pt x="1902054" y="68828"/>
                </a:cubicBezTo>
                <a:cubicBezTo>
                  <a:pt x="1901390" y="68828"/>
                  <a:pt x="1900431" y="68417"/>
                  <a:pt x="1899177" y="67594"/>
                </a:cubicBezTo>
                <a:cubicBezTo>
                  <a:pt x="1897923" y="66771"/>
                  <a:pt x="1896300" y="65891"/>
                  <a:pt x="1894308" y="64955"/>
                </a:cubicBezTo>
                <a:cubicBezTo>
                  <a:pt x="1892316" y="64019"/>
                  <a:pt x="1889974" y="63140"/>
                  <a:pt x="1887281" y="62317"/>
                </a:cubicBezTo>
                <a:cubicBezTo>
                  <a:pt x="1884589" y="61494"/>
                  <a:pt x="1881509" y="61082"/>
                  <a:pt x="1878042" y="61082"/>
                </a:cubicBezTo>
                <a:cubicBezTo>
                  <a:pt x="1874943" y="61082"/>
                  <a:pt x="1872214" y="61434"/>
                  <a:pt x="1869853" y="62137"/>
                </a:cubicBezTo>
                <a:cubicBezTo>
                  <a:pt x="1867493" y="62838"/>
                  <a:pt x="1865556" y="63835"/>
                  <a:pt x="1864044" y="65128"/>
                </a:cubicBezTo>
                <a:cubicBezTo>
                  <a:pt x="1862531" y="66421"/>
                  <a:pt x="1861388" y="67955"/>
                  <a:pt x="1860613" y="69731"/>
                </a:cubicBezTo>
                <a:cubicBezTo>
                  <a:pt x="1859839" y="71503"/>
                  <a:pt x="1859452" y="73425"/>
                  <a:pt x="1859452" y="75495"/>
                </a:cubicBezTo>
                <a:cubicBezTo>
                  <a:pt x="1859452" y="78374"/>
                  <a:pt x="1860189" y="80793"/>
                  <a:pt x="1861665" y="82750"/>
                </a:cubicBezTo>
                <a:cubicBezTo>
                  <a:pt x="1863140" y="84707"/>
                  <a:pt x="1865058" y="86425"/>
                  <a:pt x="1867419" y="87902"/>
                </a:cubicBezTo>
                <a:cubicBezTo>
                  <a:pt x="1869779" y="89378"/>
                  <a:pt x="1872472" y="90707"/>
                  <a:pt x="1875497" y="91889"/>
                </a:cubicBezTo>
                <a:cubicBezTo>
                  <a:pt x="1878521" y="93070"/>
                  <a:pt x="1881601" y="94288"/>
                  <a:pt x="1884736" y="95545"/>
                </a:cubicBezTo>
                <a:cubicBezTo>
                  <a:pt x="1887872" y="96799"/>
                  <a:pt x="1890970" y="98201"/>
                  <a:pt x="1894032" y="99753"/>
                </a:cubicBezTo>
                <a:cubicBezTo>
                  <a:pt x="1897093" y="101304"/>
                  <a:pt x="1899804" y="103188"/>
                  <a:pt x="1902165" y="105403"/>
                </a:cubicBezTo>
                <a:cubicBezTo>
                  <a:pt x="1904525" y="107619"/>
                  <a:pt x="1906425" y="110278"/>
                  <a:pt x="1907864" y="113381"/>
                </a:cubicBezTo>
                <a:cubicBezTo>
                  <a:pt x="1909302" y="116482"/>
                  <a:pt x="1910021" y="120174"/>
                  <a:pt x="1910021" y="124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BB2EF-18EA-41F5-B203-15D5446E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863" y="6214479"/>
            <a:ext cx="1652859" cy="386753"/>
          </a:xfrm>
          <a:custGeom xmlns:a="http://schemas.openxmlformats.org/drawingml/2006/main">
            <a:pathLst>
              <a:path w="1652859" h="386753">
                <a:moveTo>
                  <a:pt x="0" y="64459"/>
                </a:moveTo>
                <a:cubicBezTo>
                  <a:pt x="0" y="28837"/>
                  <a:pt x="28837" y="0"/>
                  <a:pt x="64459" y="0"/>
                </a:cubicBezTo>
                <a:lnTo>
                  <a:pt x="1588400" y="0"/>
                </a:lnTo>
                <a:cubicBezTo>
                  <a:pt x="1624022" y="0"/>
                  <a:pt x="1652859" y="28837"/>
                  <a:pt x="1652859" y="64459"/>
                </a:cubicBezTo>
                <a:lnTo>
                  <a:pt x="1652859" y="322294"/>
                </a:lnTo>
                <a:cubicBezTo>
                  <a:pt x="1652859" y="357916"/>
                  <a:pt x="1624022" y="386753"/>
                  <a:pt x="1588400" y="386753"/>
                </a:cubicBezTo>
                <a:lnTo>
                  <a:pt x="64459" y="386753"/>
                </a:lnTo>
                <a:cubicBezTo>
                  <a:pt x="28837" y="386753"/>
                  <a:pt x="0" y="357916"/>
                  <a:pt x="0" y="322294"/>
                </a:cubicBezTo>
                <a:lnTo>
                  <a:pt x="0" y="64459"/>
                </a:lnTo>
                <a:close/>
              </a:path>
            </a:pathLst>
          </a:custGeom>
          <a:solidFill xmlns:a="http://schemas.openxmlformats.org/drawingml/2006/main">
            <a:srgbClr val="C6E3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8E16A-9CA9-4BDF-9A91-00C7142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863" y="6214479"/>
            <a:ext cx="1652859" cy="386753"/>
          </a:xfrm>
          <a:custGeom xmlns:a="http://schemas.openxmlformats.org/drawingml/2006/main">
            <a:pathLst>
              <a:path w="1652859" h="386753" fill="none">
                <a:moveTo>
                  <a:pt x="0" y="64459"/>
                </a:moveTo>
                <a:cubicBezTo>
                  <a:pt x="0" y="28837"/>
                  <a:pt x="28837" y="0"/>
                  <a:pt x="64459" y="0"/>
                </a:cubicBezTo>
                <a:lnTo>
                  <a:pt x="1588400" y="0"/>
                </a:lnTo>
                <a:cubicBezTo>
                  <a:pt x="1624022" y="0"/>
                  <a:pt x="1652859" y="28837"/>
                  <a:pt x="1652859" y="64459"/>
                </a:cubicBezTo>
                <a:lnTo>
                  <a:pt x="1652859" y="322294"/>
                </a:lnTo>
                <a:cubicBezTo>
                  <a:pt x="1652859" y="357916"/>
                  <a:pt x="1624022" y="386753"/>
                  <a:pt x="1588400" y="386753"/>
                </a:cubicBezTo>
                <a:lnTo>
                  <a:pt x="64459" y="386753"/>
                </a:lnTo>
                <a:cubicBezTo>
                  <a:pt x="28837" y="386753"/>
                  <a:pt x="0" y="357916"/>
                  <a:pt x="0" y="322294"/>
                </a:cubicBezTo>
                <a:lnTo>
                  <a:pt x="0" y="644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61" name="Text MethodHandler">
            <a:extLst xmlns:a="http://schemas.openxmlformats.org/drawingml/2006/main">
              <a:ext uri="{FF2B5EF4-FFF2-40B4-BE49-F238E27FC236}">
                <a16:creationId xmlns:a16="http://schemas.microsoft.com/office/drawing/2014/main" id="{9D806B10-6F57-4DDD-86CE-581DBBE2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77" y="6337834"/>
            <a:ext cx="1347032" cy="140540"/>
          </a:xfrm>
          <a:custGeom xmlns:a="http://schemas.openxmlformats.org/drawingml/2006/main">
            <a:pathLst>
              <a:path w="1347032" h="140540">
                <a:moveTo>
                  <a:pt x="139844" y="135968"/>
                </a:moveTo>
                <a:cubicBezTo>
                  <a:pt x="139844" y="136498"/>
                  <a:pt x="139711" y="136962"/>
                  <a:pt x="139446" y="137359"/>
                </a:cubicBezTo>
                <a:cubicBezTo>
                  <a:pt x="139181" y="137757"/>
                  <a:pt x="138718" y="138072"/>
                  <a:pt x="138055" y="138303"/>
                </a:cubicBezTo>
                <a:cubicBezTo>
                  <a:pt x="137392" y="138535"/>
                  <a:pt x="136548" y="138734"/>
                  <a:pt x="135520" y="138900"/>
                </a:cubicBezTo>
                <a:cubicBezTo>
                  <a:pt x="134493" y="139065"/>
                  <a:pt x="133152" y="139148"/>
                  <a:pt x="131495" y="139148"/>
                </a:cubicBezTo>
                <a:cubicBezTo>
                  <a:pt x="129971" y="139148"/>
                  <a:pt x="128662" y="139065"/>
                  <a:pt x="127569" y="138900"/>
                </a:cubicBezTo>
                <a:cubicBezTo>
                  <a:pt x="126476" y="138734"/>
                  <a:pt x="125614" y="138535"/>
                  <a:pt x="124985" y="138303"/>
                </a:cubicBezTo>
                <a:cubicBezTo>
                  <a:pt x="124355" y="138072"/>
                  <a:pt x="123908" y="137757"/>
                  <a:pt x="123643" y="137359"/>
                </a:cubicBezTo>
                <a:cubicBezTo>
                  <a:pt x="123378" y="136962"/>
                  <a:pt x="123246" y="136498"/>
                  <a:pt x="123246" y="135968"/>
                </a:cubicBezTo>
                <a:lnTo>
                  <a:pt x="123246" y="23953"/>
                </a:lnTo>
                <a:lnTo>
                  <a:pt x="123047" y="23953"/>
                </a:lnTo>
                <a:lnTo>
                  <a:pt x="77227" y="136465"/>
                </a:lnTo>
                <a:cubicBezTo>
                  <a:pt x="77028" y="136929"/>
                  <a:pt x="76747" y="137326"/>
                  <a:pt x="76382" y="137657"/>
                </a:cubicBezTo>
                <a:cubicBezTo>
                  <a:pt x="76018" y="137989"/>
                  <a:pt x="75488" y="138270"/>
                  <a:pt x="74792" y="138502"/>
                </a:cubicBezTo>
                <a:cubicBezTo>
                  <a:pt x="74096" y="138734"/>
                  <a:pt x="73268" y="138900"/>
                  <a:pt x="72307" y="138999"/>
                </a:cubicBezTo>
                <a:cubicBezTo>
                  <a:pt x="71347" y="139099"/>
                  <a:pt x="70204" y="139148"/>
                  <a:pt x="68878" y="139148"/>
                </a:cubicBezTo>
                <a:cubicBezTo>
                  <a:pt x="67487" y="139148"/>
                  <a:pt x="66294" y="139082"/>
                  <a:pt x="65300" y="138949"/>
                </a:cubicBezTo>
                <a:cubicBezTo>
                  <a:pt x="64306" y="138817"/>
                  <a:pt x="63478" y="138635"/>
                  <a:pt x="62815" y="138403"/>
                </a:cubicBezTo>
                <a:cubicBezTo>
                  <a:pt x="62153" y="138171"/>
                  <a:pt x="61639" y="137889"/>
                  <a:pt x="61275" y="137558"/>
                </a:cubicBezTo>
                <a:cubicBezTo>
                  <a:pt x="60910" y="137227"/>
                  <a:pt x="60662" y="136862"/>
                  <a:pt x="60529" y="136465"/>
                </a:cubicBezTo>
                <a:lnTo>
                  <a:pt x="16698" y="23953"/>
                </a:lnTo>
                <a:lnTo>
                  <a:pt x="16598" y="23953"/>
                </a:lnTo>
                <a:lnTo>
                  <a:pt x="16598" y="135968"/>
                </a:lnTo>
                <a:cubicBezTo>
                  <a:pt x="16598" y="136498"/>
                  <a:pt x="16466" y="136962"/>
                  <a:pt x="16201" y="137359"/>
                </a:cubicBezTo>
                <a:cubicBezTo>
                  <a:pt x="15936" y="137757"/>
                  <a:pt x="15472" y="138072"/>
                  <a:pt x="14809" y="138303"/>
                </a:cubicBezTo>
                <a:cubicBezTo>
                  <a:pt x="14147" y="138535"/>
                  <a:pt x="13285" y="138734"/>
                  <a:pt x="12225" y="138900"/>
                </a:cubicBezTo>
                <a:cubicBezTo>
                  <a:pt x="11165" y="139065"/>
                  <a:pt x="9807" y="139148"/>
                  <a:pt x="8150" y="139148"/>
                </a:cubicBezTo>
                <a:cubicBezTo>
                  <a:pt x="6560" y="139148"/>
                  <a:pt x="5235" y="139065"/>
                  <a:pt x="4174" y="138900"/>
                </a:cubicBezTo>
                <a:cubicBezTo>
                  <a:pt x="3114" y="138734"/>
                  <a:pt x="2269" y="138535"/>
                  <a:pt x="1640" y="138303"/>
                </a:cubicBezTo>
                <a:cubicBezTo>
                  <a:pt x="1010" y="138072"/>
                  <a:pt x="580" y="137757"/>
                  <a:pt x="348" y="137359"/>
                </a:cubicBezTo>
                <a:cubicBezTo>
                  <a:pt x="116" y="136962"/>
                  <a:pt x="0" y="136498"/>
                  <a:pt x="0" y="135968"/>
                </a:cubicBezTo>
                <a:lnTo>
                  <a:pt x="0" y="17692"/>
                </a:lnTo>
                <a:cubicBezTo>
                  <a:pt x="0" y="14909"/>
                  <a:pt x="729" y="12921"/>
                  <a:pt x="2187" y="11728"/>
                </a:cubicBezTo>
                <a:cubicBezTo>
                  <a:pt x="3644" y="10536"/>
                  <a:pt x="5268" y="9939"/>
                  <a:pt x="7057" y="9939"/>
                </a:cubicBezTo>
                <a:lnTo>
                  <a:pt x="17394" y="9939"/>
                </a:lnTo>
                <a:cubicBezTo>
                  <a:pt x="19514" y="9939"/>
                  <a:pt x="21369" y="10138"/>
                  <a:pt x="22959" y="10536"/>
                </a:cubicBezTo>
                <a:cubicBezTo>
                  <a:pt x="24550" y="10933"/>
                  <a:pt x="25941" y="11563"/>
                  <a:pt x="27134" y="12424"/>
                </a:cubicBezTo>
                <a:cubicBezTo>
                  <a:pt x="28327" y="13285"/>
                  <a:pt x="29321" y="14379"/>
                  <a:pt x="30116" y="15704"/>
                </a:cubicBezTo>
                <a:cubicBezTo>
                  <a:pt x="30911" y="17029"/>
                  <a:pt x="31607" y="18586"/>
                  <a:pt x="32203" y="20375"/>
                </a:cubicBezTo>
                <a:lnTo>
                  <a:pt x="69475" y="113505"/>
                </a:lnTo>
                <a:lnTo>
                  <a:pt x="69972" y="113505"/>
                </a:lnTo>
                <a:lnTo>
                  <a:pt x="108734" y="20673"/>
                </a:lnTo>
                <a:cubicBezTo>
                  <a:pt x="109463" y="18686"/>
                  <a:pt x="110258" y="16996"/>
                  <a:pt x="111120" y="15604"/>
                </a:cubicBezTo>
                <a:cubicBezTo>
                  <a:pt x="111981" y="14213"/>
                  <a:pt x="112925" y="13103"/>
                  <a:pt x="113952" y="12275"/>
                </a:cubicBezTo>
                <a:cubicBezTo>
                  <a:pt x="114980" y="11447"/>
                  <a:pt x="116123" y="10850"/>
                  <a:pt x="117381" y="10486"/>
                </a:cubicBezTo>
                <a:cubicBezTo>
                  <a:pt x="118640" y="10121"/>
                  <a:pt x="120098" y="9939"/>
                  <a:pt x="121755" y="9939"/>
                </a:cubicBezTo>
                <a:lnTo>
                  <a:pt x="132588" y="9939"/>
                </a:lnTo>
                <a:cubicBezTo>
                  <a:pt x="133582" y="9939"/>
                  <a:pt x="134527" y="10088"/>
                  <a:pt x="135421" y="10386"/>
                </a:cubicBezTo>
                <a:cubicBezTo>
                  <a:pt x="136316" y="10685"/>
                  <a:pt x="137078" y="11148"/>
                  <a:pt x="137707" y="11778"/>
                </a:cubicBezTo>
                <a:cubicBezTo>
                  <a:pt x="138337" y="12407"/>
                  <a:pt x="138850" y="13203"/>
                  <a:pt x="139248" y="14163"/>
                </a:cubicBezTo>
                <a:cubicBezTo>
                  <a:pt x="139645" y="15124"/>
                  <a:pt x="139844" y="16300"/>
                  <a:pt x="139844" y="17692"/>
                </a:cubicBezTo>
                <a:lnTo>
                  <a:pt x="139844" y="135968"/>
                </a:lnTo>
                <a:close/>
                <a:moveTo>
                  <a:pt x="248483" y="87465"/>
                </a:moveTo>
                <a:cubicBezTo>
                  <a:pt x="248483" y="90049"/>
                  <a:pt x="247837" y="91888"/>
                  <a:pt x="246545" y="92981"/>
                </a:cubicBezTo>
                <a:cubicBezTo>
                  <a:pt x="245253" y="94074"/>
                  <a:pt x="243778" y="94621"/>
                  <a:pt x="242122" y="94621"/>
                </a:cubicBezTo>
                <a:lnTo>
                  <a:pt x="183481" y="94621"/>
                </a:lnTo>
                <a:cubicBezTo>
                  <a:pt x="183481" y="99605"/>
                  <a:pt x="183978" y="104091"/>
                  <a:pt x="184972" y="108079"/>
                </a:cubicBezTo>
                <a:cubicBezTo>
                  <a:pt x="185966" y="112067"/>
                  <a:pt x="187622" y="115490"/>
                  <a:pt x="189941" y="118347"/>
                </a:cubicBezTo>
                <a:cubicBezTo>
                  <a:pt x="192260" y="121205"/>
                  <a:pt x="195275" y="123399"/>
                  <a:pt x="198986" y="124929"/>
                </a:cubicBezTo>
                <a:cubicBezTo>
                  <a:pt x="202697" y="126457"/>
                  <a:pt x="207235" y="127221"/>
                  <a:pt x="212603" y="127221"/>
                </a:cubicBezTo>
                <a:cubicBezTo>
                  <a:pt x="216843" y="127221"/>
                  <a:pt x="220620" y="126873"/>
                  <a:pt x="223933" y="126178"/>
                </a:cubicBezTo>
                <a:cubicBezTo>
                  <a:pt x="227246" y="125482"/>
                  <a:pt x="230112" y="124703"/>
                  <a:pt x="232531" y="123842"/>
                </a:cubicBezTo>
                <a:cubicBezTo>
                  <a:pt x="234949" y="122981"/>
                  <a:pt x="236937" y="122202"/>
                  <a:pt x="238494" y="121506"/>
                </a:cubicBezTo>
                <a:cubicBezTo>
                  <a:pt x="240051" y="120811"/>
                  <a:pt x="241227" y="120463"/>
                  <a:pt x="242022" y="120463"/>
                </a:cubicBezTo>
                <a:cubicBezTo>
                  <a:pt x="242486" y="120463"/>
                  <a:pt x="242900" y="120579"/>
                  <a:pt x="243265" y="120811"/>
                </a:cubicBezTo>
                <a:cubicBezTo>
                  <a:pt x="243629" y="121042"/>
                  <a:pt x="243911" y="121390"/>
                  <a:pt x="244110" y="121854"/>
                </a:cubicBezTo>
                <a:cubicBezTo>
                  <a:pt x="244308" y="122318"/>
                  <a:pt x="244458" y="122964"/>
                  <a:pt x="244557" y="123792"/>
                </a:cubicBezTo>
                <a:cubicBezTo>
                  <a:pt x="244656" y="124621"/>
                  <a:pt x="244706" y="125631"/>
                  <a:pt x="244706" y="126824"/>
                </a:cubicBezTo>
                <a:cubicBezTo>
                  <a:pt x="244706" y="127685"/>
                  <a:pt x="244673" y="128431"/>
                  <a:pt x="244607" y="129060"/>
                </a:cubicBezTo>
                <a:cubicBezTo>
                  <a:pt x="244540" y="129689"/>
                  <a:pt x="244458" y="130253"/>
                  <a:pt x="244358" y="130750"/>
                </a:cubicBezTo>
                <a:cubicBezTo>
                  <a:pt x="244259" y="131247"/>
                  <a:pt x="244093" y="131694"/>
                  <a:pt x="243861" y="132091"/>
                </a:cubicBezTo>
                <a:cubicBezTo>
                  <a:pt x="243629" y="132489"/>
                  <a:pt x="243331" y="132870"/>
                  <a:pt x="242967" y="133234"/>
                </a:cubicBezTo>
                <a:cubicBezTo>
                  <a:pt x="242602" y="133599"/>
                  <a:pt x="241526" y="134195"/>
                  <a:pt x="239736" y="135024"/>
                </a:cubicBezTo>
                <a:cubicBezTo>
                  <a:pt x="237947" y="135852"/>
                  <a:pt x="235628" y="136663"/>
                  <a:pt x="232779" y="137459"/>
                </a:cubicBezTo>
                <a:cubicBezTo>
                  <a:pt x="229930" y="138254"/>
                  <a:pt x="226633" y="138966"/>
                  <a:pt x="222890" y="139596"/>
                </a:cubicBezTo>
                <a:cubicBezTo>
                  <a:pt x="219146" y="140225"/>
                  <a:pt x="215154" y="140540"/>
                  <a:pt x="210913" y="140540"/>
                </a:cubicBezTo>
                <a:cubicBezTo>
                  <a:pt x="203558" y="140540"/>
                  <a:pt x="197114" y="139512"/>
                  <a:pt x="191581" y="137455"/>
                </a:cubicBezTo>
                <a:cubicBezTo>
                  <a:pt x="186048" y="135399"/>
                  <a:pt x="181394" y="132348"/>
                  <a:pt x="177617" y="128302"/>
                </a:cubicBezTo>
                <a:cubicBezTo>
                  <a:pt x="173840" y="124256"/>
                  <a:pt x="170991" y="119182"/>
                  <a:pt x="169069" y="113080"/>
                </a:cubicBezTo>
                <a:cubicBezTo>
                  <a:pt x="167147" y="106977"/>
                  <a:pt x="166187" y="99880"/>
                  <a:pt x="166187" y="91788"/>
                </a:cubicBezTo>
                <a:cubicBezTo>
                  <a:pt x="166187" y="84094"/>
                  <a:pt x="167181" y="77179"/>
                  <a:pt x="169168" y="71043"/>
                </a:cubicBezTo>
                <a:cubicBezTo>
                  <a:pt x="171156" y="64908"/>
                  <a:pt x="174022" y="59701"/>
                  <a:pt x="177766" y="55423"/>
                </a:cubicBezTo>
                <a:cubicBezTo>
                  <a:pt x="181510" y="51145"/>
                  <a:pt x="186032" y="47862"/>
                  <a:pt x="191333" y="45574"/>
                </a:cubicBezTo>
                <a:cubicBezTo>
                  <a:pt x="196634" y="43286"/>
                  <a:pt x="202564" y="42142"/>
                  <a:pt x="209124" y="42142"/>
                </a:cubicBezTo>
                <a:cubicBezTo>
                  <a:pt x="216148" y="42142"/>
                  <a:pt x="222128" y="43268"/>
                  <a:pt x="227064" y="45521"/>
                </a:cubicBezTo>
                <a:cubicBezTo>
                  <a:pt x="232000" y="47774"/>
                  <a:pt x="236059" y="50806"/>
                  <a:pt x="239240" y="54616"/>
                </a:cubicBezTo>
                <a:cubicBezTo>
                  <a:pt x="242420" y="58426"/>
                  <a:pt x="244756" y="62898"/>
                  <a:pt x="246247" y="68034"/>
                </a:cubicBezTo>
                <a:cubicBezTo>
                  <a:pt x="247737" y="73169"/>
                  <a:pt x="248483" y="78652"/>
                  <a:pt x="248483" y="84483"/>
                </a:cubicBezTo>
                <a:lnTo>
                  <a:pt x="248483" y="87465"/>
                </a:lnTo>
                <a:moveTo>
                  <a:pt x="231984" y="82594"/>
                </a:moveTo>
                <a:cubicBezTo>
                  <a:pt x="232183" y="73980"/>
                  <a:pt x="230278" y="67222"/>
                  <a:pt x="226269" y="62319"/>
                </a:cubicBezTo>
                <a:cubicBezTo>
                  <a:pt x="222260" y="57415"/>
                  <a:pt x="216313" y="54964"/>
                  <a:pt x="208428" y="54964"/>
                </a:cubicBezTo>
                <a:cubicBezTo>
                  <a:pt x="204386" y="54964"/>
                  <a:pt x="200841" y="55726"/>
                  <a:pt x="197793" y="57250"/>
                </a:cubicBezTo>
                <a:cubicBezTo>
                  <a:pt x="194745" y="58774"/>
                  <a:pt x="192194" y="60795"/>
                  <a:pt x="190140" y="63312"/>
                </a:cubicBezTo>
                <a:cubicBezTo>
                  <a:pt x="188086" y="65830"/>
                  <a:pt x="186496" y="68762"/>
                  <a:pt x="185369" y="72109"/>
                </a:cubicBezTo>
                <a:cubicBezTo>
                  <a:pt x="184243" y="75455"/>
                  <a:pt x="183613" y="78950"/>
                  <a:pt x="183481" y="82594"/>
                </a:cubicBezTo>
                <a:lnTo>
                  <a:pt x="231984" y="82594"/>
                </a:lnTo>
                <a:close/>
                <a:moveTo>
                  <a:pt x="318815" y="129607"/>
                </a:moveTo>
                <a:cubicBezTo>
                  <a:pt x="318815" y="131528"/>
                  <a:pt x="318682" y="133052"/>
                  <a:pt x="318417" y="134179"/>
                </a:cubicBezTo>
                <a:cubicBezTo>
                  <a:pt x="318152" y="135305"/>
                  <a:pt x="317754" y="136133"/>
                  <a:pt x="317224" y="136663"/>
                </a:cubicBezTo>
                <a:cubicBezTo>
                  <a:pt x="316694" y="137194"/>
                  <a:pt x="315899" y="137691"/>
                  <a:pt x="314839" y="138154"/>
                </a:cubicBezTo>
                <a:cubicBezTo>
                  <a:pt x="313779" y="138618"/>
                  <a:pt x="312569" y="138999"/>
                  <a:pt x="311211" y="139297"/>
                </a:cubicBezTo>
                <a:cubicBezTo>
                  <a:pt x="309853" y="139596"/>
                  <a:pt x="308412" y="139844"/>
                  <a:pt x="306888" y="140043"/>
                </a:cubicBezTo>
                <a:cubicBezTo>
                  <a:pt x="305364" y="140242"/>
                  <a:pt x="303840" y="140341"/>
                  <a:pt x="302316" y="140341"/>
                </a:cubicBezTo>
                <a:cubicBezTo>
                  <a:pt x="297677" y="140341"/>
                  <a:pt x="293702" y="139727"/>
                  <a:pt x="290389" y="138499"/>
                </a:cubicBezTo>
                <a:cubicBezTo>
                  <a:pt x="287075" y="137269"/>
                  <a:pt x="284359" y="135409"/>
                  <a:pt x="282238" y="132918"/>
                </a:cubicBezTo>
                <a:cubicBezTo>
                  <a:pt x="280118" y="130427"/>
                  <a:pt x="278577" y="127272"/>
                  <a:pt x="277617" y="123454"/>
                </a:cubicBezTo>
                <a:cubicBezTo>
                  <a:pt x="276656" y="119635"/>
                  <a:pt x="276176" y="115136"/>
                  <a:pt x="276176" y="109955"/>
                </a:cubicBezTo>
                <a:lnTo>
                  <a:pt x="276176" y="57548"/>
                </a:lnTo>
                <a:lnTo>
                  <a:pt x="263652" y="57548"/>
                </a:lnTo>
                <a:cubicBezTo>
                  <a:pt x="262658" y="57548"/>
                  <a:pt x="261863" y="57018"/>
                  <a:pt x="261267" y="55957"/>
                </a:cubicBezTo>
                <a:cubicBezTo>
                  <a:pt x="260670" y="54897"/>
                  <a:pt x="260372" y="53175"/>
                  <a:pt x="260372" y="50789"/>
                </a:cubicBezTo>
                <a:cubicBezTo>
                  <a:pt x="260372" y="49530"/>
                  <a:pt x="260455" y="48470"/>
                  <a:pt x="260621" y="47609"/>
                </a:cubicBezTo>
                <a:cubicBezTo>
                  <a:pt x="260786" y="46747"/>
                  <a:pt x="261002" y="46035"/>
                  <a:pt x="261267" y="45472"/>
                </a:cubicBezTo>
                <a:cubicBezTo>
                  <a:pt x="261532" y="44908"/>
                  <a:pt x="261880" y="44511"/>
                  <a:pt x="262310" y="44279"/>
                </a:cubicBezTo>
                <a:cubicBezTo>
                  <a:pt x="262741" y="44047"/>
                  <a:pt x="263221" y="43931"/>
                  <a:pt x="263752" y="43931"/>
                </a:cubicBezTo>
                <a:lnTo>
                  <a:pt x="276176" y="43931"/>
                </a:lnTo>
                <a:lnTo>
                  <a:pt x="276176" y="22661"/>
                </a:lnTo>
                <a:cubicBezTo>
                  <a:pt x="276176" y="22197"/>
                  <a:pt x="276291" y="21767"/>
                  <a:pt x="276523" y="21369"/>
                </a:cubicBezTo>
                <a:cubicBezTo>
                  <a:pt x="276755" y="20972"/>
                  <a:pt x="277186" y="20624"/>
                  <a:pt x="277815" y="20326"/>
                </a:cubicBezTo>
                <a:cubicBezTo>
                  <a:pt x="278445" y="20027"/>
                  <a:pt x="279290" y="19812"/>
                  <a:pt x="280350" y="19680"/>
                </a:cubicBezTo>
                <a:cubicBezTo>
                  <a:pt x="281410" y="19547"/>
                  <a:pt x="282735" y="19481"/>
                  <a:pt x="284326" y="19481"/>
                </a:cubicBezTo>
                <a:cubicBezTo>
                  <a:pt x="285982" y="19481"/>
                  <a:pt x="287341" y="19547"/>
                  <a:pt x="288401" y="19680"/>
                </a:cubicBezTo>
                <a:cubicBezTo>
                  <a:pt x="289461" y="19812"/>
                  <a:pt x="290289" y="20027"/>
                  <a:pt x="290885" y="20326"/>
                </a:cubicBezTo>
                <a:cubicBezTo>
                  <a:pt x="291482" y="20624"/>
                  <a:pt x="291913" y="20972"/>
                  <a:pt x="292178" y="21369"/>
                </a:cubicBezTo>
                <a:cubicBezTo>
                  <a:pt x="292443" y="21767"/>
                  <a:pt x="292575" y="22197"/>
                  <a:pt x="292575" y="22661"/>
                </a:cubicBezTo>
                <a:lnTo>
                  <a:pt x="292575" y="43931"/>
                </a:lnTo>
                <a:lnTo>
                  <a:pt x="315535" y="43931"/>
                </a:lnTo>
                <a:cubicBezTo>
                  <a:pt x="316065" y="43931"/>
                  <a:pt x="316529" y="44047"/>
                  <a:pt x="316926" y="44279"/>
                </a:cubicBezTo>
                <a:cubicBezTo>
                  <a:pt x="317324" y="44511"/>
                  <a:pt x="317672" y="44908"/>
                  <a:pt x="317970" y="45472"/>
                </a:cubicBezTo>
                <a:cubicBezTo>
                  <a:pt x="318268" y="46035"/>
                  <a:pt x="318483" y="46747"/>
                  <a:pt x="318616" y="47609"/>
                </a:cubicBezTo>
                <a:cubicBezTo>
                  <a:pt x="318748" y="48470"/>
                  <a:pt x="318815" y="49530"/>
                  <a:pt x="318815" y="50789"/>
                </a:cubicBezTo>
                <a:cubicBezTo>
                  <a:pt x="318815" y="53175"/>
                  <a:pt x="318516" y="54897"/>
                  <a:pt x="317920" y="55957"/>
                </a:cubicBezTo>
                <a:cubicBezTo>
                  <a:pt x="317324" y="57018"/>
                  <a:pt x="316529" y="57548"/>
                  <a:pt x="315535" y="57548"/>
                </a:cubicBezTo>
                <a:lnTo>
                  <a:pt x="292575" y="57548"/>
                </a:lnTo>
                <a:lnTo>
                  <a:pt x="292575" y="107588"/>
                </a:lnTo>
                <a:cubicBezTo>
                  <a:pt x="292575" y="113767"/>
                  <a:pt x="293486" y="118435"/>
                  <a:pt x="295308" y="121593"/>
                </a:cubicBezTo>
                <a:cubicBezTo>
                  <a:pt x="297131" y="124749"/>
                  <a:pt x="300394" y="126327"/>
                  <a:pt x="305098" y="126327"/>
                </a:cubicBezTo>
                <a:cubicBezTo>
                  <a:pt x="306622" y="126327"/>
                  <a:pt x="307981" y="126178"/>
                  <a:pt x="309174" y="125879"/>
                </a:cubicBezTo>
                <a:cubicBezTo>
                  <a:pt x="310366" y="125581"/>
                  <a:pt x="311426" y="125267"/>
                  <a:pt x="312354" y="124935"/>
                </a:cubicBezTo>
                <a:cubicBezTo>
                  <a:pt x="313282" y="124604"/>
                  <a:pt x="314077" y="124289"/>
                  <a:pt x="314739" y="123991"/>
                </a:cubicBezTo>
                <a:cubicBezTo>
                  <a:pt x="315402" y="123693"/>
                  <a:pt x="315998" y="123544"/>
                  <a:pt x="316529" y="123544"/>
                </a:cubicBezTo>
                <a:cubicBezTo>
                  <a:pt x="316860" y="123544"/>
                  <a:pt x="317175" y="123627"/>
                  <a:pt x="317473" y="123792"/>
                </a:cubicBezTo>
                <a:cubicBezTo>
                  <a:pt x="317771" y="123958"/>
                  <a:pt x="318003" y="124273"/>
                  <a:pt x="318168" y="124736"/>
                </a:cubicBezTo>
                <a:cubicBezTo>
                  <a:pt x="318334" y="125200"/>
                  <a:pt x="318483" y="125830"/>
                  <a:pt x="318616" y="126625"/>
                </a:cubicBezTo>
                <a:cubicBezTo>
                  <a:pt x="318748" y="127420"/>
                  <a:pt x="318815" y="128414"/>
                  <a:pt x="318815" y="129607"/>
                </a:cubicBezTo>
                <a:close/>
                <a:moveTo>
                  <a:pt x="417519" y="136067"/>
                </a:moveTo>
                <a:cubicBezTo>
                  <a:pt x="417519" y="136597"/>
                  <a:pt x="417386" y="137044"/>
                  <a:pt x="417121" y="137409"/>
                </a:cubicBezTo>
                <a:cubicBezTo>
                  <a:pt x="416856" y="137773"/>
                  <a:pt x="416425" y="138088"/>
                  <a:pt x="415829" y="138353"/>
                </a:cubicBezTo>
                <a:cubicBezTo>
                  <a:pt x="415233" y="138618"/>
                  <a:pt x="414404" y="138817"/>
                  <a:pt x="413344" y="138949"/>
                </a:cubicBezTo>
                <a:cubicBezTo>
                  <a:pt x="412284" y="139082"/>
                  <a:pt x="410959" y="139148"/>
                  <a:pt x="409368" y="139148"/>
                </a:cubicBezTo>
                <a:cubicBezTo>
                  <a:pt x="407712" y="139148"/>
                  <a:pt x="406354" y="139082"/>
                  <a:pt x="405293" y="138949"/>
                </a:cubicBezTo>
                <a:cubicBezTo>
                  <a:pt x="404233" y="138817"/>
                  <a:pt x="403405" y="138618"/>
                  <a:pt x="402809" y="138353"/>
                </a:cubicBezTo>
                <a:cubicBezTo>
                  <a:pt x="402212" y="138088"/>
                  <a:pt x="401782" y="137773"/>
                  <a:pt x="401517" y="137409"/>
                </a:cubicBezTo>
                <a:cubicBezTo>
                  <a:pt x="401251" y="137044"/>
                  <a:pt x="401119" y="136597"/>
                  <a:pt x="401119" y="136067"/>
                </a:cubicBezTo>
                <a:lnTo>
                  <a:pt x="401119" y="83688"/>
                </a:lnTo>
                <a:cubicBezTo>
                  <a:pt x="401119" y="78586"/>
                  <a:pt x="400721" y="74477"/>
                  <a:pt x="399926" y="71363"/>
                </a:cubicBezTo>
                <a:cubicBezTo>
                  <a:pt x="399131" y="68249"/>
                  <a:pt x="397972" y="65565"/>
                  <a:pt x="396448" y="63312"/>
                </a:cubicBezTo>
                <a:cubicBezTo>
                  <a:pt x="394924" y="61060"/>
                  <a:pt x="392952" y="59337"/>
                  <a:pt x="390534" y="58144"/>
                </a:cubicBezTo>
                <a:cubicBezTo>
                  <a:pt x="388115" y="56951"/>
                  <a:pt x="385316" y="56355"/>
                  <a:pt x="382135" y="56355"/>
                </a:cubicBezTo>
                <a:cubicBezTo>
                  <a:pt x="378027" y="56355"/>
                  <a:pt x="373919" y="57813"/>
                  <a:pt x="369811" y="60728"/>
                </a:cubicBezTo>
                <a:cubicBezTo>
                  <a:pt x="365702" y="63644"/>
                  <a:pt x="361395" y="67918"/>
                  <a:pt x="356890" y="73550"/>
                </a:cubicBezTo>
                <a:lnTo>
                  <a:pt x="356890" y="136067"/>
                </a:lnTo>
                <a:cubicBezTo>
                  <a:pt x="356890" y="136597"/>
                  <a:pt x="356757" y="137044"/>
                  <a:pt x="356492" y="137409"/>
                </a:cubicBezTo>
                <a:cubicBezTo>
                  <a:pt x="356227" y="137773"/>
                  <a:pt x="355796" y="138088"/>
                  <a:pt x="355200" y="138353"/>
                </a:cubicBezTo>
                <a:cubicBezTo>
                  <a:pt x="354604" y="138618"/>
                  <a:pt x="353775" y="138817"/>
                  <a:pt x="352715" y="138949"/>
                </a:cubicBezTo>
                <a:cubicBezTo>
                  <a:pt x="351655" y="139082"/>
                  <a:pt x="350297" y="139148"/>
                  <a:pt x="348640" y="139148"/>
                </a:cubicBezTo>
                <a:cubicBezTo>
                  <a:pt x="347050" y="139148"/>
                  <a:pt x="345725" y="139082"/>
                  <a:pt x="344665" y="138949"/>
                </a:cubicBezTo>
                <a:cubicBezTo>
                  <a:pt x="343604" y="138817"/>
                  <a:pt x="342760" y="138618"/>
                  <a:pt x="342130" y="138353"/>
                </a:cubicBezTo>
                <a:cubicBezTo>
                  <a:pt x="341501" y="138088"/>
                  <a:pt x="341070" y="137773"/>
                  <a:pt x="340838" y="137409"/>
                </a:cubicBezTo>
                <a:cubicBezTo>
                  <a:pt x="340606" y="137042"/>
                  <a:pt x="340490" y="136594"/>
                  <a:pt x="340490" y="136064"/>
                </a:cubicBezTo>
                <a:lnTo>
                  <a:pt x="340490" y="3184"/>
                </a:lnTo>
                <a:cubicBezTo>
                  <a:pt x="340490" y="2654"/>
                  <a:pt x="340606" y="2190"/>
                  <a:pt x="340838" y="1792"/>
                </a:cubicBezTo>
                <a:cubicBezTo>
                  <a:pt x="341070" y="1393"/>
                  <a:pt x="341501" y="1060"/>
                  <a:pt x="342130" y="795"/>
                </a:cubicBezTo>
                <a:cubicBezTo>
                  <a:pt x="342760" y="530"/>
                  <a:pt x="343604" y="331"/>
                  <a:pt x="344665" y="199"/>
                </a:cubicBezTo>
                <a:cubicBezTo>
                  <a:pt x="345725" y="66"/>
                  <a:pt x="347050" y="0"/>
                  <a:pt x="348640" y="0"/>
                </a:cubicBezTo>
                <a:cubicBezTo>
                  <a:pt x="350297" y="0"/>
                  <a:pt x="351655" y="66"/>
                  <a:pt x="352715" y="199"/>
                </a:cubicBezTo>
                <a:cubicBezTo>
                  <a:pt x="353775" y="331"/>
                  <a:pt x="354604" y="531"/>
                  <a:pt x="355200" y="798"/>
                </a:cubicBezTo>
                <a:cubicBezTo>
                  <a:pt x="355796" y="1063"/>
                  <a:pt x="356227" y="1395"/>
                  <a:pt x="356492" y="1792"/>
                </a:cubicBezTo>
                <a:cubicBezTo>
                  <a:pt x="356757" y="2190"/>
                  <a:pt x="356890" y="2655"/>
                  <a:pt x="356890" y="3187"/>
                </a:cubicBezTo>
                <a:lnTo>
                  <a:pt x="356890" y="56852"/>
                </a:lnTo>
                <a:cubicBezTo>
                  <a:pt x="361594" y="51882"/>
                  <a:pt x="366332" y="48188"/>
                  <a:pt x="371103" y="45770"/>
                </a:cubicBezTo>
                <a:cubicBezTo>
                  <a:pt x="375873" y="43351"/>
                  <a:pt x="380677" y="42142"/>
                  <a:pt x="385514" y="42142"/>
                </a:cubicBezTo>
                <a:cubicBezTo>
                  <a:pt x="391478" y="42142"/>
                  <a:pt x="396497" y="43153"/>
                  <a:pt x="400572" y="45173"/>
                </a:cubicBezTo>
                <a:cubicBezTo>
                  <a:pt x="404647" y="47194"/>
                  <a:pt x="407944" y="49895"/>
                  <a:pt x="410462" y="53274"/>
                </a:cubicBezTo>
                <a:cubicBezTo>
                  <a:pt x="412980" y="56653"/>
                  <a:pt x="414785" y="60612"/>
                  <a:pt x="415879" y="65151"/>
                </a:cubicBezTo>
                <a:cubicBezTo>
                  <a:pt x="416972" y="69690"/>
                  <a:pt x="417519" y="75173"/>
                  <a:pt x="417519" y="81601"/>
                </a:cubicBezTo>
                <a:lnTo>
                  <a:pt x="417519" y="136067"/>
                </a:lnTo>
                <a:close/>
                <a:moveTo>
                  <a:pt x="530547" y="90397"/>
                </a:moveTo>
                <a:cubicBezTo>
                  <a:pt x="530547" y="97692"/>
                  <a:pt x="529586" y="104407"/>
                  <a:pt x="527664" y="110542"/>
                </a:cubicBezTo>
                <a:cubicBezTo>
                  <a:pt x="525743" y="116677"/>
                  <a:pt x="522877" y="121968"/>
                  <a:pt x="519067" y="126414"/>
                </a:cubicBezTo>
                <a:cubicBezTo>
                  <a:pt x="515257" y="130857"/>
                  <a:pt x="510486" y="134323"/>
                  <a:pt x="504755" y="136809"/>
                </a:cubicBezTo>
                <a:cubicBezTo>
                  <a:pt x="499023" y="139296"/>
                  <a:pt x="492380" y="140540"/>
                  <a:pt x="484827" y="140540"/>
                </a:cubicBezTo>
                <a:cubicBezTo>
                  <a:pt x="477472" y="140540"/>
                  <a:pt x="471061" y="139445"/>
                  <a:pt x="465594" y="137257"/>
                </a:cubicBezTo>
                <a:cubicBezTo>
                  <a:pt x="460128" y="135068"/>
                  <a:pt x="455572" y="131884"/>
                  <a:pt x="451928" y="127706"/>
                </a:cubicBezTo>
                <a:cubicBezTo>
                  <a:pt x="448284" y="123527"/>
                  <a:pt x="445567" y="118453"/>
                  <a:pt x="443778" y="112483"/>
                </a:cubicBezTo>
                <a:cubicBezTo>
                  <a:pt x="441989" y="106514"/>
                  <a:pt x="441094" y="99748"/>
                  <a:pt x="441094" y="92186"/>
                </a:cubicBezTo>
                <a:cubicBezTo>
                  <a:pt x="441094" y="84891"/>
                  <a:pt x="442039" y="78176"/>
                  <a:pt x="443927" y="72040"/>
                </a:cubicBezTo>
                <a:cubicBezTo>
                  <a:pt x="445815" y="65905"/>
                  <a:pt x="448665" y="60615"/>
                  <a:pt x="452475" y="56172"/>
                </a:cubicBezTo>
                <a:cubicBezTo>
                  <a:pt x="456285" y="51726"/>
                  <a:pt x="461039" y="48276"/>
                  <a:pt x="466737" y="45823"/>
                </a:cubicBezTo>
                <a:cubicBezTo>
                  <a:pt x="472436" y="43369"/>
                  <a:pt x="479095" y="42142"/>
                  <a:pt x="486715" y="42142"/>
                </a:cubicBezTo>
                <a:cubicBezTo>
                  <a:pt x="494070" y="42142"/>
                  <a:pt x="500481" y="43236"/>
                  <a:pt x="505947" y="45425"/>
                </a:cubicBezTo>
                <a:cubicBezTo>
                  <a:pt x="511414" y="47614"/>
                  <a:pt x="515969" y="50797"/>
                  <a:pt x="519614" y="54976"/>
                </a:cubicBezTo>
                <a:cubicBezTo>
                  <a:pt x="523258" y="59155"/>
                  <a:pt x="525991" y="64229"/>
                  <a:pt x="527813" y="70198"/>
                </a:cubicBezTo>
                <a:cubicBezTo>
                  <a:pt x="529636" y="76168"/>
                  <a:pt x="530547" y="82901"/>
                  <a:pt x="530547" y="90397"/>
                </a:cubicBezTo>
                <a:moveTo>
                  <a:pt x="513253" y="91490"/>
                </a:moveTo>
                <a:cubicBezTo>
                  <a:pt x="513253" y="86647"/>
                  <a:pt x="512805" y="82068"/>
                  <a:pt x="511911" y="77755"/>
                </a:cubicBezTo>
                <a:cubicBezTo>
                  <a:pt x="511016" y="73442"/>
                  <a:pt x="509542" y="69660"/>
                  <a:pt x="507488" y="66409"/>
                </a:cubicBezTo>
                <a:cubicBezTo>
                  <a:pt x="505434" y="63158"/>
                  <a:pt x="502651" y="60587"/>
                  <a:pt x="499139" y="58697"/>
                </a:cubicBezTo>
                <a:cubicBezTo>
                  <a:pt x="495627" y="56804"/>
                  <a:pt x="491254" y="55858"/>
                  <a:pt x="486019" y="55858"/>
                </a:cubicBezTo>
                <a:cubicBezTo>
                  <a:pt x="481182" y="55858"/>
                  <a:pt x="477024" y="56721"/>
                  <a:pt x="473546" y="58445"/>
                </a:cubicBezTo>
                <a:cubicBezTo>
                  <a:pt x="470067" y="60170"/>
                  <a:pt x="467201" y="62609"/>
                  <a:pt x="464948" y="65763"/>
                </a:cubicBezTo>
                <a:cubicBezTo>
                  <a:pt x="462695" y="68915"/>
                  <a:pt x="461022" y="72647"/>
                  <a:pt x="459929" y="76960"/>
                </a:cubicBezTo>
                <a:cubicBezTo>
                  <a:pt x="458836" y="81271"/>
                  <a:pt x="458289" y="85982"/>
                  <a:pt x="458289" y="91092"/>
                </a:cubicBezTo>
                <a:cubicBezTo>
                  <a:pt x="458289" y="96002"/>
                  <a:pt x="458736" y="100613"/>
                  <a:pt x="459631" y="104926"/>
                </a:cubicBezTo>
                <a:cubicBezTo>
                  <a:pt x="460525" y="109240"/>
                  <a:pt x="462016" y="113005"/>
                  <a:pt x="464103" y="116223"/>
                </a:cubicBezTo>
                <a:cubicBezTo>
                  <a:pt x="466191" y="119441"/>
                  <a:pt x="468990" y="121996"/>
                  <a:pt x="472502" y="123889"/>
                </a:cubicBezTo>
                <a:cubicBezTo>
                  <a:pt x="476014" y="125779"/>
                  <a:pt x="480387" y="126724"/>
                  <a:pt x="485622" y="126724"/>
                </a:cubicBezTo>
                <a:cubicBezTo>
                  <a:pt x="490393" y="126724"/>
                  <a:pt x="494534" y="125862"/>
                  <a:pt x="498046" y="124137"/>
                </a:cubicBezTo>
                <a:cubicBezTo>
                  <a:pt x="501558" y="122412"/>
                  <a:pt x="504440" y="119991"/>
                  <a:pt x="506693" y="116872"/>
                </a:cubicBezTo>
                <a:cubicBezTo>
                  <a:pt x="508946" y="113752"/>
                  <a:pt x="510602" y="110036"/>
                  <a:pt x="511662" y="105725"/>
                </a:cubicBezTo>
                <a:cubicBezTo>
                  <a:pt x="512723" y="101412"/>
                  <a:pt x="513253" y="96667"/>
                  <a:pt x="513253" y="91490"/>
                </a:cubicBezTo>
                <a:close/>
                <a:moveTo>
                  <a:pt x="631261" y="136064"/>
                </a:moveTo>
                <a:cubicBezTo>
                  <a:pt x="631261" y="136594"/>
                  <a:pt x="631145" y="137059"/>
                  <a:pt x="630913" y="137459"/>
                </a:cubicBezTo>
                <a:cubicBezTo>
                  <a:pt x="630681" y="137856"/>
                  <a:pt x="630283" y="138171"/>
                  <a:pt x="629720" y="138403"/>
                </a:cubicBezTo>
                <a:cubicBezTo>
                  <a:pt x="629157" y="138635"/>
                  <a:pt x="628411" y="138817"/>
                  <a:pt x="627484" y="138949"/>
                </a:cubicBezTo>
                <a:cubicBezTo>
                  <a:pt x="626556" y="139082"/>
                  <a:pt x="625430" y="139148"/>
                  <a:pt x="624104" y="139148"/>
                </a:cubicBezTo>
                <a:cubicBezTo>
                  <a:pt x="622713" y="139148"/>
                  <a:pt x="621553" y="139082"/>
                  <a:pt x="620626" y="138949"/>
                </a:cubicBezTo>
                <a:cubicBezTo>
                  <a:pt x="619698" y="138819"/>
                  <a:pt x="618936" y="138639"/>
                  <a:pt x="618340" y="138409"/>
                </a:cubicBezTo>
                <a:cubicBezTo>
                  <a:pt x="617743" y="138177"/>
                  <a:pt x="617313" y="137863"/>
                  <a:pt x="617048" y="137468"/>
                </a:cubicBezTo>
                <a:cubicBezTo>
                  <a:pt x="616783" y="137072"/>
                  <a:pt x="616650" y="136612"/>
                  <a:pt x="616650" y="136086"/>
                </a:cubicBezTo>
                <a:lnTo>
                  <a:pt x="616650" y="124323"/>
                </a:lnTo>
                <a:cubicBezTo>
                  <a:pt x="611946" y="129430"/>
                  <a:pt x="607059" y="133409"/>
                  <a:pt x="601990" y="136263"/>
                </a:cubicBezTo>
                <a:cubicBezTo>
                  <a:pt x="596921" y="139114"/>
                  <a:pt x="591371" y="140540"/>
                  <a:pt x="585342" y="140540"/>
                </a:cubicBezTo>
                <a:cubicBezTo>
                  <a:pt x="578782" y="140540"/>
                  <a:pt x="573183" y="139263"/>
                  <a:pt x="568545" y="136710"/>
                </a:cubicBezTo>
                <a:cubicBezTo>
                  <a:pt x="563906" y="134157"/>
                  <a:pt x="560146" y="130708"/>
                  <a:pt x="557264" y="126364"/>
                </a:cubicBezTo>
                <a:cubicBezTo>
                  <a:pt x="554381" y="122018"/>
                  <a:pt x="552277" y="116910"/>
                  <a:pt x="550952" y="111042"/>
                </a:cubicBezTo>
                <a:cubicBezTo>
                  <a:pt x="549627" y="105172"/>
                  <a:pt x="548964" y="98986"/>
                  <a:pt x="548964" y="92484"/>
                </a:cubicBezTo>
                <a:cubicBezTo>
                  <a:pt x="548964" y="84791"/>
                  <a:pt x="549793" y="77844"/>
                  <a:pt x="551449" y="71643"/>
                </a:cubicBezTo>
                <a:cubicBezTo>
                  <a:pt x="553106" y="65441"/>
                  <a:pt x="555557" y="60152"/>
                  <a:pt x="558804" y="55774"/>
                </a:cubicBezTo>
                <a:cubicBezTo>
                  <a:pt x="562051" y="51395"/>
                  <a:pt x="566076" y="48028"/>
                  <a:pt x="570880" y="45674"/>
                </a:cubicBezTo>
                <a:cubicBezTo>
                  <a:pt x="575684" y="43319"/>
                  <a:pt x="581234" y="42142"/>
                  <a:pt x="587528" y="42142"/>
                </a:cubicBezTo>
                <a:cubicBezTo>
                  <a:pt x="592763" y="42142"/>
                  <a:pt x="597550" y="43286"/>
                  <a:pt x="601890" y="45574"/>
                </a:cubicBezTo>
                <a:cubicBezTo>
                  <a:pt x="606231" y="47862"/>
                  <a:pt x="610521" y="51228"/>
                  <a:pt x="614762" y="55672"/>
                </a:cubicBezTo>
                <a:lnTo>
                  <a:pt x="614762" y="3584"/>
                </a:lnTo>
                <a:cubicBezTo>
                  <a:pt x="614762" y="3120"/>
                  <a:pt x="614878" y="2673"/>
                  <a:pt x="615109" y="2243"/>
                </a:cubicBezTo>
                <a:cubicBezTo>
                  <a:pt x="615341" y="1810"/>
                  <a:pt x="615789" y="1477"/>
                  <a:pt x="616451" y="1246"/>
                </a:cubicBezTo>
                <a:cubicBezTo>
                  <a:pt x="617114" y="1012"/>
                  <a:pt x="617959" y="812"/>
                  <a:pt x="618986" y="646"/>
                </a:cubicBezTo>
                <a:cubicBezTo>
                  <a:pt x="620013" y="480"/>
                  <a:pt x="621321" y="398"/>
                  <a:pt x="622912" y="398"/>
                </a:cubicBezTo>
                <a:cubicBezTo>
                  <a:pt x="624568" y="398"/>
                  <a:pt x="625927" y="480"/>
                  <a:pt x="626987" y="646"/>
                </a:cubicBezTo>
                <a:cubicBezTo>
                  <a:pt x="628047" y="812"/>
                  <a:pt x="628875" y="1010"/>
                  <a:pt x="629472" y="1242"/>
                </a:cubicBezTo>
                <a:cubicBezTo>
                  <a:pt x="630068" y="1474"/>
                  <a:pt x="630515" y="1807"/>
                  <a:pt x="630813" y="2239"/>
                </a:cubicBezTo>
                <a:cubicBezTo>
                  <a:pt x="631112" y="2670"/>
                  <a:pt x="631261" y="3117"/>
                  <a:pt x="631261" y="3581"/>
                </a:cubicBezTo>
                <a:lnTo>
                  <a:pt x="631261" y="136064"/>
                </a:lnTo>
                <a:moveTo>
                  <a:pt x="614762" y="73183"/>
                </a:moveTo>
                <a:cubicBezTo>
                  <a:pt x="610322" y="67673"/>
                  <a:pt x="606032" y="63475"/>
                  <a:pt x="601890" y="60589"/>
                </a:cubicBezTo>
                <a:cubicBezTo>
                  <a:pt x="597749" y="57700"/>
                  <a:pt x="593426" y="56256"/>
                  <a:pt x="588920" y="56256"/>
                </a:cubicBezTo>
                <a:cubicBezTo>
                  <a:pt x="584745" y="56256"/>
                  <a:pt x="581200" y="57252"/>
                  <a:pt x="578285" y="59244"/>
                </a:cubicBezTo>
                <a:cubicBezTo>
                  <a:pt x="575369" y="61234"/>
                  <a:pt x="573001" y="63854"/>
                  <a:pt x="571178" y="67105"/>
                </a:cubicBezTo>
                <a:cubicBezTo>
                  <a:pt x="569356" y="70356"/>
                  <a:pt x="568031" y="74038"/>
                  <a:pt x="567203" y="78153"/>
                </a:cubicBezTo>
                <a:cubicBezTo>
                  <a:pt x="566374" y="82267"/>
                  <a:pt x="565960" y="86448"/>
                  <a:pt x="565960" y="90695"/>
                </a:cubicBezTo>
                <a:cubicBezTo>
                  <a:pt x="565960" y="95207"/>
                  <a:pt x="566308" y="99619"/>
                  <a:pt x="567004" y="103933"/>
                </a:cubicBezTo>
                <a:cubicBezTo>
                  <a:pt x="567700" y="108246"/>
                  <a:pt x="568909" y="112078"/>
                  <a:pt x="570632" y="115428"/>
                </a:cubicBezTo>
                <a:cubicBezTo>
                  <a:pt x="572355" y="118778"/>
                  <a:pt x="574641" y="121466"/>
                  <a:pt x="577490" y="123491"/>
                </a:cubicBezTo>
                <a:cubicBezTo>
                  <a:pt x="580339" y="125514"/>
                  <a:pt x="583917" y="126526"/>
                  <a:pt x="588224" y="126526"/>
                </a:cubicBezTo>
                <a:cubicBezTo>
                  <a:pt x="590411" y="126526"/>
                  <a:pt x="592514" y="126227"/>
                  <a:pt x="594535" y="125631"/>
                </a:cubicBezTo>
                <a:cubicBezTo>
                  <a:pt x="596556" y="125033"/>
                  <a:pt x="598627" y="124037"/>
                  <a:pt x="600747" y="122643"/>
                </a:cubicBezTo>
                <a:cubicBezTo>
                  <a:pt x="602868" y="121249"/>
                  <a:pt x="605087" y="119441"/>
                  <a:pt x="607407" y="117217"/>
                </a:cubicBezTo>
                <a:cubicBezTo>
                  <a:pt x="609726" y="114993"/>
                  <a:pt x="612177" y="112255"/>
                  <a:pt x="614762" y="109002"/>
                </a:cubicBezTo>
                <a:lnTo>
                  <a:pt x="614762" y="73183"/>
                </a:lnTo>
                <a:close/>
                <a:moveTo>
                  <a:pt x="803648" y="135968"/>
                </a:moveTo>
                <a:cubicBezTo>
                  <a:pt x="803648" y="136498"/>
                  <a:pt x="803516" y="136962"/>
                  <a:pt x="803251" y="137359"/>
                </a:cubicBezTo>
                <a:cubicBezTo>
                  <a:pt x="802986" y="137757"/>
                  <a:pt x="802522" y="138072"/>
                  <a:pt x="801859" y="138303"/>
                </a:cubicBezTo>
                <a:cubicBezTo>
                  <a:pt x="801197" y="138535"/>
                  <a:pt x="800319" y="138734"/>
                  <a:pt x="799225" y="138900"/>
                </a:cubicBezTo>
                <a:cubicBezTo>
                  <a:pt x="798132" y="139065"/>
                  <a:pt x="796790" y="139148"/>
                  <a:pt x="795200" y="139148"/>
                </a:cubicBezTo>
                <a:cubicBezTo>
                  <a:pt x="793477" y="139148"/>
                  <a:pt x="792086" y="139065"/>
                  <a:pt x="791026" y="138900"/>
                </a:cubicBezTo>
                <a:cubicBezTo>
                  <a:pt x="789966" y="138734"/>
                  <a:pt x="789104" y="138535"/>
                  <a:pt x="788442" y="138303"/>
                </a:cubicBezTo>
                <a:cubicBezTo>
                  <a:pt x="787779" y="138072"/>
                  <a:pt x="787315" y="137757"/>
                  <a:pt x="787050" y="137359"/>
                </a:cubicBezTo>
                <a:cubicBezTo>
                  <a:pt x="786785" y="136962"/>
                  <a:pt x="786652" y="136498"/>
                  <a:pt x="786652" y="135968"/>
                </a:cubicBezTo>
                <a:lnTo>
                  <a:pt x="786652" y="78917"/>
                </a:lnTo>
                <a:lnTo>
                  <a:pt x="728111" y="78917"/>
                </a:lnTo>
                <a:lnTo>
                  <a:pt x="728111" y="135968"/>
                </a:lnTo>
                <a:cubicBezTo>
                  <a:pt x="728111" y="136498"/>
                  <a:pt x="727978" y="136962"/>
                  <a:pt x="727713" y="137359"/>
                </a:cubicBezTo>
                <a:cubicBezTo>
                  <a:pt x="727448" y="137757"/>
                  <a:pt x="726984" y="138072"/>
                  <a:pt x="726322" y="138303"/>
                </a:cubicBezTo>
                <a:cubicBezTo>
                  <a:pt x="725659" y="138535"/>
                  <a:pt x="724781" y="138734"/>
                  <a:pt x="723688" y="138900"/>
                </a:cubicBezTo>
                <a:cubicBezTo>
                  <a:pt x="722595" y="139065"/>
                  <a:pt x="721220" y="139148"/>
                  <a:pt x="719563" y="139148"/>
                </a:cubicBezTo>
                <a:cubicBezTo>
                  <a:pt x="717973" y="139148"/>
                  <a:pt x="716614" y="139065"/>
                  <a:pt x="715488" y="138900"/>
                </a:cubicBezTo>
                <a:cubicBezTo>
                  <a:pt x="714362" y="138734"/>
                  <a:pt x="713467" y="138535"/>
                  <a:pt x="712804" y="138303"/>
                </a:cubicBezTo>
                <a:cubicBezTo>
                  <a:pt x="712142" y="138072"/>
                  <a:pt x="711678" y="137757"/>
                  <a:pt x="711413" y="137359"/>
                </a:cubicBezTo>
                <a:cubicBezTo>
                  <a:pt x="711148" y="136962"/>
                  <a:pt x="711015" y="136498"/>
                  <a:pt x="711015" y="135968"/>
                </a:cubicBezTo>
                <a:lnTo>
                  <a:pt x="711015" y="12523"/>
                </a:lnTo>
                <a:cubicBezTo>
                  <a:pt x="711015" y="11993"/>
                  <a:pt x="711148" y="11529"/>
                  <a:pt x="711413" y="11132"/>
                </a:cubicBezTo>
                <a:cubicBezTo>
                  <a:pt x="711678" y="10734"/>
                  <a:pt x="712142" y="10420"/>
                  <a:pt x="712804" y="10188"/>
                </a:cubicBezTo>
                <a:cubicBezTo>
                  <a:pt x="713467" y="9956"/>
                  <a:pt x="714362" y="9757"/>
                  <a:pt x="715488" y="9591"/>
                </a:cubicBezTo>
                <a:cubicBezTo>
                  <a:pt x="716614" y="9426"/>
                  <a:pt x="717973" y="9343"/>
                  <a:pt x="719563" y="9343"/>
                </a:cubicBezTo>
                <a:cubicBezTo>
                  <a:pt x="721220" y="9343"/>
                  <a:pt x="722595" y="9426"/>
                  <a:pt x="723688" y="9591"/>
                </a:cubicBezTo>
                <a:cubicBezTo>
                  <a:pt x="724781" y="9757"/>
                  <a:pt x="725659" y="9956"/>
                  <a:pt x="726322" y="10188"/>
                </a:cubicBezTo>
                <a:cubicBezTo>
                  <a:pt x="726984" y="10420"/>
                  <a:pt x="727448" y="10734"/>
                  <a:pt x="727713" y="11132"/>
                </a:cubicBezTo>
                <a:cubicBezTo>
                  <a:pt x="727978" y="11529"/>
                  <a:pt x="728111" y="11993"/>
                  <a:pt x="728111" y="12523"/>
                </a:cubicBezTo>
                <a:lnTo>
                  <a:pt x="728111" y="64008"/>
                </a:lnTo>
                <a:lnTo>
                  <a:pt x="786652" y="64008"/>
                </a:lnTo>
                <a:lnTo>
                  <a:pt x="786652" y="12523"/>
                </a:lnTo>
                <a:cubicBezTo>
                  <a:pt x="786652" y="11993"/>
                  <a:pt x="786785" y="11529"/>
                  <a:pt x="787050" y="11132"/>
                </a:cubicBezTo>
                <a:cubicBezTo>
                  <a:pt x="787315" y="10734"/>
                  <a:pt x="787779" y="10420"/>
                  <a:pt x="788442" y="10188"/>
                </a:cubicBezTo>
                <a:cubicBezTo>
                  <a:pt x="789104" y="9956"/>
                  <a:pt x="789966" y="9757"/>
                  <a:pt x="791026" y="9591"/>
                </a:cubicBezTo>
                <a:cubicBezTo>
                  <a:pt x="792086" y="9426"/>
                  <a:pt x="793477" y="9343"/>
                  <a:pt x="795200" y="9343"/>
                </a:cubicBezTo>
                <a:cubicBezTo>
                  <a:pt x="796790" y="9343"/>
                  <a:pt x="798132" y="9426"/>
                  <a:pt x="799225" y="9591"/>
                </a:cubicBezTo>
                <a:cubicBezTo>
                  <a:pt x="800319" y="9757"/>
                  <a:pt x="801197" y="9956"/>
                  <a:pt x="801859" y="10188"/>
                </a:cubicBezTo>
                <a:cubicBezTo>
                  <a:pt x="802522" y="10420"/>
                  <a:pt x="802986" y="10734"/>
                  <a:pt x="803251" y="11132"/>
                </a:cubicBezTo>
                <a:cubicBezTo>
                  <a:pt x="803516" y="11529"/>
                  <a:pt x="803648" y="11993"/>
                  <a:pt x="803648" y="12523"/>
                </a:cubicBezTo>
                <a:lnTo>
                  <a:pt x="803648" y="135968"/>
                </a:lnTo>
                <a:close/>
                <a:moveTo>
                  <a:pt x="902717" y="136167"/>
                </a:moveTo>
                <a:cubicBezTo>
                  <a:pt x="902717" y="136962"/>
                  <a:pt x="902452" y="137558"/>
                  <a:pt x="901922" y="137956"/>
                </a:cubicBezTo>
                <a:cubicBezTo>
                  <a:pt x="901392" y="138353"/>
                  <a:pt x="900663" y="138651"/>
                  <a:pt x="899735" y="138850"/>
                </a:cubicBezTo>
                <a:cubicBezTo>
                  <a:pt x="898808" y="139049"/>
                  <a:pt x="897449" y="139148"/>
                  <a:pt x="895660" y="139148"/>
                </a:cubicBezTo>
                <a:cubicBezTo>
                  <a:pt x="893938" y="139148"/>
                  <a:pt x="892563" y="139049"/>
                  <a:pt x="891536" y="138850"/>
                </a:cubicBezTo>
                <a:cubicBezTo>
                  <a:pt x="890509" y="138651"/>
                  <a:pt x="889763" y="138353"/>
                  <a:pt x="889299" y="137956"/>
                </a:cubicBezTo>
                <a:cubicBezTo>
                  <a:pt x="888835" y="137558"/>
                  <a:pt x="888604" y="136962"/>
                  <a:pt x="888604" y="136167"/>
                </a:cubicBezTo>
                <a:lnTo>
                  <a:pt x="888604" y="127221"/>
                </a:lnTo>
                <a:cubicBezTo>
                  <a:pt x="884694" y="131396"/>
                  <a:pt x="880337" y="134659"/>
                  <a:pt x="875534" y="137011"/>
                </a:cubicBezTo>
                <a:cubicBezTo>
                  <a:pt x="870730" y="139364"/>
                  <a:pt x="865644" y="140540"/>
                  <a:pt x="860277" y="140540"/>
                </a:cubicBezTo>
                <a:cubicBezTo>
                  <a:pt x="855572" y="140540"/>
                  <a:pt x="851315" y="139925"/>
                  <a:pt x="847505" y="138695"/>
                </a:cubicBezTo>
                <a:cubicBezTo>
                  <a:pt x="843695" y="137465"/>
                  <a:pt x="840448" y="135686"/>
                  <a:pt x="837765" y="133359"/>
                </a:cubicBezTo>
                <a:cubicBezTo>
                  <a:pt x="835081" y="131031"/>
                  <a:pt x="832994" y="128173"/>
                  <a:pt x="831503" y="124783"/>
                </a:cubicBezTo>
                <a:cubicBezTo>
                  <a:pt x="830012" y="121391"/>
                  <a:pt x="829267" y="117534"/>
                  <a:pt x="829267" y="113210"/>
                </a:cubicBezTo>
                <a:cubicBezTo>
                  <a:pt x="829267" y="108158"/>
                  <a:pt x="830294" y="103770"/>
                  <a:pt x="832348" y="100047"/>
                </a:cubicBezTo>
                <a:cubicBezTo>
                  <a:pt x="834402" y="96322"/>
                  <a:pt x="837351" y="93229"/>
                  <a:pt x="841194" y="90769"/>
                </a:cubicBezTo>
                <a:cubicBezTo>
                  <a:pt x="845037" y="88309"/>
                  <a:pt x="849741" y="86464"/>
                  <a:pt x="855307" y="85235"/>
                </a:cubicBezTo>
                <a:cubicBezTo>
                  <a:pt x="860873" y="84005"/>
                  <a:pt x="867135" y="83390"/>
                  <a:pt x="874092" y="83390"/>
                </a:cubicBezTo>
                <a:lnTo>
                  <a:pt x="886417" y="83390"/>
                </a:lnTo>
                <a:lnTo>
                  <a:pt x="886417" y="76457"/>
                </a:lnTo>
                <a:cubicBezTo>
                  <a:pt x="886417" y="73024"/>
                  <a:pt x="886052" y="69987"/>
                  <a:pt x="885324" y="67347"/>
                </a:cubicBezTo>
                <a:cubicBezTo>
                  <a:pt x="884595" y="64705"/>
                  <a:pt x="883419" y="62509"/>
                  <a:pt x="881795" y="60759"/>
                </a:cubicBezTo>
                <a:cubicBezTo>
                  <a:pt x="880172" y="59010"/>
                  <a:pt x="878068" y="57690"/>
                  <a:pt x="875484" y="56799"/>
                </a:cubicBezTo>
                <a:cubicBezTo>
                  <a:pt x="872900" y="55907"/>
                  <a:pt x="869719" y="55461"/>
                  <a:pt x="865942" y="55461"/>
                </a:cubicBezTo>
                <a:cubicBezTo>
                  <a:pt x="861900" y="55461"/>
                  <a:pt x="858273" y="55936"/>
                  <a:pt x="855059" y="56886"/>
                </a:cubicBezTo>
                <a:cubicBezTo>
                  <a:pt x="851845" y="57837"/>
                  <a:pt x="849029" y="58885"/>
                  <a:pt x="846611" y="60033"/>
                </a:cubicBezTo>
                <a:cubicBezTo>
                  <a:pt x="844192" y="61180"/>
                  <a:pt x="842171" y="62228"/>
                  <a:pt x="840548" y="63179"/>
                </a:cubicBezTo>
                <a:cubicBezTo>
                  <a:pt x="838924" y="64129"/>
                  <a:pt x="837715" y="64605"/>
                  <a:pt x="836920" y="64605"/>
                </a:cubicBezTo>
                <a:cubicBezTo>
                  <a:pt x="836390" y="64605"/>
                  <a:pt x="835926" y="64472"/>
                  <a:pt x="835528" y="64207"/>
                </a:cubicBezTo>
                <a:cubicBezTo>
                  <a:pt x="835131" y="63942"/>
                  <a:pt x="834783" y="63544"/>
                  <a:pt x="834485" y="63014"/>
                </a:cubicBezTo>
                <a:cubicBezTo>
                  <a:pt x="834187" y="62484"/>
                  <a:pt x="833971" y="61805"/>
                  <a:pt x="833839" y="60977"/>
                </a:cubicBezTo>
                <a:cubicBezTo>
                  <a:pt x="833706" y="60148"/>
                  <a:pt x="833640" y="59237"/>
                  <a:pt x="833640" y="58243"/>
                </a:cubicBezTo>
                <a:cubicBezTo>
                  <a:pt x="833640" y="56587"/>
                  <a:pt x="833756" y="55278"/>
                  <a:pt x="833988" y="54318"/>
                </a:cubicBezTo>
                <a:cubicBezTo>
                  <a:pt x="834220" y="53357"/>
                  <a:pt x="834783" y="52446"/>
                  <a:pt x="835677" y="51584"/>
                </a:cubicBezTo>
                <a:cubicBezTo>
                  <a:pt x="836572" y="50723"/>
                  <a:pt x="838113" y="49720"/>
                  <a:pt x="840299" y="48575"/>
                </a:cubicBezTo>
                <a:cubicBezTo>
                  <a:pt x="842486" y="47427"/>
                  <a:pt x="845004" y="46380"/>
                  <a:pt x="847853" y="45431"/>
                </a:cubicBezTo>
                <a:cubicBezTo>
                  <a:pt x="850702" y="44483"/>
                  <a:pt x="853816" y="43698"/>
                  <a:pt x="857196" y="43077"/>
                </a:cubicBezTo>
                <a:cubicBezTo>
                  <a:pt x="860575" y="42454"/>
                  <a:pt x="863988" y="42142"/>
                  <a:pt x="867433" y="42142"/>
                </a:cubicBezTo>
                <a:cubicBezTo>
                  <a:pt x="873860" y="42142"/>
                  <a:pt x="879327" y="42871"/>
                  <a:pt x="883833" y="44329"/>
                </a:cubicBezTo>
                <a:cubicBezTo>
                  <a:pt x="888338" y="45786"/>
                  <a:pt x="891983" y="47923"/>
                  <a:pt x="894766" y="50739"/>
                </a:cubicBezTo>
                <a:cubicBezTo>
                  <a:pt x="897549" y="53556"/>
                  <a:pt x="899570" y="57051"/>
                  <a:pt x="900829" y="61225"/>
                </a:cubicBezTo>
                <a:cubicBezTo>
                  <a:pt x="902088" y="65400"/>
                  <a:pt x="902717" y="70270"/>
                  <a:pt x="902717" y="75836"/>
                </a:cubicBezTo>
                <a:lnTo>
                  <a:pt x="902717" y="136167"/>
                </a:lnTo>
                <a:moveTo>
                  <a:pt x="886417" y="95217"/>
                </a:moveTo>
                <a:lnTo>
                  <a:pt x="872403" y="95217"/>
                </a:lnTo>
                <a:cubicBezTo>
                  <a:pt x="867897" y="95217"/>
                  <a:pt x="863988" y="95601"/>
                  <a:pt x="860674" y="96369"/>
                </a:cubicBezTo>
                <a:cubicBezTo>
                  <a:pt x="857361" y="97136"/>
                  <a:pt x="854612" y="98268"/>
                  <a:pt x="852425" y="99767"/>
                </a:cubicBezTo>
                <a:cubicBezTo>
                  <a:pt x="850238" y="101267"/>
                  <a:pt x="848632" y="103067"/>
                  <a:pt x="847604" y="105169"/>
                </a:cubicBezTo>
                <a:cubicBezTo>
                  <a:pt x="846577" y="107268"/>
                  <a:pt x="846064" y="109685"/>
                  <a:pt x="846064" y="112418"/>
                </a:cubicBezTo>
                <a:cubicBezTo>
                  <a:pt x="846064" y="117085"/>
                  <a:pt x="847538" y="120802"/>
                  <a:pt x="850487" y="123569"/>
                </a:cubicBezTo>
                <a:cubicBezTo>
                  <a:pt x="853435" y="126335"/>
                  <a:pt x="857560" y="127718"/>
                  <a:pt x="862861" y="127718"/>
                </a:cubicBezTo>
                <a:cubicBezTo>
                  <a:pt x="867168" y="127718"/>
                  <a:pt x="871160" y="126619"/>
                  <a:pt x="874838" y="124420"/>
                </a:cubicBezTo>
                <a:cubicBezTo>
                  <a:pt x="878515" y="122219"/>
                  <a:pt x="882375" y="118852"/>
                  <a:pt x="886417" y="114319"/>
                </a:cubicBezTo>
                <a:lnTo>
                  <a:pt x="886417" y="95217"/>
                </a:lnTo>
                <a:close/>
                <a:moveTo>
                  <a:pt x="1009861" y="136067"/>
                </a:moveTo>
                <a:cubicBezTo>
                  <a:pt x="1009861" y="136597"/>
                  <a:pt x="1009728" y="137044"/>
                  <a:pt x="1009463" y="137409"/>
                </a:cubicBezTo>
                <a:cubicBezTo>
                  <a:pt x="1009198" y="137773"/>
                  <a:pt x="1008768" y="138088"/>
                  <a:pt x="1008171" y="138353"/>
                </a:cubicBezTo>
                <a:cubicBezTo>
                  <a:pt x="1007575" y="138618"/>
                  <a:pt x="1006747" y="138817"/>
                  <a:pt x="1005686" y="138949"/>
                </a:cubicBezTo>
                <a:cubicBezTo>
                  <a:pt x="1004626" y="139082"/>
                  <a:pt x="1003301" y="139148"/>
                  <a:pt x="1001711" y="139148"/>
                </a:cubicBezTo>
                <a:cubicBezTo>
                  <a:pt x="1000054" y="139148"/>
                  <a:pt x="998696" y="139082"/>
                  <a:pt x="997636" y="138949"/>
                </a:cubicBezTo>
                <a:cubicBezTo>
                  <a:pt x="996576" y="138817"/>
                  <a:pt x="995747" y="138618"/>
                  <a:pt x="995151" y="138353"/>
                </a:cubicBezTo>
                <a:cubicBezTo>
                  <a:pt x="994555" y="138088"/>
                  <a:pt x="994124" y="137773"/>
                  <a:pt x="993859" y="137409"/>
                </a:cubicBezTo>
                <a:cubicBezTo>
                  <a:pt x="993594" y="137044"/>
                  <a:pt x="993461" y="136597"/>
                  <a:pt x="993461" y="136067"/>
                </a:cubicBezTo>
                <a:lnTo>
                  <a:pt x="993461" y="83688"/>
                </a:lnTo>
                <a:cubicBezTo>
                  <a:pt x="993461" y="78586"/>
                  <a:pt x="993064" y="74477"/>
                  <a:pt x="992269" y="71363"/>
                </a:cubicBezTo>
                <a:cubicBezTo>
                  <a:pt x="991473" y="68249"/>
                  <a:pt x="990314" y="65565"/>
                  <a:pt x="988790" y="63312"/>
                </a:cubicBezTo>
                <a:cubicBezTo>
                  <a:pt x="987266" y="61060"/>
                  <a:pt x="985295" y="59337"/>
                  <a:pt x="982876" y="58144"/>
                </a:cubicBezTo>
                <a:cubicBezTo>
                  <a:pt x="980458" y="56951"/>
                  <a:pt x="977658" y="56355"/>
                  <a:pt x="974477" y="56355"/>
                </a:cubicBezTo>
                <a:cubicBezTo>
                  <a:pt x="970369" y="56355"/>
                  <a:pt x="966261" y="57813"/>
                  <a:pt x="962153" y="60728"/>
                </a:cubicBezTo>
                <a:cubicBezTo>
                  <a:pt x="958045" y="63644"/>
                  <a:pt x="953738" y="67918"/>
                  <a:pt x="949232" y="73550"/>
                </a:cubicBezTo>
                <a:lnTo>
                  <a:pt x="949232" y="136067"/>
                </a:lnTo>
                <a:cubicBezTo>
                  <a:pt x="949232" y="136597"/>
                  <a:pt x="949099" y="137044"/>
                  <a:pt x="948834" y="137409"/>
                </a:cubicBezTo>
                <a:cubicBezTo>
                  <a:pt x="948569" y="137773"/>
                  <a:pt x="948139" y="138088"/>
                  <a:pt x="947542" y="138353"/>
                </a:cubicBezTo>
                <a:cubicBezTo>
                  <a:pt x="946946" y="138618"/>
                  <a:pt x="946118" y="138817"/>
                  <a:pt x="945058" y="138949"/>
                </a:cubicBezTo>
                <a:cubicBezTo>
                  <a:pt x="943997" y="139082"/>
                  <a:pt x="942639" y="139148"/>
                  <a:pt x="940982" y="139148"/>
                </a:cubicBezTo>
                <a:cubicBezTo>
                  <a:pt x="939392" y="139148"/>
                  <a:pt x="938067" y="139082"/>
                  <a:pt x="937007" y="138949"/>
                </a:cubicBezTo>
                <a:cubicBezTo>
                  <a:pt x="935947" y="138817"/>
                  <a:pt x="935102" y="138618"/>
                  <a:pt x="934472" y="138353"/>
                </a:cubicBezTo>
                <a:cubicBezTo>
                  <a:pt x="933843" y="138088"/>
                  <a:pt x="933412" y="137773"/>
                  <a:pt x="933180" y="137409"/>
                </a:cubicBezTo>
                <a:cubicBezTo>
                  <a:pt x="932948" y="137044"/>
                  <a:pt x="932832" y="136597"/>
                  <a:pt x="932832" y="136067"/>
                </a:cubicBezTo>
                <a:lnTo>
                  <a:pt x="932832" y="46615"/>
                </a:lnTo>
                <a:cubicBezTo>
                  <a:pt x="932832" y="46085"/>
                  <a:pt x="932932" y="45637"/>
                  <a:pt x="933131" y="45273"/>
                </a:cubicBezTo>
                <a:cubicBezTo>
                  <a:pt x="933329" y="44908"/>
                  <a:pt x="933727" y="44577"/>
                  <a:pt x="934323" y="44279"/>
                </a:cubicBezTo>
                <a:cubicBezTo>
                  <a:pt x="934920" y="43981"/>
                  <a:pt x="935682" y="43782"/>
                  <a:pt x="936609" y="43683"/>
                </a:cubicBezTo>
                <a:cubicBezTo>
                  <a:pt x="937537" y="43583"/>
                  <a:pt x="938763" y="43534"/>
                  <a:pt x="940287" y="43534"/>
                </a:cubicBezTo>
                <a:cubicBezTo>
                  <a:pt x="941744" y="43534"/>
                  <a:pt x="942954" y="43583"/>
                  <a:pt x="943915" y="43683"/>
                </a:cubicBezTo>
                <a:cubicBezTo>
                  <a:pt x="944875" y="43782"/>
                  <a:pt x="945621" y="43981"/>
                  <a:pt x="946151" y="44279"/>
                </a:cubicBezTo>
                <a:cubicBezTo>
                  <a:pt x="946681" y="44577"/>
                  <a:pt x="947062" y="44908"/>
                  <a:pt x="947294" y="45273"/>
                </a:cubicBezTo>
                <a:cubicBezTo>
                  <a:pt x="947526" y="45637"/>
                  <a:pt x="947642" y="46085"/>
                  <a:pt x="947642" y="46615"/>
                </a:cubicBezTo>
                <a:lnTo>
                  <a:pt x="947642" y="58442"/>
                </a:lnTo>
                <a:cubicBezTo>
                  <a:pt x="952678" y="52810"/>
                  <a:pt x="957697" y="48685"/>
                  <a:pt x="962700" y="46068"/>
                </a:cubicBezTo>
                <a:cubicBezTo>
                  <a:pt x="967702" y="43451"/>
                  <a:pt x="972755" y="42142"/>
                  <a:pt x="977857" y="42142"/>
                </a:cubicBezTo>
                <a:cubicBezTo>
                  <a:pt x="983820" y="42142"/>
                  <a:pt x="988840" y="43153"/>
                  <a:pt x="992915" y="45173"/>
                </a:cubicBezTo>
                <a:cubicBezTo>
                  <a:pt x="996990" y="47194"/>
                  <a:pt x="1000286" y="49895"/>
                  <a:pt x="1002804" y="53274"/>
                </a:cubicBezTo>
                <a:cubicBezTo>
                  <a:pt x="1005322" y="56653"/>
                  <a:pt x="1007128" y="60612"/>
                  <a:pt x="1008221" y="65151"/>
                </a:cubicBezTo>
                <a:cubicBezTo>
                  <a:pt x="1009314" y="69690"/>
                  <a:pt x="1009861" y="75140"/>
                  <a:pt x="1009861" y="81501"/>
                </a:cubicBezTo>
                <a:lnTo>
                  <a:pt x="1009861" y="136067"/>
                </a:lnTo>
                <a:close/>
                <a:moveTo>
                  <a:pt x="1116329" y="136064"/>
                </a:moveTo>
                <a:cubicBezTo>
                  <a:pt x="1116329" y="136594"/>
                  <a:pt x="1116213" y="137059"/>
                  <a:pt x="1115981" y="137459"/>
                </a:cubicBezTo>
                <a:cubicBezTo>
                  <a:pt x="1115749" y="137856"/>
                  <a:pt x="1115352" y="138171"/>
                  <a:pt x="1114789" y="138403"/>
                </a:cubicBezTo>
                <a:cubicBezTo>
                  <a:pt x="1114225" y="138635"/>
                  <a:pt x="1113480" y="138817"/>
                  <a:pt x="1112552" y="138949"/>
                </a:cubicBezTo>
                <a:cubicBezTo>
                  <a:pt x="1111625" y="139082"/>
                  <a:pt x="1110498" y="139148"/>
                  <a:pt x="1109173" y="139148"/>
                </a:cubicBezTo>
                <a:cubicBezTo>
                  <a:pt x="1107782" y="139148"/>
                  <a:pt x="1106622" y="139082"/>
                  <a:pt x="1105694" y="138949"/>
                </a:cubicBezTo>
                <a:cubicBezTo>
                  <a:pt x="1104767" y="138819"/>
                  <a:pt x="1104005" y="138639"/>
                  <a:pt x="1103408" y="138409"/>
                </a:cubicBezTo>
                <a:cubicBezTo>
                  <a:pt x="1102812" y="138177"/>
                  <a:pt x="1102381" y="137863"/>
                  <a:pt x="1102116" y="137468"/>
                </a:cubicBezTo>
                <a:cubicBezTo>
                  <a:pt x="1101851" y="137072"/>
                  <a:pt x="1101719" y="136612"/>
                  <a:pt x="1101719" y="136086"/>
                </a:cubicBezTo>
                <a:lnTo>
                  <a:pt x="1101719" y="124323"/>
                </a:lnTo>
                <a:cubicBezTo>
                  <a:pt x="1097014" y="129430"/>
                  <a:pt x="1092127" y="133409"/>
                  <a:pt x="1087058" y="136263"/>
                </a:cubicBezTo>
                <a:cubicBezTo>
                  <a:pt x="1081989" y="139114"/>
                  <a:pt x="1076440" y="140540"/>
                  <a:pt x="1070410" y="140540"/>
                </a:cubicBezTo>
                <a:cubicBezTo>
                  <a:pt x="1063850" y="140540"/>
                  <a:pt x="1058251" y="139263"/>
                  <a:pt x="1053613" y="136710"/>
                </a:cubicBezTo>
                <a:cubicBezTo>
                  <a:pt x="1048975" y="134157"/>
                  <a:pt x="1045215" y="130708"/>
                  <a:pt x="1042332" y="126364"/>
                </a:cubicBezTo>
                <a:cubicBezTo>
                  <a:pt x="1039450" y="122018"/>
                  <a:pt x="1037346" y="116910"/>
                  <a:pt x="1036021" y="111042"/>
                </a:cubicBezTo>
                <a:cubicBezTo>
                  <a:pt x="1034696" y="105172"/>
                  <a:pt x="1034033" y="98986"/>
                  <a:pt x="1034033" y="92484"/>
                </a:cubicBezTo>
                <a:cubicBezTo>
                  <a:pt x="1034033" y="84791"/>
                  <a:pt x="1034861" y="77844"/>
                  <a:pt x="1036518" y="71643"/>
                </a:cubicBezTo>
                <a:cubicBezTo>
                  <a:pt x="1038174" y="65441"/>
                  <a:pt x="1040626" y="60152"/>
                  <a:pt x="1043873" y="55774"/>
                </a:cubicBezTo>
                <a:cubicBezTo>
                  <a:pt x="1047120" y="51395"/>
                  <a:pt x="1051145" y="48028"/>
                  <a:pt x="1055949" y="45674"/>
                </a:cubicBezTo>
                <a:cubicBezTo>
                  <a:pt x="1060753" y="43319"/>
                  <a:pt x="1066302" y="42142"/>
                  <a:pt x="1072597" y="42142"/>
                </a:cubicBezTo>
                <a:cubicBezTo>
                  <a:pt x="1077832" y="42142"/>
                  <a:pt x="1082619" y="43286"/>
                  <a:pt x="1086959" y="45574"/>
                </a:cubicBezTo>
                <a:cubicBezTo>
                  <a:pt x="1091299" y="47862"/>
                  <a:pt x="1095590" y="51228"/>
                  <a:pt x="1099830" y="55672"/>
                </a:cubicBezTo>
                <a:lnTo>
                  <a:pt x="1099830" y="3584"/>
                </a:lnTo>
                <a:cubicBezTo>
                  <a:pt x="1099830" y="3120"/>
                  <a:pt x="1099946" y="2673"/>
                  <a:pt x="1100178" y="2243"/>
                </a:cubicBezTo>
                <a:cubicBezTo>
                  <a:pt x="1100410" y="1810"/>
                  <a:pt x="1100857" y="1477"/>
                  <a:pt x="1101520" y="1246"/>
                </a:cubicBezTo>
                <a:cubicBezTo>
                  <a:pt x="1102183" y="1012"/>
                  <a:pt x="1103027" y="812"/>
                  <a:pt x="1104054" y="646"/>
                </a:cubicBezTo>
                <a:cubicBezTo>
                  <a:pt x="1105081" y="480"/>
                  <a:pt x="1106390" y="398"/>
                  <a:pt x="1107980" y="398"/>
                </a:cubicBezTo>
                <a:cubicBezTo>
                  <a:pt x="1109637" y="398"/>
                  <a:pt x="1110995" y="480"/>
                  <a:pt x="1112055" y="646"/>
                </a:cubicBezTo>
                <a:cubicBezTo>
                  <a:pt x="1113116" y="812"/>
                  <a:pt x="1113944" y="1010"/>
                  <a:pt x="1114540" y="1242"/>
                </a:cubicBezTo>
                <a:cubicBezTo>
                  <a:pt x="1115137" y="1474"/>
                  <a:pt x="1115584" y="1807"/>
                  <a:pt x="1115882" y="2239"/>
                </a:cubicBezTo>
                <a:cubicBezTo>
                  <a:pt x="1116180" y="2670"/>
                  <a:pt x="1116329" y="3117"/>
                  <a:pt x="1116329" y="3581"/>
                </a:cubicBezTo>
                <a:lnTo>
                  <a:pt x="1116329" y="136064"/>
                </a:lnTo>
                <a:moveTo>
                  <a:pt x="1099830" y="73183"/>
                </a:moveTo>
                <a:cubicBezTo>
                  <a:pt x="1095391" y="67673"/>
                  <a:pt x="1091100" y="63475"/>
                  <a:pt x="1086959" y="60589"/>
                </a:cubicBezTo>
                <a:cubicBezTo>
                  <a:pt x="1082818" y="57700"/>
                  <a:pt x="1078494" y="56256"/>
                  <a:pt x="1073988" y="56256"/>
                </a:cubicBezTo>
                <a:cubicBezTo>
                  <a:pt x="1069814" y="56256"/>
                  <a:pt x="1066269" y="57252"/>
                  <a:pt x="1063354" y="59244"/>
                </a:cubicBezTo>
                <a:cubicBezTo>
                  <a:pt x="1060438" y="61234"/>
                  <a:pt x="1058069" y="63854"/>
                  <a:pt x="1056247" y="67105"/>
                </a:cubicBezTo>
                <a:cubicBezTo>
                  <a:pt x="1054425" y="70356"/>
                  <a:pt x="1053100" y="74038"/>
                  <a:pt x="1052271" y="78153"/>
                </a:cubicBezTo>
                <a:cubicBezTo>
                  <a:pt x="1051443" y="82267"/>
                  <a:pt x="1051029" y="86448"/>
                  <a:pt x="1051029" y="90695"/>
                </a:cubicBezTo>
                <a:cubicBezTo>
                  <a:pt x="1051029" y="95207"/>
                  <a:pt x="1051377" y="99619"/>
                  <a:pt x="1052073" y="103933"/>
                </a:cubicBezTo>
                <a:cubicBezTo>
                  <a:pt x="1052768" y="108246"/>
                  <a:pt x="1053978" y="112078"/>
                  <a:pt x="1055700" y="115428"/>
                </a:cubicBezTo>
                <a:cubicBezTo>
                  <a:pt x="1057423" y="118778"/>
                  <a:pt x="1059709" y="121466"/>
                  <a:pt x="1062558" y="123491"/>
                </a:cubicBezTo>
                <a:cubicBezTo>
                  <a:pt x="1065408" y="125514"/>
                  <a:pt x="1068986" y="126526"/>
                  <a:pt x="1073293" y="126526"/>
                </a:cubicBezTo>
                <a:cubicBezTo>
                  <a:pt x="1075479" y="126526"/>
                  <a:pt x="1077583" y="126227"/>
                  <a:pt x="1079604" y="125631"/>
                </a:cubicBezTo>
                <a:cubicBezTo>
                  <a:pt x="1081625" y="125033"/>
                  <a:pt x="1083696" y="124037"/>
                  <a:pt x="1085816" y="122643"/>
                </a:cubicBezTo>
                <a:cubicBezTo>
                  <a:pt x="1087936" y="121249"/>
                  <a:pt x="1090156" y="119441"/>
                  <a:pt x="1092475" y="117217"/>
                </a:cubicBezTo>
                <a:cubicBezTo>
                  <a:pt x="1094794" y="114993"/>
                  <a:pt x="1097246" y="112255"/>
                  <a:pt x="1099830" y="109002"/>
                </a:cubicBezTo>
                <a:lnTo>
                  <a:pt x="1099830" y="73183"/>
                </a:lnTo>
                <a:close/>
                <a:moveTo>
                  <a:pt x="1163575" y="136064"/>
                </a:moveTo>
                <a:cubicBezTo>
                  <a:pt x="1163575" y="136594"/>
                  <a:pt x="1163443" y="137042"/>
                  <a:pt x="1163178" y="137409"/>
                </a:cubicBezTo>
                <a:cubicBezTo>
                  <a:pt x="1162912" y="137773"/>
                  <a:pt x="1162482" y="138088"/>
                  <a:pt x="1161885" y="138353"/>
                </a:cubicBezTo>
                <a:cubicBezTo>
                  <a:pt x="1161289" y="138618"/>
                  <a:pt x="1160461" y="138817"/>
                  <a:pt x="1159401" y="138949"/>
                </a:cubicBezTo>
                <a:cubicBezTo>
                  <a:pt x="1158340" y="139082"/>
                  <a:pt x="1156982" y="139148"/>
                  <a:pt x="1155326" y="139148"/>
                </a:cubicBezTo>
                <a:cubicBezTo>
                  <a:pt x="1153735" y="139148"/>
                  <a:pt x="1152410" y="139082"/>
                  <a:pt x="1151350" y="138949"/>
                </a:cubicBezTo>
                <a:cubicBezTo>
                  <a:pt x="1150290" y="138817"/>
                  <a:pt x="1149445" y="138618"/>
                  <a:pt x="1148815" y="138353"/>
                </a:cubicBezTo>
                <a:cubicBezTo>
                  <a:pt x="1148186" y="138088"/>
                  <a:pt x="1147755" y="137773"/>
                  <a:pt x="1147523" y="137409"/>
                </a:cubicBezTo>
                <a:cubicBezTo>
                  <a:pt x="1147291" y="137042"/>
                  <a:pt x="1147175" y="136594"/>
                  <a:pt x="1147175" y="136064"/>
                </a:cubicBezTo>
                <a:lnTo>
                  <a:pt x="1147175" y="3184"/>
                </a:lnTo>
                <a:cubicBezTo>
                  <a:pt x="1147175" y="2654"/>
                  <a:pt x="1147291" y="2190"/>
                  <a:pt x="1147523" y="1792"/>
                </a:cubicBezTo>
                <a:cubicBezTo>
                  <a:pt x="1147755" y="1393"/>
                  <a:pt x="1148186" y="1060"/>
                  <a:pt x="1148815" y="795"/>
                </a:cubicBezTo>
                <a:cubicBezTo>
                  <a:pt x="1149445" y="530"/>
                  <a:pt x="1150290" y="331"/>
                  <a:pt x="1151350" y="199"/>
                </a:cubicBezTo>
                <a:cubicBezTo>
                  <a:pt x="1152410" y="66"/>
                  <a:pt x="1153735" y="0"/>
                  <a:pt x="1155326" y="0"/>
                </a:cubicBezTo>
                <a:cubicBezTo>
                  <a:pt x="1156982" y="0"/>
                  <a:pt x="1158340" y="66"/>
                  <a:pt x="1159401" y="199"/>
                </a:cubicBezTo>
                <a:cubicBezTo>
                  <a:pt x="1160461" y="331"/>
                  <a:pt x="1161289" y="530"/>
                  <a:pt x="1161885" y="795"/>
                </a:cubicBezTo>
                <a:cubicBezTo>
                  <a:pt x="1162482" y="1060"/>
                  <a:pt x="1162912" y="1393"/>
                  <a:pt x="1163178" y="1792"/>
                </a:cubicBezTo>
                <a:cubicBezTo>
                  <a:pt x="1163443" y="2190"/>
                  <a:pt x="1163575" y="2654"/>
                  <a:pt x="1163575" y="3184"/>
                </a:cubicBezTo>
                <a:lnTo>
                  <a:pt x="1163575" y="136064"/>
                </a:lnTo>
                <a:close/>
                <a:moveTo>
                  <a:pt x="1269715" y="87465"/>
                </a:moveTo>
                <a:cubicBezTo>
                  <a:pt x="1269715" y="90049"/>
                  <a:pt x="1269069" y="91888"/>
                  <a:pt x="1267777" y="92981"/>
                </a:cubicBezTo>
                <a:cubicBezTo>
                  <a:pt x="1266485" y="94074"/>
                  <a:pt x="1265010" y="94621"/>
                  <a:pt x="1263354" y="94621"/>
                </a:cubicBezTo>
                <a:lnTo>
                  <a:pt x="1204713" y="94621"/>
                </a:lnTo>
                <a:cubicBezTo>
                  <a:pt x="1204713" y="99605"/>
                  <a:pt x="1205210" y="104091"/>
                  <a:pt x="1206204" y="108079"/>
                </a:cubicBezTo>
                <a:cubicBezTo>
                  <a:pt x="1207198" y="112067"/>
                  <a:pt x="1208854" y="115490"/>
                  <a:pt x="1211173" y="118347"/>
                </a:cubicBezTo>
                <a:cubicBezTo>
                  <a:pt x="1213492" y="121205"/>
                  <a:pt x="1216507" y="123399"/>
                  <a:pt x="1220218" y="124929"/>
                </a:cubicBezTo>
                <a:cubicBezTo>
                  <a:pt x="1223928" y="126457"/>
                  <a:pt x="1228467" y="127221"/>
                  <a:pt x="1233834" y="127221"/>
                </a:cubicBezTo>
                <a:cubicBezTo>
                  <a:pt x="1238075" y="127221"/>
                  <a:pt x="1241852" y="126873"/>
                  <a:pt x="1245165" y="126178"/>
                </a:cubicBezTo>
                <a:cubicBezTo>
                  <a:pt x="1248478" y="125482"/>
                  <a:pt x="1251344" y="124703"/>
                  <a:pt x="1253762" y="123842"/>
                </a:cubicBezTo>
                <a:cubicBezTo>
                  <a:pt x="1256181" y="122981"/>
                  <a:pt x="1258169" y="122202"/>
                  <a:pt x="1259726" y="121506"/>
                </a:cubicBezTo>
                <a:cubicBezTo>
                  <a:pt x="1261283" y="120811"/>
                  <a:pt x="1262459" y="120463"/>
                  <a:pt x="1263254" y="120463"/>
                </a:cubicBezTo>
                <a:cubicBezTo>
                  <a:pt x="1263718" y="120463"/>
                  <a:pt x="1264132" y="120579"/>
                  <a:pt x="1264497" y="120811"/>
                </a:cubicBezTo>
                <a:cubicBezTo>
                  <a:pt x="1264861" y="121042"/>
                  <a:pt x="1265143" y="121390"/>
                  <a:pt x="1265342" y="121854"/>
                </a:cubicBezTo>
                <a:cubicBezTo>
                  <a:pt x="1265540" y="122318"/>
                  <a:pt x="1265689" y="122964"/>
                  <a:pt x="1265789" y="123792"/>
                </a:cubicBezTo>
                <a:cubicBezTo>
                  <a:pt x="1265888" y="124621"/>
                  <a:pt x="1265938" y="125631"/>
                  <a:pt x="1265938" y="126824"/>
                </a:cubicBezTo>
                <a:cubicBezTo>
                  <a:pt x="1265938" y="127685"/>
                  <a:pt x="1265905" y="128431"/>
                  <a:pt x="1265839" y="129060"/>
                </a:cubicBezTo>
                <a:cubicBezTo>
                  <a:pt x="1265772" y="129689"/>
                  <a:pt x="1265689" y="130253"/>
                  <a:pt x="1265590" y="130750"/>
                </a:cubicBezTo>
                <a:cubicBezTo>
                  <a:pt x="1265491" y="131247"/>
                  <a:pt x="1265325" y="131694"/>
                  <a:pt x="1265093" y="132091"/>
                </a:cubicBezTo>
                <a:cubicBezTo>
                  <a:pt x="1264861" y="132489"/>
                  <a:pt x="1264563" y="132870"/>
                  <a:pt x="1264199" y="133234"/>
                </a:cubicBezTo>
                <a:cubicBezTo>
                  <a:pt x="1263834" y="133599"/>
                  <a:pt x="1262757" y="134195"/>
                  <a:pt x="1260968" y="135024"/>
                </a:cubicBezTo>
                <a:cubicBezTo>
                  <a:pt x="1259179" y="135852"/>
                  <a:pt x="1256860" y="136663"/>
                  <a:pt x="1254011" y="137459"/>
                </a:cubicBezTo>
                <a:cubicBezTo>
                  <a:pt x="1251162" y="138254"/>
                  <a:pt x="1247865" y="138966"/>
                  <a:pt x="1244122" y="139596"/>
                </a:cubicBezTo>
                <a:cubicBezTo>
                  <a:pt x="1240378" y="140225"/>
                  <a:pt x="1236386" y="140540"/>
                  <a:pt x="1232145" y="140540"/>
                </a:cubicBezTo>
                <a:cubicBezTo>
                  <a:pt x="1224790" y="140540"/>
                  <a:pt x="1218346" y="139512"/>
                  <a:pt x="1212813" y="137455"/>
                </a:cubicBezTo>
                <a:cubicBezTo>
                  <a:pt x="1207280" y="135399"/>
                  <a:pt x="1202626" y="132348"/>
                  <a:pt x="1198849" y="128302"/>
                </a:cubicBezTo>
                <a:cubicBezTo>
                  <a:pt x="1195072" y="124256"/>
                  <a:pt x="1192223" y="119182"/>
                  <a:pt x="1190301" y="113080"/>
                </a:cubicBezTo>
                <a:cubicBezTo>
                  <a:pt x="1188379" y="106977"/>
                  <a:pt x="1187419" y="99880"/>
                  <a:pt x="1187419" y="91788"/>
                </a:cubicBezTo>
                <a:cubicBezTo>
                  <a:pt x="1187419" y="84094"/>
                  <a:pt x="1188413" y="77179"/>
                  <a:pt x="1190400" y="71043"/>
                </a:cubicBezTo>
                <a:cubicBezTo>
                  <a:pt x="1192388" y="64908"/>
                  <a:pt x="1195254" y="59701"/>
                  <a:pt x="1198998" y="55423"/>
                </a:cubicBezTo>
                <a:cubicBezTo>
                  <a:pt x="1202741" y="51145"/>
                  <a:pt x="1207264" y="47862"/>
                  <a:pt x="1212565" y="45574"/>
                </a:cubicBezTo>
                <a:cubicBezTo>
                  <a:pt x="1217866" y="43286"/>
                  <a:pt x="1223796" y="42142"/>
                  <a:pt x="1230356" y="42142"/>
                </a:cubicBezTo>
                <a:cubicBezTo>
                  <a:pt x="1237379" y="42142"/>
                  <a:pt x="1243360" y="43268"/>
                  <a:pt x="1248296" y="45521"/>
                </a:cubicBezTo>
                <a:cubicBezTo>
                  <a:pt x="1253232" y="47774"/>
                  <a:pt x="1257291" y="50806"/>
                  <a:pt x="1260471" y="54616"/>
                </a:cubicBezTo>
                <a:cubicBezTo>
                  <a:pt x="1263652" y="58426"/>
                  <a:pt x="1265988" y="62898"/>
                  <a:pt x="1267479" y="68034"/>
                </a:cubicBezTo>
                <a:cubicBezTo>
                  <a:pt x="1268969" y="73169"/>
                  <a:pt x="1269715" y="78652"/>
                  <a:pt x="1269715" y="84483"/>
                </a:cubicBezTo>
                <a:lnTo>
                  <a:pt x="1269715" y="87465"/>
                </a:lnTo>
                <a:moveTo>
                  <a:pt x="1253216" y="82594"/>
                </a:moveTo>
                <a:cubicBezTo>
                  <a:pt x="1253415" y="73980"/>
                  <a:pt x="1251510" y="67222"/>
                  <a:pt x="1247501" y="62319"/>
                </a:cubicBezTo>
                <a:cubicBezTo>
                  <a:pt x="1243492" y="57415"/>
                  <a:pt x="1237545" y="54964"/>
                  <a:pt x="1229660" y="54964"/>
                </a:cubicBezTo>
                <a:cubicBezTo>
                  <a:pt x="1225618" y="54964"/>
                  <a:pt x="1222073" y="55726"/>
                  <a:pt x="1219025" y="57250"/>
                </a:cubicBezTo>
                <a:cubicBezTo>
                  <a:pt x="1215977" y="58774"/>
                  <a:pt x="1213426" y="60795"/>
                  <a:pt x="1211372" y="63312"/>
                </a:cubicBezTo>
                <a:cubicBezTo>
                  <a:pt x="1209318" y="65830"/>
                  <a:pt x="1207728" y="68762"/>
                  <a:pt x="1206601" y="72109"/>
                </a:cubicBezTo>
                <a:cubicBezTo>
                  <a:pt x="1205475" y="75455"/>
                  <a:pt x="1204845" y="78950"/>
                  <a:pt x="1204713" y="82594"/>
                </a:cubicBezTo>
                <a:lnTo>
                  <a:pt x="1253216" y="82594"/>
                </a:lnTo>
                <a:close/>
                <a:moveTo>
                  <a:pt x="1347032" y="52479"/>
                </a:moveTo>
                <a:cubicBezTo>
                  <a:pt x="1347032" y="53937"/>
                  <a:pt x="1346998" y="55162"/>
                  <a:pt x="1346932" y="56156"/>
                </a:cubicBezTo>
                <a:cubicBezTo>
                  <a:pt x="1346866" y="57150"/>
                  <a:pt x="1346733" y="57929"/>
                  <a:pt x="1346535" y="58492"/>
                </a:cubicBezTo>
                <a:cubicBezTo>
                  <a:pt x="1346336" y="59055"/>
                  <a:pt x="1346087" y="59486"/>
                  <a:pt x="1345789" y="59784"/>
                </a:cubicBezTo>
                <a:cubicBezTo>
                  <a:pt x="1345491" y="60082"/>
                  <a:pt x="1345077" y="60231"/>
                  <a:pt x="1344547" y="60231"/>
                </a:cubicBezTo>
                <a:cubicBezTo>
                  <a:pt x="1344017" y="60231"/>
                  <a:pt x="1343371" y="60082"/>
                  <a:pt x="1342609" y="59784"/>
                </a:cubicBezTo>
                <a:cubicBezTo>
                  <a:pt x="1341847" y="59486"/>
                  <a:pt x="1340985" y="59188"/>
                  <a:pt x="1340024" y="58890"/>
                </a:cubicBezTo>
                <a:cubicBezTo>
                  <a:pt x="1339064" y="58591"/>
                  <a:pt x="1337987" y="58310"/>
                  <a:pt x="1336794" y="58045"/>
                </a:cubicBezTo>
                <a:cubicBezTo>
                  <a:pt x="1335602" y="57780"/>
                  <a:pt x="1334309" y="57647"/>
                  <a:pt x="1332918" y="57647"/>
                </a:cubicBezTo>
                <a:cubicBezTo>
                  <a:pt x="1331261" y="57647"/>
                  <a:pt x="1329638" y="57978"/>
                  <a:pt x="1328048" y="58641"/>
                </a:cubicBezTo>
                <a:cubicBezTo>
                  <a:pt x="1326458" y="59304"/>
                  <a:pt x="1324784" y="60397"/>
                  <a:pt x="1323029" y="61921"/>
                </a:cubicBezTo>
                <a:cubicBezTo>
                  <a:pt x="1321273" y="63445"/>
                  <a:pt x="1319434" y="65466"/>
                  <a:pt x="1317512" y="67984"/>
                </a:cubicBezTo>
                <a:cubicBezTo>
                  <a:pt x="1315591" y="70502"/>
                  <a:pt x="1313470" y="73583"/>
                  <a:pt x="1311151" y="77227"/>
                </a:cubicBezTo>
                <a:lnTo>
                  <a:pt x="1311151" y="136067"/>
                </a:lnTo>
                <a:cubicBezTo>
                  <a:pt x="1311151" y="136597"/>
                  <a:pt x="1311019" y="137044"/>
                  <a:pt x="1310754" y="137409"/>
                </a:cubicBezTo>
                <a:cubicBezTo>
                  <a:pt x="1310489" y="137773"/>
                  <a:pt x="1310058" y="138088"/>
                  <a:pt x="1309462" y="138353"/>
                </a:cubicBezTo>
                <a:cubicBezTo>
                  <a:pt x="1308865" y="138618"/>
                  <a:pt x="1308037" y="138817"/>
                  <a:pt x="1306977" y="138949"/>
                </a:cubicBezTo>
                <a:cubicBezTo>
                  <a:pt x="1305917" y="139082"/>
                  <a:pt x="1304558" y="139148"/>
                  <a:pt x="1302902" y="139148"/>
                </a:cubicBezTo>
                <a:cubicBezTo>
                  <a:pt x="1301311" y="139148"/>
                  <a:pt x="1299986" y="139082"/>
                  <a:pt x="1298926" y="138949"/>
                </a:cubicBezTo>
                <a:cubicBezTo>
                  <a:pt x="1297866" y="138817"/>
                  <a:pt x="1297021" y="138618"/>
                  <a:pt x="1296392" y="138353"/>
                </a:cubicBezTo>
                <a:cubicBezTo>
                  <a:pt x="1295762" y="138088"/>
                  <a:pt x="1295331" y="137773"/>
                  <a:pt x="1295099" y="137409"/>
                </a:cubicBezTo>
                <a:cubicBezTo>
                  <a:pt x="1294868" y="137044"/>
                  <a:pt x="1294752" y="136597"/>
                  <a:pt x="1294752" y="136067"/>
                </a:cubicBezTo>
                <a:lnTo>
                  <a:pt x="1294752" y="46615"/>
                </a:lnTo>
                <a:cubicBezTo>
                  <a:pt x="1294752" y="46085"/>
                  <a:pt x="1294851" y="45637"/>
                  <a:pt x="1295050" y="45273"/>
                </a:cubicBezTo>
                <a:cubicBezTo>
                  <a:pt x="1295249" y="44908"/>
                  <a:pt x="1295646" y="44577"/>
                  <a:pt x="1296242" y="44279"/>
                </a:cubicBezTo>
                <a:cubicBezTo>
                  <a:pt x="1296839" y="43981"/>
                  <a:pt x="1297601" y="43782"/>
                  <a:pt x="1298528" y="43683"/>
                </a:cubicBezTo>
                <a:cubicBezTo>
                  <a:pt x="1299456" y="43583"/>
                  <a:pt x="1300682" y="43534"/>
                  <a:pt x="1302206" y="43534"/>
                </a:cubicBezTo>
                <a:cubicBezTo>
                  <a:pt x="1303664" y="43534"/>
                  <a:pt x="1304873" y="43583"/>
                  <a:pt x="1305834" y="43683"/>
                </a:cubicBezTo>
                <a:cubicBezTo>
                  <a:pt x="1306795" y="43782"/>
                  <a:pt x="1307540" y="43981"/>
                  <a:pt x="1308070" y="44279"/>
                </a:cubicBezTo>
                <a:cubicBezTo>
                  <a:pt x="1308600" y="44577"/>
                  <a:pt x="1308981" y="44908"/>
                  <a:pt x="1309213" y="45273"/>
                </a:cubicBezTo>
                <a:cubicBezTo>
                  <a:pt x="1309445" y="45637"/>
                  <a:pt x="1309561" y="46085"/>
                  <a:pt x="1309561" y="46615"/>
                </a:cubicBezTo>
                <a:lnTo>
                  <a:pt x="1309561" y="59635"/>
                </a:lnTo>
                <a:cubicBezTo>
                  <a:pt x="1312013" y="56057"/>
                  <a:pt x="1314315" y="53141"/>
                  <a:pt x="1316469" y="50889"/>
                </a:cubicBezTo>
                <a:cubicBezTo>
                  <a:pt x="1318622" y="48636"/>
                  <a:pt x="1320660" y="46863"/>
                  <a:pt x="1322581" y="45571"/>
                </a:cubicBezTo>
                <a:cubicBezTo>
                  <a:pt x="1324503" y="44279"/>
                  <a:pt x="1326408" y="43384"/>
                  <a:pt x="1328296" y="42887"/>
                </a:cubicBezTo>
                <a:cubicBezTo>
                  <a:pt x="1330185" y="42391"/>
                  <a:pt x="1332090" y="42142"/>
                  <a:pt x="1334011" y="42142"/>
                </a:cubicBezTo>
                <a:cubicBezTo>
                  <a:pt x="1334873" y="42142"/>
                  <a:pt x="1335850" y="42192"/>
                  <a:pt x="1336943" y="42291"/>
                </a:cubicBezTo>
                <a:cubicBezTo>
                  <a:pt x="1338037" y="42391"/>
                  <a:pt x="1339180" y="42573"/>
                  <a:pt x="1340372" y="42838"/>
                </a:cubicBezTo>
                <a:cubicBezTo>
                  <a:pt x="1341565" y="43103"/>
                  <a:pt x="1342642" y="43401"/>
                  <a:pt x="1343603" y="43732"/>
                </a:cubicBezTo>
                <a:cubicBezTo>
                  <a:pt x="1344563" y="44064"/>
                  <a:pt x="1345243" y="44395"/>
                  <a:pt x="1345640" y="44726"/>
                </a:cubicBezTo>
                <a:cubicBezTo>
                  <a:pt x="1346038" y="45058"/>
                  <a:pt x="1346303" y="45372"/>
                  <a:pt x="1346435" y="45670"/>
                </a:cubicBezTo>
                <a:cubicBezTo>
                  <a:pt x="1346568" y="45969"/>
                  <a:pt x="1346684" y="46350"/>
                  <a:pt x="1346783" y="46813"/>
                </a:cubicBezTo>
                <a:cubicBezTo>
                  <a:pt x="1346883" y="47277"/>
                  <a:pt x="1346949" y="47956"/>
                  <a:pt x="1346982" y="48851"/>
                </a:cubicBezTo>
                <a:cubicBezTo>
                  <a:pt x="1347015" y="49746"/>
                  <a:pt x="1347032" y="50955"/>
                  <a:pt x="1347032" y="52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093E2-0857-4D23-B7E5-04ED276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20" y="6684010"/>
            <a:ext cx="1651502" cy="386753"/>
          </a:xfrm>
          <a:custGeom xmlns:a="http://schemas.openxmlformats.org/drawingml/2006/main">
            <a:pathLst>
              <a:path w="1651502" h="386753">
                <a:moveTo>
                  <a:pt x="0" y="64459"/>
                </a:moveTo>
                <a:cubicBezTo>
                  <a:pt x="0" y="28837"/>
                  <a:pt x="28837" y="0"/>
                  <a:pt x="64459" y="0"/>
                </a:cubicBezTo>
                <a:lnTo>
                  <a:pt x="1587043" y="0"/>
                </a:lnTo>
                <a:cubicBezTo>
                  <a:pt x="1622665" y="0"/>
                  <a:pt x="1651502" y="28837"/>
                  <a:pt x="1651502" y="64459"/>
                </a:cubicBezTo>
                <a:lnTo>
                  <a:pt x="1651502" y="322294"/>
                </a:lnTo>
                <a:cubicBezTo>
                  <a:pt x="1651502" y="357916"/>
                  <a:pt x="1622665" y="386753"/>
                  <a:pt x="1587043" y="386753"/>
                </a:cubicBezTo>
                <a:lnTo>
                  <a:pt x="64459" y="386753"/>
                </a:lnTo>
                <a:cubicBezTo>
                  <a:pt x="28837" y="386753"/>
                  <a:pt x="0" y="357916"/>
                  <a:pt x="0" y="322294"/>
                </a:cubicBezTo>
                <a:lnTo>
                  <a:pt x="0" y="64459"/>
                </a:lnTo>
                <a:close/>
              </a:path>
            </a:pathLst>
          </a:custGeom>
          <a:solidFill xmlns:a="http://schemas.openxmlformats.org/drawingml/2006/main">
            <a:srgbClr val="C6E3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81FE0-028D-4E3F-8A25-E8F8A73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20" y="6684010"/>
            <a:ext cx="1651502" cy="386753"/>
          </a:xfrm>
          <a:custGeom xmlns:a="http://schemas.openxmlformats.org/drawingml/2006/main">
            <a:pathLst>
              <a:path w="1651502" h="386753" fill="none">
                <a:moveTo>
                  <a:pt x="0" y="64459"/>
                </a:moveTo>
                <a:cubicBezTo>
                  <a:pt x="0" y="28837"/>
                  <a:pt x="28837" y="0"/>
                  <a:pt x="64459" y="0"/>
                </a:cubicBezTo>
                <a:lnTo>
                  <a:pt x="1587043" y="0"/>
                </a:lnTo>
                <a:cubicBezTo>
                  <a:pt x="1622665" y="0"/>
                  <a:pt x="1651502" y="28837"/>
                  <a:pt x="1651502" y="64459"/>
                </a:cubicBezTo>
                <a:lnTo>
                  <a:pt x="1651502" y="322294"/>
                </a:lnTo>
                <a:cubicBezTo>
                  <a:pt x="1651502" y="357916"/>
                  <a:pt x="1622665" y="386753"/>
                  <a:pt x="1587043" y="386753"/>
                </a:cubicBezTo>
                <a:lnTo>
                  <a:pt x="64459" y="386753"/>
                </a:lnTo>
                <a:cubicBezTo>
                  <a:pt x="28837" y="386753"/>
                  <a:pt x="0" y="357916"/>
                  <a:pt x="0" y="322294"/>
                </a:cubicBezTo>
                <a:lnTo>
                  <a:pt x="0" y="644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64" name="Text ObjectHandler">
            <a:extLst xmlns:a="http://schemas.openxmlformats.org/drawingml/2006/main">
              <a:ext uri="{FF2B5EF4-FFF2-40B4-BE49-F238E27FC236}">
                <a16:creationId xmlns:a16="http://schemas.microsoft.com/office/drawing/2014/main" id="{1952AE64-5D1A-4EA4-856A-4FA8F96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483" y="6807930"/>
            <a:ext cx="1235004" cy="174929"/>
          </a:xfrm>
          <a:custGeom xmlns:a="http://schemas.openxmlformats.org/drawingml/2006/main">
            <a:pathLst>
              <a:path w="1235004" h="174929">
                <a:moveTo>
                  <a:pt x="114996" y="72752"/>
                </a:moveTo>
                <a:cubicBezTo>
                  <a:pt x="114996" y="83171"/>
                  <a:pt x="113770" y="92562"/>
                  <a:pt x="111319" y="100923"/>
                </a:cubicBezTo>
                <a:cubicBezTo>
                  <a:pt x="108867" y="109284"/>
                  <a:pt x="105206" y="116401"/>
                  <a:pt x="100336" y="122273"/>
                </a:cubicBezTo>
                <a:cubicBezTo>
                  <a:pt x="95466" y="128146"/>
                  <a:pt x="89353" y="132659"/>
                  <a:pt x="81998" y="135812"/>
                </a:cubicBezTo>
                <a:cubicBezTo>
                  <a:pt x="74643" y="138964"/>
                  <a:pt x="66062" y="140540"/>
                  <a:pt x="56256" y="140540"/>
                </a:cubicBezTo>
                <a:cubicBezTo>
                  <a:pt x="46582" y="140540"/>
                  <a:pt x="38216" y="139096"/>
                  <a:pt x="31159" y="136210"/>
                </a:cubicBezTo>
                <a:cubicBezTo>
                  <a:pt x="24102" y="133323"/>
                  <a:pt x="18271" y="129126"/>
                  <a:pt x="13666" y="123618"/>
                </a:cubicBezTo>
                <a:cubicBezTo>
                  <a:pt x="9061" y="118110"/>
                  <a:pt x="5632" y="111275"/>
                  <a:pt x="3379" y="103113"/>
                </a:cubicBezTo>
                <a:cubicBezTo>
                  <a:pt x="1126" y="94950"/>
                  <a:pt x="0" y="85560"/>
                  <a:pt x="0" y="74941"/>
                </a:cubicBezTo>
                <a:cubicBezTo>
                  <a:pt x="0" y="64789"/>
                  <a:pt x="1226" y="55565"/>
                  <a:pt x="3677" y="47270"/>
                </a:cubicBezTo>
                <a:cubicBezTo>
                  <a:pt x="6129" y="38975"/>
                  <a:pt x="9807" y="31924"/>
                  <a:pt x="14710" y="26118"/>
                </a:cubicBezTo>
                <a:cubicBezTo>
                  <a:pt x="19613" y="20312"/>
                  <a:pt x="25742" y="15833"/>
                  <a:pt x="33097" y="12682"/>
                </a:cubicBezTo>
                <a:cubicBezTo>
                  <a:pt x="40452" y="9528"/>
                  <a:pt x="49033" y="7951"/>
                  <a:pt x="58840" y="7951"/>
                </a:cubicBezTo>
                <a:cubicBezTo>
                  <a:pt x="68315" y="7951"/>
                  <a:pt x="76565" y="9378"/>
                  <a:pt x="83588" y="12231"/>
                </a:cubicBezTo>
                <a:cubicBezTo>
                  <a:pt x="90612" y="15085"/>
                  <a:pt x="96460" y="19249"/>
                  <a:pt x="101131" y="24724"/>
                </a:cubicBezTo>
                <a:cubicBezTo>
                  <a:pt x="105802" y="30198"/>
                  <a:pt x="109281" y="36967"/>
                  <a:pt x="111567" y="45031"/>
                </a:cubicBezTo>
                <a:cubicBezTo>
                  <a:pt x="113853" y="53094"/>
                  <a:pt x="114996" y="62334"/>
                  <a:pt x="114996" y="72752"/>
                </a:cubicBezTo>
                <a:moveTo>
                  <a:pt x="97006" y="73947"/>
                </a:moveTo>
                <a:cubicBezTo>
                  <a:pt x="97006" y="66644"/>
                  <a:pt x="96360" y="59855"/>
                  <a:pt x="95068" y="53581"/>
                </a:cubicBezTo>
                <a:cubicBezTo>
                  <a:pt x="93776" y="47307"/>
                  <a:pt x="91622" y="41864"/>
                  <a:pt x="88608" y="37250"/>
                </a:cubicBezTo>
                <a:cubicBezTo>
                  <a:pt x="85593" y="32637"/>
                  <a:pt x="81567" y="29036"/>
                  <a:pt x="76532" y="26447"/>
                </a:cubicBezTo>
                <a:cubicBezTo>
                  <a:pt x="71496" y="23857"/>
                  <a:pt x="65267" y="22562"/>
                  <a:pt x="57846" y="22562"/>
                </a:cubicBezTo>
                <a:cubicBezTo>
                  <a:pt x="50425" y="22562"/>
                  <a:pt x="44196" y="23956"/>
                  <a:pt x="39160" y="26746"/>
                </a:cubicBezTo>
                <a:cubicBezTo>
                  <a:pt x="34124" y="29533"/>
                  <a:pt x="30033" y="33251"/>
                  <a:pt x="26885" y="37899"/>
                </a:cubicBezTo>
                <a:cubicBezTo>
                  <a:pt x="23738" y="42546"/>
                  <a:pt x="21485" y="47973"/>
                  <a:pt x="20127" y="54181"/>
                </a:cubicBezTo>
                <a:cubicBezTo>
                  <a:pt x="18768" y="60387"/>
                  <a:pt x="18089" y="66909"/>
                  <a:pt x="18089" y="73749"/>
                </a:cubicBezTo>
                <a:cubicBezTo>
                  <a:pt x="18089" y="81317"/>
                  <a:pt x="18719" y="88288"/>
                  <a:pt x="19978" y="94661"/>
                </a:cubicBezTo>
                <a:cubicBezTo>
                  <a:pt x="21237" y="101035"/>
                  <a:pt x="23357" y="106528"/>
                  <a:pt x="26339" y="111142"/>
                </a:cubicBezTo>
                <a:cubicBezTo>
                  <a:pt x="29321" y="115755"/>
                  <a:pt x="33313" y="119340"/>
                  <a:pt x="38315" y="121898"/>
                </a:cubicBezTo>
                <a:cubicBezTo>
                  <a:pt x="43318" y="124453"/>
                  <a:pt x="49596" y="125730"/>
                  <a:pt x="57150" y="125730"/>
                </a:cubicBezTo>
                <a:cubicBezTo>
                  <a:pt x="64638" y="125730"/>
                  <a:pt x="70932" y="124337"/>
                  <a:pt x="76035" y="121550"/>
                </a:cubicBezTo>
                <a:cubicBezTo>
                  <a:pt x="81137" y="118761"/>
                  <a:pt x="85245" y="114993"/>
                  <a:pt x="88359" y="110247"/>
                </a:cubicBezTo>
                <a:cubicBezTo>
                  <a:pt x="91473" y="105499"/>
                  <a:pt x="93693" y="100005"/>
                  <a:pt x="95018" y="93764"/>
                </a:cubicBezTo>
                <a:cubicBezTo>
                  <a:pt x="96344" y="87523"/>
                  <a:pt x="97006" y="80917"/>
                  <a:pt x="97006" y="73947"/>
                </a:cubicBezTo>
                <a:close/>
                <a:moveTo>
                  <a:pt x="222416" y="90198"/>
                </a:moveTo>
                <a:cubicBezTo>
                  <a:pt x="222416" y="97957"/>
                  <a:pt x="221571" y="104937"/>
                  <a:pt x="219881" y="111138"/>
                </a:cubicBezTo>
                <a:cubicBezTo>
                  <a:pt x="218192" y="117340"/>
                  <a:pt x="215707" y="122631"/>
                  <a:pt x="212427" y="127010"/>
                </a:cubicBezTo>
                <a:cubicBezTo>
                  <a:pt x="209147" y="131387"/>
                  <a:pt x="205122" y="134737"/>
                  <a:pt x="200351" y="137058"/>
                </a:cubicBezTo>
                <a:cubicBezTo>
                  <a:pt x="195580" y="139379"/>
                  <a:pt x="190114" y="140540"/>
                  <a:pt x="183951" y="140540"/>
                </a:cubicBezTo>
                <a:cubicBezTo>
                  <a:pt x="181102" y="140540"/>
                  <a:pt x="178468" y="140257"/>
                  <a:pt x="176050" y="139692"/>
                </a:cubicBezTo>
                <a:cubicBezTo>
                  <a:pt x="173631" y="139129"/>
                  <a:pt x="171262" y="138217"/>
                  <a:pt x="168943" y="136959"/>
                </a:cubicBezTo>
                <a:cubicBezTo>
                  <a:pt x="166624" y="135698"/>
                  <a:pt x="164305" y="134105"/>
                  <a:pt x="161986" y="132182"/>
                </a:cubicBezTo>
                <a:cubicBezTo>
                  <a:pt x="159667" y="130258"/>
                  <a:pt x="157215" y="127937"/>
                  <a:pt x="154631" y="125218"/>
                </a:cubicBezTo>
                <a:lnTo>
                  <a:pt x="154631" y="136086"/>
                </a:lnTo>
                <a:cubicBezTo>
                  <a:pt x="154631" y="136612"/>
                  <a:pt x="154498" y="137072"/>
                  <a:pt x="154233" y="137468"/>
                </a:cubicBezTo>
                <a:cubicBezTo>
                  <a:pt x="153968" y="137863"/>
                  <a:pt x="153538" y="138177"/>
                  <a:pt x="152941" y="138409"/>
                </a:cubicBezTo>
                <a:cubicBezTo>
                  <a:pt x="152345" y="138639"/>
                  <a:pt x="151599" y="138819"/>
                  <a:pt x="150705" y="138949"/>
                </a:cubicBezTo>
                <a:cubicBezTo>
                  <a:pt x="149810" y="139082"/>
                  <a:pt x="148667" y="139148"/>
                  <a:pt x="147276" y="139148"/>
                </a:cubicBezTo>
                <a:cubicBezTo>
                  <a:pt x="145951" y="139148"/>
                  <a:pt x="144824" y="139082"/>
                  <a:pt x="143897" y="138949"/>
                </a:cubicBezTo>
                <a:cubicBezTo>
                  <a:pt x="142969" y="138817"/>
                  <a:pt x="142207" y="138635"/>
                  <a:pt x="141611" y="138403"/>
                </a:cubicBezTo>
                <a:cubicBezTo>
                  <a:pt x="141014" y="138171"/>
                  <a:pt x="140617" y="137856"/>
                  <a:pt x="140418" y="137459"/>
                </a:cubicBezTo>
                <a:cubicBezTo>
                  <a:pt x="140219" y="137059"/>
                  <a:pt x="140120" y="136594"/>
                  <a:pt x="140120" y="136064"/>
                </a:cubicBezTo>
                <a:lnTo>
                  <a:pt x="140120" y="3184"/>
                </a:lnTo>
                <a:cubicBezTo>
                  <a:pt x="140120" y="2654"/>
                  <a:pt x="140236" y="2190"/>
                  <a:pt x="140468" y="1792"/>
                </a:cubicBezTo>
                <a:cubicBezTo>
                  <a:pt x="140699" y="1393"/>
                  <a:pt x="141130" y="1060"/>
                  <a:pt x="141760" y="795"/>
                </a:cubicBezTo>
                <a:cubicBezTo>
                  <a:pt x="142389" y="530"/>
                  <a:pt x="143234" y="331"/>
                  <a:pt x="144294" y="199"/>
                </a:cubicBezTo>
                <a:cubicBezTo>
                  <a:pt x="145354" y="66"/>
                  <a:pt x="146680" y="0"/>
                  <a:pt x="148270" y="0"/>
                </a:cubicBezTo>
                <a:cubicBezTo>
                  <a:pt x="149926" y="0"/>
                  <a:pt x="151285" y="66"/>
                  <a:pt x="152345" y="199"/>
                </a:cubicBezTo>
                <a:cubicBezTo>
                  <a:pt x="153405" y="331"/>
                  <a:pt x="154233" y="531"/>
                  <a:pt x="154830" y="798"/>
                </a:cubicBezTo>
                <a:cubicBezTo>
                  <a:pt x="155426" y="1063"/>
                  <a:pt x="155857" y="1396"/>
                  <a:pt x="156122" y="1795"/>
                </a:cubicBezTo>
                <a:cubicBezTo>
                  <a:pt x="156387" y="2193"/>
                  <a:pt x="156519" y="2657"/>
                  <a:pt x="156519" y="3187"/>
                </a:cubicBezTo>
                <a:lnTo>
                  <a:pt x="156519" y="56868"/>
                </a:lnTo>
                <a:cubicBezTo>
                  <a:pt x="159170" y="54149"/>
                  <a:pt x="161737" y="51861"/>
                  <a:pt x="164222" y="50003"/>
                </a:cubicBezTo>
                <a:cubicBezTo>
                  <a:pt x="166707" y="48146"/>
                  <a:pt x="169142" y="46637"/>
                  <a:pt x="171527" y="45478"/>
                </a:cubicBezTo>
                <a:cubicBezTo>
                  <a:pt x="173913" y="44316"/>
                  <a:pt x="176298" y="43470"/>
                  <a:pt x="178684" y="42940"/>
                </a:cubicBezTo>
                <a:cubicBezTo>
                  <a:pt x="181069" y="42408"/>
                  <a:pt x="183587" y="42142"/>
                  <a:pt x="186237" y="42142"/>
                </a:cubicBezTo>
                <a:cubicBezTo>
                  <a:pt x="192731" y="42142"/>
                  <a:pt x="198280" y="43436"/>
                  <a:pt x="202886" y="46025"/>
                </a:cubicBezTo>
                <a:cubicBezTo>
                  <a:pt x="207491" y="48611"/>
                  <a:pt x="211234" y="52076"/>
                  <a:pt x="214117" y="56420"/>
                </a:cubicBezTo>
                <a:cubicBezTo>
                  <a:pt x="216999" y="60765"/>
                  <a:pt x="219103" y="65855"/>
                  <a:pt x="220428" y="71692"/>
                </a:cubicBezTo>
                <a:cubicBezTo>
                  <a:pt x="221753" y="77528"/>
                  <a:pt x="222416" y="83696"/>
                  <a:pt x="222416" y="90198"/>
                </a:cubicBezTo>
                <a:moveTo>
                  <a:pt x="205122" y="92086"/>
                </a:moveTo>
                <a:cubicBezTo>
                  <a:pt x="205122" y="87508"/>
                  <a:pt x="204774" y="83062"/>
                  <a:pt x="204078" y="78749"/>
                </a:cubicBezTo>
                <a:cubicBezTo>
                  <a:pt x="203382" y="74436"/>
                  <a:pt x="202173" y="70621"/>
                  <a:pt x="200450" y="67304"/>
                </a:cubicBezTo>
                <a:cubicBezTo>
                  <a:pt x="198728" y="63986"/>
                  <a:pt x="196442" y="61316"/>
                  <a:pt x="193592" y="59293"/>
                </a:cubicBezTo>
                <a:cubicBezTo>
                  <a:pt x="190743" y="57268"/>
                  <a:pt x="187198" y="56256"/>
                  <a:pt x="182957" y="56256"/>
                </a:cubicBezTo>
                <a:cubicBezTo>
                  <a:pt x="180837" y="56256"/>
                  <a:pt x="178750" y="56555"/>
                  <a:pt x="176696" y="57153"/>
                </a:cubicBezTo>
                <a:cubicBezTo>
                  <a:pt x="174642" y="57750"/>
                  <a:pt x="172554" y="58745"/>
                  <a:pt x="170434" y="60138"/>
                </a:cubicBezTo>
                <a:cubicBezTo>
                  <a:pt x="168314" y="61532"/>
                  <a:pt x="166111" y="63324"/>
                  <a:pt x="163825" y="65515"/>
                </a:cubicBezTo>
                <a:cubicBezTo>
                  <a:pt x="161539" y="67705"/>
                  <a:pt x="159103" y="70460"/>
                  <a:pt x="156519" y="73780"/>
                </a:cubicBezTo>
                <a:lnTo>
                  <a:pt x="156519" y="109498"/>
                </a:lnTo>
                <a:cubicBezTo>
                  <a:pt x="161025" y="115009"/>
                  <a:pt x="165332" y="119208"/>
                  <a:pt x="169440" y="122096"/>
                </a:cubicBezTo>
                <a:cubicBezTo>
                  <a:pt x="173548" y="124983"/>
                  <a:pt x="177822" y="126426"/>
                  <a:pt x="182262" y="126426"/>
                </a:cubicBezTo>
                <a:cubicBezTo>
                  <a:pt x="186370" y="126426"/>
                  <a:pt x="189882" y="125431"/>
                  <a:pt x="192797" y="123441"/>
                </a:cubicBezTo>
                <a:cubicBezTo>
                  <a:pt x="195713" y="121449"/>
                  <a:pt x="198082" y="118811"/>
                  <a:pt x="199904" y="115527"/>
                </a:cubicBezTo>
                <a:cubicBezTo>
                  <a:pt x="201726" y="112243"/>
                  <a:pt x="203051" y="108560"/>
                  <a:pt x="203879" y="104479"/>
                </a:cubicBezTo>
                <a:cubicBezTo>
                  <a:pt x="204708" y="100398"/>
                  <a:pt x="205122" y="96267"/>
                  <a:pt x="205122" y="92086"/>
                </a:cubicBezTo>
                <a:close/>
                <a:moveTo>
                  <a:pt x="265274" y="140043"/>
                </a:moveTo>
                <a:cubicBezTo>
                  <a:pt x="265274" y="146688"/>
                  <a:pt x="264777" y="152053"/>
                  <a:pt x="263783" y="156138"/>
                </a:cubicBezTo>
                <a:cubicBezTo>
                  <a:pt x="262789" y="160225"/>
                  <a:pt x="261232" y="163665"/>
                  <a:pt x="259112" y="166456"/>
                </a:cubicBezTo>
                <a:cubicBezTo>
                  <a:pt x="256992" y="169247"/>
                  <a:pt x="254275" y="171357"/>
                  <a:pt x="250962" y="172786"/>
                </a:cubicBezTo>
                <a:cubicBezTo>
                  <a:pt x="247649" y="174215"/>
                  <a:pt x="243640" y="174929"/>
                  <a:pt x="238935" y="174929"/>
                </a:cubicBezTo>
                <a:cubicBezTo>
                  <a:pt x="236815" y="174929"/>
                  <a:pt x="235010" y="174797"/>
                  <a:pt x="233519" y="174532"/>
                </a:cubicBezTo>
                <a:cubicBezTo>
                  <a:pt x="232028" y="174267"/>
                  <a:pt x="230885" y="173968"/>
                  <a:pt x="230090" y="173637"/>
                </a:cubicBezTo>
                <a:cubicBezTo>
                  <a:pt x="229294" y="173306"/>
                  <a:pt x="228748" y="172925"/>
                  <a:pt x="228450" y="172494"/>
                </a:cubicBezTo>
                <a:cubicBezTo>
                  <a:pt x="228151" y="172063"/>
                  <a:pt x="227936" y="171566"/>
                  <a:pt x="227804" y="171003"/>
                </a:cubicBezTo>
                <a:cubicBezTo>
                  <a:pt x="227671" y="170440"/>
                  <a:pt x="227588" y="169860"/>
                  <a:pt x="227555" y="169264"/>
                </a:cubicBezTo>
                <a:cubicBezTo>
                  <a:pt x="227522" y="168668"/>
                  <a:pt x="227505" y="167939"/>
                  <a:pt x="227505" y="167077"/>
                </a:cubicBezTo>
                <a:cubicBezTo>
                  <a:pt x="227505" y="165885"/>
                  <a:pt x="227555" y="164858"/>
                  <a:pt x="227655" y="163996"/>
                </a:cubicBezTo>
                <a:cubicBezTo>
                  <a:pt x="227754" y="163135"/>
                  <a:pt x="227920" y="162439"/>
                  <a:pt x="228151" y="161909"/>
                </a:cubicBezTo>
                <a:cubicBezTo>
                  <a:pt x="228383" y="161379"/>
                  <a:pt x="228648" y="160998"/>
                  <a:pt x="228947" y="160766"/>
                </a:cubicBezTo>
                <a:cubicBezTo>
                  <a:pt x="229245" y="160534"/>
                  <a:pt x="229626" y="160418"/>
                  <a:pt x="230090" y="160418"/>
                </a:cubicBezTo>
                <a:cubicBezTo>
                  <a:pt x="230487" y="160418"/>
                  <a:pt x="231266" y="160501"/>
                  <a:pt x="232425" y="160667"/>
                </a:cubicBezTo>
                <a:cubicBezTo>
                  <a:pt x="233585" y="160832"/>
                  <a:pt x="234927" y="160915"/>
                  <a:pt x="236451" y="160915"/>
                </a:cubicBezTo>
                <a:cubicBezTo>
                  <a:pt x="238637" y="160915"/>
                  <a:pt x="240509" y="160582"/>
                  <a:pt x="242066" y="159915"/>
                </a:cubicBezTo>
                <a:cubicBezTo>
                  <a:pt x="243623" y="159250"/>
                  <a:pt x="244899" y="158168"/>
                  <a:pt x="245893" y="156669"/>
                </a:cubicBezTo>
                <a:cubicBezTo>
                  <a:pt x="246887" y="155172"/>
                  <a:pt x="247616" y="153225"/>
                  <a:pt x="248080" y="150827"/>
                </a:cubicBezTo>
                <a:cubicBezTo>
                  <a:pt x="248543" y="148431"/>
                  <a:pt x="248775" y="144803"/>
                  <a:pt x="248775" y="139943"/>
                </a:cubicBezTo>
                <a:lnTo>
                  <a:pt x="248775" y="46615"/>
                </a:lnTo>
                <a:cubicBezTo>
                  <a:pt x="248775" y="46151"/>
                  <a:pt x="248908" y="45720"/>
                  <a:pt x="249173" y="45323"/>
                </a:cubicBezTo>
                <a:cubicBezTo>
                  <a:pt x="249438" y="44925"/>
                  <a:pt x="249885" y="44594"/>
                  <a:pt x="250515" y="44329"/>
                </a:cubicBezTo>
                <a:cubicBezTo>
                  <a:pt x="251144" y="44064"/>
                  <a:pt x="251989" y="43865"/>
                  <a:pt x="253049" y="43732"/>
                </a:cubicBezTo>
                <a:cubicBezTo>
                  <a:pt x="254109" y="43600"/>
                  <a:pt x="255434" y="43534"/>
                  <a:pt x="257025" y="43534"/>
                </a:cubicBezTo>
                <a:cubicBezTo>
                  <a:pt x="258615" y="43534"/>
                  <a:pt x="259940" y="43600"/>
                  <a:pt x="261000" y="43732"/>
                </a:cubicBezTo>
                <a:cubicBezTo>
                  <a:pt x="262061" y="43865"/>
                  <a:pt x="262905" y="44064"/>
                  <a:pt x="263535" y="44329"/>
                </a:cubicBezTo>
                <a:cubicBezTo>
                  <a:pt x="264164" y="44594"/>
                  <a:pt x="264612" y="44925"/>
                  <a:pt x="264877" y="45323"/>
                </a:cubicBezTo>
                <a:cubicBezTo>
                  <a:pt x="265142" y="45720"/>
                  <a:pt x="265274" y="46151"/>
                  <a:pt x="265274" y="46615"/>
                </a:cubicBezTo>
                <a:lnTo>
                  <a:pt x="265274" y="140043"/>
                </a:lnTo>
                <a:moveTo>
                  <a:pt x="267163" y="16300"/>
                </a:moveTo>
                <a:cubicBezTo>
                  <a:pt x="267163" y="20143"/>
                  <a:pt x="266434" y="22761"/>
                  <a:pt x="264976" y="24152"/>
                </a:cubicBezTo>
                <a:cubicBezTo>
                  <a:pt x="263518" y="25544"/>
                  <a:pt x="260835" y="26239"/>
                  <a:pt x="256925" y="26239"/>
                </a:cubicBezTo>
                <a:cubicBezTo>
                  <a:pt x="253082" y="26239"/>
                  <a:pt x="250465" y="25560"/>
                  <a:pt x="249073" y="24202"/>
                </a:cubicBezTo>
                <a:cubicBezTo>
                  <a:pt x="247682" y="22844"/>
                  <a:pt x="246986" y="20276"/>
                  <a:pt x="246986" y="16499"/>
                </a:cubicBezTo>
                <a:cubicBezTo>
                  <a:pt x="246986" y="12656"/>
                  <a:pt x="247699" y="10039"/>
                  <a:pt x="249123" y="8647"/>
                </a:cubicBezTo>
                <a:cubicBezTo>
                  <a:pt x="250548" y="7256"/>
                  <a:pt x="253215" y="6560"/>
                  <a:pt x="257124" y="6560"/>
                </a:cubicBezTo>
                <a:cubicBezTo>
                  <a:pt x="261034" y="6560"/>
                  <a:pt x="263684" y="7239"/>
                  <a:pt x="265075" y="8597"/>
                </a:cubicBezTo>
                <a:cubicBezTo>
                  <a:pt x="266467" y="9956"/>
                  <a:pt x="267163" y="12523"/>
                  <a:pt x="267163" y="16300"/>
                </a:cubicBezTo>
                <a:close/>
                <a:moveTo>
                  <a:pt x="371968" y="87465"/>
                </a:moveTo>
                <a:cubicBezTo>
                  <a:pt x="371968" y="90049"/>
                  <a:pt x="371322" y="91888"/>
                  <a:pt x="370030" y="92981"/>
                </a:cubicBezTo>
                <a:cubicBezTo>
                  <a:pt x="368738" y="94074"/>
                  <a:pt x="367264" y="94621"/>
                  <a:pt x="365607" y="94621"/>
                </a:cubicBezTo>
                <a:lnTo>
                  <a:pt x="306966" y="94621"/>
                </a:lnTo>
                <a:cubicBezTo>
                  <a:pt x="306966" y="99605"/>
                  <a:pt x="307463" y="104091"/>
                  <a:pt x="308457" y="108079"/>
                </a:cubicBezTo>
                <a:cubicBezTo>
                  <a:pt x="309451" y="112067"/>
                  <a:pt x="311107" y="115490"/>
                  <a:pt x="313427" y="118347"/>
                </a:cubicBezTo>
                <a:cubicBezTo>
                  <a:pt x="315746" y="121205"/>
                  <a:pt x="318761" y="123399"/>
                  <a:pt x="322471" y="124929"/>
                </a:cubicBezTo>
                <a:cubicBezTo>
                  <a:pt x="326182" y="126457"/>
                  <a:pt x="330721" y="127221"/>
                  <a:pt x="336088" y="127221"/>
                </a:cubicBezTo>
                <a:cubicBezTo>
                  <a:pt x="340329" y="127221"/>
                  <a:pt x="344105" y="126873"/>
                  <a:pt x="347418" y="126178"/>
                </a:cubicBezTo>
                <a:cubicBezTo>
                  <a:pt x="350732" y="125482"/>
                  <a:pt x="353597" y="124703"/>
                  <a:pt x="356016" y="123842"/>
                </a:cubicBezTo>
                <a:cubicBezTo>
                  <a:pt x="358434" y="122981"/>
                  <a:pt x="360422" y="122202"/>
                  <a:pt x="361979" y="121506"/>
                </a:cubicBezTo>
                <a:cubicBezTo>
                  <a:pt x="363536" y="120811"/>
                  <a:pt x="364713" y="120463"/>
                  <a:pt x="365508" y="120463"/>
                </a:cubicBezTo>
                <a:cubicBezTo>
                  <a:pt x="365972" y="120463"/>
                  <a:pt x="366386" y="120579"/>
                  <a:pt x="366750" y="120811"/>
                </a:cubicBezTo>
                <a:cubicBezTo>
                  <a:pt x="367115" y="121042"/>
                  <a:pt x="367396" y="121390"/>
                  <a:pt x="367595" y="121854"/>
                </a:cubicBezTo>
                <a:cubicBezTo>
                  <a:pt x="367794" y="122318"/>
                  <a:pt x="367943" y="122964"/>
                  <a:pt x="368042" y="123792"/>
                </a:cubicBezTo>
                <a:cubicBezTo>
                  <a:pt x="368142" y="124621"/>
                  <a:pt x="368191" y="125631"/>
                  <a:pt x="368191" y="126824"/>
                </a:cubicBezTo>
                <a:cubicBezTo>
                  <a:pt x="368191" y="127685"/>
                  <a:pt x="368158" y="128431"/>
                  <a:pt x="368092" y="129060"/>
                </a:cubicBezTo>
                <a:cubicBezTo>
                  <a:pt x="368026" y="129689"/>
                  <a:pt x="367943" y="130253"/>
                  <a:pt x="367843" y="130750"/>
                </a:cubicBezTo>
                <a:cubicBezTo>
                  <a:pt x="367744" y="131247"/>
                  <a:pt x="367578" y="131694"/>
                  <a:pt x="367346" y="132091"/>
                </a:cubicBezTo>
                <a:cubicBezTo>
                  <a:pt x="367115" y="132489"/>
                  <a:pt x="366816" y="132870"/>
                  <a:pt x="366452" y="133234"/>
                </a:cubicBezTo>
                <a:cubicBezTo>
                  <a:pt x="366088" y="133599"/>
                  <a:pt x="365011" y="134195"/>
                  <a:pt x="363222" y="135024"/>
                </a:cubicBezTo>
                <a:cubicBezTo>
                  <a:pt x="361433" y="135852"/>
                  <a:pt x="359114" y="136663"/>
                  <a:pt x="356264" y="137459"/>
                </a:cubicBezTo>
                <a:cubicBezTo>
                  <a:pt x="353415" y="138254"/>
                  <a:pt x="350119" y="138966"/>
                  <a:pt x="346375" y="139596"/>
                </a:cubicBezTo>
                <a:cubicBezTo>
                  <a:pt x="342631" y="140225"/>
                  <a:pt x="338639" y="140540"/>
                  <a:pt x="334398" y="140540"/>
                </a:cubicBezTo>
                <a:cubicBezTo>
                  <a:pt x="327043" y="140540"/>
                  <a:pt x="320599" y="139512"/>
                  <a:pt x="315066" y="137455"/>
                </a:cubicBezTo>
                <a:cubicBezTo>
                  <a:pt x="309534" y="135399"/>
                  <a:pt x="304879" y="132348"/>
                  <a:pt x="301102" y="128302"/>
                </a:cubicBezTo>
                <a:cubicBezTo>
                  <a:pt x="297325" y="124256"/>
                  <a:pt x="294476" y="119182"/>
                  <a:pt x="292554" y="113080"/>
                </a:cubicBezTo>
                <a:cubicBezTo>
                  <a:pt x="290633" y="106977"/>
                  <a:pt x="289672" y="99880"/>
                  <a:pt x="289672" y="91788"/>
                </a:cubicBezTo>
                <a:cubicBezTo>
                  <a:pt x="289672" y="84094"/>
                  <a:pt x="290666" y="77179"/>
                  <a:pt x="292654" y="71043"/>
                </a:cubicBezTo>
                <a:cubicBezTo>
                  <a:pt x="294642" y="64908"/>
                  <a:pt x="297507" y="59701"/>
                  <a:pt x="301251" y="55423"/>
                </a:cubicBezTo>
                <a:cubicBezTo>
                  <a:pt x="304995" y="51145"/>
                  <a:pt x="309517" y="47862"/>
                  <a:pt x="314818" y="45574"/>
                </a:cubicBezTo>
                <a:cubicBezTo>
                  <a:pt x="320119" y="43286"/>
                  <a:pt x="326049" y="42142"/>
                  <a:pt x="332609" y="42142"/>
                </a:cubicBezTo>
                <a:cubicBezTo>
                  <a:pt x="339633" y="42142"/>
                  <a:pt x="345613" y="43268"/>
                  <a:pt x="350549" y="45521"/>
                </a:cubicBezTo>
                <a:cubicBezTo>
                  <a:pt x="355486" y="47774"/>
                  <a:pt x="359544" y="50806"/>
                  <a:pt x="362725" y="54616"/>
                </a:cubicBezTo>
                <a:cubicBezTo>
                  <a:pt x="365905" y="58426"/>
                  <a:pt x="368241" y="62898"/>
                  <a:pt x="369732" y="68034"/>
                </a:cubicBezTo>
                <a:cubicBezTo>
                  <a:pt x="371223" y="73169"/>
                  <a:pt x="371968" y="78652"/>
                  <a:pt x="371968" y="84483"/>
                </a:cubicBezTo>
                <a:lnTo>
                  <a:pt x="371968" y="87465"/>
                </a:lnTo>
                <a:moveTo>
                  <a:pt x="355469" y="82594"/>
                </a:moveTo>
                <a:cubicBezTo>
                  <a:pt x="355668" y="73980"/>
                  <a:pt x="353763" y="67222"/>
                  <a:pt x="349754" y="62319"/>
                </a:cubicBezTo>
                <a:cubicBezTo>
                  <a:pt x="345745" y="57415"/>
                  <a:pt x="339798" y="54964"/>
                  <a:pt x="331913" y="54964"/>
                </a:cubicBezTo>
                <a:cubicBezTo>
                  <a:pt x="327871" y="54964"/>
                  <a:pt x="324326" y="55726"/>
                  <a:pt x="321278" y="57250"/>
                </a:cubicBezTo>
                <a:cubicBezTo>
                  <a:pt x="318230" y="58774"/>
                  <a:pt x="315679" y="60795"/>
                  <a:pt x="313625" y="63312"/>
                </a:cubicBezTo>
                <a:cubicBezTo>
                  <a:pt x="311571" y="65830"/>
                  <a:pt x="309981" y="68762"/>
                  <a:pt x="308855" y="72109"/>
                </a:cubicBezTo>
                <a:cubicBezTo>
                  <a:pt x="307728" y="75455"/>
                  <a:pt x="307099" y="78950"/>
                  <a:pt x="306966" y="82594"/>
                </a:cubicBezTo>
                <a:lnTo>
                  <a:pt x="355469" y="82594"/>
                </a:lnTo>
                <a:close/>
                <a:moveTo>
                  <a:pt x="461312" y="122550"/>
                </a:moveTo>
                <a:cubicBezTo>
                  <a:pt x="461312" y="123676"/>
                  <a:pt x="461278" y="124654"/>
                  <a:pt x="461212" y="125482"/>
                </a:cubicBezTo>
                <a:cubicBezTo>
                  <a:pt x="461146" y="126310"/>
                  <a:pt x="461030" y="127006"/>
                  <a:pt x="460864" y="127569"/>
                </a:cubicBezTo>
                <a:cubicBezTo>
                  <a:pt x="460699" y="128132"/>
                  <a:pt x="460500" y="128629"/>
                  <a:pt x="460268" y="129060"/>
                </a:cubicBezTo>
                <a:cubicBezTo>
                  <a:pt x="460036" y="129491"/>
                  <a:pt x="459506" y="130120"/>
                  <a:pt x="458678" y="130948"/>
                </a:cubicBezTo>
                <a:cubicBezTo>
                  <a:pt x="457849" y="131777"/>
                  <a:pt x="456441" y="132804"/>
                  <a:pt x="454454" y="134030"/>
                </a:cubicBezTo>
                <a:cubicBezTo>
                  <a:pt x="452466" y="135255"/>
                  <a:pt x="450229" y="136349"/>
                  <a:pt x="447745" y="137310"/>
                </a:cubicBezTo>
                <a:cubicBezTo>
                  <a:pt x="445260" y="138270"/>
                  <a:pt x="442560" y="139049"/>
                  <a:pt x="439644" y="139645"/>
                </a:cubicBezTo>
                <a:cubicBezTo>
                  <a:pt x="436729" y="140242"/>
                  <a:pt x="433714" y="140540"/>
                  <a:pt x="430600" y="140540"/>
                </a:cubicBezTo>
                <a:cubicBezTo>
                  <a:pt x="424172" y="140540"/>
                  <a:pt x="418474" y="139477"/>
                  <a:pt x="413504" y="137353"/>
                </a:cubicBezTo>
                <a:cubicBezTo>
                  <a:pt x="408535" y="135228"/>
                  <a:pt x="404377" y="132125"/>
                  <a:pt x="401031" y="128041"/>
                </a:cubicBezTo>
                <a:cubicBezTo>
                  <a:pt x="397684" y="123958"/>
                  <a:pt x="395133" y="118945"/>
                  <a:pt x="393377" y="113002"/>
                </a:cubicBezTo>
                <a:cubicBezTo>
                  <a:pt x="391622" y="107059"/>
                  <a:pt x="390744" y="100204"/>
                  <a:pt x="390744" y="92437"/>
                </a:cubicBezTo>
                <a:cubicBezTo>
                  <a:pt x="390744" y="83606"/>
                  <a:pt x="391820" y="76020"/>
                  <a:pt x="393974" y="69680"/>
                </a:cubicBezTo>
                <a:cubicBezTo>
                  <a:pt x="396127" y="63339"/>
                  <a:pt x="399076" y="58144"/>
                  <a:pt x="402820" y="54094"/>
                </a:cubicBezTo>
                <a:cubicBezTo>
                  <a:pt x="406563" y="50044"/>
                  <a:pt x="410970" y="47039"/>
                  <a:pt x="416039" y="45080"/>
                </a:cubicBezTo>
                <a:cubicBezTo>
                  <a:pt x="421108" y="43121"/>
                  <a:pt x="426591" y="42142"/>
                  <a:pt x="432488" y="42142"/>
                </a:cubicBezTo>
                <a:cubicBezTo>
                  <a:pt x="435337" y="42142"/>
                  <a:pt x="438104" y="42407"/>
                  <a:pt x="440787" y="42937"/>
                </a:cubicBezTo>
                <a:cubicBezTo>
                  <a:pt x="443471" y="43467"/>
                  <a:pt x="445939" y="44163"/>
                  <a:pt x="448192" y="45024"/>
                </a:cubicBezTo>
                <a:cubicBezTo>
                  <a:pt x="450445" y="45886"/>
                  <a:pt x="452449" y="46880"/>
                  <a:pt x="454205" y="48006"/>
                </a:cubicBezTo>
                <a:cubicBezTo>
                  <a:pt x="455961" y="49133"/>
                  <a:pt x="457237" y="50093"/>
                  <a:pt x="458032" y="50889"/>
                </a:cubicBezTo>
                <a:cubicBezTo>
                  <a:pt x="458827" y="51684"/>
                  <a:pt x="459373" y="52313"/>
                  <a:pt x="459672" y="52777"/>
                </a:cubicBezTo>
                <a:cubicBezTo>
                  <a:pt x="459970" y="53241"/>
                  <a:pt x="460218" y="53787"/>
                  <a:pt x="460417" y="54417"/>
                </a:cubicBezTo>
                <a:cubicBezTo>
                  <a:pt x="460616" y="55046"/>
                  <a:pt x="460748" y="55759"/>
                  <a:pt x="460815" y="56554"/>
                </a:cubicBezTo>
                <a:cubicBezTo>
                  <a:pt x="460881" y="57349"/>
                  <a:pt x="460914" y="58343"/>
                  <a:pt x="460914" y="59536"/>
                </a:cubicBezTo>
                <a:cubicBezTo>
                  <a:pt x="460914" y="62120"/>
                  <a:pt x="460616" y="63925"/>
                  <a:pt x="460020" y="64952"/>
                </a:cubicBezTo>
                <a:cubicBezTo>
                  <a:pt x="459423" y="65979"/>
                  <a:pt x="458694" y="66493"/>
                  <a:pt x="457833" y="66493"/>
                </a:cubicBezTo>
                <a:cubicBezTo>
                  <a:pt x="456839" y="66493"/>
                  <a:pt x="455696" y="65946"/>
                  <a:pt x="454404" y="64853"/>
                </a:cubicBezTo>
                <a:cubicBezTo>
                  <a:pt x="453112" y="63760"/>
                  <a:pt x="451472" y="62550"/>
                  <a:pt x="449484" y="61225"/>
                </a:cubicBezTo>
                <a:cubicBezTo>
                  <a:pt x="447496" y="59900"/>
                  <a:pt x="445094" y="58691"/>
                  <a:pt x="442278" y="57597"/>
                </a:cubicBezTo>
                <a:cubicBezTo>
                  <a:pt x="439462" y="56504"/>
                  <a:pt x="436132" y="55957"/>
                  <a:pt x="432289" y="55957"/>
                </a:cubicBezTo>
                <a:cubicBezTo>
                  <a:pt x="424404" y="55957"/>
                  <a:pt x="418358" y="58998"/>
                  <a:pt x="414150" y="65080"/>
                </a:cubicBezTo>
                <a:cubicBezTo>
                  <a:pt x="409943" y="71159"/>
                  <a:pt x="407839" y="79979"/>
                  <a:pt x="407839" y="91540"/>
                </a:cubicBezTo>
                <a:cubicBezTo>
                  <a:pt x="407839" y="97321"/>
                  <a:pt x="408386" y="102388"/>
                  <a:pt x="409479" y="106740"/>
                </a:cubicBezTo>
                <a:cubicBezTo>
                  <a:pt x="410572" y="111093"/>
                  <a:pt x="412179" y="114731"/>
                  <a:pt x="414299" y="117655"/>
                </a:cubicBezTo>
                <a:cubicBezTo>
                  <a:pt x="416420" y="120579"/>
                  <a:pt x="419020" y="122755"/>
                  <a:pt x="422102" y="124184"/>
                </a:cubicBezTo>
                <a:cubicBezTo>
                  <a:pt x="425183" y="125612"/>
                  <a:pt x="428711" y="126327"/>
                  <a:pt x="432687" y="126327"/>
                </a:cubicBezTo>
                <a:cubicBezTo>
                  <a:pt x="436464" y="126327"/>
                  <a:pt x="439777" y="125730"/>
                  <a:pt x="442626" y="124538"/>
                </a:cubicBezTo>
                <a:cubicBezTo>
                  <a:pt x="445475" y="123345"/>
                  <a:pt x="447943" y="122036"/>
                  <a:pt x="450031" y="120612"/>
                </a:cubicBezTo>
                <a:cubicBezTo>
                  <a:pt x="452118" y="119187"/>
                  <a:pt x="453874" y="117895"/>
                  <a:pt x="455298" y="116735"/>
                </a:cubicBezTo>
                <a:cubicBezTo>
                  <a:pt x="456723" y="115576"/>
                  <a:pt x="457833" y="114996"/>
                  <a:pt x="458628" y="114996"/>
                </a:cubicBezTo>
                <a:cubicBezTo>
                  <a:pt x="459092" y="114996"/>
                  <a:pt x="459489" y="115129"/>
                  <a:pt x="459821" y="115394"/>
                </a:cubicBezTo>
                <a:cubicBezTo>
                  <a:pt x="460152" y="115659"/>
                  <a:pt x="460434" y="116106"/>
                  <a:pt x="460666" y="116735"/>
                </a:cubicBezTo>
                <a:cubicBezTo>
                  <a:pt x="460897" y="117365"/>
                  <a:pt x="461063" y="118160"/>
                  <a:pt x="461163" y="119121"/>
                </a:cubicBezTo>
                <a:cubicBezTo>
                  <a:pt x="461262" y="120082"/>
                  <a:pt x="461312" y="121225"/>
                  <a:pt x="461312" y="122550"/>
                </a:cubicBezTo>
                <a:close/>
                <a:moveTo>
                  <a:pt x="529624" y="129607"/>
                </a:moveTo>
                <a:cubicBezTo>
                  <a:pt x="529624" y="131528"/>
                  <a:pt x="529492" y="133052"/>
                  <a:pt x="529227" y="134179"/>
                </a:cubicBezTo>
                <a:cubicBezTo>
                  <a:pt x="528962" y="135305"/>
                  <a:pt x="528564" y="136133"/>
                  <a:pt x="528034" y="136663"/>
                </a:cubicBezTo>
                <a:cubicBezTo>
                  <a:pt x="527504" y="137194"/>
                  <a:pt x="526709" y="137691"/>
                  <a:pt x="525648" y="138154"/>
                </a:cubicBezTo>
                <a:cubicBezTo>
                  <a:pt x="524588" y="138618"/>
                  <a:pt x="523379" y="138999"/>
                  <a:pt x="522021" y="139297"/>
                </a:cubicBezTo>
                <a:cubicBezTo>
                  <a:pt x="520662" y="139596"/>
                  <a:pt x="519221" y="139844"/>
                  <a:pt x="517697" y="140043"/>
                </a:cubicBezTo>
                <a:cubicBezTo>
                  <a:pt x="516173" y="140242"/>
                  <a:pt x="514649" y="140341"/>
                  <a:pt x="513125" y="140341"/>
                </a:cubicBezTo>
                <a:cubicBezTo>
                  <a:pt x="508487" y="140341"/>
                  <a:pt x="504511" y="139727"/>
                  <a:pt x="501198" y="138499"/>
                </a:cubicBezTo>
                <a:cubicBezTo>
                  <a:pt x="497885" y="137269"/>
                  <a:pt x="495168" y="135409"/>
                  <a:pt x="493048" y="132918"/>
                </a:cubicBezTo>
                <a:cubicBezTo>
                  <a:pt x="490928" y="130427"/>
                  <a:pt x="489387" y="127272"/>
                  <a:pt x="488426" y="123454"/>
                </a:cubicBezTo>
                <a:cubicBezTo>
                  <a:pt x="487466" y="119635"/>
                  <a:pt x="486985" y="115136"/>
                  <a:pt x="486985" y="109955"/>
                </a:cubicBezTo>
                <a:lnTo>
                  <a:pt x="486985" y="57548"/>
                </a:lnTo>
                <a:lnTo>
                  <a:pt x="474462" y="57548"/>
                </a:lnTo>
                <a:cubicBezTo>
                  <a:pt x="473468" y="57548"/>
                  <a:pt x="472673" y="57018"/>
                  <a:pt x="472076" y="55957"/>
                </a:cubicBezTo>
                <a:cubicBezTo>
                  <a:pt x="471480" y="54897"/>
                  <a:pt x="471182" y="53175"/>
                  <a:pt x="471182" y="50789"/>
                </a:cubicBezTo>
                <a:cubicBezTo>
                  <a:pt x="471182" y="49530"/>
                  <a:pt x="471265" y="48470"/>
                  <a:pt x="471430" y="47609"/>
                </a:cubicBezTo>
                <a:cubicBezTo>
                  <a:pt x="471596" y="46747"/>
                  <a:pt x="471811" y="46035"/>
                  <a:pt x="472076" y="45472"/>
                </a:cubicBezTo>
                <a:cubicBezTo>
                  <a:pt x="472341" y="44908"/>
                  <a:pt x="472689" y="44511"/>
                  <a:pt x="473120" y="44279"/>
                </a:cubicBezTo>
                <a:cubicBezTo>
                  <a:pt x="473551" y="44047"/>
                  <a:pt x="474031" y="43931"/>
                  <a:pt x="474561" y="43931"/>
                </a:cubicBezTo>
                <a:lnTo>
                  <a:pt x="486985" y="43931"/>
                </a:lnTo>
                <a:lnTo>
                  <a:pt x="486985" y="22661"/>
                </a:lnTo>
                <a:cubicBezTo>
                  <a:pt x="486985" y="22197"/>
                  <a:pt x="487101" y="21767"/>
                  <a:pt x="487333" y="21369"/>
                </a:cubicBezTo>
                <a:cubicBezTo>
                  <a:pt x="487565" y="20972"/>
                  <a:pt x="487996" y="20624"/>
                  <a:pt x="488625" y="20326"/>
                </a:cubicBezTo>
                <a:cubicBezTo>
                  <a:pt x="489255" y="20027"/>
                  <a:pt x="490099" y="19812"/>
                  <a:pt x="491160" y="19680"/>
                </a:cubicBezTo>
                <a:cubicBezTo>
                  <a:pt x="492220" y="19547"/>
                  <a:pt x="493545" y="19481"/>
                  <a:pt x="495135" y="19481"/>
                </a:cubicBezTo>
                <a:cubicBezTo>
                  <a:pt x="496792" y="19481"/>
                  <a:pt x="498150" y="19547"/>
                  <a:pt x="499210" y="19680"/>
                </a:cubicBezTo>
                <a:cubicBezTo>
                  <a:pt x="500270" y="19812"/>
                  <a:pt x="501099" y="20027"/>
                  <a:pt x="501695" y="20326"/>
                </a:cubicBezTo>
                <a:cubicBezTo>
                  <a:pt x="502291" y="20624"/>
                  <a:pt x="502722" y="20972"/>
                  <a:pt x="502987" y="21369"/>
                </a:cubicBezTo>
                <a:cubicBezTo>
                  <a:pt x="503252" y="21767"/>
                  <a:pt x="503385" y="22197"/>
                  <a:pt x="503385" y="22661"/>
                </a:cubicBezTo>
                <a:lnTo>
                  <a:pt x="503385" y="43931"/>
                </a:lnTo>
                <a:lnTo>
                  <a:pt x="526344" y="43931"/>
                </a:lnTo>
                <a:cubicBezTo>
                  <a:pt x="526874" y="43931"/>
                  <a:pt x="527338" y="44047"/>
                  <a:pt x="527736" y="44279"/>
                </a:cubicBezTo>
                <a:cubicBezTo>
                  <a:pt x="528133" y="44511"/>
                  <a:pt x="528481" y="44908"/>
                  <a:pt x="528779" y="45472"/>
                </a:cubicBezTo>
                <a:cubicBezTo>
                  <a:pt x="529077" y="46035"/>
                  <a:pt x="529293" y="46747"/>
                  <a:pt x="529425" y="47609"/>
                </a:cubicBezTo>
                <a:cubicBezTo>
                  <a:pt x="529558" y="48470"/>
                  <a:pt x="529624" y="49530"/>
                  <a:pt x="529624" y="50789"/>
                </a:cubicBezTo>
                <a:cubicBezTo>
                  <a:pt x="529624" y="53175"/>
                  <a:pt x="529326" y="54897"/>
                  <a:pt x="528730" y="55957"/>
                </a:cubicBezTo>
                <a:cubicBezTo>
                  <a:pt x="528133" y="57018"/>
                  <a:pt x="527338" y="57548"/>
                  <a:pt x="526344" y="57548"/>
                </a:cubicBezTo>
                <a:lnTo>
                  <a:pt x="503385" y="57548"/>
                </a:lnTo>
                <a:lnTo>
                  <a:pt x="503385" y="107588"/>
                </a:lnTo>
                <a:cubicBezTo>
                  <a:pt x="503385" y="113767"/>
                  <a:pt x="504296" y="118435"/>
                  <a:pt x="506118" y="121593"/>
                </a:cubicBezTo>
                <a:cubicBezTo>
                  <a:pt x="507940" y="124749"/>
                  <a:pt x="511204" y="126327"/>
                  <a:pt x="515908" y="126327"/>
                </a:cubicBezTo>
                <a:cubicBezTo>
                  <a:pt x="517432" y="126327"/>
                  <a:pt x="518790" y="126178"/>
                  <a:pt x="519983" y="125879"/>
                </a:cubicBezTo>
                <a:cubicBezTo>
                  <a:pt x="521176" y="125581"/>
                  <a:pt x="522236" y="125267"/>
                  <a:pt x="523164" y="124935"/>
                </a:cubicBezTo>
                <a:cubicBezTo>
                  <a:pt x="524091" y="124604"/>
                  <a:pt x="524886" y="124289"/>
                  <a:pt x="525549" y="123991"/>
                </a:cubicBezTo>
                <a:cubicBezTo>
                  <a:pt x="526212" y="123693"/>
                  <a:pt x="526808" y="123544"/>
                  <a:pt x="527338" y="123544"/>
                </a:cubicBezTo>
                <a:cubicBezTo>
                  <a:pt x="527669" y="123544"/>
                  <a:pt x="527984" y="123627"/>
                  <a:pt x="528282" y="123792"/>
                </a:cubicBezTo>
                <a:cubicBezTo>
                  <a:pt x="528581" y="123958"/>
                  <a:pt x="528812" y="124273"/>
                  <a:pt x="528978" y="124736"/>
                </a:cubicBezTo>
                <a:cubicBezTo>
                  <a:pt x="529144" y="125200"/>
                  <a:pt x="529293" y="125830"/>
                  <a:pt x="529425" y="126625"/>
                </a:cubicBezTo>
                <a:cubicBezTo>
                  <a:pt x="529558" y="127420"/>
                  <a:pt x="529624" y="128414"/>
                  <a:pt x="529624" y="129607"/>
                </a:cubicBezTo>
                <a:close/>
                <a:moveTo>
                  <a:pt x="691824" y="135968"/>
                </a:moveTo>
                <a:cubicBezTo>
                  <a:pt x="691824" y="136498"/>
                  <a:pt x="691691" y="136962"/>
                  <a:pt x="691426" y="137359"/>
                </a:cubicBezTo>
                <a:cubicBezTo>
                  <a:pt x="691161" y="137757"/>
                  <a:pt x="690697" y="138072"/>
                  <a:pt x="690035" y="138303"/>
                </a:cubicBezTo>
                <a:cubicBezTo>
                  <a:pt x="689372" y="138535"/>
                  <a:pt x="688494" y="138734"/>
                  <a:pt x="687401" y="138900"/>
                </a:cubicBezTo>
                <a:cubicBezTo>
                  <a:pt x="686307" y="139065"/>
                  <a:pt x="684966" y="139148"/>
                  <a:pt x="683375" y="139148"/>
                </a:cubicBezTo>
                <a:cubicBezTo>
                  <a:pt x="681653" y="139148"/>
                  <a:pt x="680261" y="139065"/>
                  <a:pt x="679201" y="138900"/>
                </a:cubicBezTo>
                <a:cubicBezTo>
                  <a:pt x="678141" y="138734"/>
                  <a:pt x="677279" y="138535"/>
                  <a:pt x="676617" y="138303"/>
                </a:cubicBezTo>
                <a:cubicBezTo>
                  <a:pt x="675954" y="138072"/>
                  <a:pt x="675490" y="137757"/>
                  <a:pt x="675225" y="137359"/>
                </a:cubicBezTo>
                <a:cubicBezTo>
                  <a:pt x="674960" y="136962"/>
                  <a:pt x="674828" y="136498"/>
                  <a:pt x="674828" y="135968"/>
                </a:cubicBezTo>
                <a:lnTo>
                  <a:pt x="674828" y="78917"/>
                </a:lnTo>
                <a:lnTo>
                  <a:pt x="616286" y="78917"/>
                </a:lnTo>
                <a:lnTo>
                  <a:pt x="616286" y="135968"/>
                </a:lnTo>
                <a:cubicBezTo>
                  <a:pt x="616286" y="136498"/>
                  <a:pt x="616154" y="136962"/>
                  <a:pt x="615889" y="137359"/>
                </a:cubicBezTo>
                <a:cubicBezTo>
                  <a:pt x="615623" y="137757"/>
                  <a:pt x="615160" y="138072"/>
                  <a:pt x="614497" y="138303"/>
                </a:cubicBezTo>
                <a:cubicBezTo>
                  <a:pt x="613834" y="138535"/>
                  <a:pt x="612956" y="138734"/>
                  <a:pt x="611863" y="138900"/>
                </a:cubicBezTo>
                <a:cubicBezTo>
                  <a:pt x="610770" y="139065"/>
                  <a:pt x="609395" y="139148"/>
                  <a:pt x="607738" y="139148"/>
                </a:cubicBezTo>
                <a:cubicBezTo>
                  <a:pt x="606148" y="139148"/>
                  <a:pt x="604790" y="139065"/>
                  <a:pt x="603663" y="138900"/>
                </a:cubicBezTo>
                <a:cubicBezTo>
                  <a:pt x="602537" y="138734"/>
                  <a:pt x="601642" y="138535"/>
                  <a:pt x="600980" y="138303"/>
                </a:cubicBezTo>
                <a:cubicBezTo>
                  <a:pt x="600317" y="138072"/>
                  <a:pt x="599853" y="137757"/>
                  <a:pt x="599588" y="137359"/>
                </a:cubicBezTo>
                <a:cubicBezTo>
                  <a:pt x="599323" y="136962"/>
                  <a:pt x="599191" y="136498"/>
                  <a:pt x="599191" y="135968"/>
                </a:cubicBezTo>
                <a:lnTo>
                  <a:pt x="599191" y="12523"/>
                </a:lnTo>
                <a:cubicBezTo>
                  <a:pt x="599191" y="11993"/>
                  <a:pt x="599323" y="11529"/>
                  <a:pt x="599588" y="11132"/>
                </a:cubicBezTo>
                <a:cubicBezTo>
                  <a:pt x="599853" y="10734"/>
                  <a:pt x="600317" y="10420"/>
                  <a:pt x="600980" y="10188"/>
                </a:cubicBezTo>
                <a:cubicBezTo>
                  <a:pt x="601642" y="9956"/>
                  <a:pt x="602537" y="9757"/>
                  <a:pt x="603663" y="9591"/>
                </a:cubicBezTo>
                <a:cubicBezTo>
                  <a:pt x="604790" y="9426"/>
                  <a:pt x="606148" y="9343"/>
                  <a:pt x="607738" y="9343"/>
                </a:cubicBezTo>
                <a:cubicBezTo>
                  <a:pt x="609395" y="9343"/>
                  <a:pt x="610770" y="9426"/>
                  <a:pt x="611863" y="9591"/>
                </a:cubicBezTo>
                <a:cubicBezTo>
                  <a:pt x="612956" y="9757"/>
                  <a:pt x="613834" y="9956"/>
                  <a:pt x="614497" y="10188"/>
                </a:cubicBezTo>
                <a:cubicBezTo>
                  <a:pt x="615160" y="10420"/>
                  <a:pt x="615623" y="10734"/>
                  <a:pt x="615889" y="11132"/>
                </a:cubicBezTo>
                <a:cubicBezTo>
                  <a:pt x="616154" y="11529"/>
                  <a:pt x="616286" y="11993"/>
                  <a:pt x="616286" y="12523"/>
                </a:cubicBezTo>
                <a:lnTo>
                  <a:pt x="616286" y="64008"/>
                </a:lnTo>
                <a:lnTo>
                  <a:pt x="674828" y="64008"/>
                </a:lnTo>
                <a:lnTo>
                  <a:pt x="674828" y="12523"/>
                </a:lnTo>
                <a:cubicBezTo>
                  <a:pt x="674828" y="11993"/>
                  <a:pt x="674960" y="11529"/>
                  <a:pt x="675225" y="11132"/>
                </a:cubicBezTo>
                <a:cubicBezTo>
                  <a:pt x="675490" y="10734"/>
                  <a:pt x="675954" y="10420"/>
                  <a:pt x="676617" y="10188"/>
                </a:cubicBezTo>
                <a:cubicBezTo>
                  <a:pt x="677279" y="9956"/>
                  <a:pt x="678141" y="9757"/>
                  <a:pt x="679201" y="9591"/>
                </a:cubicBezTo>
                <a:cubicBezTo>
                  <a:pt x="680261" y="9426"/>
                  <a:pt x="681653" y="9343"/>
                  <a:pt x="683375" y="9343"/>
                </a:cubicBezTo>
                <a:cubicBezTo>
                  <a:pt x="684966" y="9343"/>
                  <a:pt x="686307" y="9426"/>
                  <a:pt x="687401" y="9591"/>
                </a:cubicBezTo>
                <a:cubicBezTo>
                  <a:pt x="688494" y="9757"/>
                  <a:pt x="689372" y="9956"/>
                  <a:pt x="690035" y="10188"/>
                </a:cubicBezTo>
                <a:cubicBezTo>
                  <a:pt x="690697" y="10420"/>
                  <a:pt x="691161" y="10734"/>
                  <a:pt x="691426" y="11132"/>
                </a:cubicBezTo>
                <a:cubicBezTo>
                  <a:pt x="691691" y="11529"/>
                  <a:pt x="691824" y="11993"/>
                  <a:pt x="691824" y="12523"/>
                </a:cubicBezTo>
                <a:lnTo>
                  <a:pt x="691824" y="135968"/>
                </a:lnTo>
                <a:close/>
                <a:moveTo>
                  <a:pt x="790690" y="136167"/>
                </a:moveTo>
                <a:cubicBezTo>
                  <a:pt x="790690" y="136962"/>
                  <a:pt x="790425" y="137558"/>
                  <a:pt x="789895" y="137956"/>
                </a:cubicBezTo>
                <a:cubicBezTo>
                  <a:pt x="789365" y="138353"/>
                  <a:pt x="788636" y="138651"/>
                  <a:pt x="787708" y="138850"/>
                </a:cubicBezTo>
                <a:cubicBezTo>
                  <a:pt x="786781" y="139049"/>
                  <a:pt x="785422" y="139148"/>
                  <a:pt x="783633" y="139148"/>
                </a:cubicBezTo>
                <a:cubicBezTo>
                  <a:pt x="781911" y="139148"/>
                  <a:pt x="780536" y="139049"/>
                  <a:pt x="779509" y="138850"/>
                </a:cubicBezTo>
                <a:cubicBezTo>
                  <a:pt x="778482" y="138651"/>
                  <a:pt x="777736" y="138353"/>
                  <a:pt x="777272" y="137956"/>
                </a:cubicBezTo>
                <a:cubicBezTo>
                  <a:pt x="776808" y="137558"/>
                  <a:pt x="776576" y="136962"/>
                  <a:pt x="776576" y="136167"/>
                </a:cubicBezTo>
                <a:lnTo>
                  <a:pt x="776576" y="127221"/>
                </a:lnTo>
                <a:cubicBezTo>
                  <a:pt x="772667" y="131396"/>
                  <a:pt x="768310" y="134659"/>
                  <a:pt x="763506" y="137011"/>
                </a:cubicBezTo>
                <a:cubicBezTo>
                  <a:pt x="758703" y="139364"/>
                  <a:pt x="753617" y="140540"/>
                  <a:pt x="748250" y="140540"/>
                </a:cubicBezTo>
                <a:cubicBezTo>
                  <a:pt x="743545" y="140540"/>
                  <a:pt x="739288" y="139925"/>
                  <a:pt x="735478" y="138695"/>
                </a:cubicBezTo>
                <a:cubicBezTo>
                  <a:pt x="731668" y="137465"/>
                  <a:pt x="728421" y="135686"/>
                  <a:pt x="725738" y="133359"/>
                </a:cubicBezTo>
                <a:cubicBezTo>
                  <a:pt x="723054" y="131031"/>
                  <a:pt x="720967" y="128173"/>
                  <a:pt x="719476" y="124783"/>
                </a:cubicBezTo>
                <a:cubicBezTo>
                  <a:pt x="717985" y="121391"/>
                  <a:pt x="717240" y="117534"/>
                  <a:pt x="717240" y="113210"/>
                </a:cubicBezTo>
                <a:cubicBezTo>
                  <a:pt x="717240" y="108158"/>
                  <a:pt x="718267" y="103770"/>
                  <a:pt x="720321" y="100047"/>
                </a:cubicBezTo>
                <a:cubicBezTo>
                  <a:pt x="722375" y="96322"/>
                  <a:pt x="725324" y="93229"/>
                  <a:pt x="729167" y="90769"/>
                </a:cubicBezTo>
                <a:cubicBezTo>
                  <a:pt x="733010" y="88309"/>
                  <a:pt x="737714" y="86464"/>
                  <a:pt x="743280" y="85235"/>
                </a:cubicBezTo>
                <a:cubicBezTo>
                  <a:pt x="748846" y="84005"/>
                  <a:pt x="755108" y="83390"/>
                  <a:pt x="762065" y="83390"/>
                </a:cubicBezTo>
                <a:lnTo>
                  <a:pt x="774390" y="83390"/>
                </a:lnTo>
                <a:lnTo>
                  <a:pt x="774390" y="76457"/>
                </a:lnTo>
                <a:cubicBezTo>
                  <a:pt x="774390" y="73024"/>
                  <a:pt x="774025" y="69987"/>
                  <a:pt x="773297" y="67347"/>
                </a:cubicBezTo>
                <a:cubicBezTo>
                  <a:pt x="772568" y="64705"/>
                  <a:pt x="771392" y="62509"/>
                  <a:pt x="769768" y="60759"/>
                </a:cubicBezTo>
                <a:cubicBezTo>
                  <a:pt x="768145" y="59010"/>
                  <a:pt x="766041" y="57690"/>
                  <a:pt x="763457" y="56799"/>
                </a:cubicBezTo>
                <a:cubicBezTo>
                  <a:pt x="760873" y="55907"/>
                  <a:pt x="757692" y="55461"/>
                  <a:pt x="753915" y="55461"/>
                </a:cubicBezTo>
                <a:cubicBezTo>
                  <a:pt x="749873" y="55461"/>
                  <a:pt x="746245" y="55936"/>
                  <a:pt x="743032" y="56886"/>
                </a:cubicBezTo>
                <a:cubicBezTo>
                  <a:pt x="739818" y="57837"/>
                  <a:pt x="737002" y="58885"/>
                  <a:pt x="734584" y="60033"/>
                </a:cubicBezTo>
                <a:cubicBezTo>
                  <a:pt x="732165" y="61180"/>
                  <a:pt x="730144" y="62228"/>
                  <a:pt x="728521" y="63179"/>
                </a:cubicBezTo>
                <a:cubicBezTo>
                  <a:pt x="726897" y="64129"/>
                  <a:pt x="725688" y="64605"/>
                  <a:pt x="724893" y="64605"/>
                </a:cubicBezTo>
                <a:cubicBezTo>
                  <a:pt x="724363" y="64605"/>
                  <a:pt x="723899" y="64472"/>
                  <a:pt x="723501" y="64207"/>
                </a:cubicBezTo>
                <a:cubicBezTo>
                  <a:pt x="723104" y="63942"/>
                  <a:pt x="722756" y="63544"/>
                  <a:pt x="722458" y="63014"/>
                </a:cubicBezTo>
                <a:cubicBezTo>
                  <a:pt x="722160" y="62484"/>
                  <a:pt x="721944" y="61805"/>
                  <a:pt x="721812" y="60977"/>
                </a:cubicBezTo>
                <a:cubicBezTo>
                  <a:pt x="721679" y="60148"/>
                  <a:pt x="721613" y="59237"/>
                  <a:pt x="721613" y="58243"/>
                </a:cubicBezTo>
                <a:cubicBezTo>
                  <a:pt x="721613" y="56587"/>
                  <a:pt x="721729" y="55278"/>
                  <a:pt x="721961" y="54318"/>
                </a:cubicBezTo>
                <a:cubicBezTo>
                  <a:pt x="722193" y="53357"/>
                  <a:pt x="722756" y="52446"/>
                  <a:pt x="723650" y="51584"/>
                </a:cubicBezTo>
                <a:cubicBezTo>
                  <a:pt x="724545" y="50723"/>
                  <a:pt x="726086" y="49720"/>
                  <a:pt x="728272" y="48575"/>
                </a:cubicBezTo>
                <a:cubicBezTo>
                  <a:pt x="730459" y="47427"/>
                  <a:pt x="732977" y="46380"/>
                  <a:pt x="735826" y="45431"/>
                </a:cubicBezTo>
                <a:cubicBezTo>
                  <a:pt x="738675" y="44483"/>
                  <a:pt x="741789" y="43698"/>
                  <a:pt x="745169" y="43077"/>
                </a:cubicBezTo>
                <a:cubicBezTo>
                  <a:pt x="748548" y="42454"/>
                  <a:pt x="751961" y="42142"/>
                  <a:pt x="755406" y="42142"/>
                </a:cubicBezTo>
                <a:cubicBezTo>
                  <a:pt x="761833" y="42142"/>
                  <a:pt x="767300" y="42871"/>
                  <a:pt x="771806" y="44329"/>
                </a:cubicBezTo>
                <a:cubicBezTo>
                  <a:pt x="776311" y="45786"/>
                  <a:pt x="779956" y="47923"/>
                  <a:pt x="782739" y="50739"/>
                </a:cubicBezTo>
                <a:cubicBezTo>
                  <a:pt x="785522" y="53556"/>
                  <a:pt x="787543" y="57051"/>
                  <a:pt x="788802" y="61225"/>
                </a:cubicBezTo>
                <a:cubicBezTo>
                  <a:pt x="790061" y="65400"/>
                  <a:pt x="790690" y="70270"/>
                  <a:pt x="790690" y="75836"/>
                </a:cubicBezTo>
                <a:lnTo>
                  <a:pt x="790690" y="136167"/>
                </a:lnTo>
                <a:moveTo>
                  <a:pt x="774390" y="95217"/>
                </a:moveTo>
                <a:lnTo>
                  <a:pt x="760376" y="95217"/>
                </a:lnTo>
                <a:cubicBezTo>
                  <a:pt x="755870" y="95217"/>
                  <a:pt x="751961" y="95601"/>
                  <a:pt x="748647" y="96369"/>
                </a:cubicBezTo>
                <a:cubicBezTo>
                  <a:pt x="745334" y="97136"/>
                  <a:pt x="742585" y="98268"/>
                  <a:pt x="740398" y="99767"/>
                </a:cubicBezTo>
                <a:cubicBezTo>
                  <a:pt x="738211" y="101267"/>
                  <a:pt x="736605" y="103067"/>
                  <a:pt x="735577" y="105169"/>
                </a:cubicBezTo>
                <a:cubicBezTo>
                  <a:pt x="734550" y="107268"/>
                  <a:pt x="734037" y="109685"/>
                  <a:pt x="734037" y="112418"/>
                </a:cubicBezTo>
                <a:cubicBezTo>
                  <a:pt x="734037" y="117085"/>
                  <a:pt x="735511" y="120802"/>
                  <a:pt x="738460" y="123569"/>
                </a:cubicBezTo>
                <a:cubicBezTo>
                  <a:pt x="741408" y="126335"/>
                  <a:pt x="745533" y="127718"/>
                  <a:pt x="750834" y="127718"/>
                </a:cubicBezTo>
                <a:cubicBezTo>
                  <a:pt x="755141" y="127718"/>
                  <a:pt x="759133" y="126619"/>
                  <a:pt x="762811" y="124420"/>
                </a:cubicBezTo>
                <a:cubicBezTo>
                  <a:pt x="766488" y="122219"/>
                  <a:pt x="770348" y="118852"/>
                  <a:pt x="774390" y="114319"/>
                </a:cubicBezTo>
                <a:lnTo>
                  <a:pt x="774390" y="95217"/>
                </a:lnTo>
                <a:close/>
                <a:moveTo>
                  <a:pt x="897833" y="136067"/>
                </a:moveTo>
                <a:cubicBezTo>
                  <a:pt x="897833" y="136597"/>
                  <a:pt x="897700" y="137044"/>
                  <a:pt x="897435" y="137409"/>
                </a:cubicBezTo>
                <a:cubicBezTo>
                  <a:pt x="897170" y="137773"/>
                  <a:pt x="896740" y="138088"/>
                  <a:pt x="896143" y="138353"/>
                </a:cubicBezTo>
                <a:cubicBezTo>
                  <a:pt x="895547" y="138618"/>
                  <a:pt x="894719" y="138817"/>
                  <a:pt x="893659" y="138949"/>
                </a:cubicBezTo>
                <a:cubicBezTo>
                  <a:pt x="892598" y="139082"/>
                  <a:pt x="891273" y="139148"/>
                  <a:pt x="889683" y="139148"/>
                </a:cubicBezTo>
                <a:cubicBezTo>
                  <a:pt x="888026" y="139148"/>
                  <a:pt x="886668" y="139082"/>
                  <a:pt x="885608" y="138949"/>
                </a:cubicBezTo>
                <a:cubicBezTo>
                  <a:pt x="884548" y="138817"/>
                  <a:pt x="883719" y="138618"/>
                  <a:pt x="883123" y="138353"/>
                </a:cubicBezTo>
                <a:cubicBezTo>
                  <a:pt x="882527" y="138088"/>
                  <a:pt x="882096" y="137773"/>
                  <a:pt x="881831" y="137409"/>
                </a:cubicBezTo>
                <a:cubicBezTo>
                  <a:pt x="881566" y="137044"/>
                  <a:pt x="881433" y="136597"/>
                  <a:pt x="881433" y="136067"/>
                </a:cubicBezTo>
                <a:lnTo>
                  <a:pt x="881433" y="83688"/>
                </a:lnTo>
                <a:cubicBezTo>
                  <a:pt x="881433" y="78586"/>
                  <a:pt x="881036" y="74477"/>
                  <a:pt x="880241" y="71363"/>
                </a:cubicBezTo>
                <a:cubicBezTo>
                  <a:pt x="879446" y="68249"/>
                  <a:pt x="878286" y="65565"/>
                  <a:pt x="876762" y="63312"/>
                </a:cubicBezTo>
                <a:cubicBezTo>
                  <a:pt x="875238" y="61060"/>
                  <a:pt x="873267" y="59337"/>
                  <a:pt x="870848" y="58144"/>
                </a:cubicBezTo>
                <a:cubicBezTo>
                  <a:pt x="868430" y="56951"/>
                  <a:pt x="865630" y="56355"/>
                  <a:pt x="862450" y="56355"/>
                </a:cubicBezTo>
                <a:cubicBezTo>
                  <a:pt x="858341" y="56355"/>
                  <a:pt x="854233" y="57813"/>
                  <a:pt x="850125" y="60728"/>
                </a:cubicBezTo>
                <a:cubicBezTo>
                  <a:pt x="846017" y="63644"/>
                  <a:pt x="841710" y="67918"/>
                  <a:pt x="837204" y="73550"/>
                </a:cubicBezTo>
                <a:lnTo>
                  <a:pt x="837204" y="136067"/>
                </a:lnTo>
                <a:cubicBezTo>
                  <a:pt x="837204" y="136597"/>
                  <a:pt x="837072" y="137044"/>
                  <a:pt x="836807" y="137409"/>
                </a:cubicBezTo>
                <a:cubicBezTo>
                  <a:pt x="836541" y="137773"/>
                  <a:pt x="836111" y="138088"/>
                  <a:pt x="835514" y="138353"/>
                </a:cubicBezTo>
                <a:cubicBezTo>
                  <a:pt x="834918" y="138618"/>
                  <a:pt x="834090" y="138817"/>
                  <a:pt x="833030" y="138949"/>
                </a:cubicBezTo>
                <a:cubicBezTo>
                  <a:pt x="831969" y="139082"/>
                  <a:pt x="830611" y="139148"/>
                  <a:pt x="828955" y="139148"/>
                </a:cubicBezTo>
                <a:cubicBezTo>
                  <a:pt x="827364" y="139148"/>
                  <a:pt x="826039" y="139082"/>
                  <a:pt x="824979" y="138949"/>
                </a:cubicBezTo>
                <a:cubicBezTo>
                  <a:pt x="823919" y="138817"/>
                  <a:pt x="823074" y="138618"/>
                  <a:pt x="822444" y="138353"/>
                </a:cubicBezTo>
                <a:cubicBezTo>
                  <a:pt x="821815" y="138088"/>
                  <a:pt x="821384" y="137773"/>
                  <a:pt x="821152" y="137409"/>
                </a:cubicBezTo>
                <a:cubicBezTo>
                  <a:pt x="820920" y="137044"/>
                  <a:pt x="820804" y="136597"/>
                  <a:pt x="820804" y="136067"/>
                </a:cubicBezTo>
                <a:lnTo>
                  <a:pt x="820804" y="46615"/>
                </a:lnTo>
                <a:cubicBezTo>
                  <a:pt x="820804" y="46085"/>
                  <a:pt x="820904" y="45637"/>
                  <a:pt x="821103" y="45273"/>
                </a:cubicBezTo>
                <a:cubicBezTo>
                  <a:pt x="821301" y="44908"/>
                  <a:pt x="821699" y="44577"/>
                  <a:pt x="822295" y="44279"/>
                </a:cubicBezTo>
                <a:cubicBezTo>
                  <a:pt x="822892" y="43981"/>
                  <a:pt x="823654" y="43782"/>
                  <a:pt x="824581" y="43683"/>
                </a:cubicBezTo>
                <a:cubicBezTo>
                  <a:pt x="825509" y="43583"/>
                  <a:pt x="826735" y="43534"/>
                  <a:pt x="828259" y="43534"/>
                </a:cubicBezTo>
                <a:cubicBezTo>
                  <a:pt x="829717" y="43534"/>
                  <a:pt x="830926" y="43583"/>
                  <a:pt x="831887" y="43683"/>
                </a:cubicBezTo>
                <a:cubicBezTo>
                  <a:pt x="832847" y="43782"/>
                  <a:pt x="833593" y="43981"/>
                  <a:pt x="834123" y="44279"/>
                </a:cubicBezTo>
                <a:cubicBezTo>
                  <a:pt x="834653" y="44577"/>
                  <a:pt x="835034" y="44908"/>
                  <a:pt x="835266" y="45273"/>
                </a:cubicBezTo>
                <a:cubicBezTo>
                  <a:pt x="835498" y="45637"/>
                  <a:pt x="835614" y="46085"/>
                  <a:pt x="835614" y="46615"/>
                </a:cubicBezTo>
                <a:lnTo>
                  <a:pt x="835614" y="58442"/>
                </a:lnTo>
                <a:cubicBezTo>
                  <a:pt x="840650" y="52810"/>
                  <a:pt x="845669" y="48685"/>
                  <a:pt x="850672" y="46068"/>
                </a:cubicBezTo>
                <a:cubicBezTo>
                  <a:pt x="855674" y="43451"/>
                  <a:pt x="860727" y="42142"/>
                  <a:pt x="865829" y="42142"/>
                </a:cubicBezTo>
                <a:cubicBezTo>
                  <a:pt x="871792" y="42142"/>
                  <a:pt x="876812" y="43153"/>
                  <a:pt x="880887" y="45173"/>
                </a:cubicBezTo>
                <a:cubicBezTo>
                  <a:pt x="884962" y="47194"/>
                  <a:pt x="888258" y="49895"/>
                  <a:pt x="890776" y="53274"/>
                </a:cubicBezTo>
                <a:cubicBezTo>
                  <a:pt x="893294" y="56653"/>
                  <a:pt x="895100" y="60612"/>
                  <a:pt x="896193" y="65151"/>
                </a:cubicBezTo>
                <a:cubicBezTo>
                  <a:pt x="897286" y="69690"/>
                  <a:pt x="897833" y="75140"/>
                  <a:pt x="897833" y="81501"/>
                </a:cubicBezTo>
                <a:lnTo>
                  <a:pt x="897833" y="136067"/>
                </a:lnTo>
                <a:close/>
                <a:moveTo>
                  <a:pt x="1004301" y="136064"/>
                </a:moveTo>
                <a:cubicBezTo>
                  <a:pt x="1004301" y="136594"/>
                  <a:pt x="1004185" y="137059"/>
                  <a:pt x="1003953" y="137459"/>
                </a:cubicBezTo>
                <a:cubicBezTo>
                  <a:pt x="1003722" y="137856"/>
                  <a:pt x="1003324" y="138171"/>
                  <a:pt x="1002761" y="138403"/>
                </a:cubicBezTo>
                <a:cubicBezTo>
                  <a:pt x="1002198" y="138635"/>
                  <a:pt x="1001452" y="138817"/>
                  <a:pt x="1000524" y="138949"/>
                </a:cubicBezTo>
                <a:cubicBezTo>
                  <a:pt x="999597" y="139082"/>
                  <a:pt x="998470" y="139148"/>
                  <a:pt x="997145" y="139148"/>
                </a:cubicBezTo>
                <a:cubicBezTo>
                  <a:pt x="995754" y="139148"/>
                  <a:pt x="994594" y="139082"/>
                  <a:pt x="993666" y="138949"/>
                </a:cubicBezTo>
                <a:cubicBezTo>
                  <a:pt x="992739" y="138819"/>
                  <a:pt x="991977" y="138639"/>
                  <a:pt x="991380" y="138409"/>
                </a:cubicBezTo>
                <a:cubicBezTo>
                  <a:pt x="990784" y="138177"/>
                  <a:pt x="990353" y="137863"/>
                  <a:pt x="990088" y="137468"/>
                </a:cubicBezTo>
                <a:cubicBezTo>
                  <a:pt x="989823" y="137072"/>
                  <a:pt x="989691" y="136612"/>
                  <a:pt x="989691" y="136086"/>
                </a:cubicBezTo>
                <a:lnTo>
                  <a:pt x="989691" y="124323"/>
                </a:lnTo>
                <a:cubicBezTo>
                  <a:pt x="984986" y="129430"/>
                  <a:pt x="980099" y="133409"/>
                  <a:pt x="975031" y="136263"/>
                </a:cubicBezTo>
                <a:cubicBezTo>
                  <a:pt x="969962" y="139114"/>
                  <a:pt x="964412" y="140540"/>
                  <a:pt x="958382" y="140540"/>
                </a:cubicBezTo>
                <a:cubicBezTo>
                  <a:pt x="951823" y="140540"/>
                  <a:pt x="946224" y="139263"/>
                  <a:pt x="941585" y="136710"/>
                </a:cubicBezTo>
                <a:cubicBezTo>
                  <a:pt x="936947" y="134157"/>
                  <a:pt x="933187" y="130708"/>
                  <a:pt x="930304" y="126364"/>
                </a:cubicBezTo>
                <a:cubicBezTo>
                  <a:pt x="927422" y="122018"/>
                  <a:pt x="925318" y="116910"/>
                  <a:pt x="923993" y="111042"/>
                </a:cubicBezTo>
                <a:cubicBezTo>
                  <a:pt x="922668" y="105172"/>
                  <a:pt x="922005" y="98986"/>
                  <a:pt x="922005" y="92484"/>
                </a:cubicBezTo>
                <a:cubicBezTo>
                  <a:pt x="922005" y="84791"/>
                  <a:pt x="922833" y="77844"/>
                  <a:pt x="924490" y="71643"/>
                </a:cubicBezTo>
                <a:cubicBezTo>
                  <a:pt x="926146" y="65441"/>
                  <a:pt x="928598" y="60152"/>
                  <a:pt x="931845" y="55774"/>
                </a:cubicBezTo>
                <a:cubicBezTo>
                  <a:pt x="935092" y="51395"/>
                  <a:pt x="939117" y="48028"/>
                  <a:pt x="943921" y="45674"/>
                </a:cubicBezTo>
                <a:cubicBezTo>
                  <a:pt x="948725" y="43319"/>
                  <a:pt x="954274" y="42142"/>
                  <a:pt x="960569" y="42142"/>
                </a:cubicBezTo>
                <a:cubicBezTo>
                  <a:pt x="965804" y="42142"/>
                  <a:pt x="970591" y="43286"/>
                  <a:pt x="974931" y="45574"/>
                </a:cubicBezTo>
                <a:cubicBezTo>
                  <a:pt x="979271" y="47862"/>
                  <a:pt x="983562" y="51228"/>
                  <a:pt x="987802" y="55672"/>
                </a:cubicBezTo>
                <a:lnTo>
                  <a:pt x="987802" y="3584"/>
                </a:lnTo>
                <a:cubicBezTo>
                  <a:pt x="987802" y="3120"/>
                  <a:pt x="987918" y="2673"/>
                  <a:pt x="988150" y="2243"/>
                </a:cubicBezTo>
                <a:cubicBezTo>
                  <a:pt x="988382" y="1810"/>
                  <a:pt x="988829" y="1477"/>
                  <a:pt x="989492" y="1246"/>
                </a:cubicBezTo>
                <a:cubicBezTo>
                  <a:pt x="990155" y="1012"/>
                  <a:pt x="990999" y="812"/>
                  <a:pt x="992026" y="646"/>
                </a:cubicBezTo>
                <a:cubicBezTo>
                  <a:pt x="993054" y="480"/>
                  <a:pt x="994362" y="398"/>
                  <a:pt x="995952" y="398"/>
                </a:cubicBezTo>
                <a:cubicBezTo>
                  <a:pt x="997609" y="398"/>
                  <a:pt x="998967" y="480"/>
                  <a:pt x="1000028" y="646"/>
                </a:cubicBezTo>
                <a:cubicBezTo>
                  <a:pt x="1001088" y="812"/>
                  <a:pt x="1001916" y="1010"/>
                  <a:pt x="1002512" y="1242"/>
                </a:cubicBezTo>
                <a:cubicBezTo>
                  <a:pt x="1003109" y="1474"/>
                  <a:pt x="1003556" y="1807"/>
                  <a:pt x="1003854" y="2239"/>
                </a:cubicBezTo>
                <a:cubicBezTo>
                  <a:pt x="1004152" y="2670"/>
                  <a:pt x="1004301" y="3117"/>
                  <a:pt x="1004301" y="3581"/>
                </a:cubicBezTo>
                <a:lnTo>
                  <a:pt x="1004301" y="136064"/>
                </a:lnTo>
                <a:moveTo>
                  <a:pt x="987802" y="73183"/>
                </a:moveTo>
                <a:cubicBezTo>
                  <a:pt x="983363" y="67673"/>
                  <a:pt x="979072" y="63475"/>
                  <a:pt x="974931" y="60589"/>
                </a:cubicBezTo>
                <a:cubicBezTo>
                  <a:pt x="970790" y="57700"/>
                  <a:pt x="966466" y="56256"/>
                  <a:pt x="961961" y="56256"/>
                </a:cubicBezTo>
                <a:cubicBezTo>
                  <a:pt x="957786" y="56256"/>
                  <a:pt x="954241" y="57252"/>
                  <a:pt x="951326" y="59244"/>
                </a:cubicBezTo>
                <a:cubicBezTo>
                  <a:pt x="948410" y="61234"/>
                  <a:pt x="946041" y="63854"/>
                  <a:pt x="944219" y="67105"/>
                </a:cubicBezTo>
                <a:cubicBezTo>
                  <a:pt x="942397" y="70356"/>
                  <a:pt x="941072" y="74038"/>
                  <a:pt x="940243" y="78153"/>
                </a:cubicBezTo>
                <a:cubicBezTo>
                  <a:pt x="939415" y="82267"/>
                  <a:pt x="939001" y="86448"/>
                  <a:pt x="939001" y="90695"/>
                </a:cubicBezTo>
                <a:cubicBezTo>
                  <a:pt x="939001" y="95207"/>
                  <a:pt x="939349" y="99619"/>
                  <a:pt x="940045" y="103933"/>
                </a:cubicBezTo>
                <a:cubicBezTo>
                  <a:pt x="940740" y="108246"/>
                  <a:pt x="941950" y="112078"/>
                  <a:pt x="943672" y="115428"/>
                </a:cubicBezTo>
                <a:cubicBezTo>
                  <a:pt x="945395" y="118778"/>
                  <a:pt x="947681" y="121466"/>
                  <a:pt x="950530" y="123491"/>
                </a:cubicBezTo>
                <a:cubicBezTo>
                  <a:pt x="953380" y="125514"/>
                  <a:pt x="956958" y="126526"/>
                  <a:pt x="961265" y="126526"/>
                </a:cubicBezTo>
                <a:cubicBezTo>
                  <a:pt x="963451" y="126526"/>
                  <a:pt x="965555" y="126227"/>
                  <a:pt x="967576" y="125631"/>
                </a:cubicBezTo>
                <a:cubicBezTo>
                  <a:pt x="969597" y="125033"/>
                  <a:pt x="971668" y="124037"/>
                  <a:pt x="973788" y="122643"/>
                </a:cubicBezTo>
                <a:cubicBezTo>
                  <a:pt x="975908" y="121249"/>
                  <a:pt x="978128" y="119441"/>
                  <a:pt x="980447" y="117217"/>
                </a:cubicBezTo>
                <a:cubicBezTo>
                  <a:pt x="982767" y="114993"/>
                  <a:pt x="985218" y="112255"/>
                  <a:pt x="987802" y="109002"/>
                </a:cubicBezTo>
                <a:lnTo>
                  <a:pt x="987802" y="73183"/>
                </a:lnTo>
                <a:close/>
                <a:moveTo>
                  <a:pt x="1051547" y="136064"/>
                </a:moveTo>
                <a:cubicBezTo>
                  <a:pt x="1051547" y="136594"/>
                  <a:pt x="1051415" y="137042"/>
                  <a:pt x="1051150" y="137409"/>
                </a:cubicBezTo>
                <a:cubicBezTo>
                  <a:pt x="1050885" y="137773"/>
                  <a:pt x="1050454" y="138088"/>
                  <a:pt x="1049858" y="138353"/>
                </a:cubicBezTo>
                <a:cubicBezTo>
                  <a:pt x="1049261" y="138618"/>
                  <a:pt x="1048433" y="138817"/>
                  <a:pt x="1047373" y="138949"/>
                </a:cubicBezTo>
                <a:cubicBezTo>
                  <a:pt x="1046313" y="139082"/>
                  <a:pt x="1044954" y="139148"/>
                  <a:pt x="1043298" y="139148"/>
                </a:cubicBezTo>
                <a:cubicBezTo>
                  <a:pt x="1041707" y="139148"/>
                  <a:pt x="1040382" y="139082"/>
                  <a:pt x="1039322" y="138949"/>
                </a:cubicBezTo>
                <a:cubicBezTo>
                  <a:pt x="1038262" y="138817"/>
                  <a:pt x="1037417" y="138618"/>
                  <a:pt x="1036788" y="138353"/>
                </a:cubicBezTo>
                <a:cubicBezTo>
                  <a:pt x="1036158" y="138088"/>
                  <a:pt x="1035727" y="137773"/>
                  <a:pt x="1035495" y="137409"/>
                </a:cubicBezTo>
                <a:cubicBezTo>
                  <a:pt x="1035264" y="137042"/>
                  <a:pt x="1035148" y="136594"/>
                  <a:pt x="1035148" y="136064"/>
                </a:cubicBezTo>
                <a:lnTo>
                  <a:pt x="1035148" y="3184"/>
                </a:lnTo>
                <a:cubicBezTo>
                  <a:pt x="1035148" y="2654"/>
                  <a:pt x="1035264" y="2190"/>
                  <a:pt x="1035495" y="1792"/>
                </a:cubicBezTo>
                <a:cubicBezTo>
                  <a:pt x="1035727" y="1393"/>
                  <a:pt x="1036158" y="1060"/>
                  <a:pt x="1036788" y="795"/>
                </a:cubicBezTo>
                <a:cubicBezTo>
                  <a:pt x="1037417" y="530"/>
                  <a:pt x="1038262" y="331"/>
                  <a:pt x="1039322" y="199"/>
                </a:cubicBezTo>
                <a:cubicBezTo>
                  <a:pt x="1040382" y="66"/>
                  <a:pt x="1041707" y="0"/>
                  <a:pt x="1043298" y="0"/>
                </a:cubicBezTo>
                <a:cubicBezTo>
                  <a:pt x="1044954" y="0"/>
                  <a:pt x="1046313" y="66"/>
                  <a:pt x="1047373" y="199"/>
                </a:cubicBezTo>
                <a:cubicBezTo>
                  <a:pt x="1048433" y="331"/>
                  <a:pt x="1049261" y="530"/>
                  <a:pt x="1049858" y="795"/>
                </a:cubicBezTo>
                <a:cubicBezTo>
                  <a:pt x="1050454" y="1060"/>
                  <a:pt x="1050885" y="1393"/>
                  <a:pt x="1051150" y="1792"/>
                </a:cubicBezTo>
                <a:cubicBezTo>
                  <a:pt x="1051415" y="2190"/>
                  <a:pt x="1051547" y="2654"/>
                  <a:pt x="1051547" y="3184"/>
                </a:cubicBezTo>
                <a:lnTo>
                  <a:pt x="1051547" y="136064"/>
                </a:lnTo>
                <a:close/>
                <a:moveTo>
                  <a:pt x="1157687" y="87465"/>
                </a:moveTo>
                <a:cubicBezTo>
                  <a:pt x="1157687" y="90049"/>
                  <a:pt x="1157041" y="91888"/>
                  <a:pt x="1155749" y="92981"/>
                </a:cubicBezTo>
                <a:cubicBezTo>
                  <a:pt x="1154457" y="94074"/>
                  <a:pt x="1152982" y="94621"/>
                  <a:pt x="1151326" y="94621"/>
                </a:cubicBezTo>
                <a:lnTo>
                  <a:pt x="1092685" y="94621"/>
                </a:lnTo>
                <a:cubicBezTo>
                  <a:pt x="1092685" y="99605"/>
                  <a:pt x="1093182" y="104091"/>
                  <a:pt x="1094176" y="108079"/>
                </a:cubicBezTo>
                <a:cubicBezTo>
                  <a:pt x="1095170" y="112067"/>
                  <a:pt x="1096826" y="115490"/>
                  <a:pt x="1099145" y="118347"/>
                </a:cubicBezTo>
                <a:cubicBezTo>
                  <a:pt x="1101464" y="121205"/>
                  <a:pt x="1104479" y="123399"/>
                  <a:pt x="1108190" y="124929"/>
                </a:cubicBezTo>
                <a:cubicBezTo>
                  <a:pt x="1111901" y="126457"/>
                  <a:pt x="1116439" y="127221"/>
                  <a:pt x="1121807" y="127221"/>
                </a:cubicBezTo>
                <a:cubicBezTo>
                  <a:pt x="1126047" y="127221"/>
                  <a:pt x="1129824" y="126873"/>
                  <a:pt x="1133137" y="126178"/>
                </a:cubicBezTo>
                <a:cubicBezTo>
                  <a:pt x="1136450" y="125482"/>
                  <a:pt x="1139316" y="124703"/>
                  <a:pt x="1141735" y="123842"/>
                </a:cubicBezTo>
                <a:cubicBezTo>
                  <a:pt x="1144153" y="122981"/>
                  <a:pt x="1146141" y="122202"/>
                  <a:pt x="1147698" y="121506"/>
                </a:cubicBezTo>
                <a:cubicBezTo>
                  <a:pt x="1149255" y="120811"/>
                  <a:pt x="1150431" y="120463"/>
                  <a:pt x="1151227" y="120463"/>
                </a:cubicBezTo>
                <a:cubicBezTo>
                  <a:pt x="1151690" y="120463"/>
                  <a:pt x="1152104" y="120579"/>
                  <a:pt x="1152469" y="120811"/>
                </a:cubicBezTo>
                <a:cubicBezTo>
                  <a:pt x="1152833" y="121042"/>
                  <a:pt x="1153115" y="121390"/>
                  <a:pt x="1153314" y="121854"/>
                </a:cubicBezTo>
                <a:cubicBezTo>
                  <a:pt x="1153513" y="122318"/>
                  <a:pt x="1153662" y="122964"/>
                  <a:pt x="1153761" y="123792"/>
                </a:cubicBezTo>
                <a:cubicBezTo>
                  <a:pt x="1153860" y="124621"/>
                  <a:pt x="1153910" y="125631"/>
                  <a:pt x="1153910" y="126824"/>
                </a:cubicBezTo>
                <a:cubicBezTo>
                  <a:pt x="1153910" y="127685"/>
                  <a:pt x="1153877" y="128431"/>
                  <a:pt x="1153811" y="129060"/>
                </a:cubicBezTo>
                <a:cubicBezTo>
                  <a:pt x="1153744" y="129689"/>
                  <a:pt x="1153662" y="130253"/>
                  <a:pt x="1153562" y="130750"/>
                </a:cubicBezTo>
                <a:cubicBezTo>
                  <a:pt x="1153463" y="131247"/>
                  <a:pt x="1153297" y="131694"/>
                  <a:pt x="1153065" y="132091"/>
                </a:cubicBezTo>
                <a:cubicBezTo>
                  <a:pt x="1152833" y="132489"/>
                  <a:pt x="1152535" y="132870"/>
                  <a:pt x="1152171" y="133234"/>
                </a:cubicBezTo>
                <a:cubicBezTo>
                  <a:pt x="1151806" y="133599"/>
                  <a:pt x="1150730" y="134195"/>
                  <a:pt x="1148940" y="135024"/>
                </a:cubicBezTo>
                <a:cubicBezTo>
                  <a:pt x="1147151" y="135852"/>
                  <a:pt x="1144832" y="136663"/>
                  <a:pt x="1141983" y="137459"/>
                </a:cubicBezTo>
                <a:cubicBezTo>
                  <a:pt x="1139134" y="138254"/>
                  <a:pt x="1135837" y="138966"/>
                  <a:pt x="1132094" y="139596"/>
                </a:cubicBezTo>
                <a:cubicBezTo>
                  <a:pt x="1128350" y="140225"/>
                  <a:pt x="1124358" y="140540"/>
                  <a:pt x="1120117" y="140540"/>
                </a:cubicBezTo>
                <a:cubicBezTo>
                  <a:pt x="1112762" y="140540"/>
                  <a:pt x="1106318" y="139512"/>
                  <a:pt x="1100785" y="137455"/>
                </a:cubicBezTo>
                <a:cubicBezTo>
                  <a:pt x="1095252" y="135399"/>
                  <a:pt x="1090598" y="132348"/>
                  <a:pt x="1086821" y="128302"/>
                </a:cubicBezTo>
                <a:cubicBezTo>
                  <a:pt x="1083044" y="124256"/>
                  <a:pt x="1080195" y="119182"/>
                  <a:pt x="1078273" y="113080"/>
                </a:cubicBezTo>
                <a:cubicBezTo>
                  <a:pt x="1076351" y="106977"/>
                  <a:pt x="1075391" y="99880"/>
                  <a:pt x="1075391" y="91788"/>
                </a:cubicBezTo>
                <a:cubicBezTo>
                  <a:pt x="1075391" y="84094"/>
                  <a:pt x="1076385" y="77179"/>
                  <a:pt x="1078372" y="71043"/>
                </a:cubicBezTo>
                <a:cubicBezTo>
                  <a:pt x="1080360" y="64908"/>
                  <a:pt x="1083226" y="59701"/>
                  <a:pt x="1086970" y="55423"/>
                </a:cubicBezTo>
                <a:cubicBezTo>
                  <a:pt x="1090714" y="51145"/>
                  <a:pt x="1095236" y="47862"/>
                  <a:pt x="1100537" y="45574"/>
                </a:cubicBezTo>
                <a:cubicBezTo>
                  <a:pt x="1105838" y="43286"/>
                  <a:pt x="1111768" y="42142"/>
                  <a:pt x="1118328" y="42142"/>
                </a:cubicBezTo>
                <a:cubicBezTo>
                  <a:pt x="1125352" y="42142"/>
                  <a:pt x="1131332" y="43268"/>
                  <a:pt x="1136268" y="45521"/>
                </a:cubicBezTo>
                <a:cubicBezTo>
                  <a:pt x="1141205" y="47774"/>
                  <a:pt x="1145263" y="50806"/>
                  <a:pt x="1148444" y="54616"/>
                </a:cubicBezTo>
                <a:cubicBezTo>
                  <a:pt x="1151624" y="58426"/>
                  <a:pt x="1153960" y="62898"/>
                  <a:pt x="1155451" y="68034"/>
                </a:cubicBezTo>
                <a:cubicBezTo>
                  <a:pt x="1156942" y="73169"/>
                  <a:pt x="1157687" y="78652"/>
                  <a:pt x="1157687" y="84483"/>
                </a:cubicBezTo>
                <a:lnTo>
                  <a:pt x="1157687" y="87465"/>
                </a:lnTo>
                <a:moveTo>
                  <a:pt x="1141188" y="82594"/>
                </a:moveTo>
                <a:cubicBezTo>
                  <a:pt x="1141387" y="73980"/>
                  <a:pt x="1139482" y="67222"/>
                  <a:pt x="1135473" y="62319"/>
                </a:cubicBezTo>
                <a:cubicBezTo>
                  <a:pt x="1131464" y="57415"/>
                  <a:pt x="1125517" y="54964"/>
                  <a:pt x="1117632" y="54964"/>
                </a:cubicBezTo>
                <a:cubicBezTo>
                  <a:pt x="1113590" y="54964"/>
                  <a:pt x="1110045" y="55726"/>
                  <a:pt x="1106997" y="57250"/>
                </a:cubicBezTo>
                <a:cubicBezTo>
                  <a:pt x="1103949" y="58774"/>
                  <a:pt x="1101398" y="60795"/>
                  <a:pt x="1099344" y="63312"/>
                </a:cubicBezTo>
                <a:cubicBezTo>
                  <a:pt x="1097290" y="65830"/>
                  <a:pt x="1095700" y="68762"/>
                  <a:pt x="1094573" y="72109"/>
                </a:cubicBezTo>
                <a:cubicBezTo>
                  <a:pt x="1093447" y="75455"/>
                  <a:pt x="1092817" y="78950"/>
                  <a:pt x="1092685" y="82594"/>
                </a:cubicBezTo>
                <a:lnTo>
                  <a:pt x="1141188" y="82594"/>
                </a:lnTo>
                <a:close/>
                <a:moveTo>
                  <a:pt x="1235004" y="52479"/>
                </a:moveTo>
                <a:cubicBezTo>
                  <a:pt x="1235004" y="53937"/>
                  <a:pt x="1234971" y="55162"/>
                  <a:pt x="1234904" y="56156"/>
                </a:cubicBezTo>
                <a:cubicBezTo>
                  <a:pt x="1234838" y="57150"/>
                  <a:pt x="1234706" y="57929"/>
                  <a:pt x="1234507" y="58492"/>
                </a:cubicBezTo>
                <a:cubicBezTo>
                  <a:pt x="1234308" y="59055"/>
                  <a:pt x="1234059" y="59486"/>
                  <a:pt x="1233761" y="59784"/>
                </a:cubicBezTo>
                <a:cubicBezTo>
                  <a:pt x="1233463" y="60082"/>
                  <a:pt x="1233049" y="60231"/>
                  <a:pt x="1232519" y="60231"/>
                </a:cubicBezTo>
                <a:cubicBezTo>
                  <a:pt x="1231989" y="60231"/>
                  <a:pt x="1231343" y="60082"/>
                  <a:pt x="1230581" y="59784"/>
                </a:cubicBezTo>
                <a:cubicBezTo>
                  <a:pt x="1229819" y="59486"/>
                  <a:pt x="1228957" y="59188"/>
                  <a:pt x="1227997" y="58890"/>
                </a:cubicBezTo>
                <a:cubicBezTo>
                  <a:pt x="1227036" y="58591"/>
                  <a:pt x="1225959" y="58310"/>
                  <a:pt x="1224766" y="58045"/>
                </a:cubicBezTo>
                <a:cubicBezTo>
                  <a:pt x="1223574" y="57780"/>
                  <a:pt x="1222282" y="57647"/>
                  <a:pt x="1220890" y="57647"/>
                </a:cubicBezTo>
                <a:cubicBezTo>
                  <a:pt x="1219234" y="57647"/>
                  <a:pt x="1217610" y="57978"/>
                  <a:pt x="1216020" y="58641"/>
                </a:cubicBezTo>
                <a:cubicBezTo>
                  <a:pt x="1214430" y="59304"/>
                  <a:pt x="1212757" y="60397"/>
                  <a:pt x="1211001" y="61921"/>
                </a:cubicBezTo>
                <a:cubicBezTo>
                  <a:pt x="1209245" y="63445"/>
                  <a:pt x="1207406" y="65466"/>
                  <a:pt x="1205484" y="67984"/>
                </a:cubicBezTo>
                <a:cubicBezTo>
                  <a:pt x="1203563" y="70502"/>
                  <a:pt x="1201442" y="73583"/>
                  <a:pt x="1199123" y="77227"/>
                </a:cubicBezTo>
                <a:lnTo>
                  <a:pt x="1199123" y="136067"/>
                </a:lnTo>
                <a:cubicBezTo>
                  <a:pt x="1199123" y="136597"/>
                  <a:pt x="1198991" y="137044"/>
                  <a:pt x="1198726" y="137409"/>
                </a:cubicBezTo>
                <a:cubicBezTo>
                  <a:pt x="1198461" y="137773"/>
                  <a:pt x="1198030" y="138088"/>
                  <a:pt x="1197434" y="138353"/>
                </a:cubicBezTo>
                <a:cubicBezTo>
                  <a:pt x="1196837" y="138618"/>
                  <a:pt x="1196009" y="138817"/>
                  <a:pt x="1194949" y="138949"/>
                </a:cubicBezTo>
                <a:cubicBezTo>
                  <a:pt x="1193889" y="139082"/>
                  <a:pt x="1192530" y="139148"/>
                  <a:pt x="1190874" y="139148"/>
                </a:cubicBezTo>
                <a:cubicBezTo>
                  <a:pt x="1189284" y="139148"/>
                  <a:pt x="1187958" y="139082"/>
                  <a:pt x="1186898" y="138949"/>
                </a:cubicBezTo>
                <a:cubicBezTo>
                  <a:pt x="1185838" y="138817"/>
                  <a:pt x="1184993" y="138618"/>
                  <a:pt x="1184364" y="138353"/>
                </a:cubicBezTo>
                <a:cubicBezTo>
                  <a:pt x="1183734" y="138088"/>
                  <a:pt x="1183304" y="137773"/>
                  <a:pt x="1183072" y="137409"/>
                </a:cubicBezTo>
                <a:cubicBezTo>
                  <a:pt x="1182840" y="137044"/>
                  <a:pt x="1182724" y="136597"/>
                  <a:pt x="1182724" y="136067"/>
                </a:cubicBezTo>
                <a:lnTo>
                  <a:pt x="1182724" y="46615"/>
                </a:lnTo>
                <a:cubicBezTo>
                  <a:pt x="1182724" y="46085"/>
                  <a:pt x="1182823" y="45637"/>
                  <a:pt x="1183022" y="45273"/>
                </a:cubicBezTo>
                <a:cubicBezTo>
                  <a:pt x="1183221" y="44908"/>
                  <a:pt x="1183618" y="44577"/>
                  <a:pt x="1184215" y="44279"/>
                </a:cubicBezTo>
                <a:cubicBezTo>
                  <a:pt x="1184811" y="43981"/>
                  <a:pt x="1185573" y="43782"/>
                  <a:pt x="1186501" y="43683"/>
                </a:cubicBezTo>
                <a:cubicBezTo>
                  <a:pt x="1187428" y="43583"/>
                  <a:pt x="1188654" y="43534"/>
                  <a:pt x="1190178" y="43534"/>
                </a:cubicBezTo>
                <a:cubicBezTo>
                  <a:pt x="1191636" y="43534"/>
                  <a:pt x="1192845" y="43583"/>
                  <a:pt x="1193806" y="43683"/>
                </a:cubicBezTo>
                <a:cubicBezTo>
                  <a:pt x="1194767" y="43782"/>
                  <a:pt x="1195512" y="43981"/>
                  <a:pt x="1196042" y="44279"/>
                </a:cubicBezTo>
                <a:cubicBezTo>
                  <a:pt x="1196572" y="44577"/>
                  <a:pt x="1196953" y="44908"/>
                  <a:pt x="1197185" y="45273"/>
                </a:cubicBezTo>
                <a:cubicBezTo>
                  <a:pt x="1197417" y="45637"/>
                  <a:pt x="1197533" y="46085"/>
                  <a:pt x="1197533" y="46615"/>
                </a:cubicBezTo>
                <a:lnTo>
                  <a:pt x="1197533" y="59635"/>
                </a:lnTo>
                <a:cubicBezTo>
                  <a:pt x="1199985" y="56057"/>
                  <a:pt x="1202287" y="53141"/>
                  <a:pt x="1204441" y="50889"/>
                </a:cubicBezTo>
                <a:cubicBezTo>
                  <a:pt x="1206594" y="48636"/>
                  <a:pt x="1208632" y="46863"/>
                  <a:pt x="1210553" y="45571"/>
                </a:cubicBezTo>
                <a:cubicBezTo>
                  <a:pt x="1212475" y="44279"/>
                  <a:pt x="1214380" y="43384"/>
                  <a:pt x="1216268" y="42887"/>
                </a:cubicBezTo>
                <a:cubicBezTo>
                  <a:pt x="1218157" y="42391"/>
                  <a:pt x="1220062" y="42142"/>
                  <a:pt x="1221983" y="42142"/>
                </a:cubicBezTo>
                <a:cubicBezTo>
                  <a:pt x="1222845" y="42142"/>
                  <a:pt x="1223822" y="42192"/>
                  <a:pt x="1224915" y="42291"/>
                </a:cubicBezTo>
                <a:cubicBezTo>
                  <a:pt x="1226009" y="42391"/>
                  <a:pt x="1227152" y="42573"/>
                  <a:pt x="1228344" y="42838"/>
                </a:cubicBezTo>
                <a:cubicBezTo>
                  <a:pt x="1229537" y="43103"/>
                  <a:pt x="1230614" y="43401"/>
                  <a:pt x="1231575" y="43732"/>
                </a:cubicBezTo>
                <a:cubicBezTo>
                  <a:pt x="1232535" y="44064"/>
                  <a:pt x="1233215" y="44395"/>
                  <a:pt x="1233612" y="44726"/>
                </a:cubicBezTo>
                <a:cubicBezTo>
                  <a:pt x="1234010" y="45058"/>
                  <a:pt x="1234275" y="45372"/>
                  <a:pt x="1234407" y="45670"/>
                </a:cubicBezTo>
                <a:cubicBezTo>
                  <a:pt x="1234540" y="45969"/>
                  <a:pt x="1234656" y="46350"/>
                  <a:pt x="1234755" y="46813"/>
                </a:cubicBezTo>
                <a:cubicBezTo>
                  <a:pt x="1234855" y="47277"/>
                  <a:pt x="1234921" y="47956"/>
                  <a:pt x="1234954" y="48851"/>
                </a:cubicBezTo>
                <a:cubicBezTo>
                  <a:pt x="1234987" y="49746"/>
                  <a:pt x="1235004" y="50955"/>
                  <a:pt x="1235004" y="52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019AC-228C-41AA-A94C-16784E66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20" y="7158969"/>
            <a:ext cx="1651502" cy="386753"/>
          </a:xfrm>
          <a:custGeom xmlns:a="http://schemas.openxmlformats.org/drawingml/2006/main">
            <a:pathLst>
              <a:path w="1651502" h="386753">
                <a:moveTo>
                  <a:pt x="0" y="64459"/>
                </a:moveTo>
                <a:cubicBezTo>
                  <a:pt x="0" y="28837"/>
                  <a:pt x="28837" y="0"/>
                  <a:pt x="64459" y="0"/>
                </a:cubicBezTo>
                <a:lnTo>
                  <a:pt x="1587043" y="0"/>
                </a:lnTo>
                <a:cubicBezTo>
                  <a:pt x="1622665" y="0"/>
                  <a:pt x="1651502" y="28837"/>
                  <a:pt x="1651502" y="64459"/>
                </a:cubicBezTo>
                <a:lnTo>
                  <a:pt x="1651502" y="322294"/>
                </a:lnTo>
                <a:cubicBezTo>
                  <a:pt x="1651502" y="357916"/>
                  <a:pt x="1622665" y="386753"/>
                  <a:pt x="1587043" y="386753"/>
                </a:cubicBezTo>
                <a:lnTo>
                  <a:pt x="64459" y="386753"/>
                </a:lnTo>
                <a:cubicBezTo>
                  <a:pt x="28837" y="386753"/>
                  <a:pt x="0" y="357916"/>
                  <a:pt x="0" y="322294"/>
                </a:cubicBezTo>
                <a:lnTo>
                  <a:pt x="0" y="64459"/>
                </a:lnTo>
                <a:close/>
              </a:path>
            </a:pathLst>
          </a:custGeom>
          <a:solidFill xmlns:a="http://schemas.openxmlformats.org/drawingml/2006/main">
            <a:srgbClr val="C6E3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4637F-7A46-427D-AE44-FDA397DD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220" y="7158969"/>
            <a:ext cx="1651502" cy="386753"/>
          </a:xfrm>
          <a:custGeom xmlns:a="http://schemas.openxmlformats.org/drawingml/2006/main">
            <a:pathLst>
              <a:path w="1651502" h="386753" fill="none">
                <a:moveTo>
                  <a:pt x="0" y="64459"/>
                </a:moveTo>
                <a:cubicBezTo>
                  <a:pt x="0" y="28837"/>
                  <a:pt x="28837" y="0"/>
                  <a:pt x="64459" y="0"/>
                </a:cubicBezTo>
                <a:lnTo>
                  <a:pt x="1587043" y="0"/>
                </a:lnTo>
                <a:cubicBezTo>
                  <a:pt x="1622665" y="0"/>
                  <a:pt x="1651502" y="28837"/>
                  <a:pt x="1651502" y="64459"/>
                </a:cubicBezTo>
                <a:lnTo>
                  <a:pt x="1651502" y="322294"/>
                </a:lnTo>
                <a:cubicBezTo>
                  <a:pt x="1651502" y="357916"/>
                  <a:pt x="1622665" y="386753"/>
                  <a:pt x="1587043" y="386753"/>
                </a:cubicBezTo>
                <a:lnTo>
                  <a:pt x="64459" y="386753"/>
                </a:lnTo>
                <a:cubicBezTo>
                  <a:pt x="28837" y="386753"/>
                  <a:pt x="0" y="357916"/>
                  <a:pt x="0" y="322294"/>
                </a:cubicBezTo>
                <a:lnTo>
                  <a:pt x="0" y="644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67" name="Text FieldHandler">
            <a:extLst xmlns:a="http://schemas.openxmlformats.org/drawingml/2006/main">
              <a:ext uri="{FF2B5EF4-FFF2-40B4-BE49-F238E27FC236}">
                <a16:creationId xmlns:a16="http://schemas.microsoft.com/office/drawing/2014/main" id="{899E2C2B-3364-4697-B4B5-85556B4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375" y="7282890"/>
            <a:ext cx="1078136" cy="140540"/>
          </a:xfrm>
          <a:custGeom xmlns:a="http://schemas.openxmlformats.org/drawingml/2006/main">
            <a:pathLst>
              <a:path w="1078136" h="140540">
                <a:moveTo>
                  <a:pt x="67586" y="17294"/>
                </a:moveTo>
                <a:cubicBezTo>
                  <a:pt x="67586" y="18553"/>
                  <a:pt x="67520" y="19646"/>
                  <a:pt x="67388" y="20574"/>
                </a:cubicBezTo>
                <a:cubicBezTo>
                  <a:pt x="67255" y="21502"/>
                  <a:pt x="67023" y="22247"/>
                  <a:pt x="66692" y="22810"/>
                </a:cubicBezTo>
                <a:cubicBezTo>
                  <a:pt x="66360" y="23374"/>
                  <a:pt x="65979" y="23788"/>
                  <a:pt x="65549" y="24053"/>
                </a:cubicBezTo>
                <a:cubicBezTo>
                  <a:pt x="65118" y="24318"/>
                  <a:pt x="64671" y="24450"/>
                  <a:pt x="64207" y="24450"/>
                </a:cubicBezTo>
                <a:lnTo>
                  <a:pt x="17095" y="24450"/>
                </a:lnTo>
                <a:lnTo>
                  <a:pt x="17095" y="68083"/>
                </a:lnTo>
                <a:lnTo>
                  <a:pt x="61623" y="68083"/>
                </a:lnTo>
                <a:cubicBezTo>
                  <a:pt x="62087" y="68083"/>
                  <a:pt x="62534" y="68199"/>
                  <a:pt x="62965" y="68431"/>
                </a:cubicBezTo>
                <a:cubicBezTo>
                  <a:pt x="63395" y="68663"/>
                  <a:pt x="63776" y="69044"/>
                  <a:pt x="64108" y="69574"/>
                </a:cubicBezTo>
                <a:cubicBezTo>
                  <a:pt x="64439" y="70104"/>
                  <a:pt x="64671" y="70817"/>
                  <a:pt x="64803" y="71711"/>
                </a:cubicBezTo>
                <a:cubicBezTo>
                  <a:pt x="64936" y="72606"/>
                  <a:pt x="65002" y="73749"/>
                  <a:pt x="65002" y="75140"/>
                </a:cubicBezTo>
                <a:cubicBezTo>
                  <a:pt x="65002" y="76399"/>
                  <a:pt x="64936" y="77476"/>
                  <a:pt x="64803" y="78370"/>
                </a:cubicBezTo>
                <a:cubicBezTo>
                  <a:pt x="64671" y="79265"/>
                  <a:pt x="64439" y="79994"/>
                  <a:pt x="64108" y="80557"/>
                </a:cubicBezTo>
                <a:cubicBezTo>
                  <a:pt x="63776" y="81120"/>
                  <a:pt x="63395" y="81551"/>
                  <a:pt x="62965" y="81849"/>
                </a:cubicBezTo>
                <a:cubicBezTo>
                  <a:pt x="62534" y="82147"/>
                  <a:pt x="62087" y="82296"/>
                  <a:pt x="61623" y="82296"/>
                </a:cubicBezTo>
                <a:lnTo>
                  <a:pt x="17095" y="82296"/>
                </a:lnTo>
                <a:lnTo>
                  <a:pt x="17095" y="135962"/>
                </a:lnTo>
                <a:cubicBezTo>
                  <a:pt x="17095" y="136427"/>
                  <a:pt x="16963" y="136876"/>
                  <a:pt x="16698" y="137306"/>
                </a:cubicBezTo>
                <a:cubicBezTo>
                  <a:pt x="16433" y="137737"/>
                  <a:pt x="15969" y="138069"/>
                  <a:pt x="15306" y="138303"/>
                </a:cubicBezTo>
                <a:cubicBezTo>
                  <a:pt x="14644" y="138535"/>
                  <a:pt x="13782" y="138734"/>
                  <a:pt x="12722" y="138900"/>
                </a:cubicBezTo>
                <a:cubicBezTo>
                  <a:pt x="11662" y="139065"/>
                  <a:pt x="10270" y="139148"/>
                  <a:pt x="8548" y="139148"/>
                </a:cubicBezTo>
                <a:cubicBezTo>
                  <a:pt x="6957" y="139148"/>
                  <a:pt x="5599" y="139065"/>
                  <a:pt x="4473" y="138900"/>
                </a:cubicBezTo>
                <a:cubicBezTo>
                  <a:pt x="3346" y="138734"/>
                  <a:pt x="2452" y="138535"/>
                  <a:pt x="1789" y="138303"/>
                </a:cubicBezTo>
                <a:cubicBezTo>
                  <a:pt x="1126" y="138072"/>
                  <a:pt x="663" y="137740"/>
                  <a:pt x="398" y="137310"/>
                </a:cubicBezTo>
                <a:cubicBezTo>
                  <a:pt x="133" y="136879"/>
                  <a:pt x="0" y="136432"/>
                  <a:pt x="0" y="135968"/>
                </a:cubicBezTo>
                <a:lnTo>
                  <a:pt x="0" y="16897"/>
                </a:lnTo>
                <a:cubicBezTo>
                  <a:pt x="0" y="14312"/>
                  <a:pt x="679" y="12507"/>
                  <a:pt x="2038" y="11480"/>
                </a:cubicBezTo>
                <a:cubicBezTo>
                  <a:pt x="3396" y="10453"/>
                  <a:pt x="4837" y="9939"/>
                  <a:pt x="6361" y="9939"/>
                </a:cubicBezTo>
                <a:lnTo>
                  <a:pt x="64207" y="9939"/>
                </a:lnTo>
                <a:cubicBezTo>
                  <a:pt x="64671" y="9939"/>
                  <a:pt x="65118" y="10072"/>
                  <a:pt x="65549" y="10337"/>
                </a:cubicBezTo>
                <a:cubicBezTo>
                  <a:pt x="65979" y="10602"/>
                  <a:pt x="66360" y="11032"/>
                  <a:pt x="66692" y="11629"/>
                </a:cubicBezTo>
                <a:cubicBezTo>
                  <a:pt x="67023" y="12225"/>
                  <a:pt x="67255" y="13004"/>
                  <a:pt x="67388" y="13965"/>
                </a:cubicBezTo>
                <a:cubicBezTo>
                  <a:pt x="67520" y="14925"/>
                  <a:pt x="67586" y="16035"/>
                  <a:pt x="67586" y="17294"/>
                </a:cubicBezTo>
                <a:close/>
                <a:moveTo>
                  <a:pt x="107943" y="136067"/>
                </a:moveTo>
                <a:cubicBezTo>
                  <a:pt x="107943" y="136597"/>
                  <a:pt x="107810" y="137044"/>
                  <a:pt x="107545" y="137409"/>
                </a:cubicBezTo>
                <a:cubicBezTo>
                  <a:pt x="107280" y="137773"/>
                  <a:pt x="106849" y="138088"/>
                  <a:pt x="106253" y="138353"/>
                </a:cubicBezTo>
                <a:cubicBezTo>
                  <a:pt x="105657" y="138618"/>
                  <a:pt x="104828" y="138817"/>
                  <a:pt x="103768" y="138949"/>
                </a:cubicBezTo>
                <a:cubicBezTo>
                  <a:pt x="102708" y="139082"/>
                  <a:pt x="101350" y="139148"/>
                  <a:pt x="99693" y="139148"/>
                </a:cubicBezTo>
                <a:cubicBezTo>
                  <a:pt x="98103" y="139148"/>
                  <a:pt x="96778" y="139082"/>
                  <a:pt x="95717" y="138949"/>
                </a:cubicBezTo>
                <a:cubicBezTo>
                  <a:pt x="94657" y="138817"/>
                  <a:pt x="93812" y="138618"/>
                  <a:pt x="93183" y="138353"/>
                </a:cubicBezTo>
                <a:cubicBezTo>
                  <a:pt x="92553" y="138088"/>
                  <a:pt x="92123" y="137773"/>
                  <a:pt x="91891" y="137409"/>
                </a:cubicBezTo>
                <a:cubicBezTo>
                  <a:pt x="91659" y="137044"/>
                  <a:pt x="91543" y="136597"/>
                  <a:pt x="91543" y="136067"/>
                </a:cubicBezTo>
                <a:lnTo>
                  <a:pt x="91543" y="46615"/>
                </a:lnTo>
                <a:cubicBezTo>
                  <a:pt x="91543" y="46151"/>
                  <a:pt x="91659" y="45720"/>
                  <a:pt x="91891" y="45323"/>
                </a:cubicBezTo>
                <a:cubicBezTo>
                  <a:pt x="92123" y="44925"/>
                  <a:pt x="92553" y="44594"/>
                  <a:pt x="93183" y="44329"/>
                </a:cubicBezTo>
                <a:cubicBezTo>
                  <a:pt x="93812" y="44064"/>
                  <a:pt x="94657" y="43865"/>
                  <a:pt x="95717" y="43732"/>
                </a:cubicBezTo>
                <a:cubicBezTo>
                  <a:pt x="96778" y="43600"/>
                  <a:pt x="98103" y="43534"/>
                  <a:pt x="99693" y="43534"/>
                </a:cubicBezTo>
                <a:cubicBezTo>
                  <a:pt x="101350" y="43534"/>
                  <a:pt x="102708" y="43600"/>
                  <a:pt x="103768" y="43732"/>
                </a:cubicBezTo>
                <a:cubicBezTo>
                  <a:pt x="104828" y="43865"/>
                  <a:pt x="105657" y="44064"/>
                  <a:pt x="106253" y="44329"/>
                </a:cubicBezTo>
                <a:cubicBezTo>
                  <a:pt x="106849" y="44594"/>
                  <a:pt x="107280" y="44925"/>
                  <a:pt x="107545" y="45323"/>
                </a:cubicBezTo>
                <a:cubicBezTo>
                  <a:pt x="107810" y="45720"/>
                  <a:pt x="107943" y="46151"/>
                  <a:pt x="107943" y="46615"/>
                </a:cubicBezTo>
                <a:lnTo>
                  <a:pt x="107943" y="136067"/>
                </a:lnTo>
                <a:moveTo>
                  <a:pt x="109831" y="16300"/>
                </a:moveTo>
                <a:cubicBezTo>
                  <a:pt x="109831" y="20143"/>
                  <a:pt x="109102" y="22761"/>
                  <a:pt x="107644" y="24152"/>
                </a:cubicBezTo>
                <a:cubicBezTo>
                  <a:pt x="106187" y="25544"/>
                  <a:pt x="103503" y="26239"/>
                  <a:pt x="99594" y="26239"/>
                </a:cubicBezTo>
                <a:cubicBezTo>
                  <a:pt x="95751" y="26239"/>
                  <a:pt x="93117" y="25560"/>
                  <a:pt x="91692" y="24202"/>
                </a:cubicBezTo>
                <a:cubicBezTo>
                  <a:pt x="90267" y="22844"/>
                  <a:pt x="89555" y="20276"/>
                  <a:pt x="89555" y="16499"/>
                </a:cubicBezTo>
                <a:cubicBezTo>
                  <a:pt x="89555" y="12656"/>
                  <a:pt x="90284" y="10039"/>
                  <a:pt x="91742" y="8647"/>
                </a:cubicBezTo>
                <a:cubicBezTo>
                  <a:pt x="93199" y="7256"/>
                  <a:pt x="95883" y="6560"/>
                  <a:pt x="99792" y="6560"/>
                </a:cubicBezTo>
                <a:cubicBezTo>
                  <a:pt x="103636" y="6560"/>
                  <a:pt x="106269" y="7239"/>
                  <a:pt x="107694" y="8597"/>
                </a:cubicBezTo>
                <a:cubicBezTo>
                  <a:pt x="109119" y="9956"/>
                  <a:pt x="109831" y="12523"/>
                  <a:pt x="109831" y="16300"/>
                </a:cubicBezTo>
                <a:close/>
                <a:moveTo>
                  <a:pt x="214693" y="87465"/>
                </a:moveTo>
                <a:cubicBezTo>
                  <a:pt x="214693" y="90049"/>
                  <a:pt x="214047" y="91888"/>
                  <a:pt x="212755" y="92981"/>
                </a:cubicBezTo>
                <a:cubicBezTo>
                  <a:pt x="211463" y="94074"/>
                  <a:pt x="209989" y="94621"/>
                  <a:pt x="208332" y="94621"/>
                </a:cubicBezTo>
                <a:lnTo>
                  <a:pt x="149691" y="94621"/>
                </a:lnTo>
                <a:cubicBezTo>
                  <a:pt x="149691" y="99605"/>
                  <a:pt x="150188" y="104091"/>
                  <a:pt x="151182" y="108079"/>
                </a:cubicBezTo>
                <a:cubicBezTo>
                  <a:pt x="152176" y="112067"/>
                  <a:pt x="153832" y="115490"/>
                  <a:pt x="156152" y="118347"/>
                </a:cubicBezTo>
                <a:cubicBezTo>
                  <a:pt x="158471" y="121205"/>
                  <a:pt x="161486" y="123399"/>
                  <a:pt x="165196" y="124929"/>
                </a:cubicBezTo>
                <a:cubicBezTo>
                  <a:pt x="168907" y="126457"/>
                  <a:pt x="173446" y="127221"/>
                  <a:pt x="178813" y="127221"/>
                </a:cubicBezTo>
                <a:cubicBezTo>
                  <a:pt x="183054" y="127221"/>
                  <a:pt x="186830" y="126873"/>
                  <a:pt x="190144" y="126178"/>
                </a:cubicBezTo>
                <a:cubicBezTo>
                  <a:pt x="193457" y="125482"/>
                  <a:pt x="196322" y="124703"/>
                  <a:pt x="198741" y="123842"/>
                </a:cubicBezTo>
                <a:cubicBezTo>
                  <a:pt x="201159" y="122981"/>
                  <a:pt x="203147" y="122202"/>
                  <a:pt x="204704" y="121506"/>
                </a:cubicBezTo>
                <a:cubicBezTo>
                  <a:pt x="206262" y="120811"/>
                  <a:pt x="207438" y="120463"/>
                  <a:pt x="208233" y="120463"/>
                </a:cubicBezTo>
                <a:cubicBezTo>
                  <a:pt x="208697" y="120463"/>
                  <a:pt x="209111" y="120579"/>
                  <a:pt x="209475" y="120811"/>
                </a:cubicBezTo>
                <a:cubicBezTo>
                  <a:pt x="209840" y="121042"/>
                  <a:pt x="210121" y="121390"/>
                  <a:pt x="210320" y="121854"/>
                </a:cubicBezTo>
                <a:cubicBezTo>
                  <a:pt x="210519" y="122318"/>
                  <a:pt x="210668" y="122964"/>
                  <a:pt x="210767" y="123792"/>
                </a:cubicBezTo>
                <a:cubicBezTo>
                  <a:pt x="210867" y="124621"/>
                  <a:pt x="210916" y="125631"/>
                  <a:pt x="210916" y="126824"/>
                </a:cubicBezTo>
                <a:cubicBezTo>
                  <a:pt x="210916" y="127685"/>
                  <a:pt x="210883" y="128431"/>
                  <a:pt x="210817" y="129060"/>
                </a:cubicBezTo>
                <a:cubicBezTo>
                  <a:pt x="210751" y="129689"/>
                  <a:pt x="210668" y="130253"/>
                  <a:pt x="210569" y="130750"/>
                </a:cubicBezTo>
                <a:cubicBezTo>
                  <a:pt x="210469" y="131247"/>
                  <a:pt x="210303" y="131694"/>
                  <a:pt x="210072" y="132091"/>
                </a:cubicBezTo>
                <a:cubicBezTo>
                  <a:pt x="209840" y="132489"/>
                  <a:pt x="209541" y="132870"/>
                  <a:pt x="209177" y="133234"/>
                </a:cubicBezTo>
                <a:cubicBezTo>
                  <a:pt x="208813" y="133599"/>
                  <a:pt x="207736" y="134195"/>
                  <a:pt x="205947" y="135024"/>
                </a:cubicBezTo>
                <a:cubicBezTo>
                  <a:pt x="204158" y="135852"/>
                  <a:pt x="201839" y="136663"/>
                  <a:pt x="198989" y="137459"/>
                </a:cubicBezTo>
                <a:cubicBezTo>
                  <a:pt x="196140" y="138254"/>
                  <a:pt x="192844" y="138966"/>
                  <a:pt x="189100" y="139596"/>
                </a:cubicBezTo>
                <a:cubicBezTo>
                  <a:pt x="185356" y="140225"/>
                  <a:pt x="181364" y="140540"/>
                  <a:pt x="177123" y="140540"/>
                </a:cubicBezTo>
                <a:cubicBezTo>
                  <a:pt x="169768" y="140540"/>
                  <a:pt x="163324" y="139512"/>
                  <a:pt x="157792" y="137455"/>
                </a:cubicBezTo>
                <a:cubicBezTo>
                  <a:pt x="152259" y="135399"/>
                  <a:pt x="147604" y="132348"/>
                  <a:pt x="143827" y="128302"/>
                </a:cubicBezTo>
                <a:cubicBezTo>
                  <a:pt x="140050" y="124256"/>
                  <a:pt x="137201" y="119182"/>
                  <a:pt x="135279" y="113080"/>
                </a:cubicBezTo>
                <a:cubicBezTo>
                  <a:pt x="133358" y="106977"/>
                  <a:pt x="132397" y="99880"/>
                  <a:pt x="132397" y="91788"/>
                </a:cubicBezTo>
                <a:cubicBezTo>
                  <a:pt x="132397" y="84094"/>
                  <a:pt x="133391" y="77179"/>
                  <a:pt x="135379" y="71043"/>
                </a:cubicBezTo>
                <a:cubicBezTo>
                  <a:pt x="137367" y="64908"/>
                  <a:pt x="140232" y="59701"/>
                  <a:pt x="143976" y="55423"/>
                </a:cubicBezTo>
                <a:cubicBezTo>
                  <a:pt x="147720" y="51145"/>
                  <a:pt x="152242" y="47862"/>
                  <a:pt x="157543" y="45574"/>
                </a:cubicBezTo>
                <a:cubicBezTo>
                  <a:pt x="162844" y="43286"/>
                  <a:pt x="168774" y="42142"/>
                  <a:pt x="175334" y="42142"/>
                </a:cubicBezTo>
                <a:cubicBezTo>
                  <a:pt x="182358" y="42142"/>
                  <a:pt x="188338" y="43268"/>
                  <a:pt x="193274" y="45521"/>
                </a:cubicBezTo>
                <a:cubicBezTo>
                  <a:pt x="198211" y="47774"/>
                  <a:pt x="202269" y="50806"/>
                  <a:pt x="205450" y="54616"/>
                </a:cubicBezTo>
                <a:cubicBezTo>
                  <a:pt x="208630" y="58426"/>
                  <a:pt x="210966" y="62898"/>
                  <a:pt x="212457" y="68034"/>
                </a:cubicBezTo>
                <a:cubicBezTo>
                  <a:pt x="213948" y="73169"/>
                  <a:pt x="214693" y="78652"/>
                  <a:pt x="214693" y="84483"/>
                </a:cubicBezTo>
                <a:lnTo>
                  <a:pt x="214693" y="87465"/>
                </a:lnTo>
                <a:moveTo>
                  <a:pt x="198194" y="82594"/>
                </a:moveTo>
                <a:cubicBezTo>
                  <a:pt x="198393" y="73980"/>
                  <a:pt x="196488" y="67222"/>
                  <a:pt x="192479" y="62319"/>
                </a:cubicBezTo>
                <a:cubicBezTo>
                  <a:pt x="188470" y="57415"/>
                  <a:pt x="182524" y="54964"/>
                  <a:pt x="174638" y="54964"/>
                </a:cubicBezTo>
                <a:cubicBezTo>
                  <a:pt x="170597" y="54964"/>
                  <a:pt x="167052" y="55726"/>
                  <a:pt x="164004" y="57250"/>
                </a:cubicBezTo>
                <a:cubicBezTo>
                  <a:pt x="160956" y="58774"/>
                  <a:pt x="158404" y="60795"/>
                  <a:pt x="156350" y="63312"/>
                </a:cubicBezTo>
                <a:cubicBezTo>
                  <a:pt x="154296" y="65830"/>
                  <a:pt x="152706" y="68762"/>
                  <a:pt x="151580" y="72109"/>
                </a:cubicBezTo>
                <a:cubicBezTo>
                  <a:pt x="150453" y="75455"/>
                  <a:pt x="149824" y="78950"/>
                  <a:pt x="149691" y="82594"/>
                </a:cubicBezTo>
                <a:lnTo>
                  <a:pt x="198194" y="82594"/>
                </a:lnTo>
                <a:close/>
                <a:moveTo>
                  <a:pt x="256130" y="136064"/>
                </a:moveTo>
                <a:cubicBezTo>
                  <a:pt x="256130" y="136594"/>
                  <a:pt x="255997" y="137042"/>
                  <a:pt x="255732" y="137409"/>
                </a:cubicBezTo>
                <a:cubicBezTo>
                  <a:pt x="255467" y="137773"/>
                  <a:pt x="255037" y="138088"/>
                  <a:pt x="254440" y="138353"/>
                </a:cubicBezTo>
                <a:cubicBezTo>
                  <a:pt x="253844" y="138618"/>
                  <a:pt x="253016" y="138817"/>
                  <a:pt x="251955" y="138949"/>
                </a:cubicBezTo>
                <a:cubicBezTo>
                  <a:pt x="250895" y="139082"/>
                  <a:pt x="249537" y="139148"/>
                  <a:pt x="247880" y="139148"/>
                </a:cubicBezTo>
                <a:cubicBezTo>
                  <a:pt x="246290" y="139148"/>
                  <a:pt x="244965" y="139082"/>
                  <a:pt x="243905" y="138949"/>
                </a:cubicBezTo>
                <a:cubicBezTo>
                  <a:pt x="242845" y="138817"/>
                  <a:pt x="242000" y="138618"/>
                  <a:pt x="241370" y="138353"/>
                </a:cubicBezTo>
                <a:cubicBezTo>
                  <a:pt x="240741" y="138088"/>
                  <a:pt x="240310" y="137773"/>
                  <a:pt x="240078" y="137409"/>
                </a:cubicBezTo>
                <a:cubicBezTo>
                  <a:pt x="239846" y="137042"/>
                  <a:pt x="239730" y="136594"/>
                  <a:pt x="239730" y="136064"/>
                </a:cubicBezTo>
                <a:lnTo>
                  <a:pt x="239730" y="3184"/>
                </a:lnTo>
                <a:cubicBezTo>
                  <a:pt x="239730" y="2654"/>
                  <a:pt x="239846" y="2190"/>
                  <a:pt x="240078" y="1792"/>
                </a:cubicBezTo>
                <a:cubicBezTo>
                  <a:pt x="240310" y="1393"/>
                  <a:pt x="240741" y="1060"/>
                  <a:pt x="241370" y="795"/>
                </a:cubicBezTo>
                <a:cubicBezTo>
                  <a:pt x="242000" y="530"/>
                  <a:pt x="242845" y="331"/>
                  <a:pt x="243905" y="199"/>
                </a:cubicBezTo>
                <a:cubicBezTo>
                  <a:pt x="244965" y="66"/>
                  <a:pt x="246290" y="0"/>
                  <a:pt x="247880" y="0"/>
                </a:cubicBezTo>
                <a:cubicBezTo>
                  <a:pt x="249537" y="0"/>
                  <a:pt x="250895" y="66"/>
                  <a:pt x="251955" y="199"/>
                </a:cubicBezTo>
                <a:cubicBezTo>
                  <a:pt x="253016" y="331"/>
                  <a:pt x="253844" y="530"/>
                  <a:pt x="254440" y="795"/>
                </a:cubicBezTo>
                <a:cubicBezTo>
                  <a:pt x="255037" y="1060"/>
                  <a:pt x="255467" y="1393"/>
                  <a:pt x="255732" y="1792"/>
                </a:cubicBezTo>
                <a:cubicBezTo>
                  <a:pt x="255997" y="2190"/>
                  <a:pt x="256130" y="2654"/>
                  <a:pt x="256130" y="3184"/>
                </a:cubicBezTo>
                <a:lnTo>
                  <a:pt x="256130" y="136064"/>
                </a:lnTo>
                <a:close/>
                <a:moveTo>
                  <a:pt x="362364" y="136064"/>
                </a:moveTo>
                <a:cubicBezTo>
                  <a:pt x="362364" y="136594"/>
                  <a:pt x="362248" y="137059"/>
                  <a:pt x="362017" y="137459"/>
                </a:cubicBezTo>
                <a:cubicBezTo>
                  <a:pt x="361785" y="137856"/>
                  <a:pt x="361387" y="138171"/>
                  <a:pt x="360824" y="138403"/>
                </a:cubicBezTo>
                <a:cubicBezTo>
                  <a:pt x="360261" y="138635"/>
                  <a:pt x="359515" y="138817"/>
                  <a:pt x="358588" y="138949"/>
                </a:cubicBezTo>
                <a:cubicBezTo>
                  <a:pt x="357660" y="139082"/>
                  <a:pt x="356533" y="139148"/>
                  <a:pt x="355208" y="139148"/>
                </a:cubicBezTo>
                <a:cubicBezTo>
                  <a:pt x="353817" y="139148"/>
                  <a:pt x="352657" y="139082"/>
                  <a:pt x="351730" y="138949"/>
                </a:cubicBezTo>
                <a:cubicBezTo>
                  <a:pt x="350802" y="138819"/>
                  <a:pt x="350040" y="138639"/>
                  <a:pt x="349444" y="138409"/>
                </a:cubicBezTo>
                <a:cubicBezTo>
                  <a:pt x="348847" y="138177"/>
                  <a:pt x="348416" y="137863"/>
                  <a:pt x="348151" y="137468"/>
                </a:cubicBezTo>
                <a:cubicBezTo>
                  <a:pt x="347886" y="137072"/>
                  <a:pt x="347754" y="136612"/>
                  <a:pt x="347754" y="136086"/>
                </a:cubicBezTo>
                <a:lnTo>
                  <a:pt x="347754" y="124323"/>
                </a:lnTo>
                <a:cubicBezTo>
                  <a:pt x="343049" y="129430"/>
                  <a:pt x="338163" y="133409"/>
                  <a:pt x="333094" y="136263"/>
                </a:cubicBezTo>
                <a:cubicBezTo>
                  <a:pt x="328025" y="139114"/>
                  <a:pt x="322475" y="140540"/>
                  <a:pt x="316446" y="140540"/>
                </a:cubicBezTo>
                <a:cubicBezTo>
                  <a:pt x="309886" y="140540"/>
                  <a:pt x="304287" y="139263"/>
                  <a:pt x="299648" y="136710"/>
                </a:cubicBezTo>
                <a:cubicBezTo>
                  <a:pt x="295010" y="134157"/>
                  <a:pt x="291250" y="130708"/>
                  <a:pt x="288367" y="126364"/>
                </a:cubicBezTo>
                <a:cubicBezTo>
                  <a:pt x="285485" y="122018"/>
                  <a:pt x="283381" y="116910"/>
                  <a:pt x="282056" y="111042"/>
                </a:cubicBezTo>
                <a:cubicBezTo>
                  <a:pt x="280731" y="105172"/>
                  <a:pt x="280068" y="98986"/>
                  <a:pt x="280068" y="92484"/>
                </a:cubicBezTo>
                <a:cubicBezTo>
                  <a:pt x="280068" y="84791"/>
                  <a:pt x="280896" y="77844"/>
                  <a:pt x="282553" y="71643"/>
                </a:cubicBezTo>
                <a:cubicBezTo>
                  <a:pt x="284210" y="65441"/>
                  <a:pt x="286661" y="60152"/>
                  <a:pt x="289908" y="55774"/>
                </a:cubicBezTo>
                <a:cubicBezTo>
                  <a:pt x="293155" y="51395"/>
                  <a:pt x="297180" y="48028"/>
                  <a:pt x="301984" y="45674"/>
                </a:cubicBezTo>
                <a:cubicBezTo>
                  <a:pt x="306788" y="43319"/>
                  <a:pt x="312337" y="42142"/>
                  <a:pt x="318632" y="42142"/>
                </a:cubicBezTo>
                <a:cubicBezTo>
                  <a:pt x="323867" y="42142"/>
                  <a:pt x="328654" y="43286"/>
                  <a:pt x="332994" y="45574"/>
                </a:cubicBezTo>
                <a:cubicBezTo>
                  <a:pt x="337334" y="47862"/>
                  <a:pt x="341625" y="51228"/>
                  <a:pt x="345865" y="55672"/>
                </a:cubicBezTo>
                <a:lnTo>
                  <a:pt x="345865" y="3584"/>
                </a:lnTo>
                <a:cubicBezTo>
                  <a:pt x="345865" y="3120"/>
                  <a:pt x="345981" y="2673"/>
                  <a:pt x="346213" y="2243"/>
                </a:cubicBezTo>
                <a:cubicBezTo>
                  <a:pt x="346445" y="1810"/>
                  <a:pt x="346892" y="1477"/>
                  <a:pt x="347555" y="1246"/>
                </a:cubicBezTo>
                <a:cubicBezTo>
                  <a:pt x="348218" y="1012"/>
                  <a:pt x="349063" y="812"/>
                  <a:pt x="350090" y="646"/>
                </a:cubicBezTo>
                <a:cubicBezTo>
                  <a:pt x="351117" y="480"/>
                  <a:pt x="352425" y="398"/>
                  <a:pt x="354016" y="398"/>
                </a:cubicBezTo>
                <a:cubicBezTo>
                  <a:pt x="355672" y="398"/>
                  <a:pt x="357030" y="480"/>
                  <a:pt x="358091" y="646"/>
                </a:cubicBezTo>
                <a:cubicBezTo>
                  <a:pt x="359151" y="812"/>
                  <a:pt x="359979" y="1010"/>
                  <a:pt x="360575" y="1242"/>
                </a:cubicBezTo>
                <a:cubicBezTo>
                  <a:pt x="361172" y="1474"/>
                  <a:pt x="361619" y="1807"/>
                  <a:pt x="361917" y="2239"/>
                </a:cubicBezTo>
                <a:cubicBezTo>
                  <a:pt x="362215" y="2670"/>
                  <a:pt x="362364" y="3117"/>
                  <a:pt x="362364" y="3581"/>
                </a:cubicBezTo>
                <a:lnTo>
                  <a:pt x="362364" y="136064"/>
                </a:lnTo>
                <a:moveTo>
                  <a:pt x="345865" y="73183"/>
                </a:moveTo>
                <a:cubicBezTo>
                  <a:pt x="341426" y="67673"/>
                  <a:pt x="337136" y="63475"/>
                  <a:pt x="332994" y="60589"/>
                </a:cubicBezTo>
                <a:cubicBezTo>
                  <a:pt x="328853" y="57700"/>
                  <a:pt x="324529" y="56256"/>
                  <a:pt x="320024" y="56256"/>
                </a:cubicBezTo>
                <a:cubicBezTo>
                  <a:pt x="315849" y="56256"/>
                  <a:pt x="312304" y="57252"/>
                  <a:pt x="309389" y="59244"/>
                </a:cubicBezTo>
                <a:cubicBezTo>
                  <a:pt x="306473" y="61234"/>
                  <a:pt x="304104" y="63854"/>
                  <a:pt x="302282" y="67105"/>
                </a:cubicBezTo>
                <a:cubicBezTo>
                  <a:pt x="300460" y="70356"/>
                  <a:pt x="299135" y="74038"/>
                  <a:pt x="298307" y="78153"/>
                </a:cubicBezTo>
                <a:cubicBezTo>
                  <a:pt x="297478" y="82267"/>
                  <a:pt x="297064" y="86448"/>
                  <a:pt x="297064" y="90695"/>
                </a:cubicBezTo>
                <a:cubicBezTo>
                  <a:pt x="297064" y="95207"/>
                  <a:pt x="297412" y="99619"/>
                  <a:pt x="298108" y="103933"/>
                </a:cubicBezTo>
                <a:cubicBezTo>
                  <a:pt x="298804" y="108246"/>
                  <a:pt x="300013" y="112078"/>
                  <a:pt x="301736" y="115428"/>
                </a:cubicBezTo>
                <a:cubicBezTo>
                  <a:pt x="303458" y="118778"/>
                  <a:pt x="305744" y="121466"/>
                  <a:pt x="308594" y="123491"/>
                </a:cubicBezTo>
                <a:cubicBezTo>
                  <a:pt x="311443" y="125514"/>
                  <a:pt x="315021" y="126526"/>
                  <a:pt x="319328" y="126526"/>
                </a:cubicBezTo>
                <a:cubicBezTo>
                  <a:pt x="321514" y="126526"/>
                  <a:pt x="323618" y="126227"/>
                  <a:pt x="325639" y="125631"/>
                </a:cubicBezTo>
                <a:cubicBezTo>
                  <a:pt x="327660" y="125033"/>
                  <a:pt x="329731" y="124037"/>
                  <a:pt x="331851" y="122643"/>
                </a:cubicBezTo>
                <a:cubicBezTo>
                  <a:pt x="333972" y="121249"/>
                  <a:pt x="336191" y="119441"/>
                  <a:pt x="338510" y="117217"/>
                </a:cubicBezTo>
                <a:cubicBezTo>
                  <a:pt x="340830" y="114993"/>
                  <a:pt x="343281" y="112255"/>
                  <a:pt x="345865" y="109002"/>
                </a:cubicBezTo>
                <a:lnTo>
                  <a:pt x="345865" y="73183"/>
                </a:lnTo>
                <a:close/>
                <a:moveTo>
                  <a:pt x="534753" y="135968"/>
                </a:moveTo>
                <a:cubicBezTo>
                  <a:pt x="534753" y="136498"/>
                  <a:pt x="534620" y="136962"/>
                  <a:pt x="534355" y="137359"/>
                </a:cubicBezTo>
                <a:cubicBezTo>
                  <a:pt x="534090" y="137757"/>
                  <a:pt x="533626" y="138072"/>
                  <a:pt x="532963" y="138303"/>
                </a:cubicBezTo>
                <a:cubicBezTo>
                  <a:pt x="532301" y="138535"/>
                  <a:pt x="531423" y="138734"/>
                  <a:pt x="530330" y="138900"/>
                </a:cubicBezTo>
                <a:cubicBezTo>
                  <a:pt x="529236" y="139065"/>
                  <a:pt x="527895" y="139148"/>
                  <a:pt x="526304" y="139148"/>
                </a:cubicBezTo>
                <a:cubicBezTo>
                  <a:pt x="524581" y="139148"/>
                  <a:pt x="523190" y="139065"/>
                  <a:pt x="522130" y="138900"/>
                </a:cubicBezTo>
                <a:cubicBezTo>
                  <a:pt x="521070" y="138734"/>
                  <a:pt x="520208" y="138535"/>
                  <a:pt x="519546" y="138303"/>
                </a:cubicBezTo>
                <a:cubicBezTo>
                  <a:pt x="518883" y="138072"/>
                  <a:pt x="518419" y="137757"/>
                  <a:pt x="518154" y="137359"/>
                </a:cubicBezTo>
                <a:cubicBezTo>
                  <a:pt x="517889" y="136962"/>
                  <a:pt x="517757" y="136498"/>
                  <a:pt x="517757" y="135968"/>
                </a:cubicBezTo>
                <a:lnTo>
                  <a:pt x="517757" y="78917"/>
                </a:lnTo>
                <a:lnTo>
                  <a:pt x="459215" y="78917"/>
                </a:lnTo>
                <a:lnTo>
                  <a:pt x="459215" y="135968"/>
                </a:lnTo>
                <a:cubicBezTo>
                  <a:pt x="459215" y="136498"/>
                  <a:pt x="459082" y="136962"/>
                  <a:pt x="458817" y="137359"/>
                </a:cubicBezTo>
                <a:cubicBezTo>
                  <a:pt x="458552" y="137757"/>
                  <a:pt x="458088" y="138072"/>
                  <a:pt x="457426" y="138303"/>
                </a:cubicBezTo>
                <a:cubicBezTo>
                  <a:pt x="456763" y="138535"/>
                  <a:pt x="455885" y="138734"/>
                  <a:pt x="454792" y="138900"/>
                </a:cubicBezTo>
                <a:cubicBezTo>
                  <a:pt x="453699" y="139065"/>
                  <a:pt x="452324" y="139148"/>
                  <a:pt x="450667" y="139148"/>
                </a:cubicBezTo>
                <a:cubicBezTo>
                  <a:pt x="449077" y="139148"/>
                  <a:pt x="447719" y="139065"/>
                  <a:pt x="446592" y="138900"/>
                </a:cubicBezTo>
                <a:cubicBezTo>
                  <a:pt x="445466" y="138734"/>
                  <a:pt x="444571" y="138535"/>
                  <a:pt x="443909" y="138303"/>
                </a:cubicBezTo>
                <a:cubicBezTo>
                  <a:pt x="443246" y="138072"/>
                  <a:pt x="442782" y="137757"/>
                  <a:pt x="442517" y="137359"/>
                </a:cubicBezTo>
                <a:cubicBezTo>
                  <a:pt x="442252" y="136962"/>
                  <a:pt x="442120" y="136498"/>
                  <a:pt x="442120" y="135968"/>
                </a:cubicBezTo>
                <a:lnTo>
                  <a:pt x="442120" y="12523"/>
                </a:lnTo>
                <a:cubicBezTo>
                  <a:pt x="442120" y="11993"/>
                  <a:pt x="442252" y="11529"/>
                  <a:pt x="442517" y="11132"/>
                </a:cubicBezTo>
                <a:cubicBezTo>
                  <a:pt x="442782" y="10734"/>
                  <a:pt x="443246" y="10420"/>
                  <a:pt x="443909" y="10188"/>
                </a:cubicBezTo>
                <a:cubicBezTo>
                  <a:pt x="444571" y="9956"/>
                  <a:pt x="445466" y="9757"/>
                  <a:pt x="446592" y="9591"/>
                </a:cubicBezTo>
                <a:cubicBezTo>
                  <a:pt x="447719" y="9426"/>
                  <a:pt x="449077" y="9343"/>
                  <a:pt x="450667" y="9343"/>
                </a:cubicBezTo>
                <a:cubicBezTo>
                  <a:pt x="452324" y="9343"/>
                  <a:pt x="453699" y="9426"/>
                  <a:pt x="454792" y="9591"/>
                </a:cubicBezTo>
                <a:cubicBezTo>
                  <a:pt x="455885" y="9757"/>
                  <a:pt x="456763" y="9956"/>
                  <a:pt x="457426" y="10188"/>
                </a:cubicBezTo>
                <a:cubicBezTo>
                  <a:pt x="458088" y="10420"/>
                  <a:pt x="458552" y="10734"/>
                  <a:pt x="458817" y="11132"/>
                </a:cubicBezTo>
                <a:cubicBezTo>
                  <a:pt x="459082" y="11529"/>
                  <a:pt x="459215" y="11993"/>
                  <a:pt x="459215" y="12523"/>
                </a:cubicBezTo>
                <a:lnTo>
                  <a:pt x="459215" y="64008"/>
                </a:lnTo>
                <a:lnTo>
                  <a:pt x="517757" y="64008"/>
                </a:lnTo>
                <a:lnTo>
                  <a:pt x="517757" y="12523"/>
                </a:lnTo>
                <a:cubicBezTo>
                  <a:pt x="517757" y="11993"/>
                  <a:pt x="517889" y="11529"/>
                  <a:pt x="518154" y="11132"/>
                </a:cubicBezTo>
                <a:cubicBezTo>
                  <a:pt x="518419" y="10734"/>
                  <a:pt x="518883" y="10420"/>
                  <a:pt x="519546" y="10188"/>
                </a:cubicBezTo>
                <a:cubicBezTo>
                  <a:pt x="520208" y="9956"/>
                  <a:pt x="521070" y="9757"/>
                  <a:pt x="522130" y="9591"/>
                </a:cubicBezTo>
                <a:cubicBezTo>
                  <a:pt x="523190" y="9426"/>
                  <a:pt x="524581" y="9343"/>
                  <a:pt x="526304" y="9343"/>
                </a:cubicBezTo>
                <a:cubicBezTo>
                  <a:pt x="527895" y="9343"/>
                  <a:pt x="529236" y="9426"/>
                  <a:pt x="530330" y="9591"/>
                </a:cubicBezTo>
                <a:cubicBezTo>
                  <a:pt x="531423" y="9757"/>
                  <a:pt x="532301" y="9956"/>
                  <a:pt x="532963" y="10188"/>
                </a:cubicBezTo>
                <a:cubicBezTo>
                  <a:pt x="533626" y="10420"/>
                  <a:pt x="534090" y="10734"/>
                  <a:pt x="534355" y="11132"/>
                </a:cubicBezTo>
                <a:cubicBezTo>
                  <a:pt x="534620" y="11529"/>
                  <a:pt x="534753" y="11993"/>
                  <a:pt x="534753" y="12523"/>
                </a:cubicBezTo>
                <a:lnTo>
                  <a:pt x="534753" y="135968"/>
                </a:lnTo>
                <a:close/>
                <a:moveTo>
                  <a:pt x="633822" y="136167"/>
                </a:moveTo>
                <a:cubicBezTo>
                  <a:pt x="633822" y="136962"/>
                  <a:pt x="633556" y="137558"/>
                  <a:pt x="633026" y="137956"/>
                </a:cubicBezTo>
                <a:cubicBezTo>
                  <a:pt x="632496" y="138353"/>
                  <a:pt x="631767" y="138651"/>
                  <a:pt x="630840" y="138850"/>
                </a:cubicBezTo>
                <a:cubicBezTo>
                  <a:pt x="629912" y="139049"/>
                  <a:pt x="628554" y="139148"/>
                  <a:pt x="626765" y="139148"/>
                </a:cubicBezTo>
                <a:cubicBezTo>
                  <a:pt x="625042" y="139148"/>
                  <a:pt x="623667" y="139049"/>
                  <a:pt x="622640" y="138850"/>
                </a:cubicBezTo>
                <a:cubicBezTo>
                  <a:pt x="621613" y="138651"/>
                  <a:pt x="620867" y="138353"/>
                  <a:pt x="620404" y="137956"/>
                </a:cubicBezTo>
                <a:cubicBezTo>
                  <a:pt x="619940" y="137558"/>
                  <a:pt x="619708" y="136962"/>
                  <a:pt x="619708" y="136167"/>
                </a:cubicBezTo>
                <a:lnTo>
                  <a:pt x="619708" y="127221"/>
                </a:lnTo>
                <a:cubicBezTo>
                  <a:pt x="615799" y="131396"/>
                  <a:pt x="611442" y="134659"/>
                  <a:pt x="606638" y="137011"/>
                </a:cubicBezTo>
                <a:cubicBezTo>
                  <a:pt x="601834" y="139364"/>
                  <a:pt x="596748" y="140540"/>
                  <a:pt x="591381" y="140540"/>
                </a:cubicBezTo>
                <a:cubicBezTo>
                  <a:pt x="586677" y="140540"/>
                  <a:pt x="582420" y="139925"/>
                  <a:pt x="578609" y="138695"/>
                </a:cubicBezTo>
                <a:cubicBezTo>
                  <a:pt x="574799" y="137465"/>
                  <a:pt x="571553" y="135686"/>
                  <a:pt x="568869" y="133359"/>
                </a:cubicBezTo>
                <a:cubicBezTo>
                  <a:pt x="566186" y="131031"/>
                  <a:pt x="564098" y="128173"/>
                  <a:pt x="562607" y="124783"/>
                </a:cubicBezTo>
                <a:cubicBezTo>
                  <a:pt x="561117" y="121391"/>
                  <a:pt x="560371" y="117534"/>
                  <a:pt x="560371" y="113210"/>
                </a:cubicBezTo>
                <a:cubicBezTo>
                  <a:pt x="560371" y="108158"/>
                  <a:pt x="561398" y="103770"/>
                  <a:pt x="563452" y="100047"/>
                </a:cubicBezTo>
                <a:cubicBezTo>
                  <a:pt x="565506" y="96322"/>
                  <a:pt x="568455" y="93229"/>
                  <a:pt x="572298" y="90769"/>
                </a:cubicBezTo>
                <a:cubicBezTo>
                  <a:pt x="576141" y="88309"/>
                  <a:pt x="580846" y="86464"/>
                  <a:pt x="586412" y="85235"/>
                </a:cubicBezTo>
                <a:cubicBezTo>
                  <a:pt x="591978" y="84005"/>
                  <a:pt x="598239" y="83390"/>
                  <a:pt x="605197" y="83390"/>
                </a:cubicBezTo>
                <a:lnTo>
                  <a:pt x="617521" y="83390"/>
                </a:lnTo>
                <a:lnTo>
                  <a:pt x="617521" y="76457"/>
                </a:lnTo>
                <a:cubicBezTo>
                  <a:pt x="617521" y="73024"/>
                  <a:pt x="617157" y="69987"/>
                  <a:pt x="616428" y="67347"/>
                </a:cubicBezTo>
                <a:cubicBezTo>
                  <a:pt x="615699" y="64705"/>
                  <a:pt x="614523" y="62509"/>
                  <a:pt x="612900" y="60759"/>
                </a:cubicBezTo>
                <a:cubicBezTo>
                  <a:pt x="611276" y="59010"/>
                  <a:pt x="609172" y="57690"/>
                  <a:pt x="606588" y="56799"/>
                </a:cubicBezTo>
                <a:cubicBezTo>
                  <a:pt x="604004" y="55907"/>
                  <a:pt x="600824" y="55461"/>
                  <a:pt x="597047" y="55461"/>
                </a:cubicBezTo>
                <a:cubicBezTo>
                  <a:pt x="593005" y="55461"/>
                  <a:pt x="589377" y="55936"/>
                  <a:pt x="586163" y="56886"/>
                </a:cubicBezTo>
                <a:cubicBezTo>
                  <a:pt x="582950" y="57837"/>
                  <a:pt x="580133" y="58885"/>
                  <a:pt x="577715" y="60033"/>
                </a:cubicBezTo>
                <a:cubicBezTo>
                  <a:pt x="575296" y="61180"/>
                  <a:pt x="573275" y="62228"/>
                  <a:pt x="571652" y="63179"/>
                </a:cubicBezTo>
                <a:cubicBezTo>
                  <a:pt x="570029" y="64129"/>
                  <a:pt x="568819" y="64605"/>
                  <a:pt x="568024" y="64605"/>
                </a:cubicBezTo>
                <a:cubicBezTo>
                  <a:pt x="567494" y="64605"/>
                  <a:pt x="567030" y="64472"/>
                  <a:pt x="566633" y="64207"/>
                </a:cubicBezTo>
                <a:cubicBezTo>
                  <a:pt x="566235" y="63942"/>
                  <a:pt x="565887" y="63544"/>
                  <a:pt x="565589" y="63014"/>
                </a:cubicBezTo>
                <a:cubicBezTo>
                  <a:pt x="565291" y="62484"/>
                  <a:pt x="565076" y="61805"/>
                  <a:pt x="564943" y="60977"/>
                </a:cubicBezTo>
                <a:cubicBezTo>
                  <a:pt x="564811" y="60148"/>
                  <a:pt x="564744" y="59237"/>
                  <a:pt x="564744" y="58243"/>
                </a:cubicBezTo>
                <a:cubicBezTo>
                  <a:pt x="564744" y="56587"/>
                  <a:pt x="564860" y="55278"/>
                  <a:pt x="565092" y="54318"/>
                </a:cubicBezTo>
                <a:cubicBezTo>
                  <a:pt x="565324" y="53357"/>
                  <a:pt x="565887" y="52446"/>
                  <a:pt x="566782" y="51584"/>
                </a:cubicBezTo>
                <a:cubicBezTo>
                  <a:pt x="567676" y="50723"/>
                  <a:pt x="569217" y="49720"/>
                  <a:pt x="571404" y="48575"/>
                </a:cubicBezTo>
                <a:cubicBezTo>
                  <a:pt x="573590" y="47427"/>
                  <a:pt x="576108" y="46380"/>
                  <a:pt x="578957" y="45431"/>
                </a:cubicBezTo>
                <a:cubicBezTo>
                  <a:pt x="581807" y="44483"/>
                  <a:pt x="584921" y="43698"/>
                  <a:pt x="588300" y="43077"/>
                </a:cubicBezTo>
                <a:cubicBezTo>
                  <a:pt x="591679" y="42454"/>
                  <a:pt x="595092" y="42142"/>
                  <a:pt x="598538" y="42142"/>
                </a:cubicBezTo>
                <a:cubicBezTo>
                  <a:pt x="604965" y="42142"/>
                  <a:pt x="610431" y="42871"/>
                  <a:pt x="614937" y="44329"/>
                </a:cubicBezTo>
                <a:cubicBezTo>
                  <a:pt x="619443" y="45786"/>
                  <a:pt x="623087" y="47923"/>
                  <a:pt x="625870" y="50739"/>
                </a:cubicBezTo>
                <a:cubicBezTo>
                  <a:pt x="628653" y="53556"/>
                  <a:pt x="630674" y="57051"/>
                  <a:pt x="631933" y="61225"/>
                </a:cubicBezTo>
                <a:cubicBezTo>
                  <a:pt x="633192" y="65400"/>
                  <a:pt x="633822" y="70270"/>
                  <a:pt x="633822" y="75836"/>
                </a:cubicBezTo>
                <a:lnTo>
                  <a:pt x="633822" y="136167"/>
                </a:lnTo>
                <a:moveTo>
                  <a:pt x="617521" y="95217"/>
                </a:moveTo>
                <a:lnTo>
                  <a:pt x="603507" y="95217"/>
                </a:lnTo>
                <a:cubicBezTo>
                  <a:pt x="599001" y="95217"/>
                  <a:pt x="595092" y="95601"/>
                  <a:pt x="591779" y="96369"/>
                </a:cubicBezTo>
                <a:cubicBezTo>
                  <a:pt x="588466" y="97136"/>
                  <a:pt x="585716" y="98268"/>
                  <a:pt x="583529" y="99767"/>
                </a:cubicBezTo>
                <a:cubicBezTo>
                  <a:pt x="581343" y="101267"/>
                  <a:pt x="579736" y="103067"/>
                  <a:pt x="578709" y="105169"/>
                </a:cubicBezTo>
                <a:cubicBezTo>
                  <a:pt x="577682" y="107268"/>
                  <a:pt x="577168" y="109685"/>
                  <a:pt x="577168" y="112418"/>
                </a:cubicBezTo>
                <a:cubicBezTo>
                  <a:pt x="577168" y="117085"/>
                  <a:pt x="578643" y="120802"/>
                  <a:pt x="581591" y="123569"/>
                </a:cubicBezTo>
                <a:cubicBezTo>
                  <a:pt x="584540" y="126335"/>
                  <a:pt x="588665" y="127718"/>
                  <a:pt x="593965" y="127718"/>
                </a:cubicBezTo>
                <a:cubicBezTo>
                  <a:pt x="598272" y="127718"/>
                  <a:pt x="602265" y="126619"/>
                  <a:pt x="605942" y="124420"/>
                </a:cubicBezTo>
                <a:cubicBezTo>
                  <a:pt x="609620" y="122219"/>
                  <a:pt x="613479" y="118852"/>
                  <a:pt x="617521" y="114319"/>
                </a:cubicBezTo>
                <a:lnTo>
                  <a:pt x="617521" y="95217"/>
                </a:lnTo>
                <a:close/>
                <a:moveTo>
                  <a:pt x="740965" y="136067"/>
                </a:moveTo>
                <a:cubicBezTo>
                  <a:pt x="740965" y="136597"/>
                  <a:pt x="740833" y="137044"/>
                  <a:pt x="740568" y="137409"/>
                </a:cubicBezTo>
                <a:cubicBezTo>
                  <a:pt x="740303" y="137773"/>
                  <a:pt x="739872" y="138088"/>
                  <a:pt x="739276" y="138353"/>
                </a:cubicBezTo>
                <a:cubicBezTo>
                  <a:pt x="738679" y="138618"/>
                  <a:pt x="737851" y="138817"/>
                  <a:pt x="736791" y="138949"/>
                </a:cubicBezTo>
                <a:cubicBezTo>
                  <a:pt x="735731" y="139082"/>
                  <a:pt x="734405" y="139148"/>
                  <a:pt x="732815" y="139148"/>
                </a:cubicBezTo>
                <a:cubicBezTo>
                  <a:pt x="731159" y="139148"/>
                  <a:pt x="729800" y="139082"/>
                  <a:pt x="728740" y="138949"/>
                </a:cubicBezTo>
                <a:cubicBezTo>
                  <a:pt x="727680" y="138817"/>
                  <a:pt x="726852" y="138618"/>
                  <a:pt x="726255" y="138353"/>
                </a:cubicBezTo>
                <a:cubicBezTo>
                  <a:pt x="725659" y="138088"/>
                  <a:pt x="725228" y="137773"/>
                  <a:pt x="724963" y="137409"/>
                </a:cubicBezTo>
                <a:cubicBezTo>
                  <a:pt x="724698" y="137044"/>
                  <a:pt x="724566" y="136597"/>
                  <a:pt x="724566" y="136067"/>
                </a:cubicBezTo>
                <a:lnTo>
                  <a:pt x="724566" y="83688"/>
                </a:lnTo>
                <a:cubicBezTo>
                  <a:pt x="724566" y="78586"/>
                  <a:pt x="724168" y="74477"/>
                  <a:pt x="723373" y="71363"/>
                </a:cubicBezTo>
                <a:cubicBezTo>
                  <a:pt x="722578" y="68249"/>
                  <a:pt x="721418" y="65565"/>
                  <a:pt x="719894" y="63312"/>
                </a:cubicBezTo>
                <a:cubicBezTo>
                  <a:pt x="718370" y="61060"/>
                  <a:pt x="716399" y="59337"/>
                  <a:pt x="713980" y="58144"/>
                </a:cubicBezTo>
                <a:cubicBezTo>
                  <a:pt x="711562" y="56951"/>
                  <a:pt x="708762" y="56355"/>
                  <a:pt x="705582" y="56355"/>
                </a:cubicBezTo>
                <a:cubicBezTo>
                  <a:pt x="701474" y="56355"/>
                  <a:pt x="697365" y="57813"/>
                  <a:pt x="693257" y="60728"/>
                </a:cubicBezTo>
                <a:cubicBezTo>
                  <a:pt x="689149" y="63644"/>
                  <a:pt x="684842" y="67918"/>
                  <a:pt x="680336" y="73550"/>
                </a:cubicBezTo>
                <a:lnTo>
                  <a:pt x="680336" y="136067"/>
                </a:lnTo>
                <a:cubicBezTo>
                  <a:pt x="680336" y="136597"/>
                  <a:pt x="680204" y="137044"/>
                  <a:pt x="679939" y="137409"/>
                </a:cubicBezTo>
                <a:cubicBezTo>
                  <a:pt x="679674" y="137773"/>
                  <a:pt x="679243" y="138088"/>
                  <a:pt x="678647" y="138353"/>
                </a:cubicBezTo>
                <a:cubicBezTo>
                  <a:pt x="678050" y="138618"/>
                  <a:pt x="677222" y="138817"/>
                  <a:pt x="676162" y="138949"/>
                </a:cubicBezTo>
                <a:cubicBezTo>
                  <a:pt x="675102" y="139082"/>
                  <a:pt x="673743" y="139148"/>
                  <a:pt x="672087" y="139148"/>
                </a:cubicBezTo>
                <a:cubicBezTo>
                  <a:pt x="670497" y="139148"/>
                  <a:pt x="669171" y="139082"/>
                  <a:pt x="668111" y="138949"/>
                </a:cubicBezTo>
                <a:cubicBezTo>
                  <a:pt x="667051" y="138817"/>
                  <a:pt x="666206" y="138618"/>
                  <a:pt x="665577" y="138353"/>
                </a:cubicBezTo>
                <a:cubicBezTo>
                  <a:pt x="664947" y="138088"/>
                  <a:pt x="664517" y="137773"/>
                  <a:pt x="664285" y="137409"/>
                </a:cubicBezTo>
                <a:cubicBezTo>
                  <a:pt x="664053" y="137044"/>
                  <a:pt x="663937" y="136597"/>
                  <a:pt x="663937" y="136067"/>
                </a:cubicBezTo>
                <a:lnTo>
                  <a:pt x="663937" y="46615"/>
                </a:lnTo>
                <a:cubicBezTo>
                  <a:pt x="663937" y="46085"/>
                  <a:pt x="664036" y="45637"/>
                  <a:pt x="664235" y="45273"/>
                </a:cubicBezTo>
                <a:cubicBezTo>
                  <a:pt x="664434" y="44908"/>
                  <a:pt x="664831" y="44577"/>
                  <a:pt x="665428" y="44279"/>
                </a:cubicBezTo>
                <a:cubicBezTo>
                  <a:pt x="666024" y="43981"/>
                  <a:pt x="666786" y="43782"/>
                  <a:pt x="667714" y="43683"/>
                </a:cubicBezTo>
                <a:cubicBezTo>
                  <a:pt x="668641" y="43583"/>
                  <a:pt x="669867" y="43534"/>
                  <a:pt x="671391" y="43534"/>
                </a:cubicBezTo>
                <a:cubicBezTo>
                  <a:pt x="672849" y="43534"/>
                  <a:pt x="674058" y="43583"/>
                  <a:pt x="675019" y="43683"/>
                </a:cubicBezTo>
                <a:cubicBezTo>
                  <a:pt x="675980" y="43782"/>
                  <a:pt x="676725" y="43981"/>
                  <a:pt x="677255" y="44279"/>
                </a:cubicBezTo>
                <a:cubicBezTo>
                  <a:pt x="677785" y="44577"/>
                  <a:pt x="678166" y="44908"/>
                  <a:pt x="678398" y="45273"/>
                </a:cubicBezTo>
                <a:cubicBezTo>
                  <a:pt x="678630" y="45637"/>
                  <a:pt x="678746" y="46085"/>
                  <a:pt x="678746" y="46615"/>
                </a:cubicBezTo>
                <a:lnTo>
                  <a:pt x="678746" y="58442"/>
                </a:lnTo>
                <a:cubicBezTo>
                  <a:pt x="683782" y="52810"/>
                  <a:pt x="688801" y="48685"/>
                  <a:pt x="693804" y="46068"/>
                </a:cubicBezTo>
                <a:cubicBezTo>
                  <a:pt x="698807" y="43451"/>
                  <a:pt x="703859" y="42142"/>
                  <a:pt x="708961" y="42142"/>
                </a:cubicBezTo>
                <a:cubicBezTo>
                  <a:pt x="714925" y="42142"/>
                  <a:pt x="719944" y="43153"/>
                  <a:pt x="724019" y="45173"/>
                </a:cubicBezTo>
                <a:cubicBezTo>
                  <a:pt x="728094" y="47194"/>
                  <a:pt x="731391" y="49895"/>
                  <a:pt x="733908" y="53274"/>
                </a:cubicBezTo>
                <a:cubicBezTo>
                  <a:pt x="736426" y="56653"/>
                  <a:pt x="738232" y="60612"/>
                  <a:pt x="739325" y="65151"/>
                </a:cubicBezTo>
                <a:cubicBezTo>
                  <a:pt x="740419" y="69690"/>
                  <a:pt x="740965" y="75140"/>
                  <a:pt x="740965" y="81501"/>
                </a:cubicBezTo>
                <a:lnTo>
                  <a:pt x="740965" y="136067"/>
                </a:lnTo>
                <a:close/>
                <a:moveTo>
                  <a:pt x="847434" y="136064"/>
                </a:moveTo>
                <a:cubicBezTo>
                  <a:pt x="847434" y="136594"/>
                  <a:pt x="847318" y="137059"/>
                  <a:pt x="847086" y="137459"/>
                </a:cubicBezTo>
                <a:cubicBezTo>
                  <a:pt x="846854" y="137856"/>
                  <a:pt x="846456" y="138171"/>
                  <a:pt x="845893" y="138403"/>
                </a:cubicBezTo>
                <a:cubicBezTo>
                  <a:pt x="845330" y="138635"/>
                  <a:pt x="844584" y="138817"/>
                  <a:pt x="843657" y="138949"/>
                </a:cubicBezTo>
                <a:cubicBezTo>
                  <a:pt x="842729" y="139082"/>
                  <a:pt x="841603" y="139148"/>
                  <a:pt x="840277" y="139148"/>
                </a:cubicBezTo>
                <a:cubicBezTo>
                  <a:pt x="838886" y="139148"/>
                  <a:pt x="837726" y="139082"/>
                  <a:pt x="836799" y="138949"/>
                </a:cubicBezTo>
                <a:cubicBezTo>
                  <a:pt x="835871" y="138819"/>
                  <a:pt x="835109" y="138639"/>
                  <a:pt x="834513" y="138409"/>
                </a:cubicBezTo>
                <a:cubicBezTo>
                  <a:pt x="833916" y="138177"/>
                  <a:pt x="833486" y="137863"/>
                  <a:pt x="833221" y="137468"/>
                </a:cubicBezTo>
                <a:cubicBezTo>
                  <a:pt x="832956" y="137072"/>
                  <a:pt x="832823" y="136612"/>
                  <a:pt x="832823" y="136086"/>
                </a:cubicBezTo>
                <a:lnTo>
                  <a:pt x="832823" y="124323"/>
                </a:lnTo>
                <a:cubicBezTo>
                  <a:pt x="828119" y="129430"/>
                  <a:pt x="823232" y="133409"/>
                  <a:pt x="818163" y="136263"/>
                </a:cubicBezTo>
                <a:cubicBezTo>
                  <a:pt x="813094" y="139114"/>
                  <a:pt x="807544" y="140540"/>
                  <a:pt x="801515" y="140540"/>
                </a:cubicBezTo>
                <a:cubicBezTo>
                  <a:pt x="794955" y="140540"/>
                  <a:pt x="789356" y="139263"/>
                  <a:pt x="784718" y="136710"/>
                </a:cubicBezTo>
                <a:cubicBezTo>
                  <a:pt x="780079" y="134157"/>
                  <a:pt x="776319" y="130708"/>
                  <a:pt x="773437" y="126364"/>
                </a:cubicBezTo>
                <a:cubicBezTo>
                  <a:pt x="770554" y="122018"/>
                  <a:pt x="768450" y="116910"/>
                  <a:pt x="767125" y="111042"/>
                </a:cubicBezTo>
                <a:cubicBezTo>
                  <a:pt x="765800" y="105172"/>
                  <a:pt x="765137" y="98986"/>
                  <a:pt x="765137" y="92484"/>
                </a:cubicBezTo>
                <a:cubicBezTo>
                  <a:pt x="765137" y="84791"/>
                  <a:pt x="765966" y="77844"/>
                  <a:pt x="767622" y="71643"/>
                </a:cubicBezTo>
                <a:cubicBezTo>
                  <a:pt x="769279" y="65441"/>
                  <a:pt x="771730" y="60152"/>
                  <a:pt x="774977" y="55774"/>
                </a:cubicBezTo>
                <a:cubicBezTo>
                  <a:pt x="778224" y="51395"/>
                  <a:pt x="782249" y="48028"/>
                  <a:pt x="787053" y="45674"/>
                </a:cubicBezTo>
                <a:cubicBezTo>
                  <a:pt x="791857" y="43319"/>
                  <a:pt x="797407" y="42142"/>
                  <a:pt x="803701" y="42142"/>
                </a:cubicBezTo>
                <a:cubicBezTo>
                  <a:pt x="808936" y="42142"/>
                  <a:pt x="813723" y="43286"/>
                  <a:pt x="818063" y="45574"/>
                </a:cubicBezTo>
                <a:cubicBezTo>
                  <a:pt x="822404" y="47862"/>
                  <a:pt x="826694" y="51228"/>
                  <a:pt x="830935" y="55672"/>
                </a:cubicBezTo>
                <a:lnTo>
                  <a:pt x="830935" y="3584"/>
                </a:lnTo>
                <a:cubicBezTo>
                  <a:pt x="830935" y="3120"/>
                  <a:pt x="831051" y="2673"/>
                  <a:pt x="831282" y="2243"/>
                </a:cubicBezTo>
                <a:cubicBezTo>
                  <a:pt x="831514" y="1810"/>
                  <a:pt x="831962" y="1477"/>
                  <a:pt x="832624" y="1246"/>
                </a:cubicBezTo>
                <a:cubicBezTo>
                  <a:pt x="833287" y="1012"/>
                  <a:pt x="834132" y="812"/>
                  <a:pt x="835159" y="646"/>
                </a:cubicBezTo>
                <a:cubicBezTo>
                  <a:pt x="836186" y="480"/>
                  <a:pt x="837494" y="398"/>
                  <a:pt x="839085" y="398"/>
                </a:cubicBezTo>
                <a:cubicBezTo>
                  <a:pt x="840741" y="398"/>
                  <a:pt x="842100" y="480"/>
                  <a:pt x="843160" y="646"/>
                </a:cubicBezTo>
                <a:cubicBezTo>
                  <a:pt x="844220" y="812"/>
                  <a:pt x="845048" y="1010"/>
                  <a:pt x="845645" y="1242"/>
                </a:cubicBezTo>
                <a:cubicBezTo>
                  <a:pt x="846241" y="1474"/>
                  <a:pt x="846688" y="1807"/>
                  <a:pt x="846986" y="2239"/>
                </a:cubicBezTo>
                <a:cubicBezTo>
                  <a:pt x="847285" y="2670"/>
                  <a:pt x="847434" y="3117"/>
                  <a:pt x="847434" y="3581"/>
                </a:cubicBezTo>
                <a:lnTo>
                  <a:pt x="847434" y="136064"/>
                </a:lnTo>
                <a:moveTo>
                  <a:pt x="830935" y="73183"/>
                </a:moveTo>
                <a:cubicBezTo>
                  <a:pt x="826495" y="67673"/>
                  <a:pt x="822205" y="63475"/>
                  <a:pt x="818063" y="60589"/>
                </a:cubicBezTo>
                <a:cubicBezTo>
                  <a:pt x="813922" y="57700"/>
                  <a:pt x="809599" y="56256"/>
                  <a:pt x="805093" y="56256"/>
                </a:cubicBezTo>
                <a:cubicBezTo>
                  <a:pt x="800918" y="56256"/>
                  <a:pt x="797373" y="57252"/>
                  <a:pt x="794458" y="59244"/>
                </a:cubicBezTo>
                <a:cubicBezTo>
                  <a:pt x="791542" y="61234"/>
                  <a:pt x="789174" y="63854"/>
                  <a:pt x="787351" y="67105"/>
                </a:cubicBezTo>
                <a:cubicBezTo>
                  <a:pt x="785529" y="70356"/>
                  <a:pt x="784204" y="74038"/>
                  <a:pt x="783376" y="78153"/>
                </a:cubicBezTo>
                <a:cubicBezTo>
                  <a:pt x="782547" y="82267"/>
                  <a:pt x="782133" y="86448"/>
                  <a:pt x="782133" y="90695"/>
                </a:cubicBezTo>
                <a:cubicBezTo>
                  <a:pt x="782133" y="95207"/>
                  <a:pt x="782481" y="99619"/>
                  <a:pt x="783177" y="103933"/>
                </a:cubicBezTo>
                <a:cubicBezTo>
                  <a:pt x="783873" y="108246"/>
                  <a:pt x="785082" y="112078"/>
                  <a:pt x="786805" y="115428"/>
                </a:cubicBezTo>
                <a:cubicBezTo>
                  <a:pt x="788528" y="118778"/>
                  <a:pt x="790814" y="121466"/>
                  <a:pt x="793663" y="123491"/>
                </a:cubicBezTo>
                <a:cubicBezTo>
                  <a:pt x="796512" y="125514"/>
                  <a:pt x="800090" y="126526"/>
                  <a:pt x="804397" y="126526"/>
                </a:cubicBezTo>
                <a:cubicBezTo>
                  <a:pt x="806584" y="126526"/>
                  <a:pt x="808687" y="126227"/>
                  <a:pt x="810708" y="125631"/>
                </a:cubicBezTo>
                <a:cubicBezTo>
                  <a:pt x="812729" y="125033"/>
                  <a:pt x="814800" y="124037"/>
                  <a:pt x="816920" y="122643"/>
                </a:cubicBezTo>
                <a:cubicBezTo>
                  <a:pt x="819041" y="121249"/>
                  <a:pt x="821261" y="119441"/>
                  <a:pt x="823580" y="117217"/>
                </a:cubicBezTo>
                <a:cubicBezTo>
                  <a:pt x="825899" y="114993"/>
                  <a:pt x="828350" y="112255"/>
                  <a:pt x="830935" y="109002"/>
                </a:cubicBezTo>
                <a:lnTo>
                  <a:pt x="830935" y="73183"/>
                </a:lnTo>
                <a:close/>
                <a:moveTo>
                  <a:pt x="894679" y="136064"/>
                </a:moveTo>
                <a:cubicBezTo>
                  <a:pt x="894679" y="136594"/>
                  <a:pt x="894547" y="137042"/>
                  <a:pt x="894282" y="137409"/>
                </a:cubicBezTo>
                <a:cubicBezTo>
                  <a:pt x="894017" y="137773"/>
                  <a:pt x="893586" y="138088"/>
                  <a:pt x="892990" y="138353"/>
                </a:cubicBezTo>
                <a:cubicBezTo>
                  <a:pt x="892393" y="138618"/>
                  <a:pt x="891565" y="138817"/>
                  <a:pt x="890505" y="138949"/>
                </a:cubicBezTo>
                <a:cubicBezTo>
                  <a:pt x="889445" y="139082"/>
                  <a:pt x="888086" y="139148"/>
                  <a:pt x="886430" y="139148"/>
                </a:cubicBezTo>
                <a:cubicBezTo>
                  <a:pt x="884840" y="139148"/>
                  <a:pt x="883514" y="139082"/>
                  <a:pt x="882454" y="138949"/>
                </a:cubicBezTo>
                <a:cubicBezTo>
                  <a:pt x="881394" y="138817"/>
                  <a:pt x="880549" y="138618"/>
                  <a:pt x="879920" y="138353"/>
                </a:cubicBezTo>
                <a:cubicBezTo>
                  <a:pt x="879290" y="138088"/>
                  <a:pt x="878860" y="137773"/>
                  <a:pt x="878628" y="137409"/>
                </a:cubicBezTo>
                <a:cubicBezTo>
                  <a:pt x="878396" y="137042"/>
                  <a:pt x="878280" y="136594"/>
                  <a:pt x="878280" y="136064"/>
                </a:cubicBezTo>
                <a:lnTo>
                  <a:pt x="878280" y="3184"/>
                </a:lnTo>
                <a:cubicBezTo>
                  <a:pt x="878280" y="2654"/>
                  <a:pt x="878396" y="2190"/>
                  <a:pt x="878628" y="1792"/>
                </a:cubicBezTo>
                <a:cubicBezTo>
                  <a:pt x="878860" y="1393"/>
                  <a:pt x="879290" y="1060"/>
                  <a:pt x="879920" y="795"/>
                </a:cubicBezTo>
                <a:cubicBezTo>
                  <a:pt x="880549" y="530"/>
                  <a:pt x="881394" y="331"/>
                  <a:pt x="882454" y="199"/>
                </a:cubicBezTo>
                <a:cubicBezTo>
                  <a:pt x="883514" y="66"/>
                  <a:pt x="884840" y="0"/>
                  <a:pt x="886430" y="0"/>
                </a:cubicBezTo>
                <a:cubicBezTo>
                  <a:pt x="888086" y="0"/>
                  <a:pt x="889445" y="66"/>
                  <a:pt x="890505" y="199"/>
                </a:cubicBezTo>
                <a:cubicBezTo>
                  <a:pt x="891565" y="331"/>
                  <a:pt x="892393" y="530"/>
                  <a:pt x="892990" y="795"/>
                </a:cubicBezTo>
                <a:cubicBezTo>
                  <a:pt x="893586" y="1060"/>
                  <a:pt x="894017" y="1393"/>
                  <a:pt x="894282" y="1792"/>
                </a:cubicBezTo>
                <a:cubicBezTo>
                  <a:pt x="894547" y="2190"/>
                  <a:pt x="894679" y="2654"/>
                  <a:pt x="894679" y="3184"/>
                </a:cubicBezTo>
                <a:lnTo>
                  <a:pt x="894679" y="136064"/>
                </a:lnTo>
                <a:close/>
                <a:moveTo>
                  <a:pt x="1000819" y="87465"/>
                </a:moveTo>
                <a:cubicBezTo>
                  <a:pt x="1000819" y="90049"/>
                  <a:pt x="1000173" y="91888"/>
                  <a:pt x="998881" y="92981"/>
                </a:cubicBezTo>
                <a:cubicBezTo>
                  <a:pt x="997589" y="94074"/>
                  <a:pt x="996115" y="94621"/>
                  <a:pt x="994458" y="94621"/>
                </a:cubicBezTo>
                <a:lnTo>
                  <a:pt x="935817" y="94621"/>
                </a:lnTo>
                <a:cubicBezTo>
                  <a:pt x="935817" y="99605"/>
                  <a:pt x="936314" y="104091"/>
                  <a:pt x="937308" y="108079"/>
                </a:cubicBezTo>
                <a:cubicBezTo>
                  <a:pt x="938302" y="112067"/>
                  <a:pt x="939958" y="115490"/>
                  <a:pt x="942278" y="118347"/>
                </a:cubicBezTo>
                <a:cubicBezTo>
                  <a:pt x="944597" y="121205"/>
                  <a:pt x="947612" y="123399"/>
                  <a:pt x="951322" y="124929"/>
                </a:cubicBezTo>
                <a:cubicBezTo>
                  <a:pt x="955033" y="126457"/>
                  <a:pt x="959572" y="127221"/>
                  <a:pt x="964939" y="127221"/>
                </a:cubicBezTo>
                <a:cubicBezTo>
                  <a:pt x="969180" y="127221"/>
                  <a:pt x="972956" y="126873"/>
                  <a:pt x="976270" y="126178"/>
                </a:cubicBezTo>
                <a:cubicBezTo>
                  <a:pt x="979583" y="125482"/>
                  <a:pt x="982448" y="124703"/>
                  <a:pt x="984867" y="123842"/>
                </a:cubicBezTo>
                <a:cubicBezTo>
                  <a:pt x="987285" y="122981"/>
                  <a:pt x="989273" y="122202"/>
                  <a:pt x="990830" y="121506"/>
                </a:cubicBezTo>
                <a:cubicBezTo>
                  <a:pt x="992388" y="120811"/>
                  <a:pt x="993564" y="120463"/>
                  <a:pt x="994359" y="120463"/>
                </a:cubicBezTo>
                <a:cubicBezTo>
                  <a:pt x="994823" y="120463"/>
                  <a:pt x="995237" y="120579"/>
                  <a:pt x="995601" y="120811"/>
                </a:cubicBezTo>
                <a:cubicBezTo>
                  <a:pt x="995966" y="121042"/>
                  <a:pt x="996247" y="121390"/>
                  <a:pt x="996446" y="121854"/>
                </a:cubicBezTo>
                <a:cubicBezTo>
                  <a:pt x="996645" y="122318"/>
                  <a:pt x="996794" y="122964"/>
                  <a:pt x="996893" y="123792"/>
                </a:cubicBezTo>
                <a:cubicBezTo>
                  <a:pt x="996993" y="124621"/>
                  <a:pt x="997042" y="125631"/>
                  <a:pt x="997042" y="126824"/>
                </a:cubicBezTo>
                <a:cubicBezTo>
                  <a:pt x="997042" y="127685"/>
                  <a:pt x="997009" y="128431"/>
                  <a:pt x="996943" y="129060"/>
                </a:cubicBezTo>
                <a:cubicBezTo>
                  <a:pt x="996877" y="129689"/>
                  <a:pt x="996794" y="130253"/>
                  <a:pt x="996694" y="130750"/>
                </a:cubicBezTo>
                <a:cubicBezTo>
                  <a:pt x="996595" y="131247"/>
                  <a:pt x="996429" y="131694"/>
                  <a:pt x="996198" y="132091"/>
                </a:cubicBezTo>
                <a:cubicBezTo>
                  <a:pt x="995966" y="132489"/>
                  <a:pt x="995667" y="132870"/>
                  <a:pt x="995303" y="133234"/>
                </a:cubicBezTo>
                <a:cubicBezTo>
                  <a:pt x="994939" y="133599"/>
                  <a:pt x="993862" y="134195"/>
                  <a:pt x="992073" y="135024"/>
                </a:cubicBezTo>
                <a:cubicBezTo>
                  <a:pt x="990284" y="135852"/>
                  <a:pt x="987965" y="136663"/>
                  <a:pt x="985115" y="137459"/>
                </a:cubicBezTo>
                <a:cubicBezTo>
                  <a:pt x="982266" y="138254"/>
                  <a:pt x="978970" y="138966"/>
                  <a:pt x="975226" y="139596"/>
                </a:cubicBezTo>
                <a:cubicBezTo>
                  <a:pt x="971482" y="140225"/>
                  <a:pt x="967490" y="140540"/>
                  <a:pt x="963249" y="140540"/>
                </a:cubicBezTo>
                <a:cubicBezTo>
                  <a:pt x="955894" y="140540"/>
                  <a:pt x="949450" y="139512"/>
                  <a:pt x="943918" y="137455"/>
                </a:cubicBezTo>
                <a:cubicBezTo>
                  <a:pt x="938385" y="135399"/>
                  <a:pt x="933730" y="132348"/>
                  <a:pt x="929953" y="128302"/>
                </a:cubicBezTo>
                <a:cubicBezTo>
                  <a:pt x="926176" y="124256"/>
                  <a:pt x="923327" y="119182"/>
                  <a:pt x="921405" y="113080"/>
                </a:cubicBezTo>
                <a:cubicBezTo>
                  <a:pt x="919484" y="106977"/>
                  <a:pt x="918523" y="99880"/>
                  <a:pt x="918523" y="91788"/>
                </a:cubicBezTo>
                <a:cubicBezTo>
                  <a:pt x="918523" y="84094"/>
                  <a:pt x="919517" y="77179"/>
                  <a:pt x="921505" y="71043"/>
                </a:cubicBezTo>
                <a:cubicBezTo>
                  <a:pt x="923493" y="64908"/>
                  <a:pt x="926358" y="59701"/>
                  <a:pt x="930102" y="55423"/>
                </a:cubicBezTo>
                <a:cubicBezTo>
                  <a:pt x="933846" y="51145"/>
                  <a:pt x="938368" y="47862"/>
                  <a:pt x="943669" y="45574"/>
                </a:cubicBezTo>
                <a:cubicBezTo>
                  <a:pt x="948970" y="43286"/>
                  <a:pt x="954900" y="42142"/>
                  <a:pt x="961460" y="42142"/>
                </a:cubicBezTo>
                <a:cubicBezTo>
                  <a:pt x="968484" y="42142"/>
                  <a:pt x="974464" y="43268"/>
                  <a:pt x="979400" y="45521"/>
                </a:cubicBezTo>
                <a:cubicBezTo>
                  <a:pt x="984337" y="47774"/>
                  <a:pt x="988395" y="50806"/>
                  <a:pt x="991576" y="54616"/>
                </a:cubicBezTo>
                <a:cubicBezTo>
                  <a:pt x="994756" y="58426"/>
                  <a:pt x="997092" y="62898"/>
                  <a:pt x="998583" y="68034"/>
                </a:cubicBezTo>
                <a:cubicBezTo>
                  <a:pt x="1000074" y="73169"/>
                  <a:pt x="1000819" y="78652"/>
                  <a:pt x="1000819" y="84483"/>
                </a:cubicBezTo>
                <a:lnTo>
                  <a:pt x="1000819" y="87465"/>
                </a:lnTo>
                <a:moveTo>
                  <a:pt x="984320" y="82594"/>
                </a:moveTo>
                <a:cubicBezTo>
                  <a:pt x="984519" y="73980"/>
                  <a:pt x="982614" y="67222"/>
                  <a:pt x="978605" y="62319"/>
                </a:cubicBezTo>
                <a:cubicBezTo>
                  <a:pt x="974596" y="57415"/>
                  <a:pt x="968649" y="54964"/>
                  <a:pt x="960764" y="54964"/>
                </a:cubicBezTo>
                <a:cubicBezTo>
                  <a:pt x="956722" y="54964"/>
                  <a:pt x="953178" y="55726"/>
                  <a:pt x="950130" y="57250"/>
                </a:cubicBezTo>
                <a:cubicBezTo>
                  <a:pt x="947082" y="58774"/>
                  <a:pt x="944530" y="60795"/>
                  <a:pt x="942476" y="63312"/>
                </a:cubicBezTo>
                <a:cubicBezTo>
                  <a:pt x="940422" y="65830"/>
                  <a:pt x="938832" y="68762"/>
                  <a:pt x="937706" y="72109"/>
                </a:cubicBezTo>
                <a:cubicBezTo>
                  <a:pt x="936579" y="75455"/>
                  <a:pt x="935950" y="78950"/>
                  <a:pt x="935817" y="82594"/>
                </a:cubicBezTo>
                <a:lnTo>
                  <a:pt x="984320" y="82594"/>
                </a:lnTo>
                <a:close/>
                <a:moveTo>
                  <a:pt x="1078136" y="52479"/>
                </a:moveTo>
                <a:cubicBezTo>
                  <a:pt x="1078136" y="53937"/>
                  <a:pt x="1078103" y="55162"/>
                  <a:pt x="1078037" y="56156"/>
                </a:cubicBezTo>
                <a:cubicBezTo>
                  <a:pt x="1077970" y="57150"/>
                  <a:pt x="1077838" y="57929"/>
                  <a:pt x="1077639" y="58492"/>
                </a:cubicBezTo>
                <a:cubicBezTo>
                  <a:pt x="1077440" y="59055"/>
                  <a:pt x="1077192" y="59486"/>
                  <a:pt x="1076894" y="59784"/>
                </a:cubicBezTo>
                <a:cubicBezTo>
                  <a:pt x="1076595" y="60082"/>
                  <a:pt x="1076181" y="60231"/>
                  <a:pt x="1075651" y="60231"/>
                </a:cubicBezTo>
                <a:cubicBezTo>
                  <a:pt x="1075121" y="60231"/>
                  <a:pt x="1074475" y="60082"/>
                  <a:pt x="1073713" y="59784"/>
                </a:cubicBezTo>
                <a:cubicBezTo>
                  <a:pt x="1072951" y="59486"/>
                  <a:pt x="1072090" y="59188"/>
                  <a:pt x="1071129" y="58890"/>
                </a:cubicBezTo>
                <a:cubicBezTo>
                  <a:pt x="1070168" y="58591"/>
                  <a:pt x="1069091" y="58310"/>
                  <a:pt x="1067899" y="58045"/>
                </a:cubicBezTo>
                <a:cubicBezTo>
                  <a:pt x="1066706" y="57780"/>
                  <a:pt x="1065414" y="57647"/>
                  <a:pt x="1064022" y="57647"/>
                </a:cubicBezTo>
                <a:cubicBezTo>
                  <a:pt x="1062366" y="57647"/>
                  <a:pt x="1060742" y="57978"/>
                  <a:pt x="1059152" y="58641"/>
                </a:cubicBezTo>
                <a:cubicBezTo>
                  <a:pt x="1057562" y="59304"/>
                  <a:pt x="1055889" y="60397"/>
                  <a:pt x="1054133" y="61921"/>
                </a:cubicBezTo>
                <a:cubicBezTo>
                  <a:pt x="1052377" y="63445"/>
                  <a:pt x="1050538" y="65466"/>
                  <a:pt x="1048617" y="67984"/>
                </a:cubicBezTo>
                <a:cubicBezTo>
                  <a:pt x="1046695" y="70502"/>
                  <a:pt x="1044575" y="73583"/>
                  <a:pt x="1042256" y="77227"/>
                </a:cubicBezTo>
                <a:lnTo>
                  <a:pt x="1042256" y="136067"/>
                </a:lnTo>
                <a:cubicBezTo>
                  <a:pt x="1042256" y="136597"/>
                  <a:pt x="1042123" y="137044"/>
                  <a:pt x="1041858" y="137409"/>
                </a:cubicBezTo>
                <a:cubicBezTo>
                  <a:pt x="1041593" y="137773"/>
                  <a:pt x="1041162" y="138088"/>
                  <a:pt x="1040566" y="138353"/>
                </a:cubicBezTo>
                <a:cubicBezTo>
                  <a:pt x="1039970" y="138618"/>
                  <a:pt x="1039141" y="138817"/>
                  <a:pt x="1038081" y="138949"/>
                </a:cubicBezTo>
                <a:cubicBezTo>
                  <a:pt x="1037021" y="139082"/>
                  <a:pt x="1035663" y="139148"/>
                  <a:pt x="1034006" y="139148"/>
                </a:cubicBezTo>
                <a:cubicBezTo>
                  <a:pt x="1032416" y="139148"/>
                  <a:pt x="1031091" y="139082"/>
                  <a:pt x="1030030" y="138949"/>
                </a:cubicBezTo>
                <a:cubicBezTo>
                  <a:pt x="1028970" y="138817"/>
                  <a:pt x="1028125" y="138618"/>
                  <a:pt x="1027496" y="138353"/>
                </a:cubicBezTo>
                <a:cubicBezTo>
                  <a:pt x="1026866" y="138088"/>
                  <a:pt x="1026436" y="137773"/>
                  <a:pt x="1026204" y="137409"/>
                </a:cubicBezTo>
                <a:cubicBezTo>
                  <a:pt x="1025972" y="137044"/>
                  <a:pt x="1025856" y="136597"/>
                  <a:pt x="1025856" y="136067"/>
                </a:cubicBezTo>
                <a:lnTo>
                  <a:pt x="1025856" y="46615"/>
                </a:lnTo>
                <a:cubicBezTo>
                  <a:pt x="1025856" y="46085"/>
                  <a:pt x="1025955" y="45637"/>
                  <a:pt x="1026154" y="45273"/>
                </a:cubicBezTo>
                <a:cubicBezTo>
                  <a:pt x="1026353" y="44908"/>
                  <a:pt x="1026751" y="44577"/>
                  <a:pt x="1027347" y="44279"/>
                </a:cubicBezTo>
                <a:cubicBezTo>
                  <a:pt x="1027943" y="43981"/>
                  <a:pt x="1028705" y="43782"/>
                  <a:pt x="1029633" y="43683"/>
                </a:cubicBezTo>
                <a:cubicBezTo>
                  <a:pt x="1030561" y="43583"/>
                  <a:pt x="1031786" y="43534"/>
                  <a:pt x="1033310" y="43534"/>
                </a:cubicBezTo>
                <a:cubicBezTo>
                  <a:pt x="1034768" y="43534"/>
                  <a:pt x="1035977" y="43583"/>
                  <a:pt x="1036938" y="43683"/>
                </a:cubicBezTo>
                <a:cubicBezTo>
                  <a:pt x="1037899" y="43782"/>
                  <a:pt x="1038644" y="43981"/>
                  <a:pt x="1039174" y="44279"/>
                </a:cubicBezTo>
                <a:cubicBezTo>
                  <a:pt x="1039705" y="44577"/>
                  <a:pt x="1040086" y="44908"/>
                  <a:pt x="1040317" y="45273"/>
                </a:cubicBezTo>
                <a:cubicBezTo>
                  <a:pt x="1040549" y="45637"/>
                  <a:pt x="1040665" y="46085"/>
                  <a:pt x="1040665" y="46615"/>
                </a:cubicBezTo>
                <a:lnTo>
                  <a:pt x="1040665" y="59635"/>
                </a:lnTo>
                <a:cubicBezTo>
                  <a:pt x="1043117" y="56057"/>
                  <a:pt x="1045420" y="53141"/>
                  <a:pt x="1047573" y="50889"/>
                </a:cubicBezTo>
                <a:cubicBezTo>
                  <a:pt x="1049727" y="48636"/>
                  <a:pt x="1051764" y="46863"/>
                  <a:pt x="1053686" y="45571"/>
                </a:cubicBezTo>
                <a:cubicBezTo>
                  <a:pt x="1055607" y="44279"/>
                  <a:pt x="1057512" y="43384"/>
                  <a:pt x="1059401" y="42887"/>
                </a:cubicBezTo>
                <a:cubicBezTo>
                  <a:pt x="1061289" y="42391"/>
                  <a:pt x="1063194" y="42142"/>
                  <a:pt x="1065116" y="42142"/>
                </a:cubicBezTo>
                <a:cubicBezTo>
                  <a:pt x="1065977" y="42142"/>
                  <a:pt x="1066954" y="42192"/>
                  <a:pt x="1068048" y="42291"/>
                </a:cubicBezTo>
                <a:cubicBezTo>
                  <a:pt x="1069141" y="42391"/>
                  <a:pt x="1070284" y="42573"/>
                  <a:pt x="1071477" y="42838"/>
                </a:cubicBezTo>
                <a:cubicBezTo>
                  <a:pt x="1072669" y="43103"/>
                  <a:pt x="1073746" y="43401"/>
                  <a:pt x="1074707" y="43732"/>
                </a:cubicBezTo>
                <a:cubicBezTo>
                  <a:pt x="1075668" y="44064"/>
                  <a:pt x="1076347" y="44395"/>
                  <a:pt x="1076745" y="44726"/>
                </a:cubicBezTo>
                <a:cubicBezTo>
                  <a:pt x="1077142" y="45058"/>
                  <a:pt x="1077407" y="45372"/>
                  <a:pt x="1077540" y="45670"/>
                </a:cubicBezTo>
                <a:cubicBezTo>
                  <a:pt x="1077672" y="45969"/>
                  <a:pt x="1077788" y="46350"/>
                  <a:pt x="1077888" y="46813"/>
                </a:cubicBezTo>
                <a:cubicBezTo>
                  <a:pt x="1077987" y="47277"/>
                  <a:pt x="1078053" y="47956"/>
                  <a:pt x="1078086" y="48851"/>
                </a:cubicBezTo>
                <a:cubicBezTo>
                  <a:pt x="1078119" y="49746"/>
                  <a:pt x="1078136" y="50955"/>
                  <a:pt x="1078136" y="52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543A4-8CEF-4C24-BCAD-BD391BFE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04" y="5784301"/>
            <a:ext cx="2078965" cy="1973117"/>
          </a:xfrm>
          <a:custGeom xmlns:a="http://schemas.openxmlformats.org/drawingml/2006/main">
            <a:pathLst>
              <a:path w="2078965" h="1973117">
                <a:moveTo>
                  <a:pt x="0" y="328853"/>
                </a:moveTo>
                <a:cubicBezTo>
                  <a:pt x="0" y="147237"/>
                  <a:pt x="147237" y="0"/>
                  <a:pt x="328853" y="0"/>
                </a:cubicBezTo>
                <a:lnTo>
                  <a:pt x="1750112" y="0"/>
                </a:lnTo>
                <a:cubicBezTo>
                  <a:pt x="1931728" y="0"/>
                  <a:pt x="2078965" y="147237"/>
                  <a:pt x="2078965" y="328853"/>
                </a:cubicBezTo>
                <a:lnTo>
                  <a:pt x="2078965" y="1644264"/>
                </a:lnTo>
                <a:cubicBezTo>
                  <a:pt x="2078965" y="1825879"/>
                  <a:pt x="1931728" y="1973117"/>
                  <a:pt x="1750112" y="1973117"/>
                </a:cubicBezTo>
                <a:lnTo>
                  <a:pt x="328853" y="1973117"/>
                </a:lnTo>
                <a:cubicBezTo>
                  <a:pt x="147237" y="1973117"/>
                  <a:pt x="0" y="1825879"/>
                  <a:pt x="0" y="1644264"/>
                </a:cubicBezTo>
                <a:lnTo>
                  <a:pt x="0" y="328853"/>
                </a:lnTo>
                <a:close/>
              </a:path>
            </a:pathLst>
          </a:custGeom>
          <a:solidFill xmlns:a="http://schemas.openxmlformats.org/drawingml/2006/main">
            <a:srgbClr val="C6E3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E82B8-D741-4175-8A3A-DA36AC3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04" y="5784301"/>
            <a:ext cx="2078965" cy="1973117"/>
          </a:xfrm>
          <a:custGeom xmlns:a="http://schemas.openxmlformats.org/drawingml/2006/main">
            <a:pathLst>
              <a:path w="2078965" h="1973117" fill="none">
                <a:moveTo>
                  <a:pt x="0" y="328853"/>
                </a:moveTo>
                <a:cubicBezTo>
                  <a:pt x="0" y="147237"/>
                  <a:pt x="147237" y="0"/>
                  <a:pt x="328853" y="0"/>
                </a:cubicBezTo>
                <a:lnTo>
                  <a:pt x="1750112" y="0"/>
                </a:lnTo>
                <a:cubicBezTo>
                  <a:pt x="1931728" y="0"/>
                  <a:pt x="2078965" y="147237"/>
                  <a:pt x="2078965" y="328853"/>
                </a:cubicBezTo>
                <a:lnTo>
                  <a:pt x="2078965" y="1644264"/>
                </a:lnTo>
                <a:cubicBezTo>
                  <a:pt x="2078965" y="1825879"/>
                  <a:pt x="1931728" y="1973117"/>
                  <a:pt x="1750112" y="1973117"/>
                </a:cubicBezTo>
                <a:lnTo>
                  <a:pt x="328853" y="1973117"/>
                </a:lnTo>
                <a:cubicBezTo>
                  <a:pt x="147237" y="1973117"/>
                  <a:pt x="0" y="1825879"/>
                  <a:pt x="0" y="1644264"/>
                </a:cubicBezTo>
                <a:lnTo>
                  <a:pt x="0" y="3288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00000"/>
            </a:solidFill>
            <a:miter/>
          </a:ln>
        </p:spPr>
      </p:sp>
      <p:sp>
        <p:nvSpPr>
          <p:cNvPr id="70" name="Text JNIFunctionAnalysis">
            <a:extLst xmlns:a="http://schemas.openxmlformats.org/drawingml/2006/main">
              <a:ext uri="{FF2B5EF4-FFF2-40B4-BE49-F238E27FC236}">
                <a16:creationId xmlns:a16="http://schemas.microsoft.com/office/drawing/2014/main" id="{3BDD395F-19E9-42DE-8B9A-DC7B196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50" y="6712954"/>
            <a:ext cx="1910020" cy="194533"/>
          </a:xfrm>
          <a:custGeom xmlns:a="http://schemas.openxmlformats.org/drawingml/2006/main">
            <a:pathLst>
              <a:path w="1910020" h="194533">
                <a:moveTo>
                  <a:pt x="52783" y="118181"/>
                </a:moveTo>
                <a:cubicBezTo>
                  <a:pt x="52783" y="123861"/>
                  <a:pt x="52267" y="129062"/>
                  <a:pt x="51234" y="133783"/>
                </a:cubicBezTo>
                <a:cubicBezTo>
                  <a:pt x="50201" y="138504"/>
                  <a:pt x="48430" y="142525"/>
                  <a:pt x="45922" y="145845"/>
                </a:cubicBezTo>
                <a:cubicBezTo>
                  <a:pt x="43414" y="149164"/>
                  <a:pt x="40113" y="151728"/>
                  <a:pt x="36019" y="153535"/>
                </a:cubicBezTo>
                <a:cubicBezTo>
                  <a:pt x="31924" y="155343"/>
                  <a:pt x="26853" y="156246"/>
                  <a:pt x="20803" y="156246"/>
                </a:cubicBezTo>
                <a:cubicBezTo>
                  <a:pt x="18738" y="156246"/>
                  <a:pt x="16691" y="156080"/>
                  <a:pt x="14662" y="155748"/>
                </a:cubicBezTo>
                <a:cubicBezTo>
                  <a:pt x="12633" y="155416"/>
                  <a:pt x="10771" y="154974"/>
                  <a:pt x="9074" y="154420"/>
                </a:cubicBezTo>
                <a:cubicBezTo>
                  <a:pt x="7377" y="153867"/>
                  <a:pt x="5902" y="153277"/>
                  <a:pt x="4648" y="152650"/>
                </a:cubicBezTo>
                <a:cubicBezTo>
                  <a:pt x="3393" y="152023"/>
                  <a:pt x="2564" y="151488"/>
                  <a:pt x="2158" y="151045"/>
                </a:cubicBezTo>
                <a:cubicBezTo>
                  <a:pt x="1752" y="150603"/>
                  <a:pt x="1420" y="150160"/>
                  <a:pt x="1162" y="149718"/>
                </a:cubicBezTo>
                <a:cubicBezTo>
                  <a:pt x="904" y="149275"/>
                  <a:pt x="682" y="148740"/>
                  <a:pt x="498" y="148113"/>
                </a:cubicBezTo>
                <a:cubicBezTo>
                  <a:pt x="314" y="147486"/>
                  <a:pt x="184" y="146711"/>
                  <a:pt x="111" y="145789"/>
                </a:cubicBezTo>
                <a:cubicBezTo>
                  <a:pt x="37" y="144867"/>
                  <a:pt x="0" y="143742"/>
                  <a:pt x="0" y="142414"/>
                </a:cubicBezTo>
                <a:cubicBezTo>
                  <a:pt x="0" y="140791"/>
                  <a:pt x="55" y="139445"/>
                  <a:pt x="166" y="138375"/>
                </a:cubicBezTo>
                <a:cubicBezTo>
                  <a:pt x="277" y="137306"/>
                  <a:pt x="480" y="136457"/>
                  <a:pt x="775" y="135830"/>
                </a:cubicBezTo>
                <a:cubicBezTo>
                  <a:pt x="1070" y="135203"/>
                  <a:pt x="1420" y="134761"/>
                  <a:pt x="1826" y="134502"/>
                </a:cubicBezTo>
                <a:cubicBezTo>
                  <a:pt x="2232" y="134244"/>
                  <a:pt x="2730" y="134115"/>
                  <a:pt x="3320" y="134115"/>
                </a:cubicBezTo>
                <a:cubicBezTo>
                  <a:pt x="3910" y="134115"/>
                  <a:pt x="4666" y="134392"/>
                  <a:pt x="5588" y="134945"/>
                </a:cubicBezTo>
                <a:cubicBezTo>
                  <a:pt x="6510" y="135498"/>
                  <a:pt x="7617" y="136107"/>
                  <a:pt x="8908" y="136771"/>
                </a:cubicBezTo>
                <a:cubicBezTo>
                  <a:pt x="10199" y="137435"/>
                  <a:pt x="11693" y="138043"/>
                  <a:pt x="13389" y="138597"/>
                </a:cubicBezTo>
                <a:cubicBezTo>
                  <a:pt x="15086" y="139150"/>
                  <a:pt x="17078" y="139427"/>
                  <a:pt x="19365" y="139427"/>
                </a:cubicBezTo>
                <a:cubicBezTo>
                  <a:pt x="21873" y="139427"/>
                  <a:pt x="24012" y="139113"/>
                  <a:pt x="25783" y="138486"/>
                </a:cubicBezTo>
                <a:cubicBezTo>
                  <a:pt x="27553" y="137859"/>
                  <a:pt x="29029" y="136697"/>
                  <a:pt x="30209" y="135000"/>
                </a:cubicBezTo>
                <a:cubicBezTo>
                  <a:pt x="31389" y="133304"/>
                  <a:pt x="32275" y="130961"/>
                  <a:pt x="32865" y="127974"/>
                </a:cubicBezTo>
                <a:cubicBezTo>
                  <a:pt x="33455" y="124986"/>
                  <a:pt x="33750" y="121095"/>
                  <a:pt x="33750" y="116299"/>
                </a:cubicBezTo>
                <a:lnTo>
                  <a:pt x="33750" y="13832"/>
                </a:lnTo>
                <a:cubicBezTo>
                  <a:pt x="33750" y="13316"/>
                  <a:pt x="33898" y="12836"/>
                  <a:pt x="34193" y="12393"/>
                </a:cubicBezTo>
                <a:cubicBezTo>
                  <a:pt x="34488" y="11951"/>
                  <a:pt x="35004" y="11582"/>
                  <a:pt x="35742" y="11287"/>
                </a:cubicBezTo>
                <a:cubicBezTo>
                  <a:pt x="36480" y="10992"/>
                  <a:pt x="37457" y="10771"/>
                  <a:pt x="38674" y="10623"/>
                </a:cubicBezTo>
                <a:cubicBezTo>
                  <a:pt x="39891" y="10475"/>
                  <a:pt x="41422" y="10402"/>
                  <a:pt x="43266" y="10402"/>
                </a:cubicBezTo>
                <a:cubicBezTo>
                  <a:pt x="45037" y="10402"/>
                  <a:pt x="46549" y="10475"/>
                  <a:pt x="47803" y="10623"/>
                </a:cubicBezTo>
                <a:cubicBezTo>
                  <a:pt x="49057" y="10771"/>
                  <a:pt x="50035" y="10992"/>
                  <a:pt x="50736" y="11287"/>
                </a:cubicBezTo>
                <a:cubicBezTo>
                  <a:pt x="51437" y="11582"/>
                  <a:pt x="51953" y="11951"/>
                  <a:pt x="52285" y="12393"/>
                </a:cubicBezTo>
                <a:cubicBezTo>
                  <a:pt x="52617" y="12836"/>
                  <a:pt x="52783" y="13316"/>
                  <a:pt x="52783" y="13832"/>
                </a:cubicBezTo>
                <a:lnTo>
                  <a:pt x="52783" y="118181"/>
                </a:lnTo>
                <a:close/>
                <a:moveTo>
                  <a:pt x="198773" y="146495"/>
                </a:moveTo>
                <a:cubicBezTo>
                  <a:pt x="198773" y="147972"/>
                  <a:pt x="198533" y="149229"/>
                  <a:pt x="198053" y="150264"/>
                </a:cubicBezTo>
                <a:cubicBezTo>
                  <a:pt x="197574" y="151299"/>
                  <a:pt x="196947" y="152150"/>
                  <a:pt x="196172" y="152816"/>
                </a:cubicBezTo>
                <a:cubicBezTo>
                  <a:pt x="195398" y="153480"/>
                  <a:pt x="194531" y="153959"/>
                  <a:pt x="193572" y="154254"/>
                </a:cubicBezTo>
                <a:cubicBezTo>
                  <a:pt x="192613" y="154550"/>
                  <a:pt x="191654" y="154697"/>
                  <a:pt x="190695" y="154697"/>
                </a:cubicBezTo>
                <a:lnTo>
                  <a:pt x="184609" y="154697"/>
                </a:lnTo>
                <a:cubicBezTo>
                  <a:pt x="182691" y="154697"/>
                  <a:pt x="181012" y="154492"/>
                  <a:pt x="179574" y="154082"/>
                </a:cubicBezTo>
                <a:cubicBezTo>
                  <a:pt x="178135" y="153671"/>
                  <a:pt x="176771" y="152925"/>
                  <a:pt x="175480" y="151844"/>
                </a:cubicBezTo>
                <a:cubicBezTo>
                  <a:pt x="174189" y="150763"/>
                  <a:pt x="172898" y="149290"/>
                  <a:pt x="171607" y="147425"/>
                </a:cubicBezTo>
                <a:cubicBezTo>
                  <a:pt x="170316" y="145560"/>
                  <a:pt x="168896" y="143189"/>
                  <a:pt x="167346" y="140312"/>
                </a:cubicBezTo>
                <a:lnTo>
                  <a:pt x="122199" y="58869"/>
                </a:lnTo>
                <a:cubicBezTo>
                  <a:pt x="119838" y="54664"/>
                  <a:pt x="117459" y="50256"/>
                  <a:pt x="115061" y="45646"/>
                </a:cubicBezTo>
                <a:cubicBezTo>
                  <a:pt x="112664" y="41035"/>
                  <a:pt x="110432" y="36553"/>
                  <a:pt x="108367" y="32201"/>
                </a:cubicBezTo>
                <a:lnTo>
                  <a:pt x="108145" y="32201"/>
                </a:lnTo>
                <a:cubicBezTo>
                  <a:pt x="108293" y="37512"/>
                  <a:pt x="108404" y="42935"/>
                  <a:pt x="108477" y="48467"/>
                </a:cubicBezTo>
                <a:cubicBezTo>
                  <a:pt x="108551" y="54000"/>
                  <a:pt x="108588" y="59496"/>
                  <a:pt x="108588" y="64955"/>
                </a:cubicBezTo>
                <a:lnTo>
                  <a:pt x="108588" y="151377"/>
                </a:lnTo>
                <a:cubicBezTo>
                  <a:pt x="108588" y="151894"/>
                  <a:pt x="108441" y="152392"/>
                  <a:pt x="108145" y="152871"/>
                </a:cubicBezTo>
                <a:cubicBezTo>
                  <a:pt x="107850" y="153351"/>
                  <a:pt x="107352" y="153720"/>
                  <a:pt x="106652" y="153978"/>
                </a:cubicBezTo>
                <a:cubicBezTo>
                  <a:pt x="105951" y="154236"/>
                  <a:pt x="105029" y="154457"/>
                  <a:pt x="103885" y="154642"/>
                </a:cubicBezTo>
                <a:cubicBezTo>
                  <a:pt x="102742" y="154826"/>
                  <a:pt x="101285" y="154918"/>
                  <a:pt x="99514" y="154918"/>
                </a:cubicBezTo>
                <a:cubicBezTo>
                  <a:pt x="97744" y="154918"/>
                  <a:pt x="96287" y="154826"/>
                  <a:pt x="95143" y="154642"/>
                </a:cubicBezTo>
                <a:cubicBezTo>
                  <a:pt x="94000" y="154457"/>
                  <a:pt x="93096" y="154236"/>
                  <a:pt x="92432" y="153978"/>
                </a:cubicBezTo>
                <a:cubicBezTo>
                  <a:pt x="91768" y="153720"/>
                  <a:pt x="91289" y="153351"/>
                  <a:pt x="90994" y="152871"/>
                </a:cubicBezTo>
                <a:cubicBezTo>
                  <a:pt x="90699" y="152392"/>
                  <a:pt x="90551" y="151894"/>
                  <a:pt x="90551" y="151377"/>
                </a:cubicBezTo>
                <a:lnTo>
                  <a:pt x="90551" y="19254"/>
                </a:lnTo>
                <a:cubicBezTo>
                  <a:pt x="90551" y="16303"/>
                  <a:pt x="91363" y="14201"/>
                  <a:pt x="92986" y="12947"/>
                </a:cubicBezTo>
                <a:cubicBezTo>
                  <a:pt x="94609" y="11693"/>
                  <a:pt x="96379" y="11066"/>
                  <a:pt x="98297" y="11066"/>
                </a:cubicBezTo>
                <a:lnTo>
                  <a:pt x="107371" y="11066"/>
                </a:lnTo>
                <a:cubicBezTo>
                  <a:pt x="109510" y="11066"/>
                  <a:pt x="111299" y="11250"/>
                  <a:pt x="112738" y="11619"/>
                </a:cubicBezTo>
                <a:cubicBezTo>
                  <a:pt x="114176" y="11988"/>
                  <a:pt x="115467" y="12596"/>
                  <a:pt x="116611" y="13445"/>
                </a:cubicBezTo>
                <a:cubicBezTo>
                  <a:pt x="117754" y="14293"/>
                  <a:pt x="118861" y="15473"/>
                  <a:pt x="119930" y="16986"/>
                </a:cubicBezTo>
                <a:cubicBezTo>
                  <a:pt x="121000" y="18498"/>
                  <a:pt x="122162" y="20398"/>
                  <a:pt x="123416" y="22684"/>
                </a:cubicBezTo>
                <a:lnTo>
                  <a:pt x="158162" y="85537"/>
                </a:lnTo>
                <a:cubicBezTo>
                  <a:pt x="160301" y="89373"/>
                  <a:pt x="162367" y="93117"/>
                  <a:pt x="164359" y="96769"/>
                </a:cubicBezTo>
                <a:cubicBezTo>
                  <a:pt x="166351" y="100420"/>
                  <a:pt x="168269" y="104017"/>
                  <a:pt x="170113" y="107558"/>
                </a:cubicBezTo>
                <a:cubicBezTo>
                  <a:pt x="171957" y="111099"/>
                  <a:pt x="173783" y="114584"/>
                  <a:pt x="175590" y="118015"/>
                </a:cubicBezTo>
                <a:cubicBezTo>
                  <a:pt x="177398" y="121445"/>
                  <a:pt x="179187" y="124894"/>
                  <a:pt x="180957" y="128361"/>
                </a:cubicBezTo>
                <a:lnTo>
                  <a:pt x="181068" y="128361"/>
                </a:lnTo>
                <a:cubicBezTo>
                  <a:pt x="180920" y="122528"/>
                  <a:pt x="180828" y="116455"/>
                  <a:pt x="180791" y="110141"/>
                </a:cubicBezTo>
                <a:cubicBezTo>
                  <a:pt x="180754" y="103826"/>
                  <a:pt x="180736" y="97753"/>
                  <a:pt x="180736" y="91921"/>
                </a:cubicBezTo>
                <a:lnTo>
                  <a:pt x="180736" y="14167"/>
                </a:lnTo>
                <a:cubicBezTo>
                  <a:pt x="180736" y="13651"/>
                  <a:pt x="180883" y="13172"/>
                  <a:pt x="181178" y="12729"/>
                </a:cubicBezTo>
                <a:cubicBezTo>
                  <a:pt x="181474" y="12284"/>
                  <a:pt x="181971" y="11896"/>
                  <a:pt x="182672" y="11564"/>
                </a:cubicBezTo>
                <a:cubicBezTo>
                  <a:pt x="183373" y="11232"/>
                  <a:pt x="184295" y="10992"/>
                  <a:pt x="185439" y="10844"/>
                </a:cubicBezTo>
                <a:cubicBezTo>
                  <a:pt x="186582" y="10697"/>
                  <a:pt x="188076" y="10623"/>
                  <a:pt x="189920" y="10623"/>
                </a:cubicBezTo>
                <a:cubicBezTo>
                  <a:pt x="191543" y="10623"/>
                  <a:pt x="192945" y="10697"/>
                  <a:pt x="194125" y="10844"/>
                </a:cubicBezTo>
                <a:cubicBezTo>
                  <a:pt x="195306" y="10992"/>
                  <a:pt x="196228" y="11233"/>
                  <a:pt x="196892" y="11567"/>
                </a:cubicBezTo>
                <a:cubicBezTo>
                  <a:pt x="197556" y="11899"/>
                  <a:pt x="198035" y="12286"/>
                  <a:pt x="198330" y="12729"/>
                </a:cubicBezTo>
                <a:cubicBezTo>
                  <a:pt x="198625" y="13172"/>
                  <a:pt x="198773" y="13652"/>
                  <a:pt x="198773" y="14171"/>
                </a:cubicBezTo>
                <a:lnTo>
                  <a:pt x="198773" y="146495"/>
                </a:lnTo>
                <a:close/>
                <a:moveTo>
                  <a:pt x="255983" y="151377"/>
                </a:moveTo>
                <a:cubicBezTo>
                  <a:pt x="255983" y="151968"/>
                  <a:pt x="255835" y="152484"/>
                  <a:pt x="255540" y="152927"/>
                </a:cubicBezTo>
                <a:cubicBezTo>
                  <a:pt x="255245" y="153369"/>
                  <a:pt x="254728" y="153720"/>
                  <a:pt x="253991" y="153978"/>
                </a:cubicBezTo>
                <a:cubicBezTo>
                  <a:pt x="253253" y="154236"/>
                  <a:pt x="252276" y="154457"/>
                  <a:pt x="251058" y="154642"/>
                </a:cubicBezTo>
                <a:cubicBezTo>
                  <a:pt x="249841" y="154826"/>
                  <a:pt x="248310" y="154918"/>
                  <a:pt x="246466" y="154918"/>
                </a:cubicBezTo>
                <a:cubicBezTo>
                  <a:pt x="244696" y="154918"/>
                  <a:pt x="243183" y="154826"/>
                  <a:pt x="241929" y="154642"/>
                </a:cubicBezTo>
                <a:cubicBezTo>
                  <a:pt x="240675" y="154457"/>
                  <a:pt x="239679" y="154236"/>
                  <a:pt x="238942" y="153978"/>
                </a:cubicBezTo>
                <a:cubicBezTo>
                  <a:pt x="238204" y="153720"/>
                  <a:pt x="237687" y="153369"/>
                  <a:pt x="237392" y="152927"/>
                </a:cubicBezTo>
                <a:cubicBezTo>
                  <a:pt x="237097" y="152484"/>
                  <a:pt x="236950" y="151968"/>
                  <a:pt x="236950" y="151377"/>
                </a:cubicBezTo>
                <a:lnTo>
                  <a:pt x="236950" y="13943"/>
                </a:lnTo>
                <a:cubicBezTo>
                  <a:pt x="236950" y="13352"/>
                  <a:pt x="237116" y="12836"/>
                  <a:pt x="237448" y="12393"/>
                </a:cubicBezTo>
                <a:cubicBezTo>
                  <a:pt x="237780" y="11951"/>
                  <a:pt x="238333" y="11600"/>
                  <a:pt x="239108" y="11342"/>
                </a:cubicBezTo>
                <a:cubicBezTo>
                  <a:pt x="239882" y="11084"/>
                  <a:pt x="240878" y="10863"/>
                  <a:pt x="242095" y="10678"/>
                </a:cubicBezTo>
                <a:cubicBezTo>
                  <a:pt x="243312" y="10494"/>
                  <a:pt x="244769" y="10402"/>
                  <a:pt x="246466" y="10402"/>
                </a:cubicBezTo>
                <a:cubicBezTo>
                  <a:pt x="248310" y="10402"/>
                  <a:pt x="249841" y="10494"/>
                  <a:pt x="251058" y="10678"/>
                </a:cubicBezTo>
                <a:cubicBezTo>
                  <a:pt x="252276" y="10863"/>
                  <a:pt x="253253" y="11084"/>
                  <a:pt x="253991" y="11342"/>
                </a:cubicBezTo>
                <a:cubicBezTo>
                  <a:pt x="254728" y="11600"/>
                  <a:pt x="255245" y="11951"/>
                  <a:pt x="255540" y="12393"/>
                </a:cubicBezTo>
                <a:cubicBezTo>
                  <a:pt x="255835" y="12836"/>
                  <a:pt x="255983" y="13352"/>
                  <a:pt x="255983" y="13943"/>
                </a:cubicBezTo>
                <a:lnTo>
                  <a:pt x="255983" y="151377"/>
                </a:lnTo>
                <a:close/>
                <a:moveTo>
                  <a:pt x="419162" y="19254"/>
                </a:moveTo>
                <a:cubicBezTo>
                  <a:pt x="419162" y="20656"/>
                  <a:pt x="419089" y="21873"/>
                  <a:pt x="418941" y="22906"/>
                </a:cubicBezTo>
                <a:cubicBezTo>
                  <a:pt x="418794" y="23939"/>
                  <a:pt x="418535" y="24769"/>
                  <a:pt x="418166" y="25396"/>
                </a:cubicBezTo>
                <a:cubicBezTo>
                  <a:pt x="417798" y="26023"/>
                  <a:pt x="417373" y="26484"/>
                  <a:pt x="416894" y="26779"/>
                </a:cubicBezTo>
                <a:cubicBezTo>
                  <a:pt x="416414" y="27074"/>
                  <a:pt x="415916" y="27221"/>
                  <a:pt x="415400" y="27221"/>
                </a:cubicBezTo>
                <a:lnTo>
                  <a:pt x="362949" y="27221"/>
                </a:lnTo>
                <a:lnTo>
                  <a:pt x="362949" y="75799"/>
                </a:lnTo>
                <a:lnTo>
                  <a:pt x="412523" y="75799"/>
                </a:lnTo>
                <a:cubicBezTo>
                  <a:pt x="413039" y="75799"/>
                  <a:pt x="413537" y="75928"/>
                  <a:pt x="414017" y="76187"/>
                </a:cubicBezTo>
                <a:cubicBezTo>
                  <a:pt x="414496" y="76445"/>
                  <a:pt x="414921" y="76869"/>
                  <a:pt x="415289" y="77459"/>
                </a:cubicBezTo>
                <a:cubicBezTo>
                  <a:pt x="415658" y="78049"/>
                  <a:pt x="415916" y="78842"/>
                  <a:pt x="416064" y="79838"/>
                </a:cubicBezTo>
                <a:cubicBezTo>
                  <a:pt x="416212" y="80834"/>
                  <a:pt x="416285" y="82107"/>
                  <a:pt x="416285" y="83656"/>
                </a:cubicBezTo>
                <a:cubicBezTo>
                  <a:pt x="416285" y="85058"/>
                  <a:pt x="416212" y="86256"/>
                  <a:pt x="416064" y="87252"/>
                </a:cubicBezTo>
                <a:cubicBezTo>
                  <a:pt x="415916" y="88248"/>
                  <a:pt x="415658" y="89060"/>
                  <a:pt x="415289" y="89687"/>
                </a:cubicBezTo>
                <a:cubicBezTo>
                  <a:pt x="414921" y="90314"/>
                  <a:pt x="414496" y="90793"/>
                  <a:pt x="414017" y="91125"/>
                </a:cubicBezTo>
                <a:cubicBezTo>
                  <a:pt x="413537" y="91457"/>
                  <a:pt x="413039" y="91623"/>
                  <a:pt x="412523" y="91623"/>
                </a:cubicBezTo>
                <a:lnTo>
                  <a:pt x="362949" y="91623"/>
                </a:lnTo>
                <a:lnTo>
                  <a:pt x="362949" y="151370"/>
                </a:lnTo>
                <a:cubicBezTo>
                  <a:pt x="362949" y="151889"/>
                  <a:pt x="362802" y="152388"/>
                  <a:pt x="362506" y="152868"/>
                </a:cubicBezTo>
                <a:cubicBezTo>
                  <a:pt x="362211" y="153347"/>
                  <a:pt x="361695" y="153717"/>
                  <a:pt x="360957" y="153978"/>
                </a:cubicBezTo>
                <a:cubicBezTo>
                  <a:pt x="360220" y="154236"/>
                  <a:pt x="359261" y="154457"/>
                  <a:pt x="358080" y="154642"/>
                </a:cubicBezTo>
                <a:cubicBezTo>
                  <a:pt x="356900" y="154826"/>
                  <a:pt x="355351" y="154918"/>
                  <a:pt x="353433" y="154918"/>
                </a:cubicBezTo>
                <a:cubicBezTo>
                  <a:pt x="351662" y="154918"/>
                  <a:pt x="350150" y="154826"/>
                  <a:pt x="348896" y="154642"/>
                </a:cubicBezTo>
                <a:cubicBezTo>
                  <a:pt x="347642" y="154457"/>
                  <a:pt x="346646" y="154236"/>
                  <a:pt x="345908" y="153978"/>
                </a:cubicBezTo>
                <a:cubicBezTo>
                  <a:pt x="345170" y="153720"/>
                  <a:pt x="344654" y="153351"/>
                  <a:pt x="344359" y="152871"/>
                </a:cubicBezTo>
                <a:cubicBezTo>
                  <a:pt x="344064" y="152392"/>
                  <a:pt x="343916" y="151894"/>
                  <a:pt x="343916" y="151377"/>
                </a:cubicBezTo>
                <a:lnTo>
                  <a:pt x="343916" y="18812"/>
                </a:lnTo>
                <a:cubicBezTo>
                  <a:pt x="343916" y="15934"/>
                  <a:pt x="344672" y="13924"/>
                  <a:pt x="346185" y="12781"/>
                </a:cubicBezTo>
                <a:cubicBezTo>
                  <a:pt x="347697" y="11637"/>
                  <a:pt x="349302" y="11066"/>
                  <a:pt x="350998" y="11066"/>
                </a:cubicBezTo>
                <a:lnTo>
                  <a:pt x="415400" y="11066"/>
                </a:lnTo>
                <a:cubicBezTo>
                  <a:pt x="415916" y="11066"/>
                  <a:pt x="416414" y="11213"/>
                  <a:pt x="416894" y="11508"/>
                </a:cubicBezTo>
                <a:cubicBezTo>
                  <a:pt x="417373" y="11803"/>
                  <a:pt x="417798" y="12283"/>
                  <a:pt x="418166" y="12947"/>
                </a:cubicBezTo>
                <a:cubicBezTo>
                  <a:pt x="418535" y="13611"/>
                  <a:pt x="418794" y="14477"/>
                  <a:pt x="418941" y="15547"/>
                </a:cubicBezTo>
                <a:cubicBezTo>
                  <a:pt x="419089" y="16617"/>
                  <a:pt x="419162" y="17853"/>
                  <a:pt x="419162" y="19254"/>
                </a:cubicBezTo>
                <a:close/>
                <a:moveTo>
                  <a:pt x="531150" y="151488"/>
                </a:moveTo>
                <a:cubicBezTo>
                  <a:pt x="531150" y="152078"/>
                  <a:pt x="531021" y="152576"/>
                  <a:pt x="530762" y="152982"/>
                </a:cubicBezTo>
                <a:cubicBezTo>
                  <a:pt x="530504" y="153388"/>
                  <a:pt x="530043" y="153738"/>
                  <a:pt x="529379" y="154033"/>
                </a:cubicBezTo>
                <a:cubicBezTo>
                  <a:pt x="528715" y="154328"/>
                  <a:pt x="527849" y="154550"/>
                  <a:pt x="526779" y="154697"/>
                </a:cubicBezTo>
                <a:cubicBezTo>
                  <a:pt x="525709" y="154845"/>
                  <a:pt x="524400" y="154918"/>
                  <a:pt x="522851" y="154918"/>
                </a:cubicBezTo>
                <a:cubicBezTo>
                  <a:pt x="521154" y="154918"/>
                  <a:pt x="519771" y="154845"/>
                  <a:pt x="518701" y="154697"/>
                </a:cubicBezTo>
                <a:cubicBezTo>
                  <a:pt x="517631" y="154550"/>
                  <a:pt x="516783" y="154328"/>
                  <a:pt x="516156" y="154033"/>
                </a:cubicBezTo>
                <a:cubicBezTo>
                  <a:pt x="515529" y="153738"/>
                  <a:pt x="515105" y="153388"/>
                  <a:pt x="514883" y="152982"/>
                </a:cubicBezTo>
                <a:cubicBezTo>
                  <a:pt x="514662" y="152576"/>
                  <a:pt x="514551" y="152078"/>
                  <a:pt x="514551" y="151488"/>
                </a:cubicBezTo>
                <a:lnTo>
                  <a:pt x="514551" y="138320"/>
                </a:lnTo>
                <a:cubicBezTo>
                  <a:pt x="508871" y="144630"/>
                  <a:pt x="503264" y="149232"/>
                  <a:pt x="497732" y="152128"/>
                </a:cubicBezTo>
                <a:cubicBezTo>
                  <a:pt x="492199" y="155021"/>
                  <a:pt x="486592" y="156468"/>
                  <a:pt x="480912" y="156468"/>
                </a:cubicBezTo>
                <a:cubicBezTo>
                  <a:pt x="474273" y="156468"/>
                  <a:pt x="468684" y="155360"/>
                  <a:pt x="464148" y="153144"/>
                </a:cubicBezTo>
                <a:cubicBezTo>
                  <a:pt x="459611" y="150929"/>
                  <a:pt x="455941" y="147921"/>
                  <a:pt x="453137" y="144119"/>
                </a:cubicBezTo>
                <a:cubicBezTo>
                  <a:pt x="450334" y="140315"/>
                  <a:pt x="448324" y="135884"/>
                  <a:pt x="447107" y="130827"/>
                </a:cubicBezTo>
                <a:cubicBezTo>
                  <a:pt x="445889" y="125766"/>
                  <a:pt x="445281" y="119618"/>
                  <a:pt x="445281" y="112382"/>
                </a:cubicBezTo>
                <a:lnTo>
                  <a:pt x="445281" y="51901"/>
                </a:lnTo>
                <a:cubicBezTo>
                  <a:pt x="445281" y="51311"/>
                  <a:pt x="445410" y="50813"/>
                  <a:pt x="445668" y="50407"/>
                </a:cubicBezTo>
                <a:cubicBezTo>
                  <a:pt x="445926" y="49999"/>
                  <a:pt x="446424" y="49629"/>
                  <a:pt x="447162" y="49297"/>
                </a:cubicBezTo>
                <a:cubicBezTo>
                  <a:pt x="447900" y="48965"/>
                  <a:pt x="448859" y="48744"/>
                  <a:pt x="450039" y="48633"/>
                </a:cubicBezTo>
                <a:cubicBezTo>
                  <a:pt x="451219" y="48523"/>
                  <a:pt x="452695" y="48467"/>
                  <a:pt x="454465" y="48467"/>
                </a:cubicBezTo>
                <a:cubicBezTo>
                  <a:pt x="456236" y="48467"/>
                  <a:pt x="457711" y="48523"/>
                  <a:pt x="458891" y="48633"/>
                </a:cubicBezTo>
                <a:cubicBezTo>
                  <a:pt x="460072" y="48744"/>
                  <a:pt x="461012" y="48965"/>
                  <a:pt x="461713" y="49297"/>
                </a:cubicBezTo>
                <a:cubicBezTo>
                  <a:pt x="462414" y="49629"/>
                  <a:pt x="462912" y="49999"/>
                  <a:pt x="463207" y="50407"/>
                </a:cubicBezTo>
                <a:cubicBezTo>
                  <a:pt x="463502" y="50813"/>
                  <a:pt x="463650" y="51311"/>
                  <a:pt x="463650" y="51901"/>
                </a:cubicBezTo>
                <a:lnTo>
                  <a:pt x="463650" y="109954"/>
                </a:lnTo>
                <a:cubicBezTo>
                  <a:pt x="463650" y="115789"/>
                  <a:pt x="464074" y="120461"/>
                  <a:pt x="464922" y="123969"/>
                </a:cubicBezTo>
                <a:cubicBezTo>
                  <a:pt x="465771" y="127478"/>
                  <a:pt x="467062" y="130470"/>
                  <a:pt x="468795" y="132946"/>
                </a:cubicBezTo>
                <a:cubicBezTo>
                  <a:pt x="470529" y="135420"/>
                  <a:pt x="472723" y="137340"/>
                  <a:pt x="475379" y="138707"/>
                </a:cubicBezTo>
                <a:cubicBezTo>
                  <a:pt x="478035" y="140072"/>
                  <a:pt x="481133" y="140754"/>
                  <a:pt x="484674" y="140754"/>
                </a:cubicBezTo>
                <a:cubicBezTo>
                  <a:pt x="489248" y="140754"/>
                  <a:pt x="493803" y="139122"/>
                  <a:pt x="498340" y="135858"/>
                </a:cubicBezTo>
                <a:cubicBezTo>
                  <a:pt x="502877" y="132594"/>
                  <a:pt x="507691" y="127808"/>
                  <a:pt x="512781" y="121500"/>
                </a:cubicBezTo>
                <a:lnTo>
                  <a:pt x="512781" y="51898"/>
                </a:lnTo>
                <a:cubicBezTo>
                  <a:pt x="512781" y="51308"/>
                  <a:pt x="512910" y="50810"/>
                  <a:pt x="513168" y="50404"/>
                </a:cubicBezTo>
                <a:cubicBezTo>
                  <a:pt x="513426" y="49998"/>
                  <a:pt x="513924" y="49629"/>
                  <a:pt x="514662" y="49297"/>
                </a:cubicBezTo>
                <a:cubicBezTo>
                  <a:pt x="515400" y="48965"/>
                  <a:pt x="516340" y="48744"/>
                  <a:pt x="517484" y="48633"/>
                </a:cubicBezTo>
                <a:cubicBezTo>
                  <a:pt x="518627" y="48523"/>
                  <a:pt x="520121" y="48467"/>
                  <a:pt x="521965" y="48467"/>
                </a:cubicBezTo>
                <a:cubicBezTo>
                  <a:pt x="523736" y="48467"/>
                  <a:pt x="525211" y="48523"/>
                  <a:pt x="526392" y="48633"/>
                </a:cubicBezTo>
                <a:cubicBezTo>
                  <a:pt x="527572" y="48744"/>
                  <a:pt x="528494" y="48965"/>
                  <a:pt x="529158" y="49297"/>
                </a:cubicBezTo>
                <a:cubicBezTo>
                  <a:pt x="529822" y="49629"/>
                  <a:pt x="530320" y="49998"/>
                  <a:pt x="530652" y="50404"/>
                </a:cubicBezTo>
                <a:cubicBezTo>
                  <a:pt x="530984" y="50810"/>
                  <a:pt x="531150" y="51308"/>
                  <a:pt x="531150" y="51898"/>
                </a:cubicBezTo>
                <a:lnTo>
                  <a:pt x="531150" y="151488"/>
                </a:lnTo>
                <a:close/>
                <a:moveTo>
                  <a:pt x="651250" y="151488"/>
                </a:moveTo>
                <a:cubicBezTo>
                  <a:pt x="651250" y="152078"/>
                  <a:pt x="651102" y="152576"/>
                  <a:pt x="650807" y="152982"/>
                </a:cubicBezTo>
                <a:cubicBezTo>
                  <a:pt x="650512" y="153388"/>
                  <a:pt x="650032" y="153738"/>
                  <a:pt x="649368" y="154033"/>
                </a:cubicBezTo>
                <a:cubicBezTo>
                  <a:pt x="648704" y="154328"/>
                  <a:pt x="647782" y="154550"/>
                  <a:pt x="646602" y="154697"/>
                </a:cubicBezTo>
                <a:cubicBezTo>
                  <a:pt x="645422" y="154845"/>
                  <a:pt x="643946" y="154918"/>
                  <a:pt x="642176" y="154918"/>
                </a:cubicBezTo>
                <a:cubicBezTo>
                  <a:pt x="640331" y="154918"/>
                  <a:pt x="638819" y="154845"/>
                  <a:pt x="637639" y="154697"/>
                </a:cubicBezTo>
                <a:cubicBezTo>
                  <a:pt x="636459" y="154550"/>
                  <a:pt x="635536" y="154328"/>
                  <a:pt x="634872" y="154033"/>
                </a:cubicBezTo>
                <a:cubicBezTo>
                  <a:pt x="634209" y="153738"/>
                  <a:pt x="633729" y="153388"/>
                  <a:pt x="633434" y="152982"/>
                </a:cubicBezTo>
                <a:cubicBezTo>
                  <a:pt x="633139" y="152576"/>
                  <a:pt x="632991" y="152078"/>
                  <a:pt x="632991" y="151488"/>
                </a:cubicBezTo>
                <a:lnTo>
                  <a:pt x="632991" y="93172"/>
                </a:lnTo>
                <a:cubicBezTo>
                  <a:pt x="632991" y="87492"/>
                  <a:pt x="632549" y="82918"/>
                  <a:pt x="631663" y="79451"/>
                </a:cubicBezTo>
                <a:cubicBezTo>
                  <a:pt x="630778" y="75984"/>
                  <a:pt x="629487" y="72996"/>
                  <a:pt x="627790" y="70488"/>
                </a:cubicBezTo>
                <a:cubicBezTo>
                  <a:pt x="626094" y="67980"/>
                  <a:pt x="623899" y="66062"/>
                  <a:pt x="621206" y="64734"/>
                </a:cubicBezTo>
                <a:cubicBezTo>
                  <a:pt x="618514" y="63406"/>
                  <a:pt x="615397" y="62742"/>
                  <a:pt x="611856" y="62742"/>
                </a:cubicBezTo>
                <a:cubicBezTo>
                  <a:pt x="607282" y="62742"/>
                  <a:pt x="602708" y="64365"/>
                  <a:pt x="598135" y="67611"/>
                </a:cubicBezTo>
                <a:cubicBezTo>
                  <a:pt x="593561" y="70857"/>
                  <a:pt x="588766" y="75615"/>
                  <a:pt x="583749" y="81885"/>
                </a:cubicBezTo>
                <a:lnTo>
                  <a:pt x="583749" y="151488"/>
                </a:lnTo>
                <a:cubicBezTo>
                  <a:pt x="583749" y="152078"/>
                  <a:pt x="583602" y="152576"/>
                  <a:pt x="583307" y="152982"/>
                </a:cubicBezTo>
                <a:cubicBezTo>
                  <a:pt x="583012" y="153388"/>
                  <a:pt x="582532" y="153738"/>
                  <a:pt x="581868" y="154033"/>
                </a:cubicBezTo>
                <a:cubicBezTo>
                  <a:pt x="581204" y="154328"/>
                  <a:pt x="580282" y="154550"/>
                  <a:pt x="579102" y="154697"/>
                </a:cubicBezTo>
                <a:cubicBezTo>
                  <a:pt x="577922" y="154845"/>
                  <a:pt x="576409" y="154918"/>
                  <a:pt x="574565" y="154918"/>
                </a:cubicBezTo>
                <a:cubicBezTo>
                  <a:pt x="572794" y="154918"/>
                  <a:pt x="571319" y="154845"/>
                  <a:pt x="570139" y="154697"/>
                </a:cubicBezTo>
                <a:cubicBezTo>
                  <a:pt x="568958" y="154550"/>
                  <a:pt x="568018" y="154328"/>
                  <a:pt x="567317" y="154033"/>
                </a:cubicBezTo>
                <a:cubicBezTo>
                  <a:pt x="566616" y="153738"/>
                  <a:pt x="566137" y="153388"/>
                  <a:pt x="565878" y="152982"/>
                </a:cubicBezTo>
                <a:cubicBezTo>
                  <a:pt x="565620" y="152576"/>
                  <a:pt x="565491" y="152078"/>
                  <a:pt x="565491" y="151488"/>
                </a:cubicBezTo>
                <a:lnTo>
                  <a:pt x="565491" y="51898"/>
                </a:lnTo>
                <a:cubicBezTo>
                  <a:pt x="565491" y="51308"/>
                  <a:pt x="565602" y="50810"/>
                  <a:pt x="565823" y="50404"/>
                </a:cubicBezTo>
                <a:cubicBezTo>
                  <a:pt x="566044" y="49998"/>
                  <a:pt x="566487" y="49629"/>
                  <a:pt x="567151" y="49297"/>
                </a:cubicBezTo>
                <a:cubicBezTo>
                  <a:pt x="567815" y="48965"/>
                  <a:pt x="568663" y="48744"/>
                  <a:pt x="569696" y="48633"/>
                </a:cubicBezTo>
                <a:cubicBezTo>
                  <a:pt x="570729" y="48523"/>
                  <a:pt x="572094" y="48467"/>
                  <a:pt x="573790" y="48467"/>
                </a:cubicBezTo>
                <a:cubicBezTo>
                  <a:pt x="575413" y="48467"/>
                  <a:pt x="576760" y="48523"/>
                  <a:pt x="577829" y="48633"/>
                </a:cubicBezTo>
                <a:cubicBezTo>
                  <a:pt x="578899" y="48744"/>
                  <a:pt x="579729" y="48965"/>
                  <a:pt x="580319" y="49297"/>
                </a:cubicBezTo>
                <a:cubicBezTo>
                  <a:pt x="580909" y="49629"/>
                  <a:pt x="581333" y="49998"/>
                  <a:pt x="581592" y="50404"/>
                </a:cubicBezTo>
                <a:cubicBezTo>
                  <a:pt x="581850" y="50810"/>
                  <a:pt x="581979" y="51308"/>
                  <a:pt x="581979" y="51898"/>
                </a:cubicBezTo>
                <a:lnTo>
                  <a:pt x="581979" y="65066"/>
                </a:lnTo>
                <a:cubicBezTo>
                  <a:pt x="587585" y="58795"/>
                  <a:pt x="593174" y="54203"/>
                  <a:pt x="598743" y="51289"/>
                </a:cubicBezTo>
                <a:cubicBezTo>
                  <a:pt x="604313" y="48375"/>
                  <a:pt x="609938" y="46918"/>
                  <a:pt x="615618" y="46918"/>
                </a:cubicBezTo>
                <a:cubicBezTo>
                  <a:pt x="622258" y="46918"/>
                  <a:pt x="627846" y="48043"/>
                  <a:pt x="632383" y="50293"/>
                </a:cubicBezTo>
                <a:cubicBezTo>
                  <a:pt x="636920" y="52543"/>
                  <a:pt x="640590" y="55549"/>
                  <a:pt x="643393" y="59312"/>
                </a:cubicBezTo>
                <a:cubicBezTo>
                  <a:pt x="646196" y="63074"/>
                  <a:pt x="648207" y="67482"/>
                  <a:pt x="649424" y="72535"/>
                </a:cubicBezTo>
                <a:cubicBezTo>
                  <a:pt x="650641" y="77588"/>
                  <a:pt x="651250" y="83656"/>
                  <a:pt x="651250" y="90738"/>
                </a:cubicBezTo>
                <a:lnTo>
                  <a:pt x="651250" y="151488"/>
                </a:lnTo>
                <a:close/>
                <a:moveTo>
                  <a:pt x="756063" y="136439"/>
                </a:moveTo>
                <a:cubicBezTo>
                  <a:pt x="756063" y="137693"/>
                  <a:pt x="756026" y="138781"/>
                  <a:pt x="755952" y="139703"/>
                </a:cubicBezTo>
                <a:cubicBezTo>
                  <a:pt x="755878" y="140625"/>
                  <a:pt x="755749" y="141400"/>
                  <a:pt x="755565" y="142027"/>
                </a:cubicBezTo>
                <a:cubicBezTo>
                  <a:pt x="755380" y="142654"/>
                  <a:pt x="755159" y="143207"/>
                  <a:pt x="754901" y="143687"/>
                </a:cubicBezTo>
                <a:cubicBezTo>
                  <a:pt x="754643" y="144166"/>
                  <a:pt x="754053" y="144867"/>
                  <a:pt x="753130" y="145789"/>
                </a:cubicBezTo>
                <a:cubicBezTo>
                  <a:pt x="752208" y="146711"/>
                  <a:pt x="750641" y="147855"/>
                  <a:pt x="748427" y="149220"/>
                </a:cubicBezTo>
                <a:cubicBezTo>
                  <a:pt x="746214" y="150584"/>
                  <a:pt x="743725" y="151802"/>
                  <a:pt x="740958" y="152871"/>
                </a:cubicBezTo>
                <a:cubicBezTo>
                  <a:pt x="738192" y="153941"/>
                  <a:pt x="735186" y="154808"/>
                  <a:pt x="731940" y="155472"/>
                </a:cubicBezTo>
                <a:cubicBezTo>
                  <a:pt x="728694" y="156136"/>
                  <a:pt x="725337" y="156468"/>
                  <a:pt x="721870" y="156468"/>
                </a:cubicBezTo>
                <a:cubicBezTo>
                  <a:pt x="714714" y="156468"/>
                  <a:pt x="708370" y="155285"/>
                  <a:pt x="702837" y="152920"/>
                </a:cubicBezTo>
                <a:cubicBezTo>
                  <a:pt x="697304" y="150554"/>
                  <a:pt x="692675" y="147099"/>
                  <a:pt x="688950" y="142553"/>
                </a:cubicBezTo>
                <a:cubicBezTo>
                  <a:pt x="685224" y="138006"/>
                  <a:pt x="682384" y="132425"/>
                  <a:pt x="680429" y="125809"/>
                </a:cubicBezTo>
                <a:cubicBezTo>
                  <a:pt x="678474" y="119193"/>
                  <a:pt x="677497" y="111561"/>
                  <a:pt x="677497" y="102914"/>
                </a:cubicBezTo>
                <a:cubicBezTo>
                  <a:pt x="677497" y="93081"/>
                  <a:pt x="678696" y="84636"/>
                  <a:pt x="681093" y="77577"/>
                </a:cubicBezTo>
                <a:cubicBezTo>
                  <a:pt x="683491" y="70518"/>
                  <a:pt x="686774" y="64734"/>
                  <a:pt x="690942" y="60225"/>
                </a:cubicBezTo>
                <a:cubicBezTo>
                  <a:pt x="695110" y="55715"/>
                  <a:pt x="700015" y="52370"/>
                  <a:pt x="705659" y="50189"/>
                </a:cubicBezTo>
                <a:cubicBezTo>
                  <a:pt x="711302" y="48009"/>
                  <a:pt x="717407" y="46918"/>
                  <a:pt x="723973" y="46918"/>
                </a:cubicBezTo>
                <a:cubicBezTo>
                  <a:pt x="727145" y="46918"/>
                  <a:pt x="730225" y="47213"/>
                  <a:pt x="733212" y="47803"/>
                </a:cubicBezTo>
                <a:cubicBezTo>
                  <a:pt x="736200" y="48394"/>
                  <a:pt x="738948" y="49168"/>
                  <a:pt x="741456" y="50127"/>
                </a:cubicBezTo>
                <a:cubicBezTo>
                  <a:pt x="743964" y="51086"/>
                  <a:pt x="746196" y="52193"/>
                  <a:pt x="748151" y="53447"/>
                </a:cubicBezTo>
                <a:cubicBezTo>
                  <a:pt x="750106" y="54701"/>
                  <a:pt x="751526" y="55771"/>
                  <a:pt x="752411" y="56656"/>
                </a:cubicBezTo>
                <a:cubicBezTo>
                  <a:pt x="753296" y="57541"/>
                  <a:pt x="753905" y="58242"/>
                  <a:pt x="754237" y="58758"/>
                </a:cubicBezTo>
                <a:cubicBezTo>
                  <a:pt x="754569" y="59275"/>
                  <a:pt x="754846" y="59883"/>
                  <a:pt x="755067" y="60584"/>
                </a:cubicBezTo>
                <a:cubicBezTo>
                  <a:pt x="755288" y="61285"/>
                  <a:pt x="755436" y="62078"/>
                  <a:pt x="755509" y="62963"/>
                </a:cubicBezTo>
                <a:cubicBezTo>
                  <a:pt x="755583" y="63849"/>
                  <a:pt x="755620" y="64955"/>
                  <a:pt x="755620" y="66283"/>
                </a:cubicBezTo>
                <a:cubicBezTo>
                  <a:pt x="755620" y="69160"/>
                  <a:pt x="755288" y="71170"/>
                  <a:pt x="754624" y="72314"/>
                </a:cubicBezTo>
                <a:cubicBezTo>
                  <a:pt x="753960" y="73457"/>
                  <a:pt x="753149" y="74029"/>
                  <a:pt x="752190" y="74029"/>
                </a:cubicBezTo>
                <a:cubicBezTo>
                  <a:pt x="751083" y="74029"/>
                  <a:pt x="749811" y="73420"/>
                  <a:pt x="748372" y="72203"/>
                </a:cubicBezTo>
                <a:cubicBezTo>
                  <a:pt x="746934" y="70986"/>
                  <a:pt x="745108" y="69640"/>
                  <a:pt x="742895" y="68164"/>
                </a:cubicBezTo>
                <a:cubicBezTo>
                  <a:pt x="740682" y="66689"/>
                  <a:pt x="738007" y="65342"/>
                  <a:pt x="734872" y="64125"/>
                </a:cubicBezTo>
                <a:cubicBezTo>
                  <a:pt x="731737" y="62908"/>
                  <a:pt x="728030" y="62299"/>
                  <a:pt x="723751" y="62299"/>
                </a:cubicBezTo>
                <a:cubicBezTo>
                  <a:pt x="714972" y="62299"/>
                  <a:pt x="708241" y="65685"/>
                  <a:pt x="703556" y="72455"/>
                </a:cubicBezTo>
                <a:cubicBezTo>
                  <a:pt x="698872" y="79224"/>
                  <a:pt x="696530" y="89043"/>
                  <a:pt x="696530" y="101914"/>
                </a:cubicBezTo>
                <a:cubicBezTo>
                  <a:pt x="696530" y="108351"/>
                  <a:pt x="697138" y="113992"/>
                  <a:pt x="698356" y="118838"/>
                </a:cubicBezTo>
                <a:cubicBezTo>
                  <a:pt x="699573" y="123683"/>
                  <a:pt x="701362" y="127734"/>
                  <a:pt x="703722" y="130989"/>
                </a:cubicBezTo>
                <a:cubicBezTo>
                  <a:pt x="706083" y="134244"/>
                  <a:pt x="708979" y="136667"/>
                  <a:pt x="712409" y="138258"/>
                </a:cubicBezTo>
                <a:cubicBezTo>
                  <a:pt x="715839" y="139848"/>
                  <a:pt x="719768" y="140644"/>
                  <a:pt x="724194" y="140644"/>
                </a:cubicBezTo>
                <a:cubicBezTo>
                  <a:pt x="728399" y="140644"/>
                  <a:pt x="732087" y="139980"/>
                  <a:pt x="735259" y="138652"/>
                </a:cubicBezTo>
                <a:cubicBezTo>
                  <a:pt x="738432" y="137324"/>
                  <a:pt x="741180" y="135867"/>
                  <a:pt x="743503" y="134281"/>
                </a:cubicBezTo>
                <a:cubicBezTo>
                  <a:pt x="745827" y="132695"/>
                  <a:pt x="747782" y="131256"/>
                  <a:pt x="749368" y="129965"/>
                </a:cubicBezTo>
                <a:cubicBezTo>
                  <a:pt x="750954" y="128674"/>
                  <a:pt x="752190" y="128029"/>
                  <a:pt x="753075" y="128029"/>
                </a:cubicBezTo>
                <a:cubicBezTo>
                  <a:pt x="753591" y="128029"/>
                  <a:pt x="754034" y="128177"/>
                  <a:pt x="754403" y="128472"/>
                </a:cubicBezTo>
                <a:cubicBezTo>
                  <a:pt x="754772" y="128767"/>
                  <a:pt x="755085" y="129265"/>
                  <a:pt x="755343" y="129965"/>
                </a:cubicBezTo>
                <a:cubicBezTo>
                  <a:pt x="755602" y="130666"/>
                  <a:pt x="755786" y="131552"/>
                  <a:pt x="755897" y="132621"/>
                </a:cubicBezTo>
                <a:cubicBezTo>
                  <a:pt x="756007" y="133691"/>
                  <a:pt x="756063" y="134963"/>
                  <a:pt x="756063" y="136439"/>
                </a:cubicBezTo>
                <a:close/>
                <a:moveTo>
                  <a:pt x="832797" y="144295"/>
                </a:moveTo>
                <a:cubicBezTo>
                  <a:pt x="832797" y="146435"/>
                  <a:pt x="832649" y="148131"/>
                  <a:pt x="832354" y="149386"/>
                </a:cubicBezTo>
                <a:cubicBezTo>
                  <a:pt x="832059" y="150640"/>
                  <a:pt x="831617" y="151562"/>
                  <a:pt x="831026" y="152152"/>
                </a:cubicBezTo>
                <a:cubicBezTo>
                  <a:pt x="830436" y="152742"/>
                  <a:pt x="829551" y="153295"/>
                  <a:pt x="828371" y="153812"/>
                </a:cubicBezTo>
                <a:cubicBezTo>
                  <a:pt x="827190" y="154328"/>
                  <a:pt x="825844" y="154752"/>
                  <a:pt x="824332" y="155084"/>
                </a:cubicBezTo>
                <a:cubicBezTo>
                  <a:pt x="822819" y="155416"/>
                  <a:pt x="821215" y="155693"/>
                  <a:pt x="819518" y="155914"/>
                </a:cubicBezTo>
                <a:cubicBezTo>
                  <a:pt x="817821" y="156136"/>
                  <a:pt x="816125" y="156246"/>
                  <a:pt x="814428" y="156246"/>
                </a:cubicBezTo>
                <a:cubicBezTo>
                  <a:pt x="809264" y="156246"/>
                  <a:pt x="804838" y="155563"/>
                  <a:pt x="801149" y="154196"/>
                </a:cubicBezTo>
                <a:cubicBezTo>
                  <a:pt x="797461" y="152826"/>
                  <a:pt x="794436" y="150755"/>
                  <a:pt x="792075" y="147982"/>
                </a:cubicBezTo>
                <a:cubicBezTo>
                  <a:pt x="789715" y="145208"/>
                  <a:pt x="788000" y="141696"/>
                  <a:pt x="786930" y="137445"/>
                </a:cubicBezTo>
                <a:cubicBezTo>
                  <a:pt x="785860" y="133194"/>
                  <a:pt x="785325" y="128185"/>
                  <a:pt x="785325" y="122417"/>
                </a:cubicBezTo>
                <a:lnTo>
                  <a:pt x="785325" y="64070"/>
                </a:lnTo>
                <a:lnTo>
                  <a:pt x="771383" y="64070"/>
                </a:lnTo>
                <a:cubicBezTo>
                  <a:pt x="770276" y="64070"/>
                  <a:pt x="769391" y="63480"/>
                  <a:pt x="768727" y="62299"/>
                </a:cubicBezTo>
                <a:cubicBezTo>
                  <a:pt x="768063" y="61119"/>
                  <a:pt x="767731" y="59201"/>
                  <a:pt x="767731" y="56545"/>
                </a:cubicBezTo>
                <a:cubicBezTo>
                  <a:pt x="767731" y="55144"/>
                  <a:pt x="767823" y="53963"/>
                  <a:pt x="768008" y="53004"/>
                </a:cubicBezTo>
                <a:cubicBezTo>
                  <a:pt x="768192" y="52045"/>
                  <a:pt x="768432" y="51252"/>
                  <a:pt x="768727" y="50625"/>
                </a:cubicBezTo>
                <a:cubicBezTo>
                  <a:pt x="769022" y="49998"/>
                  <a:pt x="769409" y="49555"/>
                  <a:pt x="769889" y="49297"/>
                </a:cubicBezTo>
                <a:cubicBezTo>
                  <a:pt x="770368" y="49039"/>
                  <a:pt x="770903" y="48910"/>
                  <a:pt x="771493" y="48910"/>
                </a:cubicBezTo>
                <a:lnTo>
                  <a:pt x="785325" y="48910"/>
                </a:lnTo>
                <a:lnTo>
                  <a:pt x="785325" y="25230"/>
                </a:lnTo>
                <a:cubicBezTo>
                  <a:pt x="785325" y="24713"/>
                  <a:pt x="785455" y="24234"/>
                  <a:pt x="785713" y="23791"/>
                </a:cubicBezTo>
                <a:cubicBezTo>
                  <a:pt x="785971" y="23348"/>
                  <a:pt x="786450" y="22961"/>
                  <a:pt x="787151" y="22629"/>
                </a:cubicBezTo>
                <a:cubicBezTo>
                  <a:pt x="787852" y="22297"/>
                  <a:pt x="788793" y="22057"/>
                  <a:pt x="789973" y="21910"/>
                </a:cubicBezTo>
                <a:cubicBezTo>
                  <a:pt x="791153" y="21762"/>
                  <a:pt x="792629" y="21689"/>
                  <a:pt x="794399" y="21689"/>
                </a:cubicBezTo>
                <a:cubicBezTo>
                  <a:pt x="796244" y="21689"/>
                  <a:pt x="797756" y="21762"/>
                  <a:pt x="798936" y="21910"/>
                </a:cubicBezTo>
                <a:cubicBezTo>
                  <a:pt x="800116" y="22057"/>
                  <a:pt x="801039" y="22297"/>
                  <a:pt x="801703" y="22629"/>
                </a:cubicBezTo>
                <a:cubicBezTo>
                  <a:pt x="802366" y="22961"/>
                  <a:pt x="802846" y="23348"/>
                  <a:pt x="803141" y="23791"/>
                </a:cubicBezTo>
                <a:cubicBezTo>
                  <a:pt x="803436" y="24234"/>
                  <a:pt x="803584" y="24713"/>
                  <a:pt x="803584" y="25230"/>
                </a:cubicBezTo>
                <a:lnTo>
                  <a:pt x="803584" y="48910"/>
                </a:lnTo>
                <a:lnTo>
                  <a:pt x="829145" y="48910"/>
                </a:lnTo>
                <a:cubicBezTo>
                  <a:pt x="829735" y="48910"/>
                  <a:pt x="830252" y="49039"/>
                  <a:pt x="830694" y="49297"/>
                </a:cubicBezTo>
                <a:cubicBezTo>
                  <a:pt x="831137" y="49555"/>
                  <a:pt x="831524" y="49998"/>
                  <a:pt x="831856" y="50625"/>
                </a:cubicBezTo>
                <a:cubicBezTo>
                  <a:pt x="832188" y="51252"/>
                  <a:pt x="832428" y="52045"/>
                  <a:pt x="832576" y="53004"/>
                </a:cubicBezTo>
                <a:cubicBezTo>
                  <a:pt x="832723" y="53963"/>
                  <a:pt x="832797" y="55144"/>
                  <a:pt x="832797" y="56545"/>
                </a:cubicBezTo>
                <a:cubicBezTo>
                  <a:pt x="832797" y="59201"/>
                  <a:pt x="832465" y="61119"/>
                  <a:pt x="831801" y="62299"/>
                </a:cubicBezTo>
                <a:cubicBezTo>
                  <a:pt x="831137" y="63480"/>
                  <a:pt x="830252" y="64070"/>
                  <a:pt x="829145" y="64070"/>
                </a:cubicBezTo>
                <a:lnTo>
                  <a:pt x="803584" y="64070"/>
                </a:lnTo>
                <a:lnTo>
                  <a:pt x="803584" y="119782"/>
                </a:lnTo>
                <a:cubicBezTo>
                  <a:pt x="803584" y="126661"/>
                  <a:pt x="804598" y="131858"/>
                  <a:pt x="806627" y="135374"/>
                </a:cubicBezTo>
                <a:cubicBezTo>
                  <a:pt x="808655" y="138887"/>
                  <a:pt x="812289" y="140644"/>
                  <a:pt x="817526" y="140644"/>
                </a:cubicBezTo>
                <a:cubicBezTo>
                  <a:pt x="819223" y="140644"/>
                  <a:pt x="820735" y="140478"/>
                  <a:pt x="822063" y="140146"/>
                </a:cubicBezTo>
                <a:cubicBezTo>
                  <a:pt x="823391" y="139814"/>
                  <a:pt x="824571" y="139463"/>
                  <a:pt x="825604" y="139095"/>
                </a:cubicBezTo>
                <a:cubicBezTo>
                  <a:pt x="826637" y="138726"/>
                  <a:pt x="827522" y="138375"/>
                  <a:pt x="828260" y="138043"/>
                </a:cubicBezTo>
                <a:cubicBezTo>
                  <a:pt x="828998" y="137711"/>
                  <a:pt x="829662" y="137545"/>
                  <a:pt x="830252" y="137545"/>
                </a:cubicBezTo>
                <a:cubicBezTo>
                  <a:pt x="830621" y="137545"/>
                  <a:pt x="830971" y="137638"/>
                  <a:pt x="831303" y="137822"/>
                </a:cubicBezTo>
                <a:cubicBezTo>
                  <a:pt x="831635" y="138006"/>
                  <a:pt x="831893" y="138357"/>
                  <a:pt x="832078" y="138873"/>
                </a:cubicBezTo>
                <a:cubicBezTo>
                  <a:pt x="832262" y="139390"/>
                  <a:pt x="832428" y="140090"/>
                  <a:pt x="832576" y="140976"/>
                </a:cubicBezTo>
                <a:cubicBezTo>
                  <a:pt x="832723" y="141861"/>
                  <a:pt x="832797" y="142968"/>
                  <a:pt x="832797" y="144295"/>
                </a:cubicBezTo>
                <a:close/>
                <a:moveTo>
                  <a:pt x="875187" y="151488"/>
                </a:moveTo>
                <a:cubicBezTo>
                  <a:pt x="875187" y="152078"/>
                  <a:pt x="875039" y="152576"/>
                  <a:pt x="874744" y="152982"/>
                </a:cubicBezTo>
                <a:cubicBezTo>
                  <a:pt x="874449" y="153388"/>
                  <a:pt x="873970" y="153738"/>
                  <a:pt x="873306" y="154033"/>
                </a:cubicBezTo>
                <a:cubicBezTo>
                  <a:pt x="872642" y="154328"/>
                  <a:pt x="871720" y="154550"/>
                  <a:pt x="870539" y="154697"/>
                </a:cubicBezTo>
                <a:cubicBezTo>
                  <a:pt x="869359" y="154845"/>
                  <a:pt x="867847" y="154918"/>
                  <a:pt x="866003" y="154918"/>
                </a:cubicBezTo>
                <a:cubicBezTo>
                  <a:pt x="864232" y="154918"/>
                  <a:pt x="862757" y="154845"/>
                  <a:pt x="861576" y="154697"/>
                </a:cubicBezTo>
                <a:cubicBezTo>
                  <a:pt x="860396" y="154550"/>
                  <a:pt x="859455" y="154328"/>
                  <a:pt x="858755" y="154033"/>
                </a:cubicBezTo>
                <a:cubicBezTo>
                  <a:pt x="858054" y="153738"/>
                  <a:pt x="857574" y="153388"/>
                  <a:pt x="857316" y="152982"/>
                </a:cubicBezTo>
                <a:cubicBezTo>
                  <a:pt x="857058" y="152576"/>
                  <a:pt x="856929" y="152078"/>
                  <a:pt x="856929" y="151488"/>
                </a:cubicBezTo>
                <a:lnTo>
                  <a:pt x="856929" y="51898"/>
                </a:lnTo>
                <a:cubicBezTo>
                  <a:pt x="856929" y="51381"/>
                  <a:pt x="857058" y="50902"/>
                  <a:pt x="857316" y="50459"/>
                </a:cubicBezTo>
                <a:cubicBezTo>
                  <a:pt x="857574" y="50017"/>
                  <a:pt x="858054" y="49648"/>
                  <a:pt x="858755" y="49353"/>
                </a:cubicBezTo>
                <a:cubicBezTo>
                  <a:pt x="859455" y="49057"/>
                  <a:pt x="860396" y="48836"/>
                  <a:pt x="861576" y="48689"/>
                </a:cubicBezTo>
                <a:cubicBezTo>
                  <a:pt x="862757" y="48541"/>
                  <a:pt x="864232" y="48467"/>
                  <a:pt x="866003" y="48467"/>
                </a:cubicBezTo>
                <a:cubicBezTo>
                  <a:pt x="867847" y="48467"/>
                  <a:pt x="869359" y="48541"/>
                  <a:pt x="870539" y="48689"/>
                </a:cubicBezTo>
                <a:cubicBezTo>
                  <a:pt x="871720" y="48836"/>
                  <a:pt x="872642" y="49057"/>
                  <a:pt x="873306" y="49353"/>
                </a:cubicBezTo>
                <a:cubicBezTo>
                  <a:pt x="873970" y="49648"/>
                  <a:pt x="874449" y="50017"/>
                  <a:pt x="874744" y="50459"/>
                </a:cubicBezTo>
                <a:cubicBezTo>
                  <a:pt x="875039" y="50902"/>
                  <a:pt x="875187" y="51381"/>
                  <a:pt x="875187" y="51898"/>
                </a:cubicBezTo>
                <a:lnTo>
                  <a:pt x="875187" y="151488"/>
                </a:lnTo>
                <a:moveTo>
                  <a:pt x="877290" y="18148"/>
                </a:moveTo>
                <a:cubicBezTo>
                  <a:pt x="877290" y="22426"/>
                  <a:pt x="876478" y="25340"/>
                  <a:pt x="874855" y="26889"/>
                </a:cubicBezTo>
                <a:cubicBezTo>
                  <a:pt x="873232" y="28439"/>
                  <a:pt x="870244" y="29213"/>
                  <a:pt x="865892" y="29213"/>
                </a:cubicBezTo>
                <a:cubicBezTo>
                  <a:pt x="861613" y="29213"/>
                  <a:pt x="858681" y="28457"/>
                  <a:pt x="857095" y="26945"/>
                </a:cubicBezTo>
                <a:cubicBezTo>
                  <a:pt x="855509" y="25432"/>
                  <a:pt x="854716" y="22574"/>
                  <a:pt x="854716" y="18369"/>
                </a:cubicBezTo>
                <a:cubicBezTo>
                  <a:pt x="854716" y="14090"/>
                  <a:pt x="855527" y="11176"/>
                  <a:pt x="857150" y="9627"/>
                </a:cubicBezTo>
                <a:cubicBezTo>
                  <a:pt x="858773" y="8078"/>
                  <a:pt x="861761" y="7303"/>
                  <a:pt x="866113" y="7303"/>
                </a:cubicBezTo>
                <a:cubicBezTo>
                  <a:pt x="870392" y="7303"/>
                  <a:pt x="873324" y="8059"/>
                  <a:pt x="874910" y="9572"/>
                </a:cubicBezTo>
                <a:cubicBezTo>
                  <a:pt x="876496" y="11084"/>
                  <a:pt x="877290" y="13943"/>
                  <a:pt x="877290" y="18148"/>
                </a:cubicBezTo>
                <a:close/>
                <a:moveTo>
                  <a:pt x="1001671" y="100642"/>
                </a:moveTo>
                <a:cubicBezTo>
                  <a:pt x="1001671" y="108763"/>
                  <a:pt x="1000602" y="116240"/>
                  <a:pt x="998462" y="123070"/>
                </a:cubicBezTo>
                <a:cubicBezTo>
                  <a:pt x="996323" y="129901"/>
                  <a:pt x="993132" y="135791"/>
                  <a:pt x="988891" y="140741"/>
                </a:cubicBezTo>
                <a:cubicBezTo>
                  <a:pt x="984649" y="145688"/>
                  <a:pt x="979337" y="149546"/>
                  <a:pt x="972956" y="152315"/>
                </a:cubicBezTo>
                <a:cubicBezTo>
                  <a:pt x="966575" y="155083"/>
                  <a:pt x="959180" y="156468"/>
                  <a:pt x="950770" y="156468"/>
                </a:cubicBezTo>
                <a:cubicBezTo>
                  <a:pt x="942581" y="156468"/>
                  <a:pt x="935444" y="155249"/>
                  <a:pt x="929358" y="152812"/>
                </a:cubicBezTo>
                <a:cubicBezTo>
                  <a:pt x="923272" y="150376"/>
                  <a:pt x="918200" y="146831"/>
                  <a:pt x="914143" y="142179"/>
                </a:cubicBezTo>
                <a:cubicBezTo>
                  <a:pt x="910085" y="137527"/>
                  <a:pt x="907061" y="131878"/>
                  <a:pt x="905069" y="125231"/>
                </a:cubicBezTo>
                <a:cubicBezTo>
                  <a:pt x="903077" y="118585"/>
                  <a:pt x="902081" y="111053"/>
                  <a:pt x="902081" y="102633"/>
                </a:cubicBezTo>
                <a:cubicBezTo>
                  <a:pt x="902081" y="94512"/>
                  <a:pt x="903132" y="87036"/>
                  <a:pt x="905235" y="80205"/>
                </a:cubicBezTo>
                <a:cubicBezTo>
                  <a:pt x="907337" y="73374"/>
                  <a:pt x="910509" y="67485"/>
                  <a:pt x="914751" y="62538"/>
                </a:cubicBezTo>
                <a:cubicBezTo>
                  <a:pt x="918993" y="57588"/>
                  <a:pt x="924286" y="53748"/>
                  <a:pt x="930630" y="51016"/>
                </a:cubicBezTo>
                <a:cubicBezTo>
                  <a:pt x="936975" y="48284"/>
                  <a:pt x="944389" y="46918"/>
                  <a:pt x="952872" y="46918"/>
                </a:cubicBezTo>
                <a:cubicBezTo>
                  <a:pt x="961061" y="46918"/>
                  <a:pt x="968198" y="48137"/>
                  <a:pt x="974284" y="50573"/>
                </a:cubicBezTo>
                <a:cubicBezTo>
                  <a:pt x="980370" y="53010"/>
                  <a:pt x="985442" y="56554"/>
                  <a:pt x="989499" y="61207"/>
                </a:cubicBezTo>
                <a:cubicBezTo>
                  <a:pt x="993557" y="65859"/>
                  <a:pt x="996600" y="71508"/>
                  <a:pt x="998628" y="78154"/>
                </a:cubicBezTo>
                <a:cubicBezTo>
                  <a:pt x="1000657" y="84801"/>
                  <a:pt x="1001671" y="92296"/>
                  <a:pt x="1001671" y="100642"/>
                </a:cubicBezTo>
                <a:moveTo>
                  <a:pt x="982417" y="101859"/>
                </a:moveTo>
                <a:cubicBezTo>
                  <a:pt x="982417" y="96467"/>
                  <a:pt x="981919" y="91370"/>
                  <a:pt x="980923" y="86568"/>
                </a:cubicBezTo>
                <a:cubicBezTo>
                  <a:pt x="979928" y="81766"/>
                  <a:pt x="978286" y="77555"/>
                  <a:pt x="975999" y="73935"/>
                </a:cubicBezTo>
                <a:cubicBezTo>
                  <a:pt x="973712" y="70316"/>
                  <a:pt x="970614" y="67454"/>
                  <a:pt x="966704" y="65349"/>
                </a:cubicBezTo>
                <a:cubicBezTo>
                  <a:pt x="962794" y="63242"/>
                  <a:pt x="957925" y="62189"/>
                  <a:pt x="952098" y="62189"/>
                </a:cubicBezTo>
                <a:cubicBezTo>
                  <a:pt x="946712" y="62189"/>
                  <a:pt x="942083" y="63149"/>
                  <a:pt x="938210" y="65069"/>
                </a:cubicBezTo>
                <a:cubicBezTo>
                  <a:pt x="934337" y="66990"/>
                  <a:pt x="931147" y="69705"/>
                  <a:pt x="928638" y="73216"/>
                </a:cubicBezTo>
                <a:cubicBezTo>
                  <a:pt x="926130" y="76725"/>
                  <a:pt x="924268" y="80880"/>
                  <a:pt x="923050" y="85682"/>
                </a:cubicBezTo>
                <a:cubicBezTo>
                  <a:pt x="921833" y="90482"/>
                  <a:pt x="921225" y="95727"/>
                  <a:pt x="921225" y="101416"/>
                </a:cubicBezTo>
                <a:cubicBezTo>
                  <a:pt x="921225" y="106882"/>
                  <a:pt x="921722" y="112016"/>
                  <a:pt x="922718" y="116818"/>
                </a:cubicBezTo>
                <a:cubicBezTo>
                  <a:pt x="923714" y="121620"/>
                  <a:pt x="925374" y="125812"/>
                  <a:pt x="927698" y="129395"/>
                </a:cubicBezTo>
                <a:cubicBezTo>
                  <a:pt x="930022" y="132977"/>
                  <a:pt x="933138" y="135822"/>
                  <a:pt x="937048" y="137929"/>
                </a:cubicBezTo>
                <a:cubicBezTo>
                  <a:pt x="940958" y="140034"/>
                  <a:pt x="945827" y="141086"/>
                  <a:pt x="951655" y="141086"/>
                </a:cubicBezTo>
                <a:cubicBezTo>
                  <a:pt x="956966" y="141086"/>
                  <a:pt x="961577" y="140126"/>
                  <a:pt x="965487" y="138206"/>
                </a:cubicBezTo>
                <a:cubicBezTo>
                  <a:pt x="969397" y="136286"/>
                  <a:pt x="972606" y="133589"/>
                  <a:pt x="975114" y="130118"/>
                </a:cubicBezTo>
                <a:cubicBezTo>
                  <a:pt x="977622" y="126643"/>
                  <a:pt x="979466" y="122507"/>
                  <a:pt x="980647" y="117707"/>
                </a:cubicBezTo>
                <a:cubicBezTo>
                  <a:pt x="981827" y="112905"/>
                  <a:pt x="982417" y="107622"/>
                  <a:pt x="982417" y="101859"/>
                </a:cubicBezTo>
                <a:close/>
                <a:moveTo>
                  <a:pt x="1114241" y="151488"/>
                </a:moveTo>
                <a:cubicBezTo>
                  <a:pt x="1114241" y="152078"/>
                  <a:pt x="1114094" y="152576"/>
                  <a:pt x="1113799" y="152982"/>
                </a:cubicBezTo>
                <a:cubicBezTo>
                  <a:pt x="1113504" y="153388"/>
                  <a:pt x="1113024" y="153738"/>
                  <a:pt x="1112360" y="154033"/>
                </a:cubicBezTo>
                <a:cubicBezTo>
                  <a:pt x="1111696" y="154328"/>
                  <a:pt x="1110774" y="154550"/>
                  <a:pt x="1109594" y="154697"/>
                </a:cubicBezTo>
                <a:cubicBezTo>
                  <a:pt x="1108414" y="154845"/>
                  <a:pt x="1106938" y="154918"/>
                  <a:pt x="1105168" y="154918"/>
                </a:cubicBezTo>
                <a:cubicBezTo>
                  <a:pt x="1103323" y="154918"/>
                  <a:pt x="1101811" y="154845"/>
                  <a:pt x="1100631" y="154697"/>
                </a:cubicBezTo>
                <a:cubicBezTo>
                  <a:pt x="1099450" y="154550"/>
                  <a:pt x="1098528" y="154328"/>
                  <a:pt x="1097864" y="154033"/>
                </a:cubicBezTo>
                <a:cubicBezTo>
                  <a:pt x="1097200" y="153738"/>
                  <a:pt x="1096721" y="153388"/>
                  <a:pt x="1096426" y="152982"/>
                </a:cubicBezTo>
                <a:cubicBezTo>
                  <a:pt x="1096131" y="152576"/>
                  <a:pt x="1095983" y="152078"/>
                  <a:pt x="1095983" y="151488"/>
                </a:cubicBezTo>
                <a:lnTo>
                  <a:pt x="1095983" y="93172"/>
                </a:lnTo>
                <a:cubicBezTo>
                  <a:pt x="1095983" y="87492"/>
                  <a:pt x="1095541" y="82918"/>
                  <a:pt x="1094655" y="79451"/>
                </a:cubicBezTo>
                <a:cubicBezTo>
                  <a:pt x="1093770" y="75984"/>
                  <a:pt x="1092479" y="72996"/>
                  <a:pt x="1090782" y="70488"/>
                </a:cubicBezTo>
                <a:cubicBezTo>
                  <a:pt x="1089086" y="67980"/>
                  <a:pt x="1086891" y="66062"/>
                  <a:pt x="1084198" y="64734"/>
                </a:cubicBezTo>
                <a:cubicBezTo>
                  <a:pt x="1081506" y="63406"/>
                  <a:pt x="1078389" y="62742"/>
                  <a:pt x="1074848" y="62742"/>
                </a:cubicBezTo>
                <a:cubicBezTo>
                  <a:pt x="1070274" y="62742"/>
                  <a:pt x="1065700" y="64365"/>
                  <a:pt x="1061127" y="67611"/>
                </a:cubicBezTo>
                <a:cubicBezTo>
                  <a:pt x="1056553" y="70857"/>
                  <a:pt x="1051758" y="75615"/>
                  <a:pt x="1046741" y="81885"/>
                </a:cubicBezTo>
                <a:lnTo>
                  <a:pt x="1046741" y="151488"/>
                </a:lnTo>
                <a:cubicBezTo>
                  <a:pt x="1046741" y="152078"/>
                  <a:pt x="1046594" y="152576"/>
                  <a:pt x="1046299" y="152982"/>
                </a:cubicBezTo>
                <a:cubicBezTo>
                  <a:pt x="1046004" y="153388"/>
                  <a:pt x="1045524" y="153738"/>
                  <a:pt x="1044860" y="154033"/>
                </a:cubicBezTo>
                <a:cubicBezTo>
                  <a:pt x="1044196" y="154328"/>
                  <a:pt x="1043274" y="154550"/>
                  <a:pt x="1042094" y="154697"/>
                </a:cubicBezTo>
                <a:cubicBezTo>
                  <a:pt x="1040913" y="154845"/>
                  <a:pt x="1039401" y="154918"/>
                  <a:pt x="1037557" y="154918"/>
                </a:cubicBezTo>
                <a:cubicBezTo>
                  <a:pt x="1035786" y="154918"/>
                  <a:pt x="1034311" y="154845"/>
                  <a:pt x="1033131" y="154697"/>
                </a:cubicBezTo>
                <a:cubicBezTo>
                  <a:pt x="1031950" y="154550"/>
                  <a:pt x="1031010" y="154328"/>
                  <a:pt x="1030309" y="154033"/>
                </a:cubicBezTo>
                <a:cubicBezTo>
                  <a:pt x="1029608" y="153738"/>
                  <a:pt x="1029129" y="153388"/>
                  <a:pt x="1028870" y="152982"/>
                </a:cubicBezTo>
                <a:cubicBezTo>
                  <a:pt x="1028612" y="152576"/>
                  <a:pt x="1028483" y="152078"/>
                  <a:pt x="1028483" y="151488"/>
                </a:cubicBezTo>
                <a:lnTo>
                  <a:pt x="1028483" y="51898"/>
                </a:lnTo>
                <a:cubicBezTo>
                  <a:pt x="1028483" y="51308"/>
                  <a:pt x="1028594" y="50810"/>
                  <a:pt x="1028815" y="50404"/>
                </a:cubicBezTo>
                <a:cubicBezTo>
                  <a:pt x="1029036" y="49998"/>
                  <a:pt x="1029479" y="49629"/>
                  <a:pt x="1030143" y="49297"/>
                </a:cubicBezTo>
                <a:cubicBezTo>
                  <a:pt x="1030807" y="48965"/>
                  <a:pt x="1031655" y="48744"/>
                  <a:pt x="1032688" y="48633"/>
                </a:cubicBezTo>
                <a:cubicBezTo>
                  <a:pt x="1033721" y="48523"/>
                  <a:pt x="1035085" y="48467"/>
                  <a:pt x="1036782" y="48467"/>
                </a:cubicBezTo>
                <a:cubicBezTo>
                  <a:pt x="1038405" y="48467"/>
                  <a:pt x="1039751" y="48523"/>
                  <a:pt x="1040821" y="48633"/>
                </a:cubicBezTo>
                <a:cubicBezTo>
                  <a:pt x="1041891" y="48744"/>
                  <a:pt x="1042721" y="48965"/>
                  <a:pt x="1043311" y="49297"/>
                </a:cubicBezTo>
                <a:cubicBezTo>
                  <a:pt x="1043901" y="49629"/>
                  <a:pt x="1044325" y="49998"/>
                  <a:pt x="1044583" y="50404"/>
                </a:cubicBezTo>
                <a:cubicBezTo>
                  <a:pt x="1044842" y="50810"/>
                  <a:pt x="1044971" y="51308"/>
                  <a:pt x="1044971" y="51898"/>
                </a:cubicBezTo>
                <a:lnTo>
                  <a:pt x="1044971" y="65066"/>
                </a:lnTo>
                <a:cubicBezTo>
                  <a:pt x="1050577" y="58795"/>
                  <a:pt x="1056165" y="54203"/>
                  <a:pt x="1061735" y="51289"/>
                </a:cubicBezTo>
                <a:cubicBezTo>
                  <a:pt x="1067305" y="48375"/>
                  <a:pt x="1072930" y="46918"/>
                  <a:pt x="1078610" y="46918"/>
                </a:cubicBezTo>
                <a:cubicBezTo>
                  <a:pt x="1085250" y="46918"/>
                  <a:pt x="1090838" y="48043"/>
                  <a:pt x="1095375" y="50293"/>
                </a:cubicBezTo>
                <a:cubicBezTo>
                  <a:pt x="1099911" y="52543"/>
                  <a:pt x="1103582" y="55549"/>
                  <a:pt x="1106385" y="59312"/>
                </a:cubicBezTo>
                <a:cubicBezTo>
                  <a:pt x="1109188" y="63074"/>
                  <a:pt x="1111198" y="67482"/>
                  <a:pt x="1112416" y="72535"/>
                </a:cubicBezTo>
                <a:cubicBezTo>
                  <a:pt x="1113633" y="77588"/>
                  <a:pt x="1114241" y="83656"/>
                  <a:pt x="1114241" y="90738"/>
                </a:cubicBezTo>
                <a:lnTo>
                  <a:pt x="1114241" y="151488"/>
                </a:lnTo>
                <a:close/>
                <a:moveTo>
                  <a:pt x="1305513" y="147504"/>
                </a:moveTo>
                <a:cubicBezTo>
                  <a:pt x="1306103" y="149127"/>
                  <a:pt x="1306416" y="150437"/>
                  <a:pt x="1306453" y="151433"/>
                </a:cubicBezTo>
                <a:cubicBezTo>
                  <a:pt x="1306490" y="152429"/>
                  <a:pt x="1306214" y="153185"/>
                  <a:pt x="1305623" y="153701"/>
                </a:cubicBezTo>
                <a:cubicBezTo>
                  <a:pt x="1305033" y="154218"/>
                  <a:pt x="1304056" y="154550"/>
                  <a:pt x="1302691" y="154697"/>
                </a:cubicBezTo>
                <a:cubicBezTo>
                  <a:pt x="1301326" y="154845"/>
                  <a:pt x="1299500" y="154918"/>
                  <a:pt x="1297214" y="154918"/>
                </a:cubicBezTo>
                <a:cubicBezTo>
                  <a:pt x="1294927" y="154918"/>
                  <a:pt x="1293101" y="154863"/>
                  <a:pt x="1291736" y="154752"/>
                </a:cubicBezTo>
                <a:cubicBezTo>
                  <a:pt x="1290371" y="154642"/>
                  <a:pt x="1289339" y="154457"/>
                  <a:pt x="1288638" y="154199"/>
                </a:cubicBezTo>
                <a:cubicBezTo>
                  <a:pt x="1287937" y="153941"/>
                  <a:pt x="1287420" y="153591"/>
                  <a:pt x="1287089" y="153148"/>
                </a:cubicBezTo>
                <a:cubicBezTo>
                  <a:pt x="1286757" y="152705"/>
                  <a:pt x="1286443" y="152152"/>
                  <a:pt x="1286148" y="151488"/>
                </a:cubicBezTo>
                <a:lnTo>
                  <a:pt x="1273865" y="116631"/>
                </a:lnTo>
                <a:lnTo>
                  <a:pt x="1214332" y="116631"/>
                </a:lnTo>
                <a:lnTo>
                  <a:pt x="1202603" y="151045"/>
                </a:lnTo>
                <a:cubicBezTo>
                  <a:pt x="1202381" y="151709"/>
                  <a:pt x="1202086" y="152281"/>
                  <a:pt x="1201717" y="152761"/>
                </a:cubicBezTo>
                <a:cubicBezTo>
                  <a:pt x="1201349" y="153240"/>
                  <a:pt x="1200814" y="153646"/>
                  <a:pt x="1200113" y="153978"/>
                </a:cubicBezTo>
                <a:cubicBezTo>
                  <a:pt x="1199412" y="154310"/>
                  <a:pt x="1198416" y="154550"/>
                  <a:pt x="1197125" y="154697"/>
                </a:cubicBezTo>
                <a:cubicBezTo>
                  <a:pt x="1195834" y="154845"/>
                  <a:pt x="1194156" y="154918"/>
                  <a:pt x="1192090" y="154918"/>
                </a:cubicBezTo>
                <a:cubicBezTo>
                  <a:pt x="1189951" y="154918"/>
                  <a:pt x="1188199" y="154826"/>
                  <a:pt x="1186834" y="154642"/>
                </a:cubicBezTo>
                <a:cubicBezTo>
                  <a:pt x="1185469" y="154457"/>
                  <a:pt x="1184510" y="154107"/>
                  <a:pt x="1183957" y="153591"/>
                </a:cubicBezTo>
                <a:cubicBezTo>
                  <a:pt x="1183404" y="153074"/>
                  <a:pt x="1183146" y="152318"/>
                  <a:pt x="1183183" y="151322"/>
                </a:cubicBezTo>
                <a:cubicBezTo>
                  <a:pt x="1183219" y="150326"/>
                  <a:pt x="1183533" y="149017"/>
                  <a:pt x="1184123" y="147394"/>
                </a:cubicBezTo>
                <a:lnTo>
                  <a:pt x="1232148" y="14385"/>
                </a:lnTo>
                <a:cubicBezTo>
                  <a:pt x="1232443" y="13574"/>
                  <a:pt x="1232830" y="12910"/>
                  <a:pt x="1233310" y="12393"/>
                </a:cubicBezTo>
                <a:cubicBezTo>
                  <a:pt x="1233789" y="11877"/>
                  <a:pt x="1234490" y="11471"/>
                  <a:pt x="1235412" y="11176"/>
                </a:cubicBezTo>
                <a:cubicBezTo>
                  <a:pt x="1236334" y="10881"/>
                  <a:pt x="1237515" y="10678"/>
                  <a:pt x="1238953" y="10568"/>
                </a:cubicBezTo>
                <a:cubicBezTo>
                  <a:pt x="1240392" y="10457"/>
                  <a:pt x="1242218" y="10402"/>
                  <a:pt x="1244431" y="10402"/>
                </a:cubicBezTo>
                <a:cubicBezTo>
                  <a:pt x="1246791" y="10402"/>
                  <a:pt x="1248746" y="10457"/>
                  <a:pt x="1250295" y="10568"/>
                </a:cubicBezTo>
                <a:cubicBezTo>
                  <a:pt x="1251845" y="10678"/>
                  <a:pt x="1253099" y="10881"/>
                  <a:pt x="1254058" y="11176"/>
                </a:cubicBezTo>
                <a:cubicBezTo>
                  <a:pt x="1255017" y="11471"/>
                  <a:pt x="1255754" y="11896"/>
                  <a:pt x="1256271" y="12449"/>
                </a:cubicBezTo>
                <a:cubicBezTo>
                  <a:pt x="1256787" y="13002"/>
                  <a:pt x="1257193" y="13684"/>
                  <a:pt x="1257488" y="14496"/>
                </a:cubicBezTo>
                <a:lnTo>
                  <a:pt x="1305513" y="147504"/>
                </a:lnTo>
                <a:moveTo>
                  <a:pt x="1243877" y="30098"/>
                </a:moveTo>
                <a:lnTo>
                  <a:pt x="1243767" y="30098"/>
                </a:lnTo>
                <a:lnTo>
                  <a:pt x="1219090" y="101472"/>
                </a:lnTo>
                <a:lnTo>
                  <a:pt x="1268886" y="101472"/>
                </a:lnTo>
                <a:lnTo>
                  <a:pt x="1243877" y="30098"/>
                </a:lnTo>
                <a:close/>
                <a:moveTo>
                  <a:pt x="1413158" y="151488"/>
                </a:moveTo>
                <a:cubicBezTo>
                  <a:pt x="1413158" y="152078"/>
                  <a:pt x="1413010" y="152576"/>
                  <a:pt x="1412715" y="152982"/>
                </a:cubicBezTo>
                <a:cubicBezTo>
                  <a:pt x="1412420" y="153388"/>
                  <a:pt x="1411941" y="153738"/>
                  <a:pt x="1411277" y="154033"/>
                </a:cubicBezTo>
                <a:cubicBezTo>
                  <a:pt x="1410613" y="154328"/>
                  <a:pt x="1409691" y="154550"/>
                  <a:pt x="1408510" y="154697"/>
                </a:cubicBezTo>
                <a:cubicBezTo>
                  <a:pt x="1407330" y="154845"/>
                  <a:pt x="1405855" y="154918"/>
                  <a:pt x="1404084" y="154918"/>
                </a:cubicBezTo>
                <a:cubicBezTo>
                  <a:pt x="1402240" y="154918"/>
                  <a:pt x="1400728" y="154845"/>
                  <a:pt x="1399547" y="154697"/>
                </a:cubicBezTo>
                <a:cubicBezTo>
                  <a:pt x="1398367" y="154550"/>
                  <a:pt x="1397445" y="154328"/>
                  <a:pt x="1396781" y="154033"/>
                </a:cubicBezTo>
                <a:cubicBezTo>
                  <a:pt x="1396117" y="153738"/>
                  <a:pt x="1395637" y="153388"/>
                  <a:pt x="1395342" y="152982"/>
                </a:cubicBezTo>
                <a:cubicBezTo>
                  <a:pt x="1395047" y="152576"/>
                  <a:pt x="1394900" y="152078"/>
                  <a:pt x="1394900" y="151488"/>
                </a:cubicBezTo>
                <a:lnTo>
                  <a:pt x="1394900" y="93172"/>
                </a:lnTo>
                <a:cubicBezTo>
                  <a:pt x="1394900" y="87492"/>
                  <a:pt x="1394457" y="82918"/>
                  <a:pt x="1393572" y="79451"/>
                </a:cubicBezTo>
                <a:cubicBezTo>
                  <a:pt x="1392687" y="75984"/>
                  <a:pt x="1391396" y="72996"/>
                  <a:pt x="1389699" y="70488"/>
                </a:cubicBezTo>
                <a:cubicBezTo>
                  <a:pt x="1388002" y="67980"/>
                  <a:pt x="1385807" y="66062"/>
                  <a:pt x="1383115" y="64734"/>
                </a:cubicBezTo>
                <a:cubicBezTo>
                  <a:pt x="1380422" y="63406"/>
                  <a:pt x="1377305" y="62742"/>
                  <a:pt x="1373764" y="62742"/>
                </a:cubicBezTo>
                <a:cubicBezTo>
                  <a:pt x="1369191" y="62742"/>
                  <a:pt x="1364617" y="64365"/>
                  <a:pt x="1360043" y="67611"/>
                </a:cubicBezTo>
                <a:cubicBezTo>
                  <a:pt x="1355469" y="70857"/>
                  <a:pt x="1350674" y="75615"/>
                  <a:pt x="1345658" y="81885"/>
                </a:cubicBezTo>
                <a:lnTo>
                  <a:pt x="1345658" y="151488"/>
                </a:lnTo>
                <a:cubicBezTo>
                  <a:pt x="1345658" y="152078"/>
                  <a:pt x="1345510" y="152576"/>
                  <a:pt x="1345215" y="152982"/>
                </a:cubicBezTo>
                <a:cubicBezTo>
                  <a:pt x="1344920" y="153388"/>
                  <a:pt x="1344441" y="153738"/>
                  <a:pt x="1343777" y="154033"/>
                </a:cubicBezTo>
                <a:cubicBezTo>
                  <a:pt x="1343113" y="154328"/>
                  <a:pt x="1342191" y="154550"/>
                  <a:pt x="1341010" y="154697"/>
                </a:cubicBezTo>
                <a:cubicBezTo>
                  <a:pt x="1339830" y="154845"/>
                  <a:pt x="1338318" y="154918"/>
                  <a:pt x="1336473" y="154918"/>
                </a:cubicBezTo>
                <a:cubicBezTo>
                  <a:pt x="1334703" y="154918"/>
                  <a:pt x="1333227" y="154845"/>
                  <a:pt x="1332047" y="154697"/>
                </a:cubicBezTo>
                <a:cubicBezTo>
                  <a:pt x="1330867" y="154550"/>
                  <a:pt x="1329926" y="154328"/>
                  <a:pt x="1329225" y="154033"/>
                </a:cubicBezTo>
                <a:cubicBezTo>
                  <a:pt x="1328525" y="153738"/>
                  <a:pt x="1328045" y="153388"/>
                  <a:pt x="1327787" y="152982"/>
                </a:cubicBezTo>
                <a:cubicBezTo>
                  <a:pt x="1327529" y="152576"/>
                  <a:pt x="1327400" y="152078"/>
                  <a:pt x="1327400" y="151488"/>
                </a:cubicBezTo>
                <a:lnTo>
                  <a:pt x="1327400" y="51898"/>
                </a:lnTo>
                <a:cubicBezTo>
                  <a:pt x="1327400" y="51308"/>
                  <a:pt x="1327510" y="50810"/>
                  <a:pt x="1327732" y="50404"/>
                </a:cubicBezTo>
                <a:cubicBezTo>
                  <a:pt x="1327953" y="49998"/>
                  <a:pt x="1328395" y="49629"/>
                  <a:pt x="1329059" y="49297"/>
                </a:cubicBezTo>
                <a:cubicBezTo>
                  <a:pt x="1329723" y="48965"/>
                  <a:pt x="1330572" y="48744"/>
                  <a:pt x="1331605" y="48633"/>
                </a:cubicBezTo>
                <a:cubicBezTo>
                  <a:pt x="1332637" y="48523"/>
                  <a:pt x="1334002" y="48467"/>
                  <a:pt x="1335699" y="48467"/>
                </a:cubicBezTo>
                <a:cubicBezTo>
                  <a:pt x="1337322" y="48467"/>
                  <a:pt x="1338668" y="48523"/>
                  <a:pt x="1339738" y="48633"/>
                </a:cubicBezTo>
                <a:cubicBezTo>
                  <a:pt x="1340807" y="48744"/>
                  <a:pt x="1341637" y="48965"/>
                  <a:pt x="1342227" y="49297"/>
                </a:cubicBezTo>
                <a:cubicBezTo>
                  <a:pt x="1342818" y="49629"/>
                  <a:pt x="1343242" y="49998"/>
                  <a:pt x="1343500" y="50404"/>
                </a:cubicBezTo>
                <a:cubicBezTo>
                  <a:pt x="1343758" y="50810"/>
                  <a:pt x="1343887" y="51308"/>
                  <a:pt x="1343887" y="51898"/>
                </a:cubicBezTo>
                <a:lnTo>
                  <a:pt x="1343887" y="65066"/>
                </a:lnTo>
                <a:cubicBezTo>
                  <a:pt x="1349494" y="58795"/>
                  <a:pt x="1355082" y="54203"/>
                  <a:pt x="1360652" y="51289"/>
                </a:cubicBezTo>
                <a:cubicBezTo>
                  <a:pt x="1366221" y="48375"/>
                  <a:pt x="1371846" y="46918"/>
                  <a:pt x="1377527" y="46918"/>
                </a:cubicBezTo>
                <a:cubicBezTo>
                  <a:pt x="1384166" y="46918"/>
                  <a:pt x="1389754" y="48043"/>
                  <a:pt x="1394291" y="50293"/>
                </a:cubicBezTo>
                <a:cubicBezTo>
                  <a:pt x="1398828" y="52543"/>
                  <a:pt x="1402498" y="55549"/>
                  <a:pt x="1405301" y="59312"/>
                </a:cubicBezTo>
                <a:cubicBezTo>
                  <a:pt x="1408105" y="63074"/>
                  <a:pt x="1410115" y="67482"/>
                  <a:pt x="1411332" y="72535"/>
                </a:cubicBezTo>
                <a:cubicBezTo>
                  <a:pt x="1412549" y="77588"/>
                  <a:pt x="1413158" y="83656"/>
                  <a:pt x="1413158" y="90738"/>
                </a:cubicBezTo>
                <a:lnTo>
                  <a:pt x="1413158" y="151488"/>
                </a:lnTo>
                <a:close/>
                <a:moveTo>
                  <a:pt x="1522081" y="151599"/>
                </a:moveTo>
                <a:cubicBezTo>
                  <a:pt x="1522081" y="152484"/>
                  <a:pt x="1521786" y="153148"/>
                  <a:pt x="1521196" y="153591"/>
                </a:cubicBezTo>
                <a:cubicBezTo>
                  <a:pt x="1520606" y="154033"/>
                  <a:pt x="1519794" y="154365"/>
                  <a:pt x="1518762" y="154586"/>
                </a:cubicBezTo>
                <a:cubicBezTo>
                  <a:pt x="1517729" y="154808"/>
                  <a:pt x="1516216" y="154918"/>
                  <a:pt x="1514225" y="154918"/>
                </a:cubicBezTo>
                <a:cubicBezTo>
                  <a:pt x="1512307" y="154918"/>
                  <a:pt x="1510776" y="154808"/>
                  <a:pt x="1509632" y="154586"/>
                </a:cubicBezTo>
                <a:cubicBezTo>
                  <a:pt x="1508489" y="154365"/>
                  <a:pt x="1507659" y="154033"/>
                  <a:pt x="1507143" y="153591"/>
                </a:cubicBezTo>
                <a:cubicBezTo>
                  <a:pt x="1506626" y="153148"/>
                  <a:pt x="1506368" y="152484"/>
                  <a:pt x="1506368" y="151599"/>
                </a:cubicBezTo>
                <a:lnTo>
                  <a:pt x="1506368" y="141640"/>
                </a:lnTo>
                <a:cubicBezTo>
                  <a:pt x="1502016" y="146287"/>
                  <a:pt x="1497165" y="149920"/>
                  <a:pt x="1491817" y="152539"/>
                </a:cubicBezTo>
                <a:cubicBezTo>
                  <a:pt x="1486468" y="155158"/>
                  <a:pt x="1480807" y="156468"/>
                  <a:pt x="1474831" y="156468"/>
                </a:cubicBezTo>
                <a:cubicBezTo>
                  <a:pt x="1469593" y="156468"/>
                  <a:pt x="1464854" y="155783"/>
                  <a:pt x="1460612" y="154414"/>
                </a:cubicBezTo>
                <a:cubicBezTo>
                  <a:pt x="1456370" y="153044"/>
                  <a:pt x="1452755" y="151064"/>
                  <a:pt x="1449768" y="148473"/>
                </a:cubicBezTo>
                <a:cubicBezTo>
                  <a:pt x="1446780" y="145881"/>
                  <a:pt x="1444456" y="142699"/>
                  <a:pt x="1442796" y="138925"/>
                </a:cubicBezTo>
                <a:cubicBezTo>
                  <a:pt x="1441136" y="135149"/>
                  <a:pt x="1440306" y="130854"/>
                  <a:pt x="1440306" y="126041"/>
                </a:cubicBezTo>
                <a:cubicBezTo>
                  <a:pt x="1440306" y="120416"/>
                  <a:pt x="1441450" y="115531"/>
                  <a:pt x="1443737" y="111386"/>
                </a:cubicBezTo>
                <a:cubicBezTo>
                  <a:pt x="1446024" y="107238"/>
                  <a:pt x="1449307" y="103795"/>
                  <a:pt x="1453585" y="101057"/>
                </a:cubicBezTo>
                <a:cubicBezTo>
                  <a:pt x="1457864" y="98318"/>
                  <a:pt x="1463102" y="96264"/>
                  <a:pt x="1469298" y="94894"/>
                </a:cubicBezTo>
                <a:cubicBezTo>
                  <a:pt x="1475495" y="93525"/>
                  <a:pt x="1482466" y="92840"/>
                  <a:pt x="1490212" y="92840"/>
                </a:cubicBezTo>
                <a:lnTo>
                  <a:pt x="1503934" y="92840"/>
                </a:lnTo>
                <a:lnTo>
                  <a:pt x="1503934" y="85122"/>
                </a:lnTo>
                <a:cubicBezTo>
                  <a:pt x="1503934" y="81300"/>
                  <a:pt x="1503528" y="77919"/>
                  <a:pt x="1502716" y="74980"/>
                </a:cubicBezTo>
                <a:cubicBezTo>
                  <a:pt x="1501905" y="72038"/>
                  <a:pt x="1500596" y="69593"/>
                  <a:pt x="1498788" y="67645"/>
                </a:cubicBezTo>
                <a:cubicBezTo>
                  <a:pt x="1496981" y="65697"/>
                  <a:pt x="1494639" y="64228"/>
                  <a:pt x="1491762" y="63236"/>
                </a:cubicBezTo>
                <a:cubicBezTo>
                  <a:pt x="1488884" y="62243"/>
                  <a:pt x="1485343" y="61746"/>
                  <a:pt x="1481139" y="61746"/>
                </a:cubicBezTo>
                <a:cubicBezTo>
                  <a:pt x="1476639" y="61746"/>
                  <a:pt x="1472600" y="62275"/>
                  <a:pt x="1469022" y="63333"/>
                </a:cubicBezTo>
                <a:cubicBezTo>
                  <a:pt x="1465444" y="64391"/>
                  <a:pt x="1462309" y="65559"/>
                  <a:pt x="1459616" y="66836"/>
                </a:cubicBezTo>
                <a:cubicBezTo>
                  <a:pt x="1456923" y="68113"/>
                  <a:pt x="1454673" y="69281"/>
                  <a:pt x="1452866" y="70339"/>
                </a:cubicBezTo>
                <a:cubicBezTo>
                  <a:pt x="1451059" y="71397"/>
                  <a:pt x="1449712" y="71926"/>
                  <a:pt x="1448827" y="71926"/>
                </a:cubicBezTo>
                <a:cubicBezTo>
                  <a:pt x="1448237" y="71926"/>
                  <a:pt x="1447720" y="71779"/>
                  <a:pt x="1447278" y="71484"/>
                </a:cubicBezTo>
                <a:cubicBezTo>
                  <a:pt x="1446835" y="71189"/>
                  <a:pt x="1446448" y="70746"/>
                  <a:pt x="1446116" y="70156"/>
                </a:cubicBezTo>
                <a:cubicBezTo>
                  <a:pt x="1445784" y="69566"/>
                  <a:pt x="1445544" y="68810"/>
                  <a:pt x="1445397" y="67887"/>
                </a:cubicBezTo>
                <a:cubicBezTo>
                  <a:pt x="1445249" y="66965"/>
                  <a:pt x="1445175" y="65951"/>
                  <a:pt x="1445175" y="64844"/>
                </a:cubicBezTo>
                <a:cubicBezTo>
                  <a:pt x="1445175" y="63000"/>
                  <a:pt x="1445304" y="61543"/>
                  <a:pt x="1445563" y="60474"/>
                </a:cubicBezTo>
                <a:cubicBezTo>
                  <a:pt x="1445821" y="59404"/>
                  <a:pt x="1446448" y="58389"/>
                  <a:pt x="1447444" y="57430"/>
                </a:cubicBezTo>
                <a:cubicBezTo>
                  <a:pt x="1448440" y="56471"/>
                  <a:pt x="1450155" y="55355"/>
                  <a:pt x="1452589" y="54080"/>
                </a:cubicBezTo>
                <a:cubicBezTo>
                  <a:pt x="1455024" y="52803"/>
                  <a:pt x="1457827" y="51636"/>
                  <a:pt x="1460999" y="50580"/>
                </a:cubicBezTo>
                <a:cubicBezTo>
                  <a:pt x="1464171" y="49524"/>
                  <a:pt x="1467639" y="48651"/>
                  <a:pt x="1471401" y="47959"/>
                </a:cubicBezTo>
                <a:cubicBezTo>
                  <a:pt x="1475163" y="47265"/>
                  <a:pt x="1478962" y="46918"/>
                  <a:pt x="1482798" y="46918"/>
                </a:cubicBezTo>
                <a:cubicBezTo>
                  <a:pt x="1489954" y="46918"/>
                  <a:pt x="1496040" y="47730"/>
                  <a:pt x="1501057" y="49353"/>
                </a:cubicBezTo>
                <a:cubicBezTo>
                  <a:pt x="1506073" y="50976"/>
                  <a:pt x="1510130" y="53355"/>
                  <a:pt x="1513229" y="56490"/>
                </a:cubicBezTo>
                <a:cubicBezTo>
                  <a:pt x="1516327" y="59625"/>
                  <a:pt x="1518577" y="63517"/>
                  <a:pt x="1519979" y="68164"/>
                </a:cubicBezTo>
                <a:cubicBezTo>
                  <a:pt x="1521380" y="72812"/>
                  <a:pt x="1522081" y="78234"/>
                  <a:pt x="1522081" y="84431"/>
                </a:cubicBezTo>
                <a:lnTo>
                  <a:pt x="1522081" y="151599"/>
                </a:lnTo>
                <a:moveTo>
                  <a:pt x="1503934" y="106008"/>
                </a:moveTo>
                <a:lnTo>
                  <a:pt x="1488331" y="106008"/>
                </a:lnTo>
                <a:cubicBezTo>
                  <a:pt x="1483315" y="106008"/>
                  <a:pt x="1478962" y="106436"/>
                  <a:pt x="1475274" y="107291"/>
                </a:cubicBezTo>
                <a:cubicBezTo>
                  <a:pt x="1471585" y="108144"/>
                  <a:pt x="1468524" y="109405"/>
                  <a:pt x="1466089" y="111074"/>
                </a:cubicBezTo>
                <a:cubicBezTo>
                  <a:pt x="1463655" y="112743"/>
                  <a:pt x="1461866" y="114748"/>
                  <a:pt x="1460723" y="117088"/>
                </a:cubicBezTo>
                <a:cubicBezTo>
                  <a:pt x="1459579" y="119425"/>
                  <a:pt x="1459007" y="122116"/>
                  <a:pt x="1459007" y="125159"/>
                </a:cubicBezTo>
                <a:cubicBezTo>
                  <a:pt x="1459007" y="130355"/>
                  <a:pt x="1460649" y="134493"/>
                  <a:pt x="1463932" y="137573"/>
                </a:cubicBezTo>
                <a:cubicBezTo>
                  <a:pt x="1467214" y="140653"/>
                  <a:pt x="1471807" y="142193"/>
                  <a:pt x="1477708" y="142193"/>
                </a:cubicBezTo>
                <a:cubicBezTo>
                  <a:pt x="1482503" y="142193"/>
                  <a:pt x="1486948" y="140969"/>
                  <a:pt x="1491042" y="138521"/>
                </a:cubicBezTo>
                <a:cubicBezTo>
                  <a:pt x="1495137" y="136070"/>
                  <a:pt x="1499434" y="132322"/>
                  <a:pt x="1503934" y="127275"/>
                </a:cubicBezTo>
                <a:lnTo>
                  <a:pt x="1503934" y="106008"/>
                </a:lnTo>
                <a:close/>
                <a:moveTo>
                  <a:pt x="1573868" y="151485"/>
                </a:moveTo>
                <a:cubicBezTo>
                  <a:pt x="1573868" y="152075"/>
                  <a:pt x="1573720" y="152574"/>
                  <a:pt x="1573425" y="152982"/>
                </a:cubicBezTo>
                <a:cubicBezTo>
                  <a:pt x="1573130" y="153388"/>
                  <a:pt x="1572650" y="153738"/>
                  <a:pt x="1571986" y="154033"/>
                </a:cubicBezTo>
                <a:cubicBezTo>
                  <a:pt x="1571322" y="154328"/>
                  <a:pt x="1570400" y="154550"/>
                  <a:pt x="1569220" y="154697"/>
                </a:cubicBezTo>
                <a:cubicBezTo>
                  <a:pt x="1568040" y="154845"/>
                  <a:pt x="1566527" y="154918"/>
                  <a:pt x="1564683" y="154918"/>
                </a:cubicBezTo>
                <a:cubicBezTo>
                  <a:pt x="1562913" y="154918"/>
                  <a:pt x="1561437" y="154845"/>
                  <a:pt x="1560257" y="154697"/>
                </a:cubicBezTo>
                <a:cubicBezTo>
                  <a:pt x="1559076" y="154550"/>
                  <a:pt x="1558136" y="154328"/>
                  <a:pt x="1557435" y="154033"/>
                </a:cubicBezTo>
                <a:cubicBezTo>
                  <a:pt x="1556734" y="153738"/>
                  <a:pt x="1556255" y="153388"/>
                  <a:pt x="1555997" y="152982"/>
                </a:cubicBezTo>
                <a:cubicBezTo>
                  <a:pt x="1555738" y="152574"/>
                  <a:pt x="1555609" y="152075"/>
                  <a:pt x="1555609" y="151485"/>
                </a:cubicBezTo>
                <a:lnTo>
                  <a:pt x="1555609" y="3544"/>
                </a:lnTo>
                <a:cubicBezTo>
                  <a:pt x="1555609" y="2954"/>
                  <a:pt x="1555738" y="2438"/>
                  <a:pt x="1555997" y="1995"/>
                </a:cubicBezTo>
                <a:cubicBezTo>
                  <a:pt x="1556255" y="1550"/>
                  <a:pt x="1556734" y="1180"/>
                  <a:pt x="1557435" y="885"/>
                </a:cubicBezTo>
                <a:cubicBezTo>
                  <a:pt x="1558136" y="590"/>
                  <a:pt x="1559076" y="369"/>
                  <a:pt x="1560257" y="221"/>
                </a:cubicBezTo>
                <a:cubicBezTo>
                  <a:pt x="1561437" y="74"/>
                  <a:pt x="1562913" y="0"/>
                  <a:pt x="1564683" y="0"/>
                </a:cubicBezTo>
                <a:cubicBezTo>
                  <a:pt x="1566527" y="0"/>
                  <a:pt x="1568040" y="74"/>
                  <a:pt x="1569220" y="221"/>
                </a:cubicBezTo>
                <a:cubicBezTo>
                  <a:pt x="1570400" y="369"/>
                  <a:pt x="1571322" y="590"/>
                  <a:pt x="1571986" y="885"/>
                </a:cubicBezTo>
                <a:cubicBezTo>
                  <a:pt x="1572650" y="1180"/>
                  <a:pt x="1573130" y="1550"/>
                  <a:pt x="1573425" y="1995"/>
                </a:cubicBezTo>
                <a:cubicBezTo>
                  <a:pt x="1573720" y="2438"/>
                  <a:pt x="1573868" y="2954"/>
                  <a:pt x="1573868" y="3544"/>
                </a:cubicBezTo>
                <a:lnTo>
                  <a:pt x="1573868" y="151485"/>
                </a:lnTo>
                <a:close/>
                <a:moveTo>
                  <a:pt x="1653101" y="154254"/>
                </a:moveTo>
                <a:lnTo>
                  <a:pt x="1639823" y="190882"/>
                </a:lnTo>
                <a:cubicBezTo>
                  <a:pt x="1639380" y="192062"/>
                  <a:pt x="1638255" y="192966"/>
                  <a:pt x="1636448" y="193593"/>
                </a:cubicBezTo>
                <a:cubicBezTo>
                  <a:pt x="1634640" y="194220"/>
                  <a:pt x="1631892" y="194533"/>
                  <a:pt x="1628204" y="194533"/>
                </a:cubicBezTo>
                <a:cubicBezTo>
                  <a:pt x="1626286" y="194533"/>
                  <a:pt x="1624736" y="194441"/>
                  <a:pt x="1623556" y="194257"/>
                </a:cubicBezTo>
                <a:cubicBezTo>
                  <a:pt x="1622376" y="194072"/>
                  <a:pt x="1621472" y="193759"/>
                  <a:pt x="1620845" y="193316"/>
                </a:cubicBezTo>
                <a:cubicBezTo>
                  <a:pt x="1620218" y="192873"/>
                  <a:pt x="1619868" y="192283"/>
                  <a:pt x="1619794" y="191546"/>
                </a:cubicBezTo>
                <a:cubicBezTo>
                  <a:pt x="1619720" y="190808"/>
                  <a:pt x="1619905" y="189923"/>
                  <a:pt x="1620347" y="188890"/>
                </a:cubicBezTo>
                <a:lnTo>
                  <a:pt x="1634068" y="154254"/>
                </a:lnTo>
                <a:cubicBezTo>
                  <a:pt x="1633405" y="153959"/>
                  <a:pt x="1632777" y="153480"/>
                  <a:pt x="1632187" y="152816"/>
                </a:cubicBezTo>
                <a:cubicBezTo>
                  <a:pt x="1631597" y="152152"/>
                  <a:pt x="1631191" y="151451"/>
                  <a:pt x="1630970" y="150713"/>
                </a:cubicBezTo>
                <a:lnTo>
                  <a:pt x="1595450" y="55549"/>
                </a:lnTo>
                <a:cubicBezTo>
                  <a:pt x="1594859" y="54000"/>
                  <a:pt x="1594564" y="52783"/>
                  <a:pt x="1594564" y="51898"/>
                </a:cubicBezTo>
                <a:cubicBezTo>
                  <a:pt x="1594564" y="51012"/>
                  <a:pt x="1594859" y="50312"/>
                  <a:pt x="1595450" y="49795"/>
                </a:cubicBezTo>
                <a:cubicBezTo>
                  <a:pt x="1596040" y="49279"/>
                  <a:pt x="1596999" y="48928"/>
                  <a:pt x="1598327" y="48744"/>
                </a:cubicBezTo>
                <a:cubicBezTo>
                  <a:pt x="1599654" y="48560"/>
                  <a:pt x="1601425" y="48467"/>
                  <a:pt x="1603638" y="48467"/>
                </a:cubicBezTo>
                <a:cubicBezTo>
                  <a:pt x="1605851" y="48467"/>
                  <a:pt x="1607585" y="48523"/>
                  <a:pt x="1608839" y="48633"/>
                </a:cubicBezTo>
                <a:cubicBezTo>
                  <a:pt x="1610093" y="48744"/>
                  <a:pt x="1611089" y="48947"/>
                  <a:pt x="1611827" y="49242"/>
                </a:cubicBezTo>
                <a:cubicBezTo>
                  <a:pt x="1612564" y="49537"/>
                  <a:pt x="1613099" y="49961"/>
                  <a:pt x="1613431" y="50514"/>
                </a:cubicBezTo>
                <a:cubicBezTo>
                  <a:pt x="1613763" y="51068"/>
                  <a:pt x="1614114" y="51824"/>
                  <a:pt x="1614482" y="52783"/>
                </a:cubicBezTo>
                <a:lnTo>
                  <a:pt x="1642921" y="132677"/>
                </a:lnTo>
                <a:lnTo>
                  <a:pt x="1643253" y="132677"/>
                </a:lnTo>
                <a:lnTo>
                  <a:pt x="1670696" y="52340"/>
                </a:lnTo>
                <a:cubicBezTo>
                  <a:pt x="1671138" y="50939"/>
                  <a:pt x="1671673" y="50035"/>
                  <a:pt x="1672300" y="49629"/>
                </a:cubicBezTo>
                <a:cubicBezTo>
                  <a:pt x="1672927" y="49223"/>
                  <a:pt x="1673868" y="48928"/>
                  <a:pt x="1675122" y="48744"/>
                </a:cubicBezTo>
                <a:cubicBezTo>
                  <a:pt x="1676376" y="48560"/>
                  <a:pt x="1678183" y="48467"/>
                  <a:pt x="1680544" y="48467"/>
                </a:cubicBezTo>
                <a:cubicBezTo>
                  <a:pt x="1682610" y="48467"/>
                  <a:pt x="1684306" y="48560"/>
                  <a:pt x="1685634" y="48744"/>
                </a:cubicBezTo>
                <a:cubicBezTo>
                  <a:pt x="1686962" y="48928"/>
                  <a:pt x="1687940" y="49279"/>
                  <a:pt x="1688567" y="49795"/>
                </a:cubicBezTo>
                <a:cubicBezTo>
                  <a:pt x="1689194" y="50312"/>
                  <a:pt x="1689507" y="51012"/>
                  <a:pt x="1689507" y="51898"/>
                </a:cubicBezTo>
                <a:cubicBezTo>
                  <a:pt x="1689507" y="52783"/>
                  <a:pt x="1689286" y="53889"/>
                  <a:pt x="1688843" y="55217"/>
                </a:cubicBezTo>
                <a:lnTo>
                  <a:pt x="1653101" y="154254"/>
                </a:lnTo>
                <a:close/>
                <a:moveTo>
                  <a:pt x="1770194" y="124457"/>
                </a:moveTo>
                <a:cubicBezTo>
                  <a:pt x="1770194" y="129552"/>
                  <a:pt x="1769253" y="134093"/>
                  <a:pt x="1767372" y="138081"/>
                </a:cubicBezTo>
                <a:cubicBezTo>
                  <a:pt x="1765491" y="142067"/>
                  <a:pt x="1762817" y="145427"/>
                  <a:pt x="1759350" y="148161"/>
                </a:cubicBezTo>
                <a:cubicBezTo>
                  <a:pt x="1755883" y="150893"/>
                  <a:pt x="1751751" y="152960"/>
                  <a:pt x="1746956" y="154362"/>
                </a:cubicBezTo>
                <a:cubicBezTo>
                  <a:pt x="1742161" y="155766"/>
                  <a:pt x="1736887" y="156468"/>
                  <a:pt x="1731132" y="156468"/>
                </a:cubicBezTo>
                <a:cubicBezTo>
                  <a:pt x="1727591" y="156468"/>
                  <a:pt x="1724216" y="156191"/>
                  <a:pt x="1721007" y="155638"/>
                </a:cubicBezTo>
                <a:cubicBezTo>
                  <a:pt x="1717798" y="155084"/>
                  <a:pt x="1714921" y="154384"/>
                  <a:pt x="1712376" y="153535"/>
                </a:cubicBezTo>
                <a:cubicBezTo>
                  <a:pt x="1709831" y="152687"/>
                  <a:pt x="1707673" y="151802"/>
                  <a:pt x="1705903" y="150879"/>
                </a:cubicBezTo>
                <a:cubicBezTo>
                  <a:pt x="1704132" y="149957"/>
                  <a:pt x="1702841" y="149127"/>
                  <a:pt x="1702030" y="148390"/>
                </a:cubicBezTo>
                <a:cubicBezTo>
                  <a:pt x="1701218" y="147652"/>
                  <a:pt x="1700628" y="146619"/>
                  <a:pt x="1700259" y="145291"/>
                </a:cubicBezTo>
                <a:cubicBezTo>
                  <a:pt x="1699891" y="143963"/>
                  <a:pt x="1699706" y="142156"/>
                  <a:pt x="1699706" y="139869"/>
                </a:cubicBezTo>
                <a:cubicBezTo>
                  <a:pt x="1699706" y="138468"/>
                  <a:pt x="1699780" y="137287"/>
                  <a:pt x="1699927" y="136328"/>
                </a:cubicBezTo>
                <a:cubicBezTo>
                  <a:pt x="1700075" y="135369"/>
                  <a:pt x="1700259" y="134595"/>
                  <a:pt x="1700481" y="134004"/>
                </a:cubicBezTo>
                <a:cubicBezTo>
                  <a:pt x="1700702" y="133414"/>
                  <a:pt x="1701016" y="132990"/>
                  <a:pt x="1701421" y="132732"/>
                </a:cubicBezTo>
                <a:cubicBezTo>
                  <a:pt x="1701827" y="132474"/>
                  <a:pt x="1702288" y="132345"/>
                  <a:pt x="1702805" y="132345"/>
                </a:cubicBezTo>
                <a:cubicBezTo>
                  <a:pt x="1703616" y="132345"/>
                  <a:pt x="1704815" y="132843"/>
                  <a:pt x="1706401" y="133838"/>
                </a:cubicBezTo>
                <a:cubicBezTo>
                  <a:pt x="1707987" y="134834"/>
                  <a:pt x="1709942" y="135922"/>
                  <a:pt x="1712266" y="137103"/>
                </a:cubicBezTo>
                <a:cubicBezTo>
                  <a:pt x="1714589" y="138283"/>
                  <a:pt x="1717337" y="139371"/>
                  <a:pt x="1720510" y="140367"/>
                </a:cubicBezTo>
                <a:cubicBezTo>
                  <a:pt x="1723682" y="141363"/>
                  <a:pt x="1727333" y="141861"/>
                  <a:pt x="1731464" y="141861"/>
                </a:cubicBezTo>
                <a:cubicBezTo>
                  <a:pt x="1734563" y="141861"/>
                  <a:pt x="1737366" y="141529"/>
                  <a:pt x="1739874" y="140865"/>
                </a:cubicBezTo>
                <a:cubicBezTo>
                  <a:pt x="1742383" y="140199"/>
                  <a:pt x="1744559" y="139219"/>
                  <a:pt x="1746403" y="137926"/>
                </a:cubicBezTo>
                <a:cubicBezTo>
                  <a:pt x="1748247" y="136632"/>
                  <a:pt x="1749667" y="134988"/>
                  <a:pt x="1750663" y="132991"/>
                </a:cubicBezTo>
                <a:cubicBezTo>
                  <a:pt x="1751659" y="130995"/>
                  <a:pt x="1752157" y="128630"/>
                  <a:pt x="1752157" y="125895"/>
                </a:cubicBezTo>
                <a:cubicBezTo>
                  <a:pt x="1752157" y="123090"/>
                  <a:pt x="1751438" y="120727"/>
                  <a:pt x="1749999" y="118807"/>
                </a:cubicBezTo>
                <a:cubicBezTo>
                  <a:pt x="1748561" y="116886"/>
                  <a:pt x="1746661" y="115188"/>
                  <a:pt x="1744301" y="113713"/>
                </a:cubicBezTo>
                <a:cubicBezTo>
                  <a:pt x="1741940" y="112235"/>
                  <a:pt x="1739284" y="110925"/>
                  <a:pt x="1736333" y="109781"/>
                </a:cubicBezTo>
                <a:cubicBezTo>
                  <a:pt x="1733382" y="108635"/>
                  <a:pt x="1730339" y="107435"/>
                  <a:pt x="1727204" y="106181"/>
                </a:cubicBezTo>
                <a:cubicBezTo>
                  <a:pt x="1724069" y="104925"/>
                  <a:pt x="1721007" y="103503"/>
                  <a:pt x="1718020" y="101914"/>
                </a:cubicBezTo>
                <a:cubicBezTo>
                  <a:pt x="1715032" y="100326"/>
                  <a:pt x="1712358" y="98387"/>
                  <a:pt x="1709997" y="96098"/>
                </a:cubicBezTo>
                <a:cubicBezTo>
                  <a:pt x="1707637" y="93809"/>
                  <a:pt x="1705737" y="91077"/>
                  <a:pt x="1704298" y="87902"/>
                </a:cubicBezTo>
                <a:cubicBezTo>
                  <a:pt x="1702860" y="84728"/>
                  <a:pt x="1702141" y="80925"/>
                  <a:pt x="1702141" y="76494"/>
                </a:cubicBezTo>
                <a:cubicBezTo>
                  <a:pt x="1702141" y="72580"/>
                  <a:pt x="1702897" y="68833"/>
                  <a:pt x="1704409" y="65252"/>
                </a:cubicBezTo>
                <a:cubicBezTo>
                  <a:pt x="1705921" y="61670"/>
                  <a:pt x="1708190" y="58531"/>
                  <a:pt x="1711214" y="55836"/>
                </a:cubicBezTo>
                <a:cubicBezTo>
                  <a:pt x="1714239" y="53139"/>
                  <a:pt x="1718020" y="50979"/>
                  <a:pt x="1722557" y="49356"/>
                </a:cubicBezTo>
                <a:cubicBezTo>
                  <a:pt x="1727094" y="47731"/>
                  <a:pt x="1732387" y="46918"/>
                  <a:pt x="1738436" y="46918"/>
                </a:cubicBezTo>
                <a:cubicBezTo>
                  <a:pt x="1741092" y="46918"/>
                  <a:pt x="1743747" y="47143"/>
                  <a:pt x="1746403" y="47592"/>
                </a:cubicBezTo>
                <a:cubicBezTo>
                  <a:pt x="1749059" y="48042"/>
                  <a:pt x="1751456" y="48603"/>
                  <a:pt x="1753596" y="49276"/>
                </a:cubicBezTo>
                <a:cubicBezTo>
                  <a:pt x="1755735" y="49950"/>
                  <a:pt x="1757561" y="50679"/>
                  <a:pt x="1759073" y="51465"/>
                </a:cubicBezTo>
                <a:cubicBezTo>
                  <a:pt x="1760585" y="52252"/>
                  <a:pt x="1761729" y="52944"/>
                  <a:pt x="1762503" y="53544"/>
                </a:cubicBezTo>
                <a:cubicBezTo>
                  <a:pt x="1763278" y="54143"/>
                  <a:pt x="1763794" y="54664"/>
                  <a:pt x="1764053" y="55107"/>
                </a:cubicBezTo>
                <a:cubicBezTo>
                  <a:pt x="1764311" y="55549"/>
                  <a:pt x="1764495" y="56047"/>
                  <a:pt x="1764606" y="56601"/>
                </a:cubicBezTo>
                <a:cubicBezTo>
                  <a:pt x="1764717" y="57154"/>
                  <a:pt x="1764827" y="57836"/>
                  <a:pt x="1764938" y="58648"/>
                </a:cubicBezTo>
                <a:cubicBezTo>
                  <a:pt x="1765049" y="59459"/>
                  <a:pt x="1765104" y="60455"/>
                  <a:pt x="1765104" y="61635"/>
                </a:cubicBezTo>
                <a:cubicBezTo>
                  <a:pt x="1765104" y="62889"/>
                  <a:pt x="1765049" y="63978"/>
                  <a:pt x="1764938" y="64900"/>
                </a:cubicBezTo>
                <a:cubicBezTo>
                  <a:pt x="1764827" y="65822"/>
                  <a:pt x="1764643" y="66578"/>
                  <a:pt x="1764385" y="67168"/>
                </a:cubicBezTo>
                <a:cubicBezTo>
                  <a:pt x="1764126" y="67758"/>
                  <a:pt x="1763813" y="68183"/>
                  <a:pt x="1763444" y="68441"/>
                </a:cubicBezTo>
                <a:cubicBezTo>
                  <a:pt x="1763075" y="68699"/>
                  <a:pt x="1762669" y="68828"/>
                  <a:pt x="1762227" y="68828"/>
                </a:cubicBezTo>
                <a:cubicBezTo>
                  <a:pt x="1761563" y="68828"/>
                  <a:pt x="1760604" y="68417"/>
                  <a:pt x="1759350" y="67594"/>
                </a:cubicBezTo>
                <a:cubicBezTo>
                  <a:pt x="1758096" y="66771"/>
                  <a:pt x="1756473" y="65891"/>
                  <a:pt x="1754481" y="64955"/>
                </a:cubicBezTo>
                <a:cubicBezTo>
                  <a:pt x="1752489" y="64019"/>
                  <a:pt x="1750147" y="63140"/>
                  <a:pt x="1747454" y="62317"/>
                </a:cubicBezTo>
                <a:cubicBezTo>
                  <a:pt x="1744762" y="61494"/>
                  <a:pt x="1741682" y="61082"/>
                  <a:pt x="1738214" y="61082"/>
                </a:cubicBezTo>
                <a:cubicBezTo>
                  <a:pt x="1735116" y="61082"/>
                  <a:pt x="1732387" y="61434"/>
                  <a:pt x="1730026" y="62137"/>
                </a:cubicBezTo>
                <a:cubicBezTo>
                  <a:pt x="1727665" y="62838"/>
                  <a:pt x="1725729" y="63835"/>
                  <a:pt x="1724216" y="65128"/>
                </a:cubicBezTo>
                <a:cubicBezTo>
                  <a:pt x="1722704" y="66421"/>
                  <a:pt x="1721561" y="67955"/>
                  <a:pt x="1720786" y="69731"/>
                </a:cubicBezTo>
                <a:cubicBezTo>
                  <a:pt x="1720012" y="71503"/>
                  <a:pt x="1719624" y="73425"/>
                  <a:pt x="1719624" y="75495"/>
                </a:cubicBezTo>
                <a:cubicBezTo>
                  <a:pt x="1719624" y="78374"/>
                  <a:pt x="1720362" y="80793"/>
                  <a:pt x="1721837" y="82750"/>
                </a:cubicBezTo>
                <a:cubicBezTo>
                  <a:pt x="1723313" y="84707"/>
                  <a:pt x="1725231" y="86425"/>
                  <a:pt x="1727591" y="87902"/>
                </a:cubicBezTo>
                <a:cubicBezTo>
                  <a:pt x="1729952" y="89378"/>
                  <a:pt x="1732645" y="90707"/>
                  <a:pt x="1735669" y="91889"/>
                </a:cubicBezTo>
                <a:cubicBezTo>
                  <a:pt x="1738694" y="93070"/>
                  <a:pt x="1741774" y="94288"/>
                  <a:pt x="1744909" y="95545"/>
                </a:cubicBezTo>
                <a:cubicBezTo>
                  <a:pt x="1748044" y="96799"/>
                  <a:pt x="1751143" y="98201"/>
                  <a:pt x="1754204" y="99753"/>
                </a:cubicBezTo>
                <a:cubicBezTo>
                  <a:pt x="1757266" y="101304"/>
                  <a:pt x="1759977" y="103188"/>
                  <a:pt x="1762337" y="105403"/>
                </a:cubicBezTo>
                <a:cubicBezTo>
                  <a:pt x="1764698" y="107619"/>
                  <a:pt x="1766598" y="110278"/>
                  <a:pt x="1768036" y="113381"/>
                </a:cubicBezTo>
                <a:cubicBezTo>
                  <a:pt x="1769475" y="116482"/>
                  <a:pt x="1770194" y="120174"/>
                  <a:pt x="1770194" y="124457"/>
                </a:cubicBezTo>
                <a:close/>
                <a:moveTo>
                  <a:pt x="1814541" y="151488"/>
                </a:moveTo>
                <a:cubicBezTo>
                  <a:pt x="1814541" y="152078"/>
                  <a:pt x="1814394" y="152576"/>
                  <a:pt x="1814099" y="152982"/>
                </a:cubicBezTo>
                <a:cubicBezTo>
                  <a:pt x="1813804" y="153388"/>
                  <a:pt x="1813324" y="153738"/>
                  <a:pt x="1812660" y="154033"/>
                </a:cubicBezTo>
                <a:cubicBezTo>
                  <a:pt x="1811996" y="154328"/>
                  <a:pt x="1811074" y="154550"/>
                  <a:pt x="1809894" y="154697"/>
                </a:cubicBezTo>
                <a:cubicBezTo>
                  <a:pt x="1808713" y="154845"/>
                  <a:pt x="1807201" y="154918"/>
                  <a:pt x="1805357" y="154918"/>
                </a:cubicBezTo>
                <a:cubicBezTo>
                  <a:pt x="1803586" y="154918"/>
                  <a:pt x="1802111" y="154845"/>
                  <a:pt x="1800931" y="154697"/>
                </a:cubicBezTo>
                <a:cubicBezTo>
                  <a:pt x="1799750" y="154550"/>
                  <a:pt x="1798810" y="154328"/>
                  <a:pt x="1798109" y="154033"/>
                </a:cubicBezTo>
                <a:cubicBezTo>
                  <a:pt x="1797408" y="153738"/>
                  <a:pt x="1796929" y="153388"/>
                  <a:pt x="1796670" y="152982"/>
                </a:cubicBezTo>
                <a:cubicBezTo>
                  <a:pt x="1796412" y="152576"/>
                  <a:pt x="1796283" y="152078"/>
                  <a:pt x="1796283" y="151488"/>
                </a:cubicBezTo>
                <a:lnTo>
                  <a:pt x="1796283" y="51898"/>
                </a:lnTo>
                <a:cubicBezTo>
                  <a:pt x="1796283" y="51381"/>
                  <a:pt x="1796412" y="50902"/>
                  <a:pt x="1796670" y="50459"/>
                </a:cubicBezTo>
                <a:cubicBezTo>
                  <a:pt x="1796929" y="50017"/>
                  <a:pt x="1797408" y="49648"/>
                  <a:pt x="1798109" y="49353"/>
                </a:cubicBezTo>
                <a:cubicBezTo>
                  <a:pt x="1798810" y="49057"/>
                  <a:pt x="1799750" y="48836"/>
                  <a:pt x="1800931" y="48689"/>
                </a:cubicBezTo>
                <a:cubicBezTo>
                  <a:pt x="1802111" y="48541"/>
                  <a:pt x="1803586" y="48467"/>
                  <a:pt x="1805357" y="48467"/>
                </a:cubicBezTo>
                <a:cubicBezTo>
                  <a:pt x="1807201" y="48467"/>
                  <a:pt x="1808713" y="48541"/>
                  <a:pt x="1809894" y="48689"/>
                </a:cubicBezTo>
                <a:cubicBezTo>
                  <a:pt x="1811074" y="48836"/>
                  <a:pt x="1811996" y="49057"/>
                  <a:pt x="1812660" y="49353"/>
                </a:cubicBezTo>
                <a:cubicBezTo>
                  <a:pt x="1813324" y="49648"/>
                  <a:pt x="1813804" y="50017"/>
                  <a:pt x="1814099" y="50459"/>
                </a:cubicBezTo>
                <a:cubicBezTo>
                  <a:pt x="1814394" y="50902"/>
                  <a:pt x="1814541" y="51381"/>
                  <a:pt x="1814541" y="51898"/>
                </a:cubicBezTo>
                <a:lnTo>
                  <a:pt x="1814541" y="151488"/>
                </a:lnTo>
                <a:moveTo>
                  <a:pt x="1816644" y="18148"/>
                </a:moveTo>
                <a:cubicBezTo>
                  <a:pt x="1816644" y="22426"/>
                  <a:pt x="1815832" y="25340"/>
                  <a:pt x="1814209" y="26889"/>
                </a:cubicBezTo>
                <a:cubicBezTo>
                  <a:pt x="1812586" y="28439"/>
                  <a:pt x="1809599" y="29213"/>
                  <a:pt x="1805246" y="29213"/>
                </a:cubicBezTo>
                <a:cubicBezTo>
                  <a:pt x="1800967" y="29213"/>
                  <a:pt x="1798035" y="28457"/>
                  <a:pt x="1796449" y="26945"/>
                </a:cubicBezTo>
                <a:cubicBezTo>
                  <a:pt x="1794863" y="25432"/>
                  <a:pt x="1794070" y="22574"/>
                  <a:pt x="1794070" y="18369"/>
                </a:cubicBezTo>
                <a:cubicBezTo>
                  <a:pt x="1794070" y="14090"/>
                  <a:pt x="1794881" y="11176"/>
                  <a:pt x="1796504" y="9627"/>
                </a:cubicBezTo>
                <a:cubicBezTo>
                  <a:pt x="1798127" y="8078"/>
                  <a:pt x="1801115" y="7303"/>
                  <a:pt x="1805468" y="7303"/>
                </a:cubicBezTo>
                <a:cubicBezTo>
                  <a:pt x="1809746" y="7303"/>
                  <a:pt x="1812679" y="8059"/>
                  <a:pt x="1814265" y="9572"/>
                </a:cubicBezTo>
                <a:cubicBezTo>
                  <a:pt x="1815851" y="11084"/>
                  <a:pt x="1816644" y="13943"/>
                  <a:pt x="1816644" y="18148"/>
                </a:cubicBezTo>
                <a:close/>
                <a:moveTo>
                  <a:pt x="1910020" y="124457"/>
                </a:moveTo>
                <a:cubicBezTo>
                  <a:pt x="1910020" y="129552"/>
                  <a:pt x="1909080" y="134093"/>
                  <a:pt x="1907199" y="138081"/>
                </a:cubicBezTo>
                <a:cubicBezTo>
                  <a:pt x="1905318" y="142067"/>
                  <a:pt x="1902643" y="145427"/>
                  <a:pt x="1899176" y="148161"/>
                </a:cubicBezTo>
                <a:cubicBezTo>
                  <a:pt x="1895709" y="150893"/>
                  <a:pt x="1891578" y="152960"/>
                  <a:pt x="1886783" y="154362"/>
                </a:cubicBezTo>
                <a:cubicBezTo>
                  <a:pt x="1881988" y="155766"/>
                  <a:pt x="1876713" y="156468"/>
                  <a:pt x="1870959" y="156468"/>
                </a:cubicBezTo>
                <a:cubicBezTo>
                  <a:pt x="1867418" y="156468"/>
                  <a:pt x="1864043" y="156191"/>
                  <a:pt x="1860834" y="155638"/>
                </a:cubicBezTo>
                <a:cubicBezTo>
                  <a:pt x="1857625" y="155084"/>
                  <a:pt x="1854748" y="154384"/>
                  <a:pt x="1852203" y="153535"/>
                </a:cubicBezTo>
                <a:cubicBezTo>
                  <a:pt x="1849658" y="152687"/>
                  <a:pt x="1847500" y="151802"/>
                  <a:pt x="1845729" y="150879"/>
                </a:cubicBezTo>
                <a:cubicBezTo>
                  <a:pt x="1843959" y="149957"/>
                  <a:pt x="1842668" y="149127"/>
                  <a:pt x="1841856" y="148390"/>
                </a:cubicBezTo>
                <a:cubicBezTo>
                  <a:pt x="1841045" y="147652"/>
                  <a:pt x="1840455" y="146619"/>
                  <a:pt x="1840086" y="145291"/>
                </a:cubicBezTo>
                <a:cubicBezTo>
                  <a:pt x="1839717" y="143963"/>
                  <a:pt x="1839533" y="142156"/>
                  <a:pt x="1839533" y="139869"/>
                </a:cubicBezTo>
                <a:cubicBezTo>
                  <a:pt x="1839533" y="138468"/>
                  <a:pt x="1839606" y="137287"/>
                  <a:pt x="1839754" y="136328"/>
                </a:cubicBezTo>
                <a:cubicBezTo>
                  <a:pt x="1839901" y="135369"/>
                  <a:pt x="1840086" y="134595"/>
                  <a:pt x="1840307" y="134004"/>
                </a:cubicBezTo>
                <a:cubicBezTo>
                  <a:pt x="1840528" y="133414"/>
                  <a:pt x="1840842" y="132990"/>
                  <a:pt x="1841248" y="132732"/>
                </a:cubicBezTo>
                <a:cubicBezTo>
                  <a:pt x="1841653" y="132474"/>
                  <a:pt x="1842114" y="132345"/>
                  <a:pt x="1842631" y="132345"/>
                </a:cubicBezTo>
                <a:cubicBezTo>
                  <a:pt x="1843442" y="132345"/>
                  <a:pt x="1844641" y="132843"/>
                  <a:pt x="1846227" y="133838"/>
                </a:cubicBezTo>
                <a:cubicBezTo>
                  <a:pt x="1847813" y="134834"/>
                  <a:pt x="1849768" y="135922"/>
                  <a:pt x="1852092" y="137103"/>
                </a:cubicBezTo>
                <a:cubicBezTo>
                  <a:pt x="1854416" y="138283"/>
                  <a:pt x="1857164" y="139371"/>
                  <a:pt x="1860336" y="140367"/>
                </a:cubicBezTo>
                <a:cubicBezTo>
                  <a:pt x="1863508" y="141363"/>
                  <a:pt x="1867160" y="141861"/>
                  <a:pt x="1871291" y="141861"/>
                </a:cubicBezTo>
                <a:cubicBezTo>
                  <a:pt x="1874389" y="141861"/>
                  <a:pt x="1877192" y="141529"/>
                  <a:pt x="1879701" y="140865"/>
                </a:cubicBezTo>
                <a:cubicBezTo>
                  <a:pt x="1882209" y="140199"/>
                  <a:pt x="1884385" y="139219"/>
                  <a:pt x="1886229" y="137926"/>
                </a:cubicBezTo>
                <a:cubicBezTo>
                  <a:pt x="1888074" y="136632"/>
                  <a:pt x="1889494" y="134988"/>
                  <a:pt x="1890490" y="132991"/>
                </a:cubicBezTo>
                <a:cubicBezTo>
                  <a:pt x="1891486" y="130995"/>
                  <a:pt x="1891983" y="128630"/>
                  <a:pt x="1891983" y="125895"/>
                </a:cubicBezTo>
                <a:cubicBezTo>
                  <a:pt x="1891983" y="123090"/>
                  <a:pt x="1891264" y="120727"/>
                  <a:pt x="1889826" y="118807"/>
                </a:cubicBezTo>
                <a:cubicBezTo>
                  <a:pt x="1888387" y="116886"/>
                  <a:pt x="1886488" y="115188"/>
                  <a:pt x="1884127" y="113713"/>
                </a:cubicBezTo>
                <a:cubicBezTo>
                  <a:pt x="1881766" y="112235"/>
                  <a:pt x="1879110" y="110925"/>
                  <a:pt x="1876160" y="109781"/>
                </a:cubicBezTo>
                <a:cubicBezTo>
                  <a:pt x="1873209" y="108635"/>
                  <a:pt x="1870166" y="107435"/>
                  <a:pt x="1867031" y="106181"/>
                </a:cubicBezTo>
                <a:cubicBezTo>
                  <a:pt x="1863895" y="104925"/>
                  <a:pt x="1860834" y="103503"/>
                  <a:pt x="1857846" y="101914"/>
                </a:cubicBezTo>
                <a:cubicBezTo>
                  <a:pt x="1854858" y="100326"/>
                  <a:pt x="1852184" y="98387"/>
                  <a:pt x="1849824" y="96098"/>
                </a:cubicBezTo>
                <a:cubicBezTo>
                  <a:pt x="1847463" y="93809"/>
                  <a:pt x="1845563" y="91077"/>
                  <a:pt x="1844125" y="87902"/>
                </a:cubicBezTo>
                <a:cubicBezTo>
                  <a:pt x="1842686" y="84728"/>
                  <a:pt x="1841967" y="80925"/>
                  <a:pt x="1841967" y="76494"/>
                </a:cubicBezTo>
                <a:cubicBezTo>
                  <a:pt x="1841967" y="72580"/>
                  <a:pt x="1842723" y="68833"/>
                  <a:pt x="1844235" y="65252"/>
                </a:cubicBezTo>
                <a:cubicBezTo>
                  <a:pt x="1845748" y="61670"/>
                  <a:pt x="1848016" y="58531"/>
                  <a:pt x="1851041" y="55836"/>
                </a:cubicBezTo>
                <a:cubicBezTo>
                  <a:pt x="1854065" y="53139"/>
                  <a:pt x="1857846" y="50979"/>
                  <a:pt x="1862383" y="49356"/>
                </a:cubicBezTo>
                <a:cubicBezTo>
                  <a:pt x="1866920" y="47731"/>
                  <a:pt x="1872213" y="46918"/>
                  <a:pt x="1878262" y="46918"/>
                </a:cubicBezTo>
                <a:cubicBezTo>
                  <a:pt x="1880918" y="46918"/>
                  <a:pt x="1883574" y="47143"/>
                  <a:pt x="1886229" y="47592"/>
                </a:cubicBezTo>
                <a:cubicBezTo>
                  <a:pt x="1888885" y="48042"/>
                  <a:pt x="1891283" y="48603"/>
                  <a:pt x="1893422" y="49276"/>
                </a:cubicBezTo>
                <a:cubicBezTo>
                  <a:pt x="1895561" y="49950"/>
                  <a:pt x="1897387" y="50679"/>
                  <a:pt x="1898899" y="51465"/>
                </a:cubicBezTo>
                <a:cubicBezTo>
                  <a:pt x="1900412" y="52252"/>
                  <a:pt x="1901555" y="52944"/>
                  <a:pt x="1902330" y="53544"/>
                </a:cubicBezTo>
                <a:cubicBezTo>
                  <a:pt x="1903104" y="54143"/>
                  <a:pt x="1903621" y="54664"/>
                  <a:pt x="1903879" y="55107"/>
                </a:cubicBezTo>
                <a:cubicBezTo>
                  <a:pt x="1904137" y="55549"/>
                  <a:pt x="1904322" y="56047"/>
                  <a:pt x="1904432" y="56601"/>
                </a:cubicBezTo>
                <a:cubicBezTo>
                  <a:pt x="1904543" y="57154"/>
                  <a:pt x="1904654" y="57836"/>
                  <a:pt x="1904764" y="58648"/>
                </a:cubicBezTo>
                <a:cubicBezTo>
                  <a:pt x="1904875" y="59459"/>
                  <a:pt x="1904930" y="60455"/>
                  <a:pt x="1904930" y="61635"/>
                </a:cubicBezTo>
                <a:cubicBezTo>
                  <a:pt x="1904930" y="62889"/>
                  <a:pt x="1904875" y="63978"/>
                  <a:pt x="1904764" y="64900"/>
                </a:cubicBezTo>
                <a:cubicBezTo>
                  <a:pt x="1904654" y="65822"/>
                  <a:pt x="1904469" y="66578"/>
                  <a:pt x="1904211" y="67168"/>
                </a:cubicBezTo>
                <a:cubicBezTo>
                  <a:pt x="1903953" y="67758"/>
                  <a:pt x="1903639" y="68183"/>
                  <a:pt x="1903270" y="68441"/>
                </a:cubicBezTo>
                <a:cubicBezTo>
                  <a:pt x="1902902" y="68699"/>
                  <a:pt x="1902496" y="68828"/>
                  <a:pt x="1902053" y="68828"/>
                </a:cubicBezTo>
                <a:cubicBezTo>
                  <a:pt x="1901389" y="68828"/>
                  <a:pt x="1900430" y="68417"/>
                  <a:pt x="1899176" y="67594"/>
                </a:cubicBezTo>
                <a:cubicBezTo>
                  <a:pt x="1897922" y="66771"/>
                  <a:pt x="1896299" y="65891"/>
                  <a:pt x="1894307" y="64955"/>
                </a:cubicBezTo>
                <a:cubicBezTo>
                  <a:pt x="1892315" y="64019"/>
                  <a:pt x="1889973" y="63140"/>
                  <a:pt x="1887281" y="62317"/>
                </a:cubicBezTo>
                <a:cubicBezTo>
                  <a:pt x="1884588" y="61494"/>
                  <a:pt x="1881508" y="61082"/>
                  <a:pt x="1878041" y="61082"/>
                </a:cubicBezTo>
                <a:cubicBezTo>
                  <a:pt x="1874942" y="61082"/>
                  <a:pt x="1872213" y="61434"/>
                  <a:pt x="1869852" y="62137"/>
                </a:cubicBezTo>
                <a:cubicBezTo>
                  <a:pt x="1867492" y="62838"/>
                  <a:pt x="1865555" y="63835"/>
                  <a:pt x="1864043" y="65128"/>
                </a:cubicBezTo>
                <a:cubicBezTo>
                  <a:pt x="1862531" y="66421"/>
                  <a:pt x="1861387" y="67955"/>
                  <a:pt x="1860612" y="69731"/>
                </a:cubicBezTo>
                <a:cubicBezTo>
                  <a:pt x="1859838" y="71503"/>
                  <a:pt x="1859451" y="73425"/>
                  <a:pt x="1859451" y="75495"/>
                </a:cubicBezTo>
                <a:cubicBezTo>
                  <a:pt x="1859451" y="78374"/>
                  <a:pt x="1860188" y="80793"/>
                  <a:pt x="1861664" y="82750"/>
                </a:cubicBezTo>
                <a:cubicBezTo>
                  <a:pt x="1863139" y="84707"/>
                  <a:pt x="1865057" y="86425"/>
                  <a:pt x="1867418" y="87902"/>
                </a:cubicBezTo>
                <a:cubicBezTo>
                  <a:pt x="1869778" y="89378"/>
                  <a:pt x="1872471" y="90707"/>
                  <a:pt x="1875496" y="91889"/>
                </a:cubicBezTo>
                <a:cubicBezTo>
                  <a:pt x="1878520" y="93070"/>
                  <a:pt x="1881600" y="94288"/>
                  <a:pt x="1884735" y="95545"/>
                </a:cubicBezTo>
                <a:cubicBezTo>
                  <a:pt x="1887871" y="96799"/>
                  <a:pt x="1890969" y="98201"/>
                  <a:pt x="1894031" y="99753"/>
                </a:cubicBezTo>
                <a:cubicBezTo>
                  <a:pt x="1897092" y="101304"/>
                  <a:pt x="1899803" y="103188"/>
                  <a:pt x="1902164" y="105403"/>
                </a:cubicBezTo>
                <a:cubicBezTo>
                  <a:pt x="1904524" y="107619"/>
                  <a:pt x="1906424" y="110278"/>
                  <a:pt x="1907863" y="113381"/>
                </a:cubicBezTo>
                <a:cubicBezTo>
                  <a:pt x="1909301" y="116482"/>
                  <a:pt x="1910020" y="120174"/>
                  <a:pt x="1910020" y="124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d5a0f17c74a88"/>
          <a:stretch xmlns:a="http://schemas.openxmlformats.org/drawingml/2006/main"/>
        </p:blipFill>
        <p:spPr>
          <a:xfrm xmlns:a="http://schemas.openxmlformats.org/drawingml/2006/main">
            <a:off x="1426325" y="50864"/>
            <a:ext cx="576736" cy="576736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80aeb020541b1"/>
          <a:stretch xmlns:a="http://schemas.openxmlformats.org/drawingml/2006/main"/>
        </p:blipFill>
        <p:spPr>
          <a:xfrm xmlns:a="http://schemas.openxmlformats.org/drawingml/2006/main">
            <a:off x="4840604" y="44716"/>
            <a:ext cx="542810" cy="575461"/>
          </a:xfrm>
          <a:prstGeom xmlns:a="http://schemas.openxmlformats.org/drawingml/2006/main" prst="rect">
            <a:avLst/>
          </a:prstGeom>
        </p:spPr>
      </p:pic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7C034-278B-42AC-9D91-8474129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846" y="1644013"/>
            <a:ext cx="2852470" cy="6413308"/>
          </a:xfrm>
          <a:custGeom xmlns:a="http://schemas.openxmlformats.org/drawingml/2006/main">
            <a:pathLst>
              <a:path w="2852470" h="6413308" fill="none">
                <a:moveTo>
                  <a:pt x="0" y="6413308"/>
                </a:moveTo>
                <a:lnTo>
                  <a:pt x="2852470" y="6413308"/>
                </a:lnTo>
                <a:lnTo>
                  <a:pt x="2852470" y="0"/>
                </a:lnTo>
                <a:lnTo>
                  <a:pt x="0" y="0"/>
                </a:lnTo>
                <a:lnTo>
                  <a:pt x="0" y="6413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00000"/>
            </a:solidFill>
            <a:miter/>
          </a:ln>
        </p:spPr>
      </p:sp>
      <p:sp>
        <p:nvSpPr>
          <p:cNvPr id="74" name="Text JavaCode">
            <a:extLst xmlns:a="http://schemas.openxmlformats.org/drawingml/2006/main">
              <a:ext uri="{FF2B5EF4-FFF2-40B4-BE49-F238E27FC236}">
                <a16:creationId xmlns:a16="http://schemas.microsoft.com/office/drawing/2014/main" id="{B16416E4-6C2F-448C-918C-6BA7F157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122" y="292172"/>
            <a:ext cx="895908" cy="156025"/>
          </a:xfrm>
          <a:custGeom xmlns:a="http://schemas.openxmlformats.org/drawingml/2006/main">
            <a:pathLst>
              <a:path w="895908" h="156025">
                <a:moveTo>
                  <a:pt x="52783" y="117738"/>
                </a:moveTo>
                <a:cubicBezTo>
                  <a:pt x="52783" y="123418"/>
                  <a:pt x="52267" y="128619"/>
                  <a:pt x="51234" y="133340"/>
                </a:cubicBezTo>
                <a:cubicBezTo>
                  <a:pt x="50201" y="138062"/>
                  <a:pt x="48430" y="142082"/>
                  <a:pt x="45922" y="145402"/>
                </a:cubicBezTo>
                <a:cubicBezTo>
                  <a:pt x="43414" y="148722"/>
                  <a:pt x="40113" y="151285"/>
                  <a:pt x="36019" y="153093"/>
                </a:cubicBezTo>
                <a:cubicBezTo>
                  <a:pt x="31924" y="154900"/>
                  <a:pt x="26853" y="155804"/>
                  <a:pt x="20803" y="155804"/>
                </a:cubicBezTo>
                <a:cubicBezTo>
                  <a:pt x="18738" y="155804"/>
                  <a:pt x="16691" y="155638"/>
                  <a:pt x="14662" y="155306"/>
                </a:cubicBezTo>
                <a:cubicBezTo>
                  <a:pt x="12633" y="154974"/>
                  <a:pt x="10771" y="154531"/>
                  <a:pt x="9074" y="153978"/>
                </a:cubicBezTo>
                <a:cubicBezTo>
                  <a:pt x="7377" y="153425"/>
                  <a:pt x="5902" y="152834"/>
                  <a:pt x="4648" y="152207"/>
                </a:cubicBezTo>
                <a:cubicBezTo>
                  <a:pt x="3393" y="151580"/>
                  <a:pt x="2564" y="151045"/>
                  <a:pt x="2158" y="150603"/>
                </a:cubicBezTo>
                <a:cubicBezTo>
                  <a:pt x="1752" y="150160"/>
                  <a:pt x="1420" y="149718"/>
                  <a:pt x="1162" y="149275"/>
                </a:cubicBezTo>
                <a:cubicBezTo>
                  <a:pt x="904" y="148832"/>
                  <a:pt x="682" y="148297"/>
                  <a:pt x="498" y="147670"/>
                </a:cubicBezTo>
                <a:cubicBezTo>
                  <a:pt x="314" y="147043"/>
                  <a:pt x="184" y="146269"/>
                  <a:pt x="111" y="145347"/>
                </a:cubicBezTo>
                <a:cubicBezTo>
                  <a:pt x="37" y="144425"/>
                  <a:pt x="0" y="143300"/>
                  <a:pt x="0" y="141972"/>
                </a:cubicBezTo>
                <a:cubicBezTo>
                  <a:pt x="0" y="140349"/>
                  <a:pt x="55" y="139002"/>
                  <a:pt x="166" y="137933"/>
                </a:cubicBezTo>
                <a:cubicBezTo>
                  <a:pt x="277" y="136863"/>
                  <a:pt x="480" y="136015"/>
                  <a:pt x="775" y="135388"/>
                </a:cubicBezTo>
                <a:cubicBezTo>
                  <a:pt x="1070" y="134761"/>
                  <a:pt x="1420" y="134318"/>
                  <a:pt x="1826" y="134060"/>
                </a:cubicBezTo>
                <a:cubicBezTo>
                  <a:pt x="2232" y="133802"/>
                  <a:pt x="2730" y="133672"/>
                  <a:pt x="3320" y="133672"/>
                </a:cubicBezTo>
                <a:cubicBezTo>
                  <a:pt x="3910" y="133672"/>
                  <a:pt x="4666" y="133949"/>
                  <a:pt x="5588" y="134502"/>
                </a:cubicBezTo>
                <a:cubicBezTo>
                  <a:pt x="6510" y="135056"/>
                  <a:pt x="7617" y="135664"/>
                  <a:pt x="8908" y="136328"/>
                </a:cubicBezTo>
                <a:cubicBezTo>
                  <a:pt x="10199" y="136992"/>
                  <a:pt x="11693" y="137601"/>
                  <a:pt x="13389" y="138154"/>
                </a:cubicBezTo>
                <a:cubicBezTo>
                  <a:pt x="15086" y="138707"/>
                  <a:pt x="17078" y="138984"/>
                  <a:pt x="19365" y="138984"/>
                </a:cubicBezTo>
                <a:cubicBezTo>
                  <a:pt x="21873" y="138984"/>
                  <a:pt x="24012" y="138670"/>
                  <a:pt x="25783" y="138043"/>
                </a:cubicBezTo>
                <a:cubicBezTo>
                  <a:pt x="27553" y="137416"/>
                  <a:pt x="29029" y="136254"/>
                  <a:pt x="30209" y="134558"/>
                </a:cubicBezTo>
                <a:cubicBezTo>
                  <a:pt x="31389" y="132861"/>
                  <a:pt x="32275" y="130519"/>
                  <a:pt x="32865" y="127531"/>
                </a:cubicBezTo>
                <a:cubicBezTo>
                  <a:pt x="33455" y="124543"/>
                  <a:pt x="33750" y="120652"/>
                  <a:pt x="33750" y="115857"/>
                </a:cubicBezTo>
                <a:lnTo>
                  <a:pt x="33750" y="13389"/>
                </a:lnTo>
                <a:cubicBezTo>
                  <a:pt x="33750" y="12873"/>
                  <a:pt x="33898" y="12393"/>
                  <a:pt x="34193" y="11951"/>
                </a:cubicBezTo>
                <a:cubicBezTo>
                  <a:pt x="34488" y="11508"/>
                  <a:pt x="35004" y="11139"/>
                  <a:pt x="35742" y="10844"/>
                </a:cubicBezTo>
                <a:cubicBezTo>
                  <a:pt x="36480" y="10549"/>
                  <a:pt x="37457" y="10328"/>
                  <a:pt x="38674" y="10180"/>
                </a:cubicBezTo>
                <a:cubicBezTo>
                  <a:pt x="39891" y="10033"/>
                  <a:pt x="41422" y="9959"/>
                  <a:pt x="43266" y="9959"/>
                </a:cubicBezTo>
                <a:cubicBezTo>
                  <a:pt x="45037" y="9959"/>
                  <a:pt x="46549" y="10033"/>
                  <a:pt x="47803" y="10180"/>
                </a:cubicBezTo>
                <a:cubicBezTo>
                  <a:pt x="49057" y="10328"/>
                  <a:pt x="50035" y="10549"/>
                  <a:pt x="50736" y="10844"/>
                </a:cubicBezTo>
                <a:cubicBezTo>
                  <a:pt x="51437" y="11139"/>
                  <a:pt x="51953" y="11508"/>
                  <a:pt x="52285" y="11951"/>
                </a:cubicBezTo>
                <a:cubicBezTo>
                  <a:pt x="52617" y="12393"/>
                  <a:pt x="52783" y="12873"/>
                  <a:pt x="52783" y="13389"/>
                </a:cubicBezTo>
                <a:lnTo>
                  <a:pt x="52783" y="117738"/>
                </a:lnTo>
                <a:close/>
                <a:moveTo>
                  <a:pt x="163474" y="151156"/>
                </a:moveTo>
                <a:cubicBezTo>
                  <a:pt x="163474" y="152041"/>
                  <a:pt x="163178" y="152705"/>
                  <a:pt x="162588" y="153148"/>
                </a:cubicBezTo>
                <a:cubicBezTo>
                  <a:pt x="161998" y="153591"/>
                  <a:pt x="161187" y="153922"/>
                  <a:pt x="160154" y="154144"/>
                </a:cubicBezTo>
                <a:cubicBezTo>
                  <a:pt x="159121" y="154365"/>
                  <a:pt x="157609" y="154476"/>
                  <a:pt x="155617" y="154476"/>
                </a:cubicBezTo>
                <a:cubicBezTo>
                  <a:pt x="153699" y="154476"/>
                  <a:pt x="152168" y="154365"/>
                  <a:pt x="151025" y="154144"/>
                </a:cubicBezTo>
                <a:cubicBezTo>
                  <a:pt x="149881" y="153922"/>
                  <a:pt x="149051" y="153591"/>
                  <a:pt x="148535" y="153148"/>
                </a:cubicBezTo>
                <a:cubicBezTo>
                  <a:pt x="148019" y="152705"/>
                  <a:pt x="147760" y="152041"/>
                  <a:pt x="147760" y="151156"/>
                </a:cubicBezTo>
                <a:lnTo>
                  <a:pt x="147760" y="141197"/>
                </a:lnTo>
                <a:cubicBezTo>
                  <a:pt x="143408" y="145845"/>
                  <a:pt x="138558" y="149478"/>
                  <a:pt x="133209" y="152097"/>
                </a:cubicBezTo>
                <a:cubicBezTo>
                  <a:pt x="127861" y="154716"/>
                  <a:pt x="122199" y="156025"/>
                  <a:pt x="116223" y="156025"/>
                </a:cubicBezTo>
                <a:cubicBezTo>
                  <a:pt x="110986" y="156025"/>
                  <a:pt x="106246" y="155340"/>
                  <a:pt x="102004" y="153971"/>
                </a:cubicBezTo>
                <a:cubicBezTo>
                  <a:pt x="97762" y="152602"/>
                  <a:pt x="94148" y="150621"/>
                  <a:pt x="91160" y="148030"/>
                </a:cubicBezTo>
                <a:cubicBezTo>
                  <a:pt x="88172" y="145439"/>
                  <a:pt x="85848" y="142256"/>
                  <a:pt x="84189" y="138483"/>
                </a:cubicBezTo>
                <a:cubicBezTo>
                  <a:pt x="82529" y="134706"/>
                  <a:pt x="81699" y="130412"/>
                  <a:pt x="81699" y="125598"/>
                </a:cubicBezTo>
                <a:cubicBezTo>
                  <a:pt x="81699" y="119973"/>
                  <a:pt x="82842" y="115088"/>
                  <a:pt x="85129" y="110943"/>
                </a:cubicBezTo>
                <a:cubicBezTo>
                  <a:pt x="87416" y="106796"/>
                  <a:pt x="90699" y="103353"/>
                  <a:pt x="94978" y="100614"/>
                </a:cubicBezTo>
                <a:cubicBezTo>
                  <a:pt x="99256" y="97875"/>
                  <a:pt x="104494" y="95821"/>
                  <a:pt x="110691" y="94452"/>
                </a:cubicBezTo>
                <a:cubicBezTo>
                  <a:pt x="116887" y="93082"/>
                  <a:pt x="123859" y="92398"/>
                  <a:pt x="131605" y="92398"/>
                </a:cubicBezTo>
                <a:lnTo>
                  <a:pt x="145326" y="92398"/>
                </a:lnTo>
                <a:lnTo>
                  <a:pt x="145326" y="84680"/>
                </a:lnTo>
                <a:cubicBezTo>
                  <a:pt x="145326" y="80857"/>
                  <a:pt x="144920" y="77476"/>
                  <a:pt x="144109" y="74537"/>
                </a:cubicBezTo>
                <a:cubicBezTo>
                  <a:pt x="143297" y="71596"/>
                  <a:pt x="141988" y="69151"/>
                  <a:pt x="140180" y="67203"/>
                </a:cubicBezTo>
                <a:cubicBezTo>
                  <a:pt x="138373" y="65255"/>
                  <a:pt x="136031" y="63785"/>
                  <a:pt x="133154" y="62794"/>
                </a:cubicBezTo>
                <a:cubicBezTo>
                  <a:pt x="130277" y="61800"/>
                  <a:pt x="126736" y="61303"/>
                  <a:pt x="122531" y="61303"/>
                </a:cubicBezTo>
                <a:cubicBezTo>
                  <a:pt x="118031" y="61303"/>
                  <a:pt x="113992" y="61832"/>
                  <a:pt x="110414" y="62891"/>
                </a:cubicBezTo>
                <a:cubicBezTo>
                  <a:pt x="106836" y="63949"/>
                  <a:pt x="103701" y="65116"/>
                  <a:pt x="101008" y="66394"/>
                </a:cubicBezTo>
                <a:cubicBezTo>
                  <a:pt x="98316" y="67671"/>
                  <a:pt x="96066" y="68838"/>
                  <a:pt x="94258" y="69897"/>
                </a:cubicBezTo>
                <a:cubicBezTo>
                  <a:pt x="92451" y="70955"/>
                  <a:pt x="91105" y="71484"/>
                  <a:pt x="90219" y="71484"/>
                </a:cubicBezTo>
                <a:cubicBezTo>
                  <a:pt x="89629" y="71484"/>
                  <a:pt x="89113" y="71336"/>
                  <a:pt x="88670" y="71041"/>
                </a:cubicBezTo>
                <a:cubicBezTo>
                  <a:pt x="88227" y="70746"/>
                  <a:pt x="87840" y="70303"/>
                  <a:pt x="87508" y="69713"/>
                </a:cubicBezTo>
                <a:cubicBezTo>
                  <a:pt x="87176" y="69123"/>
                  <a:pt x="86937" y="68367"/>
                  <a:pt x="86789" y="67445"/>
                </a:cubicBezTo>
                <a:cubicBezTo>
                  <a:pt x="86641" y="66523"/>
                  <a:pt x="86568" y="65508"/>
                  <a:pt x="86568" y="64402"/>
                </a:cubicBezTo>
                <a:cubicBezTo>
                  <a:pt x="86568" y="62558"/>
                  <a:pt x="86697" y="61101"/>
                  <a:pt x="86955" y="60031"/>
                </a:cubicBezTo>
                <a:cubicBezTo>
                  <a:pt x="87213" y="58961"/>
                  <a:pt x="87840" y="57947"/>
                  <a:pt x="88836" y="56988"/>
                </a:cubicBezTo>
                <a:cubicBezTo>
                  <a:pt x="89832" y="56029"/>
                  <a:pt x="91547" y="54912"/>
                  <a:pt x="93982" y="53637"/>
                </a:cubicBezTo>
                <a:cubicBezTo>
                  <a:pt x="96416" y="52360"/>
                  <a:pt x="99219" y="51193"/>
                  <a:pt x="102391" y="50138"/>
                </a:cubicBezTo>
                <a:cubicBezTo>
                  <a:pt x="105564" y="49082"/>
                  <a:pt x="109031" y="48208"/>
                  <a:pt x="112793" y="47516"/>
                </a:cubicBezTo>
                <a:cubicBezTo>
                  <a:pt x="116555" y="46822"/>
                  <a:pt x="120355" y="46476"/>
                  <a:pt x="124191" y="46476"/>
                </a:cubicBezTo>
                <a:cubicBezTo>
                  <a:pt x="131346" y="46476"/>
                  <a:pt x="137433" y="47287"/>
                  <a:pt x="142449" y="48910"/>
                </a:cubicBezTo>
                <a:cubicBezTo>
                  <a:pt x="147465" y="50533"/>
                  <a:pt x="151523" y="52912"/>
                  <a:pt x="154621" y="56047"/>
                </a:cubicBezTo>
                <a:cubicBezTo>
                  <a:pt x="157719" y="59183"/>
                  <a:pt x="159969" y="63074"/>
                  <a:pt x="161371" y="67721"/>
                </a:cubicBezTo>
                <a:cubicBezTo>
                  <a:pt x="162773" y="72369"/>
                  <a:pt x="163474" y="77791"/>
                  <a:pt x="163474" y="83988"/>
                </a:cubicBezTo>
                <a:lnTo>
                  <a:pt x="163474" y="151156"/>
                </a:lnTo>
                <a:moveTo>
                  <a:pt x="145326" y="105566"/>
                </a:moveTo>
                <a:lnTo>
                  <a:pt x="129723" y="105566"/>
                </a:lnTo>
                <a:cubicBezTo>
                  <a:pt x="124707" y="105566"/>
                  <a:pt x="120355" y="105993"/>
                  <a:pt x="116666" y="106849"/>
                </a:cubicBezTo>
                <a:cubicBezTo>
                  <a:pt x="112978" y="107702"/>
                  <a:pt x="109916" y="108963"/>
                  <a:pt x="107482" y="110632"/>
                </a:cubicBezTo>
                <a:cubicBezTo>
                  <a:pt x="105047" y="112301"/>
                  <a:pt x="103258" y="114305"/>
                  <a:pt x="102115" y="116645"/>
                </a:cubicBezTo>
                <a:cubicBezTo>
                  <a:pt x="100971" y="118983"/>
                  <a:pt x="100400" y="121673"/>
                  <a:pt x="100400" y="124716"/>
                </a:cubicBezTo>
                <a:cubicBezTo>
                  <a:pt x="100400" y="129912"/>
                  <a:pt x="102041" y="134051"/>
                  <a:pt x="105324" y="137130"/>
                </a:cubicBezTo>
                <a:cubicBezTo>
                  <a:pt x="108607" y="140210"/>
                  <a:pt x="113199" y="141750"/>
                  <a:pt x="119101" y="141750"/>
                </a:cubicBezTo>
                <a:cubicBezTo>
                  <a:pt x="123896" y="141750"/>
                  <a:pt x="128340" y="140526"/>
                  <a:pt x="132435" y="138078"/>
                </a:cubicBezTo>
                <a:cubicBezTo>
                  <a:pt x="136529" y="135627"/>
                  <a:pt x="140826" y="131879"/>
                  <a:pt x="145326" y="126833"/>
                </a:cubicBezTo>
                <a:lnTo>
                  <a:pt x="145326" y="105566"/>
                </a:lnTo>
                <a:close/>
                <a:moveTo>
                  <a:pt x="274133" y="51234"/>
                </a:moveTo>
                <a:cubicBezTo>
                  <a:pt x="274133" y="51529"/>
                  <a:pt x="274114" y="51842"/>
                  <a:pt x="274077" y="52174"/>
                </a:cubicBezTo>
                <a:cubicBezTo>
                  <a:pt x="274041" y="52506"/>
                  <a:pt x="273985" y="52857"/>
                  <a:pt x="273911" y="53226"/>
                </a:cubicBezTo>
                <a:cubicBezTo>
                  <a:pt x="273838" y="53594"/>
                  <a:pt x="273745" y="54000"/>
                  <a:pt x="273635" y="54443"/>
                </a:cubicBezTo>
                <a:cubicBezTo>
                  <a:pt x="273524" y="54885"/>
                  <a:pt x="273395" y="55365"/>
                  <a:pt x="273248" y="55881"/>
                </a:cubicBezTo>
                <a:lnTo>
                  <a:pt x="239276" y="150492"/>
                </a:lnTo>
                <a:cubicBezTo>
                  <a:pt x="238981" y="151304"/>
                  <a:pt x="238594" y="151968"/>
                  <a:pt x="238114" y="152484"/>
                </a:cubicBezTo>
                <a:cubicBezTo>
                  <a:pt x="237635" y="153000"/>
                  <a:pt x="236915" y="153406"/>
                  <a:pt x="235956" y="153701"/>
                </a:cubicBezTo>
                <a:cubicBezTo>
                  <a:pt x="234997" y="153996"/>
                  <a:pt x="233780" y="154199"/>
                  <a:pt x="232305" y="154310"/>
                </a:cubicBezTo>
                <a:cubicBezTo>
                  <a:pt x="230829" y="154420"/>
                  <a:pt x="228985" y="154476"/>
                  <a:pt x="226772" y="154476"/>
                </a:cubicBezTo>
                <a:cubicBezTo>
                  <a:pt x="224559" y="154476"/>
                  <a:pt x="222715" y="154402"/>
                  <a:pt x="221239" y="154254"/>
                </a:cubicBezTo>
                <a:cubicBezTo>
                  <a:pt x="219764" y="154107"/>
                  <a:pt x="218565" y="153886"/>
                  <a:pt x="217643" y="153591"/>
                </a:cubicBezTo>
                <a:cubicBezTo>
                  <a:pt x="216721" y="153295"/>
                  <a:pt x="216002" y="152890"/>
                  <a:pt x="215485" y="152373"/>
                </a:cubicBezTo>
                <a:cubicBezTo>
                  <a:pt x="214969" y="151857"/>
                  <a:pt x="214563" y="151230"/>
                  <a:pt x="214268" y="150492"/>
                </a:cubicBezTo>
                <a:lnTo>
                  <a:pt x="180407" y="55881"/>
                </a:lnTo>
                <a:cubicBezTo>
                  <a:pt x="180112" y="54996"/>
                  <a:pt x="179872" y="54221"/>
                  <a:pt x="179688" y="53558"/>
                </a:cubicBezTo>
                <a:cubicBezTo>
                  <a:pt x="179503" y="52894"/>
                  <a:pt x="179393" y="52396"/>
                  <a:pt x="179356" y="52064"/>
                </a:cubicBezTo>
                <a:cubicBezTo>
                  <a:pt x="179319" y="51732"/>
                  <a:pt x="179301" y="51455"/>
                  <a:pt x="179301" y="51234"/>
                </a:cubicBezTo>
                <a:cubicBezTo>
                  <a:pt x="179301" y="50644"/>
                  <a:pt x="179448" y="50127"/>
                  <a:pt x="179743" y="49685"/>
                </a:cubicBezTo>
                <a:cubicBezTo>
                  <a:pt x="180038" y="49242"/>
                  <a:pt x="180536" y="48892"/>
                  <a:pt x="181237" y="48633"/>
                </a:cubicBezTo>
                <a:cubicBezTo>
                  <a:pt x="181938" y="48375"/>
                  <a:pt x="182860" y="48209"/>
                  <a:pt x="184003" y="48135"/>
                </a:cubicBezTo>
                <a:cubicBezTo>
                  <a:pt x="185147" y="48062"/>
                  <a:pt x="186567" y="48025"/>
                  <a:pt x="188264" y="48025"/>
                </a:cubicBezTo>
                <a:cubicBezTo>
                  <a:pt x="190403" y="48025"/>
                  <a:pt x="192118" y="48080"/>
                  <a:pt x="193409" y="48191"/>
                </a:cubicBezTo>
                <a:cubicBezTo>
                  <a:pt x="194700" y="48301"/>
                  <a:pt x="195696" y="48504"/>
                  <a:pt x="196397" y="48799"/>
                </a:cubicBezTo>
                <a:cubicBezTo>
                  <a:pt x="197098" y="49094"/>
                  <a:pt x="197614" y="49463"/>
                  <a:pt x="197946" y="49906"/>
                </a:cubicBezTo>
                <a:cubicBezTo>
                  <a:pt x="198278" y="50348"/>
                  <a:pt x="198592" y="50902"/>
                  <a:pt x="198887" y="51566"/>
                </a:cubicBezTo>
                <a:lnTo>
                  <a:pt x="226993" y="133672"/>
                </a:lnTo>
                <a:lnTo>
                  <a:pt x="227436" y="135000"/>
                </a:lnTo>
                <a:lnTo>
                  <a:pt x="227768" y="133672"/>
                </a:lnTo>
                <a:lnTo>
                  <a:pt x="255543" y="51566"/>
                </a:lnTo>
                <a:cubicBezTo>
                  <a:pt x="255690" y="50902"/>
                  <a:pt x="255948" y="50348"/>
                  <a:pt x="256317" y="49906"/>
                </a:cubicBezTo>
                <a:cubicBezTo>
                  <a:pt x="256686" y="49463"/>
                  <a:pt x="257221" y="49094"/>
                  <a:pt x="257922" y="48799"/>
                </a:cubicBezTo>
                <a:cubicBezTo>
                  <a:pt x="258623" y="48504"/>
                  <a:pt x="259582" y="48301"/>
                  <a:pt x="260799" y="48191"/>
                </a:cubicBezTo>
                <a:cubicBezTo>
                  <a:pt x="262016" y="48080"/>
                  <a:pt x="263620" y="48025"/>
                  <a:pt x="265612" y="48025"/>
                </a:cubicBezTo>
                <a:cubicBezTo>
                  <a:pt x="267309" y="48025"/>
                  <a:pt x="268711" y="48062"/>
                  <a:pt x="269817" y="48135"/>
                </a:cubicBezTo>
                <a:cubicBezTo>
                  <a:pt x="270924" y="48209"/>
                  <a:pt x="271791" y="48394"/>
                  <a:pt x="272418" y="48689"/>
                </a:cubicBezTo>
                <a:cubicBezTo>
                  <a:pt x="273045" y="48984"/>
                  <a:pt x="273487" y="49334"/>
                  <a:pt x="273745" y="49740"/>
                </a:cubicBezTo>
                <a:cubicBezTo>
                  <a:pt x="274004" y="50146"/>
                  <a:pt x="274133" y="50644"/>
                  <a:pt x="274133" y="51234"/>
                </a:cubicBezTo>
                <a:close/>
                <a:moveTo>
                  <a:pt x="366528" y="151156"/>
                </a:moveTo>
                <a:cubicBezTo>
                  <a:pt x="366528" y="152041"/>
                  <a:pt x="366233" y="152705"/>
                  <a:pt x="365643" y="153148"/>
                </a:cubicBezTo>
                <a:cubicBezTo>
                  <a:pt x="365053" y="153591"/>
                  <a:pt x="364241" y="153922"/>
                  <a:pt x="363208" y="154144"/>
                </a:cubicBezTo>
                <a:cubicBezTo>
                  <a:pt x="362176" y="154365"/>
                  <a:pt x="360663" y="154476"/>
                  <a:pt x="358671" y="154476"/>
                </a:cubicBezTo>
                <a:cubicBezTo>
                  <a:pt x="356753" y="154476"/>
                  <a:pt x="355223" y="154365"/>
                  <a:pt x="354079" y="154144"/>
                </a:cubicBezTo>
                <a:cubicBezTo>
                  <a:pt x="352936" y="153922"/>
                  <a:pt x="352106" y="153591"/>
                  <a:pt x="351590" y="153148"/>
                </a:cubicBezTo>
                <a:cubicBezTo>
                  <a:pt x="351073" y="152705"/>
                  <a:pt x="350815" y="152041"/>
                  <a:pt x="350815" y="151156"/>
                </a:cubicBezTo>
                <a:lnTo>
                  <a:pt x="350815" y="141197"/>
                </a:lnTo>
                <a:cubicBezTo>
                  <a:pt x="346462" y="145845"/>
                  <a:pt x="341612" y="149478"/>
                  <a:pt x="336264" y="152097"/>
                </a:cubicBezTo>
                <a:cubicBezTo>
                  <a:pt x="330915" y="154716"/>
                  <a:pt x="325253" y="156025"/>
                  <a:pt x="319278" y="156025"/>
                </a:cubicBezTo>
                <a:cubicBezTo>
                  <a:pt x="314040" y="156025"/>
                  <a:pt x="309300" y="155340"/>
                  <a:pt x="305059" y="153971"/>
                </a:cubicBezTo>
                <a:cubicBezTo>
                  <a:pt x="300817" y="152602"/>
                  <a:pt x="297202" y="150621"/>
                  <a:pt x="294214" y="148030"/>
                </a:cubicBezTo>
                <a:cubicBezTo>
                  <a:pt x="291227" y="145439"/>
                  <a:pt x="288903" y="142256"/>
                  <a:pt x="287243" y="138483"/>
                </a:cubicBezTo>
                <a:cubicBezTo>
                  <a:pt x="285583" y="134706"/>
                  <a:pt x="284753" y="130412"/>
                  <a:pt x="284753" y="125598"/>
                </a:cubicBezTo>
                <a:cubicBezTo>
                  <a:pt x="284753" y="119973"/>
                  <a:pt x="285897" y="115088"/>
                  <a:pt x="288184" y="110943"/>
                </a:cubicBezTo>
                <a:cubicBezTo>
                  <a:pt x="290471" y="106796"/>
                  <a:pt x="293753" y="103353"/>
                  <a:pt x="298032" y="100614"/>
                </a:cubicBezTo>
                <a:cubicBezTo>
                  <a:pt x="302311" y="97875"/>
                  <a:pt x="307548" y="95821"/>
                  <a:pt x="313745" y="94452"/>
                </a:cubicBezTo>
                <a:cubicBezTo>
                  <a:pt x="319942" y="93082"/>
                  <a:pt x="326913" y="92398"/>
                  <a:pt x="334659" y="92398"/>
                </a:cubicBezTo>
                <a:lnTo>
                  <a:pt x="348380" y="92398"/>
                </a:lnTo>
                <a:lnTo>
                  <a:pt x="348380" y="84680"/>
                </a:lnTo>
                <a:cubicBezTo>
                  <a:pt x="348380" y="80857"/>
                  <a:pt x="347975" y="77476"/>
                  <a:pt x="347163" y="74537"/>
                </a:cubicBezTo>
                <a:cubicBezTo>
                  <a:pt x="346352" y="71596"/>
                  <a:pt x="345042" y="69151"/>
                  <a:pt x="343235" y="67203"/>
                </a:cubicBezTo>
                <a:cubicBezTo>
                  <a:pt x="341428" y="65255"/>
                  <a:pt x="339085" y="63785"/>
                  <a:pt x="336208" y="62794"/>
                </a:cubicBezTo>
                <a:cubicBezTo>
                  <a:pt x="333331" y="61800"/>
                  <a:pt x="329790" y="61303"/>
                  <a:pt x="325585" y="61303"/>
                </a:cubicBezTo>
                <a:cubicBezTo>
                  <a:pt x="321085" y="61303"/>
                  <a:pt x="317046" y="61832"/>
                  <a:pt x="313469" y="62891"/>
                </a:cubicBezTo>
                <a:cubicBezTo>
                  <a:pt x="309891" y="63949"/>
                  <a:pt x="306755" y="65116"/>
                  <a:pt x="304063" y="66394"/>
                </a:cubicBezTo>
                <a:cubicBezTo>
                  <a:pt x="301370" y="67671"/>
                  <a:pt x="299120" y="68838"/>
                  <a:pt x="297313" y="69897"/>
                </a:cubicBezTo>
                <a:cubicBezTo>
                  <a:pt x="295505" y="70955"/>
                  <a:pt x="294159" y="71484"/>
                  <a:pt x="293274" y="71484"/>
                </a:cubicBezTo>
                <a:cubicBezTo>
                  <a:pt x="292684" y="71484"/>
                  <a:pt x="292167" y="71336"/>
                  <a:pt x="291725" y="71041"/>
                </a:cubicBezTo>
                <a:cubicBezTo>
                  <a:pt x="291282" y="70746"/>
                  <a:pt x="290895" y="70303"/>
                  <a:pt x="290563" y="69713"/>
                </a:cubicBezTo>
                <a:cubicBezTo>
                  <a:pt x="290231" y="69123"/>
                  <a:pt x="289991" y="68367"/>
                  <a:pt x="289843" y="67445"/>
                </a:cubicBezTo>
                <a:cubicBezTo>
                  <a:pt x="289696" y="66523"/>
                  <a:pt x="289622" y="65508"/>
                  <a:pt x="289622" y="64402"/>
                </a:cubicBezTo>
                <a:cubicBezTo>
                  <a:pt x="289622" y="62558"/>
                  <a:pt x="289751" y="61101"/>
                  <a:pt x="290009" y="60031"/>
                </a:cubicBezTo>
                <a:cubicBezTo>
                  <a:pt x="290268" y="58961"/>
                  <a:pt x="290895" y="57947"/>
                  <a:pt x="291891" y="56988"/>
                </a:cubicBezTo>
                <a:cubicBezTo>
                  <a:pt x="292887" y="56029"/>
                  <a:pt x="294602" y="54912"/>
                  <a:pt x="297036" y="53637"/>
                </a:cubicBezTo>
                <a:cubicBezTo>
                  <a:pt x="299471" y="52360"/>
                  <a:pt x="302274" y="51193"/>
                  <a:pt x="305446" y="50138"/>
                </a:cubicBezTo>
                <a:cubicBezTo>
                  <a:pt x="308618" y="49082"/>
                  <a:pt x="312085" y="48208"/>
                  <a:pt x="315848" y="47516"/>
                </a:cubicBezTo>
                <a:cubicBezTo>
                  <a:pt x="319610" y="46822"/>
                  <a:pt x="323409" y="46476"/>
                  <a:pt x="327245" y="46476"/>
                </a:cubicBezTo>
                <a:cubicBezTo>
                  <a:pt x="334401" y="46476"/>
                  <a:pt x="340487" y="47287"/>
                  <a:pt x="345503" y="48910"/>
                </a:cubicBezTo>
                <a:cubicBezTo>
                  <a:pt x="350520" y="50533"/>
                  <a:pt x="354577" y="52912"/>
                  <a:pt x="357676" y="56047"/>
                </a:cubicBezTo>
                <a:cubicBezTo>
                  <a:pt x="360774" y="59183"/>
                  <a:pt x="363024" y="63074"/>
                  <a:pt x="364426" y="67721"/>
                </a:cubicBezTo>
                <a:cubicBezTo>
                  <a:pt x="365827" y="72369"/>
                  <a:pt x="366528" y="77791"/>
                  <a:pt x="366528" y="83988"/>
                </a:cubicBezTo>
                <a:lnTo>
                  <a:pt x="366528" y="151156"/>
                </a:lnTo>
                <a:moveTo>
                  <a:pt x="348380" y="105566"/>
                </a:moveTo>
                <a:lnTo>
                  <a:pt x="332778" y="105566"/>
                </a:lnTo>
                <a:cubicBezTo>
                  <a:pt x="327762" y="105566"/>
                  <a:pt x="323409" y="105993"/>
                  <a:pt x="319721" y="106849"/>
                </a:cubicBezTo>
                <a:cubicBezTo>
                  <a:pt x="316032" y="107702"/>
                  <a:pt x="312971" y="108963"/>
                  <a:pt x="310536" y="110632"/>
                </a:cubicBezTo>
                <a:cubicBezTo>
                  <a:pt x="308102" y="112301"/>
                  <a:pt x="306313" y="114305"/>
                  <a:pt x="305169" y="116645"/>
                </a:cubicBezTo>
                <a:cubicBezTo>
                  <a:pt x="304026" y="118983"/>
                  <a:pt x="303454" y="121673"/>
                  <a:pt x="303454" y="124716"/>
                </a:cubicBezTo>
                <a:cubicBezTo>
                  <a:pt x="303454" y="129912"/>
                  <a:pt x="305096" y="134051"/>
                  <a:pt x="308378" y="137130"/>
                </a:cubicBezTo>
                <a:cubicBezTo>
                  <a:pt x="311661" y="140210"/>
                  <a:pt x="316253" y="141750"/>
                  <a:pt x="322155" y="141750"/>
                </a:cubicBezTo>
                <a:cubicBezTo>
                  <a:pt x="326950" y="141750"/>
                  <a:pt x="331395" y="140526"/>
                  <a:pt x="335489" y="138078"/>
                </a:cubicBezTo>
                <a:cubicBezTo>
                  <a:pt x="339583" y="135627"/>
                  <a:pt x="343880" y="131879"/>
                  <a:pt x="348380" y="126833"/>
                </a:cubicBezTo>
                <a:lnTo>
                  <a:pt x="348380" y="105566"/>
                </a:lnTo>
                <a:close/>
                <a:moveTo>
                  <a:pt x="548982" y="133451"/>
                </a:moveTo>
                <a:cubicBezTo>
                  <a:pt x="548982" y="134631"/>
                  <a:pt x="548945" y="135664"/>
                  <a:pt x="548871" y="136549"/>
                </a:cubicBezTo>
                <a:cubicBezTo>
                  <a:pt x="548798" y="137435"/>
                  <a:pt x="548668" y="138209"/>
                  <a:pt x="548484" y="138873"/>
                </a:cubicBezTo>
                <a:cubicBezTo>
                  <a:pt x="548300" y="139537"/>
                  <a:pt x="548060" y="140127"/>
                  <a:pt x="547765" y="140644"/>
                </a:cubicBezTo>
                <a:cubicBezTo>
                  <a:pt x="547470" y="141160"/>
                  <a:pt x="546953" y="141791"/>
                  <a:pt x="546216" y="142535"/>
                </a:cubicBezTo>
                <a:cubicBezTo>
                  <a:pt x="545478" y="143278"/>
                  <a:pt x="543929" y="144411"/>
                  <a:pt x="541568" y="145935"/>
                </a:cubicBezTo>
                <a:cubicBezTo>
                  <a:pt x="539207" y="147458"/>
                  <a:pt x="536275" y="148945"/>
                  <a:pt x="532771" y="150395"/>
                </a:cubicBezTo>
                <a:cubicBezTo>
                  <a:pt x="529267" y="151845"/>
                  <a:pt x="525246" y="153072"/>
                  <a:pt x="520709" y="154075"/>
                </a:cubicBezTo>
                <a:cubicBezTo>
                  <a:pt x="516172" y="155080"/>
                  <a:pt x="511211" y="155582"/>
                  <a:pt x="505826" y="155582"/>
                </a:cubicBezTo>
                <a:cubicBezTo>
                  <a:pt x="496531" y="155582"/>
                  <a:pt x="488140" y="154033"/>
                  <a:pt x="480652" y="150935"/>
                </a:cubicBezTo>
                <a:cubicBezTo>
                  <a:pt x="473164" y="147836"/>
                  <a:pt x="466783" y="143263"/>
                  <a:pt x="461508" y="137213"/>
                </a:cubicBezTo>
                <a:cubicBezTo>
                  <a:pt x="456234" y="131164"/>
                  <a:pt x="452176" y="123695"/>
                  <a:pt x="449336" y="114806"/>
                </a:cubicBezTo>
                <a:cubicBezTo>
                  <a:pt x="446496" y="105916"/>
                  <a:pt x="445076" y="95681"/>
                  <a:pt x="445076" y="84099"/>
                </a:cubicBezTo>
                <a:cubicBezTo>
                  <a:pt x="445076" y="72221"/>
                  <a:pt x="446607" y="61635"/>
                  <a:pt x="449668" y="52340"/>
                </a:cubicBezTo>
                <a:cubicBezTo>
                  <a:pt x="452730" y="43045"/>
                  <a:pt x="457027" y="35170"/>
                  <a:pt x="462560" y="28715"/>
                </a:cubicBezTo>
                <a:cubicBezTo>
                  <a:pt x="468092" y="22260"/>
                  <a:pt x="474713" y="17336"/>
                  <a:pt x="482422" y="13943"/>
                </a:cubicBezTo>
                <a:cubicBezTo>
                  <a:pt x="490131" y="10549"/>
                  <a:pt x="498670" y="8852"/>
                  <a:pt x="508039" y="8852"/>
                </a:cubicBezTo>
                <a:cubicBezTo>
                  <a:pt x="512170" y="8852"/>
                  <a:pt x="516191" y="9243"/>
                  <a:pt x="520101" y="10025"/>
                </a:cubicBezTo>
                <a:cubicBezTo>
                  <a:pt x="524011" y="10806"/>
                  <a:pt x="527625" y="11792"/>
                  <a:pt x="530945" y="12981"/>
                </a:cubicBezTo>
                <a:cubicBezTo>
                  <a:pt x="534265" y="14171"/>
                  <a:pt x="537216" y="15547"/>
                  <a:pt x="539798" y="17110"/>
                </a:cubicBezTo>
                <a:cubicBezTo>
                  <a:pt x="542379" y="18671"/>
                  <a:pt x="544168" y="19954"/>
                  <a:pt x="545164" y="20959"/>
                </a:cubicBezTo>
                <a:cubicBezTo>
                  <a:pt x="546160" y="21962"/>
                  <a:pt x="546806" y="22721"/>
                  <a:pt x="547101" y="23238"/>
                </a:cubicBezTo>
                <a:cubicBezTo>
                  <a:pt x="547396" y="23754"/>
                  <a:pt x="547636" y="24363"/>
                  <a:pt x="547820" y="25064"/>
                </a:cubicBezTo>
                <a:cubicBezTo>
                  <a:pt x="548005" y="25764"/>
                  <a:pt x="548152" y="26594"/>
                  <a:pt x="548263" y="27553"/>
                </a:cubicBezTo>
                <a:cubicBezTo>
                  <a:pt x="548373" y="28512"/>
                  <a:pt x="548429" y="29656"/>
                  <a:pt x="548429" y="30984"/>
                </a:cubicBezTo>
                <a:cubicBezTo>
                  <a:pt x="548429" y="32459"/>
                  <a:pt x="548355" y="33713"/>
                  <a:pt x="548207" y="34746"/>
                </a:cubicBezTo>
                <a:cubicBezTo>
                  <a:pt x="548060" y="35779"/>
                  <a:pt x="547839" y="36646"/>
                  <a:pt x="547543" y="37346"/>
                </a:cubicBezTo>
                <a:cubicBezTo>
                  <a:pt x="547248" y="38047"/>
                  <a:pt x="546898" y="38564"/>
                  <a:pt x="546492" y="38896"/>
                </a:cubicBezTo>
                <a:cubicBezTo>
                  <a:pt x="546086" y="39228"/>
                  <a:pt x="545589" y="39394"/>
                  <a:pt x="544998" y="39394"/>
                </a:cubicBezTo>
                <a:cubicBezTo>
                  <a:pt x="543966" y="39394"/>
                  <a:pt x="542527" y="38669"/>
                  <a:pt x="540683" y="37218"/>
                </a:cubicBezTo>
                <a:cubicBezTo>
                  <a:pt x="538839" y="35768"/>
                  <a:pt x="536459" y="34170"/>
                  <a:pt x="533545" y="32422"/>
                </a:cubicBezTo>
                <a:cubicBezTo>
                  <a:pt x="530632" y="30675"/>
                  <a:pt x="527091" y="29076"/>
                  <a:pt x="522922" y="27626"/>
                </a:cubicBezTo>
                <a:cubicBezTo>
                  <a:pt x="518754" y="26176"/>
                  <a:pt x="513756" y="25451"/>
                  <a:pt x="507929" y="25451"/>
                </a:cubicBezTo>
                <a:cubicBezTo>
                  <a:pt x="501584" y="25451"/>
                  <a:pt x="495812" y="26723"/>
                  <a:pt x="490611" y="29269"/>
                </a:cubicBezTo>
                <a:cubicBezTo>
                  <a:pt x="485410" y="31814"/>
                  <a:pt x="480965" y="35557"/>
                  <a:pt x="477277" y="40500"/>
                </a:cubicBezTo>
                <a:cubicBezTo>
                  <a:pt x="473588" y="45443"/>
                  <a:pt x="470730" y="51473"/>
                  <a:pt x="468701" y="58592"/>
                </a:cubicBezTo>
                <a:cubicBezTo>
                  <a:pt x="466672" y="65711"/>
                  <a:pt x="465658" y="73844"/>
                  <a:pt x="465658" y="82992"/>
                </a:cubicBezTo>
                <a:cubicBezTo>
                  <a:pt x="465658" y="92066"/>
                  <a:pt x="466635" y="100088"/>
                  <a:pt x="468590" y="107060"/>
                </a:cubicBezTo>
                <a:cubicBezTo>
                  <a:pt x="470545" y="114031"/>
                  <a:pt x="473349" y="119859"/>
                  <a:pt x="477000" y="124543"/>
                </a:cubicBezTo>
                <a:cubicBezTo>
                  <a:pt x="480652" y="129228"/>
                  <a:pt x="485133" y="132769"/>
                  <a:pt x="490445" y="135166"/>
                </a:cubicBezTo>
                <a:cubicBezTo>
                  <a:pt x="495756" y="137564"/>
                  <a:pt x="501769" y="138763"/>
                  <a:pt x="508482" y="138763"/>
                </a:cubicBezTo>
                <a:cubicBezTo>
                  <a:pt x="514162" y="138763"/>
                  <a:pt x="519123" y="138056"/>
                  <a:pt x="523365" y="136643"/>
                </a:cubicBezTo>
                <a:cubicBezTo>
                  <a:pt x="527607" y="135230"/>
                  <a:pt x="531222" y="133649"/>
                  <a:pt x="534209" y="131902"/>
                </a:cubicBezTo>
                <a:cubicBezTo>
                  <a:pt x="537197" y="130155"/>
                  <a:pt x="539650" y="128574"/>
                  <a:pt x="541568" y="127161"/>
                </a:cubicBezTo>
                <a:cubicBezTo>
                  <a:pt x="543486" y="125748"/>
                  <a:pt x="544998" y="125041"/>
                  <a:pt x="546105" y="125041"/>
                </a:cubicBezTo>
                <a:cubicBezTo>
                  <a:pt x="546621" y="125041"/>
                  <a:pt x="547064" y="125152"/>
                  <a:pt x="547433" y="125373"/>
                </a:cubicBezTo>
                <a:cubicBezTo>
                  <a:pt x="547802" y="125595"/>
                  <a:pt x="548097" y="126019"/>
                  <a:pt x="548318" y="126646"/>
                </a:cubicBezTo>
                <a:cubicBezTo>
                  <a:pt x="548539" y="127273"/>
                  <a:pt x="548705" y="128140"/>
                  <a:pt x="548816" y="129246"/>
                </a:cubicBezTo>
                <a:cubicBezTo>
                  <a:pt x="548927" y="130353"/>
                  <a:pt x="548982" y="131754"/>
                  <a:pt x="548982" y="133451"/>
                </a:cubicBezTo>
                <a:close/>
                <a:moveTo>
                  <a:pt x="664682" y="100199"/>
                </a:moveTo>
                <a:cubicBezTo>
                  <a:pt x="664682" y="108321"/>
                  <a:pt x="663613" y="115797"/>
                  <a:pt x="661473" y="122628"/>
                </a:cubicBezTo>
                <a:cubicBezTo>
                  <a:pt x="659334" y="129458"/>
                  <a:pt x="656143" y="135348"/>
                  <a:pt x="651902" y="140298"/>
                </a:cubicBezTo>
                <a:cubicBezTo>
                  <a:pt x="647660" y="145245"/>
                  <a:pt x="642348" y="149103"/>
                  <a:pt x="635967" y="151872"/>
                </a:cubicBezTo>
                <a:cubicBezTo>
                  <a:pt x="629586" y="154641"/>
                  <a:pt x="622190" y="156025"/>
                  <a:pt x="613781" y="156025"/>
                </a:cubicBezTo>
                <a:cubicBezTo>
                  <a:pt x="605592" y="156025"/>
                  <a:pt x="598455" y="154807"/>
                  <a:pt x="592369" y="152370"/>
                </a:cubicBezTo>
                <a:cubicBezTo>
                  <a:pt x="586283" y="149933"/>
                  <a:pt x="581211" y="146389"/>
                  <a:pt x="577153" y="141736"/>
                </a:cubicBezTo>
                <a:cubicBezTo>
                  <a:pt x="573096" y="137084"/>
                  <a:pt x="570071" y="131435"/>
                  <a:pt x="568080" y="124789"/>
                </a:cubicBezTo>
                <a:cubicBezTo>
                  <a:pt x="566088" y="118143"/>
                  <a:pt x="565092" y="110610"/>
                  <a:pt x="565092" y="102191"/>
                </a:cubicBezTo>
                <a:cubicBezTo>
                  <a:pt x="565092" y="94069"/>
                  <a:pt x="566143" y="86593"/>
                  <a:pt x="568246" y="79762"/>
                </a:cubicBezTo>
                <a:cubicBezTo>
                  <a:pt x="570348" y="72932"/>
                  <a:pt x="573520" y="67043"/>
                  <a:pt x="577762" y="62095"/>
                </a:cubicBezTo>
                <a:cubicBezTo>
                  <a:pt x="582004" y="57146"/>
                  <a:pt x="587297" y="53305"/>
                  <a:pt x="593641" y="50573"/>
                </a:cubicBezTo>
                <a:cubicBezTo>
                  <a:pt x="599985" y="47841"/>
                  <a:pt x="607399" y="46476"/>
                  <a:pt x="615883" y="46476"/>
                </a:cubicBezTo>
                <a:cubicBezTo>
                  <a:pt x="624072" y="46476"/>
                  <a:pt x="631209" y="47694"/>
                  <a:pt x="637295" y="50131"/>
                </a:cubicBezTo>
                <a:cubicBezTo>
                  <a:pt x="643381" y="52567"/>
                  <a:pt x="648453" y="56112"/>
                  <a:pt x="652510" y="60764"/>
                </a:cubicBezTo>
                <a:cubicBezTo>
                  <a:pt x="656568" y="65416"/>
                  <a:pt x="659611" y="71065"/>
                  <a:pt x="661639" y="77712"/>
                </a:cubicBezTo>
                <a:cubicBezTo>
                  <a:pt x="663668" y="84358"/>
                  <a:pt x="664682" y="91854"/>
                  <a:pt x="664682" y="100199"/>
                </a:cubicBezTo>
                <a:moveTo>
                  <a:pt x="645428" y="101416"/>
                </a:moveTo>
                <a:cubicBezTo>
                  <a:pt x="645428" y="96024"/>
                  <a:pt x="644930" y="90927"/>
                  <a:pt x="643934" y="86125"/>
                </a:cubicBezTo>
                <a:cubicBezTo>
                  <a:pt x="642938" y="81323"/>
                  <a:pt x="641297" y="77112"/>
                  <a:pt x="639010" y="73493"/>
                </a:cubicBezTo>
                <a:cubicBezTo>
                  <a:pt x="636723" y="69873"/>
                  <a:pt x="633625" y="67011"/>
                  <a:pt x="629715" y="64907"/>
                </a:cubicBezTo>
                <a:cubicBezTo>
                  <a:pt x="625805" y="62800"/>
                  <a:pt x="620936" y="61746"/>
                  <a:pt x="615108" y="61746"/>
                </a:cubicBezTo>
                <a:cubicBezTo>
                  <a:pt x="609723" y="61746"/>
                  <a:pt x="605094" y="62706"/>
                  <a:pt x="601221" y="64627"/>
                </a:cubicBezTo>
                <a:cubicBezTo>
                  <a:pt x="597348" y="66547"/>
                  <a:pt x="594158" y="69263"/>
                  <a:pt x="591649" y="72774"/>
                </a:cubicBezTo>
                <a:cubicBezTo>
                  <a:pt x="589141" y="76282"/>
                  <a:pt x="587278" y="80438"/>
                  <a:pt x="586061" y="85240"/>
                </a:cubicBezTo>
                <a:cubicBezTo>
                  <a:pt x="584844" y="90039"/>
                  <a:pt x="584235" y="95284"/>
                  <a:pt x="584235" y="100974"/>
                </a:cubicBezTo>
                <a:cubicBezTo>
                  <a:pt x="584235" y="106440"/>
                  <a:pt x="584733" y="111574"/>
                  <a:pt x="585729" y="116376"/>
                </a:cubicBezTo>
                <a:cubicBezTo>
                  <a:pt x="586725" y="121178"/>
                  <a:pt x="588385" y="125370"/>
                  <a:pt x="590709" y="128952"/>
                </a:cubicBezTo>
                <a:cubicBezTo>
                  <a:pt x="593033" y="132535"/>
                  <a:pt x="596149" y="135380"/>
                  <a:pt x="600059" y="137487"/>
                </a:cubicBezTo>
                <a:cubicBezTo>
                  <a:pt x="603969" y="139591"/>
                  <a:pt x="608838" y="140644"/>
                  <a:pt x="614666" y="140644"/>
                </a:cubicBezTo>
                <a:cubicBezTo>
                  <a:pt x="619977" y="140644"/>
                  <a:pt x="624588" y="139684"/>
                  <a:pt x="628498" y="137763"/>
                </a:cubicBezTo>
                <a:cubicBezTo>
                  <a:pt x="632408" y="135843"/>
                  <a:pt x="635617" y="133147"/>
                  <a:pt x="638125" y="129675"/>
                </a:cubicBezTo>
                <a:cubicBezTo>
                  <a:pt x="640633" y="126201"/>
                  <a:pt x="642477" y="122064"/>
                  <a:pt x="643658" y="117264"/>
                </a:cubicBezTo>
                <a:cubicBezTo>
                  <a:pt x="644838" y="112462"/>
                  <a:pt x="645428" y="107180"/>
                  <a:pt x="645428" y="101416"/>
                </a:cubicBezTo>
                <a:close/>
                <a:moveTo>
                  <a:pt x="776810" y="151042"/>
                </a:moveTo>
                <a:cubicBezTo>
                  <a:pt x="776810" y="151632"/>
                  <a:pt x="776681" y="152150"/>
                  <a:pt x="776422" y="152595"/>
                </a:cubicBezTo>
                <a:cubicBezTo>
                  <a:pt x="776164" y="153037"/>
                  <a:pt x="775722" y="153388"/>
                  <a:pt x="775094" y="153646"/>
                </a:cubicBezTo>
                <a:cubicBezTo>
                  <a:pt x="774467" y="153904"/>
                  <a:pt x="773638" y="154107"/>
                  <a:pt x="772605" y="154254"/>
                </a:cubicBezTo>
                <a:cubicBezTo>
                  <a:pt x="771572" y="154402"/>
                  <a:pt x="770318" y="154476"/>
                  <a:pt x="768842" y="154476"/>
                </a:cubicBezTo>
                <a:cubicBezTo>
                  <a:pt x="767293" y="154476"/>
                  <a:pt x="766002" y="154402"/>
                  <a:pt x="764969" y="154254"/>
                </a:cubicBezTo>
                <a:cubicBezTo>
                  <a:pt x="763937" y="154109"/>
                  <a:pt x="763088" y="153909"/>
                  <a:pt x="762424" y="153653"/>
                </a:cubicBezTo>
                <a:cubicBezTo>
                  <a:pt x="761760" y="153395"/>
                  <a:pt x="761281" y="153045"/>
                  <a:pt x="760986" y="152605"/>
                </a:cubicBezTo>
                <a:cubicBezTo>
                  <a:pt x="760691" y="152165"/>
                  <a:pt x="760543" y="151652"/>
                  <a:pt x="760543" y="151066"/>
                </a:cubicBezTo>
                <a:lnTo>
                  <a:pt x="760543" y="137971"/>
                </a:lnTo>
                <a:cubicBezTo>
                  <a:pt x="755306" y="143656"/>
                  <a:pt x="749865" y="148087"/>
                  <a:pt x="744221" y="151263"/>
                </a:cubicBezTo>
                <a:cubicBezTo>
                  <a:pt x="738578" y="154438"/>
                  <a:pt x="732400" y="156025"/>
                  <a:pt x="725687" y="156025"/>
                </a:cubicBezTo>
                <a:cubicBezTo>
                  <a:pt x="718383" y="156025"/>
                  <a:pt x="712150" y="154604"/>
                  <a:pt x="706986" y="151761"/>
                </a:cubicBezTo>
                <a:cubicBezTo>
                  <a:pt x="701822" y="148919"/>
                  <a:pt x="697635" y="145079"/>
                  <a:pt x="694426" y="140243"/>
                </a:cubicBezTo>
                <a:cubicBezTo>
                  <a:pt x="691217" y="135404"/>
                  <a:pt x="688875" y="129718"/>
                  <a:pt x="687400" y="123184"/>
                </a:cubicBezTo>
                <a:cubicBezTo>
                  <a:pt x="685924" y="116649"/>
                  <a:pt x="685187" y="109762"/>
                  <a:pt x="685187" y="102523"/>
                </a:cubicBezTo>
                <a:cubicBezTo>
                  <a:pt x="685187" y="93958"/>
                  <a:pt x="686109" y="86224"/>
                  <a:pt x="687953" y="79320"/>
                </a:cubicBezTo>
                <a:cubicBezTo>
                  <a:pt x="689797" y="72415"/>
                  <a:pt x="692527" y="66526"/>
                  <a:pt x="696141" y="61653"/>
                </a:cubicBezTo>
                <a:cubicBezTo>
                  <a:pt x="699756" y="56777"/>
                  <a:pt x="704238" y="53028"/>
                  <a:pt x="709586" y="50407"/>
                </a:cubicBezTo>
                <a:cubicBezTo>
                  <a:pt x="714935" y="47786"/>
                  <a:pt x="721113" y="46476"/>
                  <a:pt x="728121" y="46476"/>
                </a:cubicBezTo>
                <a:cubicBezTo>
                  <a:pt x="733949" y="46476"/>
                  <a:pt x="739279" y="47749"/>
                  <a:pt x="744111" y="50297"/>
                </a:cubicBezTo>
                <a:cubicBezTo>
                  <a:pt x="748943" y="52844"/>
                  <a:pt x="753719" y="56591"/>
                  <a:pt x="758441" y="61539"/>
                </a:cubicBezTo>
                <a:lnTo>
                  <a:pt x="758441" y="3548"/>
                </a:lnTo>
                <a:cubicBezTo>
                  <a:pt x="758441" y="3032"/>
                  <a:pt x="758570" y="2534"/>
                  <a:pt x="758828" y="2054"/>
                </a:cubicBezTo>
                <a:cubicBezTo>
                  <a:pt x="759086" y="1572"/>
                  <a:pt x="759584" y="1202"/>
                  <a:pt x="760322" y="944"/>
                </a:cubicBezTo>
                <a:cubicBezTo>
                  <a:pt x="761060" y="684"/>
                  <a:pt x="762000" y="461"/>
                  <a:pt x="763144" y="277"/>
                </a:cubicBezTo>
                <a:cubicBezTo>
                  <a:pt x="764287" y="92"/>
                  <a:pt x="765744" y="0"/>
                  <a:pt x="767515" y="0"/>
                </a:cubicBezTo>
                <a:cubicBezTo>
                  <a:pt x="769359" y="0"/>
                  <a:pt x="770871" y="92"/>
                  <a:pt x="772051" y="277"/>
                </a:cubicBezTo>
                <a:cubicBezTo>
                  <a:pt x="773232" y="461"/>
                  <a:pt x="774154" y="682"/>
                  <a:pt x="774818" y="941"/>
                </a:cubicBezTo>
                <a:cubicBezTo>
                  <a:pt x="775482" y="1199"/>
                  <a:pt x="775980" y="1569"/>
                  <a:pt x="776312" y="2051"/>
                </a:cubicBezTo>
                <a:cubicBezTo>
                  <a:pt x="776644" y="2530"/>
                  <a:pt x="776810" y="3028"/>
                  <a:pt x="776810" y="3544"/>
                </a:cubicBezTo>
                <a:lnTo>
                  <a:pt x="776810" y="151042"/>
                </a:lnTo>
                <a:moveTo>
                  <a:pt x="758441" y="81035"/>
                </a:moveTo>
                <a:cubicBezTo>
                  <a:pt x="753498" y="74900"/>
                  <a:pt x="748721" y="70226"/>
                  <a:pt x="744111" y="67013"/>
                </a:cubicBezTo>
                <a:cubicBezTo>
                  <a:pt x="739500" y="63797"/>
                  <a:pt x="734687" y="62189"/>
                  <a:pt x="729670" y="62189"/>
                </a:cubicBezTo>
                <a:cubicBezTo>
                  <a:pt x="725023" y="62189"/>
                  <a:pt x="721076" y="63298"/>
                  <a:pt x="717830" y="65515"/>
                </a:cubicBezTo>
                <a:cubicBezTo>
                  <a:pt x="714584" y="67731"/>
                  <a:pt x="711947" y="70648"/>
                  <a:pt x="709918" y="74267"/>
                </a:cubicBezTo>
                <a:cubicBezTo>
                  <a:pt x="707889" y="77887"/>
                  <a:pt x="706414" y="81987"/>
                  <a:pt x="705492" y="86568"/>
                </a:cubicBezTo>
                <a:cubicBezTo>
                  <a:pt x="704570" y="91148"/>
                  <a:pt x="704109" y="95803"/>
                  <a:pt x="704109" y="100531"/>
                </a:cubicBezTo>
                <a:cubicBezTo>
                  <a:pt x="704109" y="105554"/>
                  <a:pt x="704496" y="110467"/>
                  <a:pt x="705271" y="115269"/>
                </a:cubicBezTo>
                <a:cubicBezTo>
                  <a:pt x="706045" y="120071"/>
                  <a:pt x="707391" y="124337"/>
                  <a:pt x="709310" y="128067"/>
                </a:cubicBezTo>
                <a:cubicBezTo>
                  <a:pt x="711228" y="131797"/>
                  <a:pt x="713773" y="134789"/>
                  <a:pt x="716945" y="137044"/>
                </a:cubicBezTo>
                <a:cubicBezTo>
                  <a:pt x="720117" y="139296"/>
                  <a:pt x="724101" y="140422"/>
                  <a:pt x="728896" y="140422"/>
                </a:cubicBezTo>
                <a:cubicBezTo>
                  <a:pt x="731330" y="140422"/>
                  <a:pt x="733672" y="140090"/>
                  <a:pt x="735922" y="139427"/>
                </a:cubicBezTo>
                <a:cubicBezTo>
                  <a:pt x="738172" y="138760"/>
                  <a:pt x="740478" y="137651"/>
                  <a:pt x="742838" y="136100"/>
                </a:cubicBezTo>
                <a:cubicBezTo>
                  <a:pt x="745199" y="134548"/>
                  <a:pt x="747670" y="132535"/>
                  <a:pt x="750252" y="130059"/>
                </a:cubicBezTo>
                <a:cubicBezTo>
                  <a:pt x="752834" y="127583"/>
                  <a:pt x="755564" y="124534"/>
                  <a:pt x="758441" y="120912"/>
                </a:cubicBezTo>
                <a:lnTo>
                  <a:pt x="758441" y="81035"/>
                </a:lnTo>
                <a:close/>
                <a:moveTo>
                  <a:pt x="895908" y="96935"/>
                </a:moveTo>
                <a:cubicBezTo>
                  <a:pt x="895908" y="99812"/>
                  <a:pt x="895189" y="101859"/>
                  <a:pt x="893751" y="103076"/>
                </a:cubicBezTo>
                <a:cubicBezTo>
                  <a:pt x="892312" y="104293"/>
                  <a:pt x="890671" y="104902"/>
                  <a:pt x="888826" y="104902"/>
                </a:cubicBezTo>
                <a:lnTo>
                  <a:pt x="823539" y="104902"/>
                </a:lnTo>
                <a:cubicBezTo>
                  <a:pt x="823539" y="110451"/>
                  <a:pt x="824093" y="115445"/>
                  <a:pt x="825199" y="119885"/>
                </a:cubicBezTo>
                <a:cubicBezTo>
                  <a:pt x="826306" y="124325"/>
                  <a:pt x="828150" y="128136"/>
                  <a:pt x="830732" y="131318"/>
                </a:cubicBezTo>
                <a:cubicBezTo>
                  <a:pt x="833314" y="134499"/>
                  <a:pt x="836670" y="136941"/>
                  <a:pt x="840802" y="138645"/>
                </a:cubicBezTo>
                <a:cubicBezTo>
                  <a:pt x="844933" y="140346"/>
                  <a:pt x="849986" y="141197"/>
                  <a:pt x="855962" y="141197"/>
                </a:cubicBezTo>
                <a:cubicBezTo>
                  <a:pt x="860683" y="141197"/>
                  <a:pt x="864888" y="140810"/>
                  <a:pt x="868576" y="140035"/>
                </a:cubicBezTo>
                <a:cubicBezTo>
                  <a:pt x="872265" y="139261"/>
                  <a:pt x="875455" y="138394"/>
                  <a:pt x="878148" y="137435"/>
                </a:cubicBezTo>
                <a:cubicBezTo>
                  <a:pt x="880841" y="136476"/>
                  <a:pt x="883054" y="135609"/>
                  <a:pt x="884787" y="134834"/>
                </a:cubicBezTo>
                <a:cubicBezTo>
                  <a:pt x="886521" y="134060"/>
                  <a:pt x="887830" y="133672"/>
                  <a:pt x="888716" y="133672"/>
                </a:cubicBezTo>
                <a:cubicBezTo>
                  <a:pt x="889232" y="133672"/>
                  <a:pt x="889693" y="133802"/>
                  <a:pt x="890099" y="134060"/>
                </a:cubicBezTo>
                <a:cubicBezTo>
                  <a:pt x="890505" y="134318"/>
                  <a:pt x="890818" y="134705"/>
                  <a:pt x="891039" y="135222"/>
                </a:cubicBezTo>
                <a:cubicBezTo>
                  <a:pt x="891261" y="135738"/>
                  <a:pt x="891427" y="136457"/>
                  <a:pt x="891537" y="137379"/>
                </a:cubicBezTo>
                <a:cubicBezTo>
                  <a:pt x="891648" y="138302"/>
                  <a:pt x="891703" y="139427"/>
                  <a:pt x="891703" y="140754"/>
                </a:cubicBezTo>
                <a:cubicBezTo>
                  <a:pt x="891703" y="141713"/>
                  <a:pt x="891667" y="142543"/>
                  <a:pt x="891593" y="143244"/>
                </a:cubicBezTo>
                <a:cubicBezTo>
                  <a:pt x="891519" y="143945"/>
                  <a:pt x="891427" y="144572"/>
                  <a:pt x="891316" y="145125"/>
                </a:cubicBezTo>
                <a:cubicBezTo>
                  <a:pt x="891205" y="145679"/>
                  <a:pt x="891021" y="146177"/>
                  <a:pt x="890763" y="146619"/>
                </a:cubicBezTo>
                <a:cubicBezTo>
                  <a:pt x="890505" y="147062"/>
                  <a:pt x="890173" y="147486"/>
                  <a:pt x="889767" y="147892"/>
                </a:cubicBezTo>
                <a:cubicBezTo>
                  <a:pt x="889361" y="148297"/>
                  <a:pt x="888162" y="148961"/>
                  <a:pt x="886171" y="149884"/>
                </a:cubicBezTo>
                <a:cubicBezTo>
                  <a:pt x="884179" y="150806"/>
                  <a:pt x="881597" y="151709"/>
                  <a:pt x="878425" y="152595"/>
                </a:cubicBezTo>
                <a:cubicBezTo>
                  <a:pt x="875253" y="153480"/>
                  <a:pt x="871582" y="154273"/>
                  <a:pt x="867414" y="154974"/>
                </a:cubicBezTo>
                <a:cubicBezTo>
                  <a:pt x="863246" y="155675"/>
                  <a:pt x="858802" y="156025"/>
                  <a:pt x="854080" y="156025"/>
                </a:cubicBezTo>
                <a:cubicBezTo>
                  <a:pt x="845892" y="156025"/>
                  <a:pt x="838718" y="154880"/>
                  <a:pt x="832558" y="152591"/>
                </a:cubicBezTo>
                <a:cubicBezTo>
                  <a:pt x="826398" y="150302"/>
                  <a:pt x="821216" y="146905"/>
                  <a:pt x="817011" y="142400"/>
                </a:cubicBezTo>
                <a:cubicBezTo>
                  <a:pt x="812806" y="137896"/>
                  <a:pt x="809634" y="132247"/>
                  <a:pt x="807494" y="125453"/>
                </a:cubicBezTo>
                <a:cubicBezTo>
                  <a:pt x="805355" y="118659"/>
                  <a:pt x="804285" y="110757"/>
                  <a:pt x="804285" y="101748"/>
                </a:cubicBezTo>
                <a:cubicBezTo>
                  <a:pt x="804285" y="93182"/>
                  <a:pt x="805392" y="85483"/>
                  <a:pt x="807605" y="78652"/>
                </a:cubicBezTo>
                <a:cubicBezTo>
                  <a:pt x="809818" y="71822"/>
                  <a:pt x="813009" y="66025"/>
                  <a:pt x="817177" y="61262"/>
                </a:cubicBezTo>
                <a:cubicBezTo>
                  <a:pt x="821345" y="56499"/>
                  <a:pt x="826379" y="52844"/>
                  <a:pt x="832281" y="50297"/>
                </a:cubicBezTo>
                <a:cubicBezTo>
                  <a:pt x="838183" y="47749"/>
                  <a:pt x="844785" y="46476"/>
                  <a:pt x="852089" y="46476"/>
                </a:cubicBezTo>
                <a:cubicBezTo>
                  <a:pt x="859908" y="46476"/>
                  <a:pt x="866566" y="47730"/>
                  <a:pt x="872062" y="50238"/>
                </a:cubicBezTo>
                <a:cubicBezTo>
                  <a:pt x="877558" y="52746"/>
                  <a:pt x="882076" y="56121"/>
                  <a:pt x="885617" y="60363"/>
                </a:cubicBezTo>
                <a:cubicBezTo>
                  <a:pt x="889158" y="64605"/>
                  <a:pt x="891759" y="69584"/>
                  <a:pt x="893419" y="75301"/>
                </a:cubicBezTo>
                <a:cubicBezTo>
                  <a:pt x="895078" y="81019"/>
                  <a:pt x="895908" y="87123"/>
                  <a:pt x="895908" y="93615"/>
                </a:cubicBezTo>
                <a:lnTo>
                  <a:pt x="895908" y="96935"/>
                </a:lnTo>
                <a:moveTo>
                  <a:pt x="877539" y="91513"/>
                </a:moveTo>
                <a:cubicBezTo>
                  <a:pt x="877761" y="81922"/>
                  <a:pt x="875640" y="74398"/>
                  <a:pt x="871177" y="68939"/>
                </a:cubicBezTo>
                <a:cubicBezTo>
                  <a:pt x="866714" y="63480"/>
                  <a:pt x="860093" y="60750"/>
                  <a:pt x="851314" y="60750"/>
                </a:cubicBezTo>
                <a:cubicBezTo>
                  <a:pt x="846814" y="60750"/>
                  <a:pt x="842867" y="61599"/>
                  <a:pt x="839474" y="63295"/>
                </a:cubicBezTo>
                <a:cubicBezTo>
                  <a:pt x="836080" y="64992"/>
                  <a:pt x="833240" y="67242"/>
                  <a:pt x="830953" y="70045"/>
                </a:cubicBezTo>
                <a:cubicBezTo>
                  <a:pt x="828666" y="72849"/>
                  <a:pt x="826896" y="76113"/>
                  <a:pt x="825642" y="79838"/>
                </a:cubicBezTo>
                <a:cubicBezTo>
                  <a:pt x="824388" y="83564"/>
                  <a:pt x="823687" y="87455"/>
                  <a:pt x="823539" y="91513"/>
                </a:cubicBezTo>
                <a:lnTo>
                  <a:pt x="877539" y="91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NativeCode">
            <a:extLst xmlns:a="http://schemas.openxmlformats.org/drawingml/2006/main">
              <a:ext uri="{FF2B5EF4-FFF2-40B4-BE49-F238E27FC236}">
                <a16:creationId xmlns:a16="http://schemas.microsoft.com/office/drawing/2014/main" id="{D8592E79-CC20-4549-A793-A7A9A32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230" y="292172"/>
            <a:ext cx="1086597" cy="156025"/>
          </a:xfrm>
          <a:custGeom xmlns:a="http://schemas.openxmlformats.org/drawingml/2006/main">
            <a:pathLst>
              <a:path w="1086597" h="156025">
                <a:moveTo>
                  <a:pt x="108222" y="146052"/>
                </a:moveTo>
                <a:cubicBezTo>
                  <a:pt x="108222" y="147530"/>
                  <a:pt x="107982" y="148786"/>
                  <a:pt x="107502" y="149821"/>
                </a:cubicBezTo>
                <a:cubicBezTo>
                  <a:pt x="107023" y="150856"/>
                  <a:pt x="106396" y="151707"/>
                  <a:pt x="105621" y="152373"/>
                </a:cubicBezTo>
                <a:cubicBezTo>
                  <a:pt x="104847" y="153037"/>
                  <a:pt x="103980" y="153517"/>
                  <a:pt x="103021" y="153812"/>
                </a:cubicBezTo>
                <a:cubicBezTo>
                  <a:pt x="102062" y="154107"/>
                  <a:pt x="101103" y="154254"/>
                  <a:pt x="100144" y="154254"/>
                </a:cubicBezTo>
                <a:lnTo>
                  <a:pt x="94058" y="154254"/>
                </a:lnTo>
                <a:cubicBezTo>
                  <a:pt x="92140" y="154254"/>
                  <a:pt x="90461" y="154049"/>
                  <a:pt x="89023" y="153639"/>
                </a:cubicBezTo>
                <a:cubicBezTo>
                  <a:pt x="87584" y="153229"/>
                  <a:pt x="86219" y="152483"/>
                  <a:pt x="84928" y="151402"/>
                </a:cubicBezTo>
                <a:cubicBezTo>
                  <a:pt x="83637" y="150320"/>
                  <a:pt x="82347" y="148847"/>
                  <a:pt x="81056" y="146982"/>
                </a:cubicBezTo>
                <a:cubicBezTo>
                  <a:pt x="79765" y="145117"/>
                  <a:pt x="78344" y="142746"/>
                  <a:pt x="76795" y="139869"/>
                </a:cubicBezTo>
                <a:lnTo>
                  <a:pt x="31648" y="58426"/>
                </a:lnTo>
                <a:cubicBezTo>
                  <a:pt x="29287" y="54221"/>
                  <a:pt x="26908" y="49814"/>
                  <a:pt x="24510" y="45203"/>
                </a:cubicBezTo>
                <a:cubicBezTo>
                  <a:pt x="22113" y="40592"/>
                  <a:pt x="19881" y="36111"/>
                  <a:pt x="17816" y="31758"/>
                </a:cubicBezTo>
                <a:lnTo>
                  <a:pt x="17594" y="31758"/>
                </a:lnTo>
                <a:cubicBezTo>
                  <a:pt x="17742" y="37070"/>
                  <a:pt x="17852" y="42492"/>
                  <a:pt x="17926" y="48025"/>
                </a:cubicBezTo>
                <a:cubicBezTo>
                  <a:pt x="18000" y="53558"/>
                  <a:pt x="18037" y="59053"/>
                  <a:pt x="18037" y="64512"/>
                </a:cubicBezTo>
                <a:lnTo>
                  <a:pt x="18037" y="150935"/>
                </a:lnTo>
                <a:cubicBezTo>
                  <a:pt x="18037" y="151451"/>
                  <a:pt x="17889" y="151949"/>
                  <a:pt x="17594" y="152429"/>
                </a:cubicBezTo>
                <a:cubicBezTo>
                  <a:pt x="17299" y="152908"/>
                  <a:pt x="16801" y="153277"/>
                  <a:pt x="16100" y="153535"/>
                </a:cubicBezTo>
                <a:cubicBezTo>
                  <a:pt x="15400" y="153793"/>
                  <a:pt x="14477" y="154015"/>
                  <a:pt x="13334" y="154199"/>
                </a:cubicBezTo>
                <a:cubicBezTo>
                  <a:pt x="12191" y="154384"/>
                  <a:pt x="10734" y="154476"/>
                  <a:pt x="8963" y="154476"/>
                </a:cubicBezTo>
                <a:cubicBezTo>
                  <a:pt x="7193" y="154476"/>
                  <a:pt x="5736" y="154384"/>
                  <a:pt x="4592" y="154199"/>
                </a:cubicBezTo>
                <a:cubicBezTo>
                  <a:pt x="3449" y="154015"/>
                  <a:pt x="2545" y="153793"/>
                  <a:pt x="1881" y="153535"/>
                </a:cubicBezTo>
                <a:cubicBezTo>
                  <a:pt x="1217" y="153277"/>
                  <a:pt x="738" y="152908"/>
                  <a:pt x="443" y="152429"/>
                </a:cubicBezTo>
                <a:cubicBezTo>
                  <a:pt x="148" y="151949"/>
                  <a:pt x="0" y="151451"/>
                  <a:pt x="0" y="150935"/>
                </a:cubicBezTo>
                <a:lnTo>
                  <a:pt x="0" y="18812"/>
                </a:lnTo>
                <a:cubicBezTo>
                  <a:pt x="0" y="15861"/>
                  <a:pt x="811" y="13758"/>
                  <a:pt x="2434" y="12504"/>
                </a:cubicBezTo>
                <a:cubicBezTo>
                  <a:pt x="4057" y="11250"/>
                  <a:pt x="5828" y="10623"/>
                  <a:pt x="7746" y="10623"/>
                </a:cubicBezTo>
                <a:lnTo>
                  <a:pt x="16820" y="10623"/>
                </a:lnTo>
                <a:cubicBezTo>
                  <a:pt x="18959" y="10623"/>
                  <a:pt x="20748" y="10807"/>
                  <a:pt x="22187" y="11176"/>
                </a:cubicBezTo>
                <a:cubicBezTo>
                  <a:pt x="23625" y="11545"/>
                  <a:pt x="24916" y="12154"/>
                  <a:pt x="26059" y="13002"/>
                </a:cubicBezTo>
                <a:cubicBezTo>
                  <a:pt x="27203" y="13850"/>
                  <a:pt x="28309" y="15031"/>
                  <a:pt x="29379" y="16543"/>
                </a:cubicBezTo>
                <a:cubicBezTo>
                  <a:pt x="30449" y="18055"/>
                  <a:pt x="31611" y="19955"/>
                  <a:pt x="32865" y="22242"/>
                </a:cubicBezTo>
                <a:lnTo>
                  <a:pt x="67611" y="85094"/>
                </a:lnTo>
                <a:cubicBezTo>
                  <a:pt x="69750" y="88931"/>
                  <a:pt x="71816" y="92674"/>
                  <a:pt x="73808" y="96326"/>
                </a:cubicBezTo>
                <a:cubicBezTo>
                  <a:pt x="75799" y="99978"/>
                  <a:pt x="77717" y="103574"/>
                  <a:pt x="79562" y="107115"/>
                </a:cubicBezTo>
                <a:cubicBezTo>
                  <a:pt x="81406" y="110656"/>
                  <a:pt x="83232" y="114142"/>
                  <a:pt x="85039" y="117572"/>
                </a:cubicBezTo>
                <a:cubicBezTo>
                  <a:pt x="86847" y="121002"/>
                  <a:pt x="88635" y="124451"/>
                  <a:pt x="90406" y="127918"/>
                </a:cubicBezTo>
                <a:lnTo>
                  <a:pt x="90517" y="127918"/>
                </a:lnTo>
                <a:cubicBezTo>
                  <a:pt x="90369" y="122086"/>
                  <a:pt x="90277" y="116012"/>
                  <a:pt x="90240" y="109698"/>
                </a:cubicBezTo>
                <a:cubicBezTo>
                  <a:pt x="90203" y="103384"/>
                  <a:pt x="90185" y="97310"/>
                  <a:pt x="90185" y="91478"/>
                </a:cubicBezTo>
                <a:lnTo>
                  <a:pt x="90185" y="13725"/>
                </a:lnTo>
                <a:cubicBezTo>
                  <a:pt x="90185" y="13208"/>
                  <a:pt x="90332" y="12729"/>
                  <a:pt x="90627" y="12286"/>
                </a:cubicBezTo>
                <a:cubicBezTo>
                  <a:pt x="90922" y="11841"/>
                  <a:pt x="91420" y="11453"/>
                  <a:pt x="92121" y="11121"/>
                </a:cubicBezTo>
                <a:cubicBezTo>
                  <a:pt x="92822" y="10789"/>
                  <a:pt x="93744" y="10549"/>
                  <a:pt x="94888" y="10402"/>
                </a:cubicBezTo>
                <a:cubicBezTo>
                  <a:pt x="96031" y="10254"/>
                  <a:pt x="97525" y="10180"/>
                  <a:pt x="99369" y="10180"/>
                </a:cubicBezTo>
                <a:cubicBezTo>
                  <a:pt x="100992" y="10180"/>
                  <a:pt x="102394" y="10254"/>
                  <a:pt x="103574" y="10402"/>
                </a:cubicBezTo>
                <a:cubicBezTo>
                  <a:pt x="104754" y="10549"/>
                  <a:pt x="105676" y="10790"/>
                  <a:pt x="106340" y="11124"/>
                </a:cubicBezTo>
                <a:cubicBezTo>
                  <a:pt x="107004" y="11456"/>
                  <a:pt x="107484" y="11844"/>
                  <a:pt x="107779" y="12286"/>
                </a:cubicBezTo>
                <a:cubicBezTo>
                  <a:pt x="108074" y="12729"/>
                  <a:pt x="108222" y="13210"/>
                  <a:pt x="108222" y="13728"/>
                </a:cubicBezTo>
                <a:lnTo>
                  <a:pt x="108222" y="146052"/>
                </a:lnTo>
                <a:close/>
                <a:moveTo>
                  <a:pt x="219321" y="151156"/>
                </a:moveTo>
                <a:cubicBezTo>
                  <a:pt x="219321" y="152041"/>
                  <a:pt x="219026" y="152705"/>
                  <a:pt x="218436" y="153148"/>
                </a:cubicBezTo>
                <a:cubicBezTo>
                  <a:pt x="217846" y="153591"/>
                  <a:pt x="217034" y="153922"/>
                  <a:pt x="216001" y="154144"/>
                </a:cubicBezTo>
                <a:cubicBezTo>
                  <a:pt x="214969" y="154365"/>
                  <a:pt x="213456" y="154476"/>
                  <a:pt x="211465" y="154476"/>
                </a:cubicBezTo>
                <a:cubicBezTo>
                  <a:pt x="209547" y="154476"/>
                  <a:pt x="208016" y="154365"/>
                  <a:pt x="206872" y="154144"/>
                </a:cubicBezTo>
                <a:cubicBezTo>
                  <a:pt x="205729" y="153922"/>
                  <a:pt x="204899" y="153591"/>
                  <a:pt x="204383" y="153148"/>
                </a:cubicBezTo>
                <a:cubicBezTo>
                  <a:pt x="203866" y="152705"/>
                  <a:pt x="203608" y="152041"/>
                  <a:pt x="203608" y="151156"/>
                </a:cubicBezTo>
                <a:lnTo>
                  <a:pt x="203608" y="141197"/>
                </a:lnTo>
                <a:cubicBezTo>
                  <a:pt x="199256" y="145845"/>
                  <a:pt x="194405" y="149478"/>
                  <a:pt x="189057" y="152097"/>
                </a:cubicBezTo>
                <a:cubicBezTo>
                  <a:pt x="183708" y="154716"/>
                  <a:pt x="178046" y="156025"/>
                  <a:pt x="172071" y="156025"/>
                </a:cubicBezTo>
                <a:cubicBezTo>
                  <a:pt x="166833" y="156025"/>
                  <a:pt x="162094" y="155340"/>
                  <a:pt x="157852" y="153971"/>
                </a:cubicBezTo>
                <a:cubicBezTo>
                  <a:pt x="153610" y="152602"/>
                  <a:pt x="149995" y="150621"/>
                  <a:pt x="147007" y="148030"/>
                </a:cubicBezTo>
                <a:cubicBezTo>
                  <a:pt x="144020" y="145439"/>
                  <a:pt x="141696" y="142256"/>
                  <a:pt x="140036" y="138483"/>
                </a:cubicBezTo>
                <a:cubicBezTo>
                  <a:pt x="138376" y="134706"/>
                  <a:pt x="137546" y="130412"/>
                  <a:pt x="137546" y="125598"/>
                </a:cubicBezTo>
                <a:cubicBezTo>
                  <a:pt x="137546" y="119973"/>
                  <a:pt x="138690" y="115088"/>
                  <a:pt x="140977" y="110943"/>
                </a:cubicBezTo>
                <a:cubicBezTo>
                  <a:pt x="143264" y="106796"/>
                  <a:pt x="146546" y="103353"/>
                  <a:pt x="150825" y="100614"/>
                </a:cubicBezTo>
                <a:cubicBezTo>
                  <a:pt x="155104" y="97875"/>
                  <a:pt x="160342" y="95821"/>
                  <a:pt x="166538" y="94452"/>
                </a:cubicBezTo>
                <a:cubicBezTo>
                  <a:pt x="172735" y="93082"/>
                  <a:pt x="179706" y="92398"/>
                  <a:pt x="187452" y="92398"/>
                </a:cubicBezTo>
                <a:lnTo>
                  <a:pt x="201174" y="92398"/>
                </a:lnTo>
                <a:lnTo>
                  <a:pt x="201174" y="84680"/>
                </a:lnTo>
                <a:cubicBezTo>
                  <a:pt x="201174" y="80857"/>
                  <a:pt x="200768" y="77476"/>
                  <a:pt x="199956" y="74537"/>
                </a:cubicBezTo>
                <a:cubicBezTo>
                  <a:pt x="199145" y="71596"/>
                  <a:pt x="197835" y="69151"/>
                  <a:pt x="196028" y="67203"/>
                </a:cubicBezTo>
                <a:cubicBezTo>
                  <a:pt x="194221" y="65255"/>
                  <a:pt x="191878" y="63785"/>
                  <a:pt x="189001" y="62794"/>
                </a:cubicBezTo>
                <a:cubicBezTo>
                  <a:pt x="186124" y="61800"/>
                  <a:pt x="182583" y="61303"/>
                  <a:pt x="178378" y="61303"/>
                </a:cubicBezTo>
                <a:cubicBezTo>
                  <a:pt x="173878" y="61303"/>
                  <a:pt x="169839" y="61832"/>
                  <a:pt x="166262" y="62891"/>
                </a:cubicBezTo>
                <a:cubicBezTo>
                  <a:pt x="162684" y="63949"/>
                  <a:pt x="159548" y="65116"/>
                  <a:pt x="156856" y="66394"/>
                </a:cubicBezTo>
                <a:cubicBezTo>
                  <a:pt x="154163" y="67671"/>
                  <a:pt x="151913" y="68838"/>
                  <a:pt x="150106" y="69897"/>
                </a:cubicBezTo>
                <a:cubicBezTo>
                  <a:pt x="148298" y="70955"/>
                  <a:pt x="146952" y="71484"/>
                  <a:pt x="146067" y="71484"/>
                </a:cubicBezTo>
                <a:cubicBezTo>
                  <a:pt x="145477" y="71484"/>
                  <a:pt x="144960" y="71336"/>
                  <a:pt x="144518" y="71041"/>
                </a:cubicBezTo>
                <a:cubicBezTo>
                  <a:pt x="144075" y="70746"/>
                  <a:pt x="143688" y="70303"/>
                  <a:pt x="143356" y="69713"/>
                </a:cubicBezTo>
                <a:cubicBezTo>
                  <a:pt x="143024" y="69123"/>
                  <a:pt x="142784" y="68367"/>
                  <a:pt x="142637" y="67445"/>
                </a:cubicBezTo>
                <a:cubicBezTo>
                  <a:pt x="142489" y="66523"/>
                  <a:pt x="142415" y="65508"/>
                  <a:pt x="142415" y="64402"/>
                </a:cubicBezTo>
                <a:cubicBezTo>
                  <a:pt x="142415" y="62558"/>
                  <a:pt x="142544" y="61101"/>
                  <a:pt x="142803" y="60031"/>
                </a:cubicBezTo>
                <a:cubicBezTo>
                  <a:pt x="143061" y="58961"/>
                  <a:pt x="143688" y="57947"/>
                  <a:pt x="144684" y="56988"/>
                </a:cubicBezTo>
                <a:cubicBezTo>
                  <a:pt x="145680" y="56029"/>
                  <a:pt x="147395" y="54912"/>
                  <a:pt x="149829" y="53637"/>
                </a:cubicBezTo>
                <a:cubicBezTo>
                  <a:pt x="152264" y="52360"/>
                  <a:pt x="155067" y="51193"/>
                  <a:pt x="158239" y="50138"/>
                </a:cubicBezTo>
                <a:cubicBezTo>
                  <a:pt x="161411" y="49082"/>
                  <a:pt x="164878" y="48208"/>
                  <a:pt x="168641" y="47516"/>
                </a:cubicBezTo>
                <a:cubicBezTo>
                  <a:pt x="172403" y="46822"/>
                  <a:pt x="176202" y="46476"/>
                  <a:pt x="180038" y="46476"/>
                </a:cubicBezTo>
                <a:cubicBezTo>
                  <a:pt x="187194" y="46476"/>
                  <a:pt x="193280" y="47287"/>
                  <a:pt x="198297" y="48910"/>
                </a:cubicBezTo>
                <a:cubicBezTo>
                  <a:pt x="203313" y="50533"/>
                  <a:pt x="207370" y="52912"/>
                  <a:pt x="210469" y="56047"/>
                </a:cubicBezTo>
                <a:cubicBezTo>
                  <a:pt x="213567" y="59183"/>
                  <a:pt x="215817" y="63074"/>
                  <a:pt x="217219" y="67721"/>
                </a:cubicBezTo>
                <a:cubicBezTo>
                  <a:pt x="218620" y="72369"/>
                  <a:pt x="219321" y="77791"/>
                  <a:pt x="219321" y="83988"/>
                </a:cubicBezTo>
                <a:lnTo>
                  <a:pt x="219321" y="151156"/>
                </a:lnTo>
                <a:moveTo>
                  <a:pt x="201174" y="105566"/>
                </a:moveTo>
                <a:lnTo>
                  <a:pt x="185571" y="105566"/>
                </a:lnTo>
                <a:cubicBezTo>
                  <a:pt x="180555" y="105566"/>
                  <a:pt x="176202" y="105993"/>
                  <a:pt x="172514" y="106849"/>
                </a:cubicBezTo>
                <a:cubicBezTo>
                  <a:pt x="168825" y="107702"/>
                  <a:pt x="165764" y="108963"/>
                  <a:pt x="163329" y="110632"/>
                </a:cubicBezTo>
                <a:cubicBezTo>
                  <a:pt x="160895" y="112301"/>
                  <a:pt x="159106" y="114305"/>
                  <a:pt x="157962" y="116645"/>
                </a:cubicBezTo>
                <a:cubicBezTo>
                  <a:pt x="156819" y="118983"/>
                  <a:pt x="156247" y="121673"/>
                  <a:pt x="156247" y="124716"/>
                </a:cubicBezTo>
                <a:cubicBezTo>
                  <a:pt x="156247" y="129912"/>
                  <a:pt x="157889" y="134051"/>
                  <a:pt x="161171" y="137130"/>
                </a:cubicBezTo>
                <a:cubicBezTo>
                  <a:pt x="164454" y="140210"/>
                  <a:pt x="169046" y="141750"/>
                  <a:pt x="174948" y="141750"/>
                </a:cubicBezTo>
                <a:cubicBezTo>
                  <a:pt x="179743" y="141750"/>
                  <a:pt x="184188" y="140526"/>
                  <a:pt x="188282" y="138078"/>
                </a:cubicBezTo>
                <a:cubicBezTo>
                  <a:pt x="192376" y="135627"/>
                  <a:pt x="196674" y="131879"/>
                  <a:pt x="201174" y="126833"/>
                </a:cubicBezTo>
                <a:lnTo>
                  <a:pt x="201174" y="105566"/>
                </a:lnTo>
                <a:close/>
                <a:moveTo>
                  <a:pt x="302144" y="143853"/>
                </a:moveTo>
                <a:cubicBezTo>
                  <a:pt x="302144" y="145992"/>
                  <a:pt x="301996" y="147689"/>
                  <a:pt x="301701" y="148943"/>
                </a:cubicBezTo>
                <a:cubicBezTo>
                  <a:pt x="301406" y="150197"/>
                  <a:pt x="300963" y="151119"/>
                  <a:pt x="300373" y="151709"/>
                </a:cubicBezTo>
                <a:cubicBezTo>
                  <a:pt x="299783" y="152300"/>
                  <a:pt x="298898" y="152853"/>
                  <a:pt x="297717" y="153369"/>
                </a:cubicBezTo>
                <a:cubicBezTo>
                  <a:pt x="296537" y="153886"/>
                  <a:pt x="295191" y="154310"/>
                  <a:pt x="293678" y="154642"/>
                </a:cubicBezTo>
                <a:cubicBezTo>
                  <a:pt x="292166" y="154974"/>
                  <a:pt x="290562" y="155250"/>
                  <a:pt x="288865" y="155472"/>
                </a:cubicBezTo>
                <a:cubicBezTo>
                  <a:pt x="287168" y="155693"/>
                  <a:pt x="285471" y="155804"/>
                  <a:pt x="283775" y="155804"/>
                </a:cubicBezTo>
                <a:cubicBezTo>
                  <a:pt x="278611" y="155804"/>
                  <a:pt x="274184" y="155120"/>
                  <a:pt x="270496" y="153753"/>
                </a:cubicBezTo>
                <a:cubicBezTo>
                  <a:pt x="266807" y="152384"/>
                  <a:pt x="263783" y="150312"/>
                  <a:pt x="261422" y="147539"/>
                </a:cubicBezTo>
                <a:cubicBezTo>
                  <a:pt x="259061" y="144766"/>
                  <a:pt x="257346" y="141254"/>
                  <a:pt x="256277" y="137002"/>
                </a:cubicBezTo>
                <a:cubicBezTo>
                  <a:pt x="255207" y="132751"/>
                  <a:pt x="254672" y="127742"/>
                  <a:pt x="254672" y="121974"/>
                </a:cubicBezTo>
                <a:lnTo>
                  <a:pt x="254672" y="63627"/>
                </a:lnTo>
                <a:lnTo>
                  <a:pt x="240729" y="63627"/>
                </a:lnTo>
                <a:cubicBezTo>
                  <a:pt x="239623" y="63627"/>
                  <a:pt x="238738" y="63037"/>
                  <a:pt x="238074" y="61857"/>
                </a:cubicBezTo>
                <a:cubicBezTo>
                  <a:pt x="237410" y="60676"/>
                  <a:pt x="237078" y="58758"/>
                  <a:pt x="237078" y="56103"/>
                </a:cubicBezTo>
                <a:cubicBezTo>
                  <a:pt x="237078" y="54701"/>
                  <a:pt x="237170" y="53521"/>
                  <a:pt x="237354" y="52562"/>
                </a:cubicBezTo>
                <a:cubicBezTo>
                  <a:pt x="237539" y="51603"/>
                  <a:pt x="237779" y="50810"/>
                  <a:pt x="238074" y="50182"/>
                </a:cubicBezTo>
                <a:cubicBezTo>
                  <a:pt x="238369" y="49555"/>
                  <a:pt x="238756" y="49113"/>
                  <a:pt x="239236" y="48855"/>
                </a:cubicBezTo>
                <a:cubicBezTo>
                  <a:pt x="239715" y="48596"/>
                  <a:pt x="240250" y="48467"/>
                  <a:pt x="240840" y="48467"/>
                </a:cubicBezTo>
                <a:lnTo>
                  <a:pt x="254672" y="48467"/>
                </a:lnTo>
                <a:lnTo>
                  <a:pt x="254672" y="24787"/>
                </a:lnTo>
                <a:cubicBezTo>
                  <a:pt x="254672" y="24271"/>
                  <a:pt x="254801" y="23791"/>
                  <a:pt x="255059" y="23348"/>
                </a:cubicBezTo>
                <a:cubicBezTo>
                  <a:pt x="255318" y="22906"/>
                  <a:pt x="255797" y="22518"/>
                  <a:pt x="256498" y="22187"/>
                </a:cubicBezTo>
                <a:cubicBezTo>
                  <a:pt x="257199" y="21855"/>
                  <a:pt x="258139" y="21615"/>
                  <a:pt x="259320" y="21467"/>
                </a:cubicBezTo>
                <a:cubicBezTo>
                  <a:pt x="260500" y="21320"/>
                  <a:pt x="261975" y="21246"/>
                  <a:pt x="263746" y="21246"/>
                </a:cubicBezTo>
                <a:cubicBezTo>
                  <a:pt x="265590" y="21246"/>
                  <a:pt x="267102" y="21320"/>
                  <a:pt x="268283" y="21467"/>
                </a:cubicBezTo>
                <a:cubicBezTo>
                  <a:pt x="269463" y="21615"/>
                  <a:pt x="270385" y="21855"/>
                  <a:pt x="271049" y="22187"/>
                </a:cubicBezTo>
                <a:cubicBezTo>
                  <a:pt x="271713" y="22518"/>
                  <a:pt x="272193" y="22906"/>
                  <a:pt x="272488" y="23348"/>
                </a:cubicBezTo>
                <a:cubicBezTo>
                  <a:pt x="272783" y="23791"/>
                  <a:pt x="272930" y="24271"/>
                  <a:pt x="272930" y="24787"/>
                </a:cubicBezTo>
                <a:lnTo>
                  <a:pt x="272930" y="48467"/>
                </a:lnTo>
                <a:lnTo>
                  <a:pt x="298492" y="48467"/>
                </a:lnTo>
                <a:cubicBezTo>
                  <a:pt x="299082" y="48467"/>
                  <a:pt x="299598" y="48596"/>
                  <a:pt x="300041" y="48855"/>
                </a:cubicBezTo>
                <a:cubicBezTo>
                  <a:pt x="300484" y="49113"/>
                  <a:pt x="300871" y="49555"/>
                  <a:pt x="301203" y="50182"/>
                </a:cubicBezTo>
                <a:cubicBezTo>
                  <a:pt x="301535" y="50810"/>
                  <a:pt x="301775" y="51603"/>
                  <a:pt x="301922" y="52562"/>
                </a:cubicBezTo>
                <a:cubicBezTo>
                  <a:pt x="302070" y="53521"/>
                  <a:pt x="302144" y="54701"/>
                  <a:pt x="302144" y="56103"/>
                </a:cubicBezTo>
                <a:cubicBezTo>
                  <a:pt x="302144" y="58758"/>
                  <a:pt x="301812" y="60676"/>
                  <a:pt x="301148" y="61857"/>
                </a:cubicBezTo>
                <a:cubicBezTo>
                  <a:pt x="300484" y="63037"/>
                  <a:pt x="299598" y="63627"/>
                  <a:pt x="298492" y="63627"/>
                </a:cubicBezTo>
                <a:lnTo>
                  <a:pt x="272930" y="63627"/>
                </a:lnTo>
                <a:lnTo>
                  <a:pt x="272930" y="119339"/>
                </a:lnTo>
                <a:cubicBezTo>
                  <a:pt x="272930" y="126218"/>
                  <a:pt x="273945" y="131416"/>
                  <a:pt x="275973" y="134931"/>
                </a:cubicBezTo>
                <a:cubicBezTo>
                  <a:pt x="278002" y="138444"/>
                  <a:pt x="281635" y="140201"/>
                  <a:pt x="286873" y="140201"/>
                </a:cubicBezTo>
                <a:cubicBezTo>
                  <a:pt x="288570" y="140201"/>
                  <a:pt x="290082" y="140035"/>
                  <a:pt x="291410" y="139703"/>
                </a:cubicBezTo>
                <a:cubicBezTo>
                  <a:pt x="292738" y="139371"/>
                  <a:pt x="293918" y="139021"/>
                  <a:pt x="294951" y="138652"/>
                </a:cubicBezTo>
                <a:cubicBezTo>
                  <a:pt x="295984" y="138283"/>
                  <a:pt x="296869" y="137933"/>
                  <a:pt x="297607" y="137601"/>
                </a:cubicBezTo>
                <a:cubicBezTo>
                  <a:pt x="298344" y="137269"/>
                  <a:pt x="299008" y="137103"/>
                  <a:pt x="299598" y="137103"/>
                </a:cubicBezTo>
                <a:cubicBezTo>
                  <a:pt x="299967" y="137103"/>
                  <a:pt x="300318" y="137195"/>
                  <a:pt x="300650" y="137379"/>
                </a:cubicBezTo>
                <a:cubicBezTo>
                  <a:pt x="300982" y="137564"/>
                  <a:pt x="301240" y="137914"/>
                  <a:pt x="301424" y="138431"/>
                </a:cubicBezTo>
                <a:cubicBezTo>
                  <a:pt x="301609" y="138947"/>
                  <a:pt x="301775" y="139648"/>
                  <a:pt x="301922" y="140533"/>
                </a:cubicBezTo>
                <a:cubicBezTo>
                  <a:pt x="302070" y="141418"/>
                  <a:pt x="302144" y="142525"/>
                  <a:pt x="302144" y="143853"/>
                </a:cubicBezTo>
                <a:close/>
                <a:moveTo>
                  <a:pt x="344534" y="151045"/>
                </a:moveTo>
                <a:cubicBezTo>
                  <a:pt x="344534" y="151636"/>
                  <a:pt x="344386" y="152134"/>
                  <a:pt x="344091" y="152539"/>
                </a:cubicBezTo>
                <a:cubicBezTo>
                  <a:pt x="343796" y="152945"/>
                  <a:pt x="343316" y="153295"/>
                  <a:pt x="342653" y="153591"/>
                </a:cubicBezTo>
                <a:cubicBezTo>
                  <a:pt x="341989" y="153886"/>
                  <a:pt x="341066" y="154107"/>
                  <a:pt x="339886" y="154254"/>
                </a:cubicBezTo>
                <a:cubicBezTo>
                  <a:pt x="338706" y="154402"/>
                  <a:pt x="337193" y="154476"/>
                  <a:pt x="335349" y="154476"/>
                </a:cubicBezTo>
                <a:cubicBezTo>
                  <a:pt x="333579" y="154476"/>
                  <a:pt x="332103" y="154402"/>
                  <a:pt x="330923" y="154254"/>
                </a:cubicBezTo>
                <a:cubicBezTo>
                  <a:pt x="329743" y="154107"/>
                  <a:pt x="328802" y="153886"/>
                  <a:pt x="328101" y="153591"/>
                </a:cubicBezTo>
                <a:cubicBezTo>
                  <a:pt x="327400" y="153295"/>
                  <a:pt x="326921" y="152945"/>
                  <a:pt x="326663" y="152539"/>
                </a:cubicBezTo>
                <a:cubicBezTo>
                  <a:pt x="326405" y="152134"/>
                  <a:pt x="326275" y="151636"/>
                  <a:pt x="326275" y="151045"/>
                </a:cubicBezTo>
                <a:lnTo>
                  <a:pt x="326275" y="51455"/>
                </a:lnTo>
                <a:cubicBezTo>
                  <a:pt x="326275" y="50939"/>
                  <a:pt x="326405" y="50459"/>
                  <a:pt x="326663" y="50017"/>
                </a:cubicBezTo>
                <a:cubicBezTo>
                  <a:pt x="326921" y="49574"/>
                  <a:pt x="327400" y="49205"/>
                  <a:pt x="328101" y="48910"/>
                </a:cubicBezTo>
                <a:cubicBezTo>
                  <a:pt x="328802" y="48615"/>
                  <a:pt x="329743" y="48394"/>
                  <a:pt x="330923" y="48246"/>
                </a:cubicBezTo>
                <a:cubicBezTo>
                  <a:pt x="332103" y="48098"/>
                  <a:pt x="333579" y="48025"/>
                  <a:pt x="335349" y="48025"/>
                </a:cubicBezTo>
                <a:cubicBezTo>
                  <a:pt x="337193" y="48025"/>
                  <a:pt x="338706" y="48098"/>
                  <a:pt x="339886" y="48246"/>
                </a:cubicBezTo>
                <a:cubicBezTo>
                  <a:pt x="341066" y="48394"/>
                  <a:pt x="341989" y="48615"/>
                  <a:pt x="342653" y="48910"/>
                </a:cubicBezTo>
                <a:cubicBezTo>
                  <a:pt x="343316" y="49205"/>
                  <a:pt x="343796" y="49574"/>
                  <a:pt x="344091" y="50017"/>
                </a:cubicBezTo>
                <a:cubicBezTo>
                  <a:pt x="344386" y="50459"/>
                  <a:pt x="344534" y="50939"/>
                  <a:pt x="344534" y="51455"/>
                </a:cubicBezTo>
                <a:lnTo>
                  <a:pt x="344534" y="151045"/>
                </a:lnTo>
                <a:moveTo>
                  <a:pt x="346636" y="17705"/>
                </a:moveTo>
                <a:cubicBezTo>
                  <a:pt x="346636" y="21984"/>
                  <a:pt x="345825" y="24898"/>
                  <a:pt x="344202" y="26447"/>
                </a:cubicBezTo>
                <a:cubicBezTo>
                  <a:pt x="342579" y="27996"/>
                  <a:pt x="339591" y="28771"/>
                  <a:pt x="335239" y="28771"/>
                </a:cubicBezTo>
                <a:cubicBezTo>
                  <a:pt x="330960" y="28771"/>
                  <a:pt x="328027" y="28014"/>
                  <a:pt x="326441" y="26502"/>
                </a:cubicBezTo>
                <a:cubicBezTo>
                  <a:pt x="324855" y="24990"/>
                  <a:pt x="324062" y="22131"/>
                  <a:pt x="324062" y="17926"/>
                </a:cubicBezTo>
                <a:cubicBezTo>
                  <a:pt x="324062" y="13648"/>
                  <a:pt x="324874" y="10734"/>
                  <a:pt x="326497" y="9184"/>
                </a:cubicBezTo>
                <a:cubicBezTo>
                  <a:pt x="328120" y="7635"/>
                  <a:pt x="331107" y="6861"/>
                  <a:pt x="335460" y="6861"/>
                </a:cubicBezTo>
                <a:cubicBezTo>
                  <a:pt x="339739" y="6861"/>
                  <a:pt x="342671" y="7617"/>
                  <a:pt x="344257" y="9129"/>
                </a:cubicBezTo>
                <a:cubicBezTo>
                  <a:pt x="345843" y="10641"/>
                  <a:pt x="346636" y="13500"/>
                  <a:pt x="346636" y="17705"/>
                </a:cubicBezTo>
                <a:close/>
                <a:moveTo>
                  <a:pt x="460063" y="51234"/>
                </a:moveTo>
                <a:cubicBezTo>
                  <a:pt x="460063" y="51529"/>
                  <a:pt x="460044" y="51842"/>
                  <a:pt x="460008" y="52174"/>
                </a:cubicBezTo>
                <a:cubicBezTo>
                  <a:pt x="459971" y="52506"/>
                  <a:pt x="459915" y="52857"/>
                  <a:pt x="459842" y="53226"/>
                </a:cubicBezTo>
                <a:cubicBezTo>
                  <a:pt x="459768" y="53594"/>
                  <a:pt x="459676" y="54000"/>
                  <a:pt x="459565" y="54443"/>
                </a:cubicBezTo>
                <a:cubicBezTo>
                  <a:pt x="459454" y="54885"/>
                  <a:pt x="459325" y="55365"/>
                  <a:pt x="459178" y="55881"/>
                </a:cubicBezTo>
                <a:lnTo>
                  <a:pt x="425206" y="150492"/>
                </a:lnTo>
                <a:cubicBezTo>
                  <a:pt x="424911" y="151304"/>
                  <a:pt x="424524" y="151968"/>
                  <a:pt x="424044" y="152484"/>
                </a:cubicBezTo>
                <a:cubicBezTo>
                  <a:pt x="423565" y="153000"/>
                  <a:pt x="422846" y="153406"/>
                  <a:pt x="421887" y="153701"/>
                </a:cubicBezTo>
                <a:cubicBezTo>
                  <a:pt x="420928" y="153996"/>
                  <a:pt x="419710" y="154199"/>
                  <a:pt x="418235" y="154310"/>
                </a:cubicBezTo>
                <a:cubicBezTo>
                  <a:pt x="416760" y="154420"/>
                  <a:pt x="414915" y="154476"/>
                  <a:pt x="412702" y="154476"/>
                </a:cubicBezTo>
                <a:cubicBezTo>
                  <a:pt x="410489" y="154476"/>
                  <a:pt x="408645" y="154402"/>
                  <a:pt x="407169" y="154254"/>
                </a:cubicBezTo>
                <a:cubicBezTo>
                  <a:pt x="405694" y="154107"/>
                  <a:pt x="404495" y="153886"/>
                  <a:pt x="403573" y="153591"/>
                </a:cubicBezTo>
                <a:cubicBezTo>
                  <a:pt x="402651" y="153295"/>
                  <a:pt x="401932" y="152890"/>
                  <a:pt x="401415" y="152373"/>
                </a:cubicBezTo>
                <a:cubicBezTo>
                  <a:pt x="400899" y="151857"/>
                  <a:pt x="400493" y="151230"/>
                  <a:pt x="400198" y="150492"/>
                </a:cubicBezTo>
                <a:lnTo>
                  <a:pt x="366337" y="55881"/>
                </a:lnTo>
                <a:cubicBezTo>
                  <a:pt x="366042" y="54996"/>
                  <a:pt x="365802" y="54221"/>
                  <a:pt x="365618" y="53558"/>
                </a:cubicBezTo>
                <a:cubicBezTo>
                  <a:pt x="365434" y="52894"/>
                  <a:pt x="365323" y="52396"/>
                  <a:pt x="365286" y="52064"/>
                </a:cubicBezTo>
                <a:cubicBezTo>
                  <a:pt x="365249" y="51732"/>
                  <a:pt x="365231" y="51455"/>
                  <a:pt x="365231" y="51234"/>
                </a:cubicBezTo>
                <a:cubicBezTo>
                  <a:pt x="365231" y="50644"/>
                  <a:pt x="365378" y="50127"/>
                  <a:pt x="365673" y="49685"/>
                </a:cubicBezTo>
                <a:cubicBezTo>
                  <a:pt x="365968" y="49242"/>
                  <a:pt x="366466" y="48892"/>
                  <a:pt x="367167" y="48633"/>
                </a:cubicBezTo>
                <a:cubicBezTo>
                  <a:pt x="367868" y="48375"/>
                  <a:pt x="368790" y="48209"/>
                  <a:pt x="369934" y="48135"/>
                </a:cubicBezTo>
                <a:cubicBezTo>
                  <a:pt x="371077" y="48062"/>
                  <a:pt x="372497" y="48025"/>
                  <a:pt x="374194" y="48025"/>
                </a:cubicBezTo>
                <a:cubicBezTo>
                  <a:pt x="376333" y="48025"/>
                  <a:pt x="378048" y="48080"/>
                  <a:pt x="379339" y="48191"/>
                </a:cubicBezTo>
                <a:cubicBezTo>
                  <a:pt x="380630" y="48301"/>
                  <a:pt x="381626" y="48504"/>
                  <a:pt x="382327" y="48799"/>
                </a:cubicBezTo>
                <a:cubicBezTo>
                  <a:pt x="383028" y="49094"/>
                  <a:pt x="383544" y="49463"/>
                  <a:pt x="383876" y="49906"/>
                </a:cubicBezTo>
                <a:cubicBezTo>
                  <a:pt x="384208" y="50348"/>
                  <a:pt x="384522" y="50902"/>
                  <a:pt x="384817" y="51566"/>
                </a:cubicBezTo>
                <a:lnTo>
                  <a:pt x="412923" y="133672"/>
                </a:lnTo>
                <a:lnTo>
                  <a:pt x="413366" y="135000"/>
                </a:lnTo>
                <a:lnTo>
                  <a:pt x="413698" y="133672"/>
                </a:lnTo>
                <a:lnTo>
                  <a:pt x="441473" y="51566"/>
                </a:lnTo>
                <a:cubicBezTo>
                  <a:pt x="441620" y="50902"/>
                  <a:pt x="441878" y="50348"/>
                  <a:pt x="442247" y="49906"/>
                </a:cubicBezTo>
                <a:cubicBezTo>
                  <a:pt x="442616" y="49463"/>
                  <a:pt x="443151" y="49094"/>
                  <a:pt x="443852" y="48799"/>
                </a:cubicBezTo>
                <a:cubicBezTo>
                  <a:pt x="444553" y="48504"/>
                  <a:pt x="445512" y="48301"/>
                  <a:pt x="446729" y="48191"/>
                </a:cubicBezTo>
                <a:cubicBezTo>
                  <a:pt x="447946" y="48080"/>
                  <a:pt x="449551" y="48025"/>
                  <a:pt x="451542" y="48025"/>
                </a:cubicBezTo>
                <a:cubicBezTo>
                  <a:pt x="453239" y="48025"/>
                  <a:pt x="454641" y="48062"/>
                  <a:pt x="455747" y="48135"/>
                </a:cubicBezTo>
                <a:cubicBezTo>
                  <a:pt x="456854" y="48209"/>
                  <a:pt x="457721" y="48394"/>
                  <a:pt x="458348" y="48689"/>
                </a:cubicBezTo>
                <a:cubicBezTo>
                  <a:pt x="458975" y="48984"/>
                  <a:pt x="459417" y="49334"/>
                  <a:pt x="459676" y="49740"/>
                </a:cubicBezTo>
                <a:cubicBezTo>
                  <a:pt x="459934" y="50146"/>
                  <a:pt x="460063" y="50644"/>
                  <a:pt x="460063" y="51234"/>
                </a:cubicBezTo>
                <a:close/>
                <a:moveTo>
                  <a:pt x="561963" y="96935"/>
                </a:moveTo>
                <a:cubicBezTo>
                  <a:pt x="561963" y="99812"/>
                  <a:pt x="561244" y="101859"/>
                  <a:pt x="559805" y="103076"/>
                </a:cubicBezTo>
                <a:cubicBezTo>
                  <a:pt x="558367" y="104293"/>
                  <a:pt x="556726" y="104902"/>
                  <a:pt x="554881" y="104902"/>
                </a:cubicBezTo>
                <a:lnTo>
                  <a:pt x="489594" y="104902"/>
                </a:lnTo>
                <a:cubicBezTo>
                  <a:pt x="489594" y="110451"/>
                  <a:pt x="490147" y="115445"/>
                  <a:pt x="491254" y="119885"/>
                </a:cubicBezTo>
                <a:cubicBezTo>
                  <a:pt x="492361" y="124325"/>
                  <a:pt x="494205" y="128136"/>
                  <a:pt x="496787" y="131318"/>
                </a:cubicBezTo>
                <a:cubicBezTo>
                  <a:pt x="499369" y="134499"/>
                  <a:pt x="502725" y="136941"/>
                  <a:pt x="506857" y="138645"/>
                </a:cubicBezTo>
                <a:cubicBezTo>
                  <a:pt x="510988" y="140346"/>
                  <a:pt x="516041" y="141197"/>
                  <a:pt x="522016" y="141197"/>
                </a:cubicBezTo>
                <a:cubicBezTo>
                  <a:pt x="526738" y="141197"/>
                  <a:pt x="530943" y="140810"/>
                  <a:pt x="534631" y="140035"/>
                </a:cubicBezTo>
                <a:cubicBezTo>
                  <a:pt x="538320" y="139261"/>
                  <a:pt x="541510" y="138394"/>
                  <a:pt x="544203" y="137435"/>
                </a:cubicBezTo>
                <a:cubicBezTo>
                  <a:pt x="546896" y="136476"/>
                  <a:pt x="549109" y="135609"/>
                  <a:pt x="550842" y="134834"/>
                </a:cubicBezTo>
                <a:cubicBezTo>
                  <a:pt x="552576" y="134060"/>
                  <a:pt x="553885" y="133672"/>
                  <a:pt x="554771" y="133672"/>
                </a:cubicBezTo>
                <a:cubicBezTo>
                  <a:pt x="555287" y="133672"/>
                  <a:pt x="555748" y="133802"/>
                  <a:pt x="556154" y="134060"/>
                </a:cubicBezTo>
                <a:cubicBezTo>
                  <a:pt x="556560" y="134318"/>
                  <a:pt x="556873" y="134705"/>
                  <a:pt x="557094" y="135222"/>
                </a:cubicBezTo>
                <a:cubicBezTo>
                  <a:pt x="557316" y="135738"/>
                  <a:pt x="557482" y="136457"/>
                  <a:pt x="557592" y="137379"/>
                </a:cubicBezTo>
                <a:cubicBezTo>
                  <a:pt x="557703" y="138302"/>
                  <a:pt x="557758" y="139427"/>
                  <a:pt x="557758" y="140754"/>
                </a:cubicBezTo>
                <a:cubicBezTo>
                  <a:pt x="557758" y="141713"/>
                  <a:pt x="557721" y="142543"/>
                  <a:pt x="557648" y="143244"/>
                </a:cubicBezTo>
                <a:cubicBezTo>
                  <a:pt x="557574" y="143945"/>
                  <a:pt x="557482" y="144572"/>
                  <a:pt x="557371" y="145125"/>
                </a:cubicBezTo>
                <a:cubicBezTo>
                  <a:pt x="557260" y="145679"/>
                  <a:pt x="557076" y="146177"/>
                  <a:pt x="556818" y="146619"/>
                </a:cubicBezTo>
                <a:cubicBezTo>
                  <a:pt x="556560" y="147062"/>
                  <a:pt x="556228" y="147486"/>
                  <a:pt x="555822" y="147892"/>
                </a:cubicBezTo>
                <a:cubicBezTo>
                  <a:pt x="555416" y="148297"/>
                  <a:pt x="554217" y="148961"/>
                  <a:pt x="552225" y="149884"/>
                </a:cubicBezTo>
                <a:cubicBezTo>
                  <a:pt x="550234" y="150806"/>
                  <a:pt x="547652" y="151709"/>
                  <a:pt x="544480" y="152595"/>
                </a:cubicBezTo>
                <a:cubicBezTo>
                  <a:pt x="541307" y="153480"/>
                  <a:pt x="537637" y="154273"/>
                  <a:pt x="533469" y="154974"/>
                </a:cubicBezTo>
                <a:cubicBezTo>
                  <a:pt x="529301" y="155675"/>
                  <a:pt x="524857" y="156025"/>
                  <a:pt x="520135" y="156025"/>
                </a:cubicBezTo>
                <a:cubicBezTo>
                  <a:pt x="511947" y="156025"/>
                  <a:pt x="504773" y="154880"/>
                  <a:pt x="498613" y="152591"/>
                </a:cubicBezTo>
                <a:cubicBezTo>
                  <a:pt x="492453" y="150302"/>
                  <a:pt x="487270" y="146905"/>
                  <a:pt x="483065" y="142400"/>
                </a:cubicBezTo>
                <a:cubicBezTo>
                  <a:pt x="478861" y="137896"/>
                  <a:pt x="475688" y="132247"/>
                  <a:pt x="473549" y="125453"/>
                </a:cubicBezTo>
                <a:cubicBezTo>
                  <a:pt x="471410" y="118659"/>
                  <a:pt x="470340" y="110757"/>
                  <a:pt x="470340" y="101748"/>
                </a:cubicBezTo>
                <a:cubicBezTo>
                  <a:pt x="470340" y="93182"/>
                  <a:pt x="471447" y="85483"/>
                  <a:pt x="473660" y="78652"/>
                </a:cubicBezTo>
                <a:cubicBezTo>
                  <a:pt x="475873" y="71822"/>
                  <a:pt x="479063" y="66025"/>
                  <a:pt x="483231" y="61262"/>
                </a:cubicBezTo>
                <a:cubicBezTo>
                  <a:pt x="487400" y="56499"/>
                  <a:pt x="492434" y="52844"/>
                  <a:pt x="498336" y="50297"/>
                </a:cubicBezTo>
                <a:cubicBezTo>
                  <a:pt x="504238" y="47749"/>
                  <a:pt x="510840" y="46476"/>
                  <a:pt x="518143" y="46476"/>
                </a:cubicBezTo>
                <a:cubicBezTo>
                  <a:pt x="525963" y="46476"/>
                  <a:pt x="532621" y="47730"/>
                  <a:pt x="538117" y="50238"/>
                </a:cubicBezTo>
                <a:cubicBezTo>
                  <a:pt x="543613" y="52746"/>
                  <a:pt x="548131" y="56121"/>
                  <a:pt x="551672" y="60363"/>
                </a:cubicBezTo>
                <a:cubicBezTo>
                  <a:pt x="555213" y="64605"/>
                  <a:pt x="557814" y="69584"/>
                  <a:pt x="559473" y="75301"/>
                </a:cubicBezTo>
                <a:cubicBezTo>
                  <a:pt x="561133" y="81019"/>
                  <a:pt x="561963" y="87123"/>
                  <a:pt x="561963" y="93615"/>
                </a:cubicBezTo>
                <a:lnTo>
                  <a:pt x="561963" y="96935"/>
                </a:lnTo>
                <a:moveTo>
                  <a:pt x="543594" y="91513"/>
                </a:moveTo>
                <a:cubicBezTo>
                  <a:pt x="543816" y="81922"/>
                  <a:pt x="541695" y="74398"/>
                  <a:pt x="537232" y="68939"/>
                </a:cubicBezTo>
                <a:cubicBezTo>
                  <a:pt x="532768" y="63480"/>
                  <a:pt x="526148" y="60750"/>
                  <a:pt x="517369" y="60750"/>
                </a:cubicBezTo>
                <a:cubicBezTo>
                  <a:pt x="512869" y="60750"/>
                  <a:pt x="508922" y="61599"/>
                  <a:pt x="505529" y="63295"/>
                </a:cubicBezTo>
                <a:cubicBezTo>
                  <a:pt x="502135" y="64992"/>
                  <a:pt x="499295" y="67242"/>
                  <a:pt x="497008" y="70045"/>
                </a:cubicBezTo>
                <a:cubicBezTo>
                  <a:pt x="494721" y="72849"/>
                  <a:pt x="492951" y="76113"/>
                  <a:pt x="491697" y="79838"/>
                </a:cubicBezTo>
                <a:cubicBezTo>
                  <a:pt x="490443" y="83564"/>
                  <a:pt x="489742" y="87455"/>
                  <a:pt x="489594" y="91513"/>
                </a:cubicBezTo>
                <a:lnTo>
                  <a:pt x="543594" y="91513"/>
                </a:lnTo>
                <a:close/>
                <a:moveTo>
                  <a:pt x="740124" y="133451"/>
                </a:moveTo>
                <a:cubicBezTo>
                  <a:pt x="740124" y="134631"/>
                  <a:pt x="740088" y="135664"/>
                  <a:pt x="740014" y="136549"/>
                </a:cubicBezTo>
                <a:cubicBezTo>
                  <a:pt x="739940" y="137435"/>
                  <a:pt x="739811" y="138209"/>
                  <a:pt x="739627" y="138873"/>
                </a:cubicBezTo>
                <a:cubicBezTo>
                  <a:pt x="739442" y="139537"/>
                  <a:pt x="739202" y="140127"/>
                  <a:pt x="738907" y="140644"/>
                </a:cubicBezTo>
                <a:cubicBezTo>
                  <a:pt x="738612" y="141160"/>
                  <a:pt x="738096" y="141791"/>
                  <a:pt x="737358" y="142535"/>
                </a:cubicBezTo>
                <a:cubicBezTo>
                  <a:pt x="736620" y="143278"/>
                  <a:pt x="735071" y="144411"/>
                  <a:pt x="732711" y="145935"/>
                </a:cubicBezTo>
                <a:cubicBezTo>
                  <a:pt x="730350" y="147458"/>
                  <a:pt x="727417" y="148945"/>
                  <a:pt x="723913" y="150395"/>
                </a:cubicBezTo>
                <a:cubicBezTo>
                  <a:pt x="720409" y="151845"/>
                  <a:pt x="716389" y="153072"/>
                  <a:pt x="711852" y="154075"/>
                </a:cubicBezTo>
                <a:cubicBezTo>
                  <a:pt x="707315" y="155080"/>
                  <a:pt x="702354" y="155582"/>
                  <a:pt x="696969" y="155582"/>
                </a:cubicBezTo>
                <a:cubicBezTo>
                  <a:pt x="687674" y="155582"/>
                  <a:pt x="679282" y="154033"/>
                  <a:pt x="671794" y="150935"/>
                </a:cubicBezTo>
                <a:cubicBezTo>
                  <a:pt x="664307" y="147836"/>
                  <a:pt x="657926" y="143263"/>
                  <a:pt x="652651" y="137213"/>
                </a:cubicBezTo>
                <a:cubicBezTo>
                  <a:pt x="647376" y="131164"/>
                  <a:pt x="643319" y="123695"/>
                  <a:pt x="640479" y="114806"/>
                </a:cubicBezTo>
                <a:cubicBezTo>
                  <a:pt x="637639" y="105916"/>
                  <a:pt x="636218" y="95681"/>
                  <a:pt x="636218" y="84099"/>
                </a:cubicBezTo>
                <a:cubicBezTo>
                  <a:pt x="636218" y="72221"/>
                  <a:pt x="637749" y="61635"/>
                  <a:pt x="640811" y="52340"/>
                </a:cubicBezTo>
                <a:cubicBezTo>
                  <a:pt x="643872" y="43045"/>
                  <a:pt x="648169" y="35170"/>
                  <a:pt x="653702" y="28715"/>
                </a:cubicBezTo>
                <a:cubicBezTo>
                  <a:pt x="659235" y="22260"/>
                  <a:pt x="665856" y="17336"/>
                  <a:pt x="673565" y="13943"/>
                </a:cubicBezTo>
                <a:cubicBezTo>
                  <a:pt x="681274" y="10549"/>
                  <a:pt x="689813" y="8852"/>
                  <a:pt x="699182" y="8852"/>
                </a:cubicBezTo>
                <a:cubicBezTo>
                  <a:pt x="703313" y="8852"/>
                  <a:pt x="707333" y="9243"/>
                  <a:pt x="711243" y="10025"/>
                </a:cubicBezTo>
                <a:cubicBezTo>
                  <a:pt x="715153" y="10806"/>
                  <a:pt x="718768" y="11792"/>
                  <a:pt x="722088" y="12981"/>
                </a:cubicBezTo>
                <a:cubicBezTo>
                  <a:pt x="725407" y="14171"/>
                  <a:pt x="728358" y="15547"/>
                  <a:pt x="730940" y="17110"/>
                </a:cubicBezTo>
                <a:cubicBezTo>
                  <a:pt x="733522" y="18671"/>
                  <a:pt x="735311" y="19954"/>
                  <a:pt x="736307" y="20959"/>
                </a:cubicBezTo>
                <a:cubicBezTo>
                  <a:pt x="737303" y="21962"/>
                  <a:pt x="737948" y="22721"/>
                  <a:pt x="738243" y="23238"/>
                </a:cubicBezTo>
                <a:cubicBezTo>
                  <a:pt x="738538" y="23754"/>
                  <a:pt x="738778" y="24363"/>
                  <a:pt x="738963" y="25064"/>
                </a:cubicBezTo>
                <a:cubicBezTo>
                  <a:pt x="739147" y="25764"/>
                  <a:pt x="739295" y="26594"/>
                  <a:pt x="739405" y="27553"/>
                </a:cubicBezTo>
                <a:cubicBezTo>
                  <a:pt x="739516" y="28512"/>
                  <a:pt x="739571" y="29656"/>
                  <a:pt x="739571" y="30984"/>
                </a:cubicBezTo>
                <a:cubicBezTo>
                  <a:pt x="739571" y="32459"/>
                  <a:pt x="739497" y="33713"/>
                  <a:pt x="739350" y="34746"/>
                </a:cubicBezTo>
                <a:cubicBezTo>
                  <a:pt x="739202" y="35779"/>
                  <a:pt x="738981" y="36646"/>
                  <a:pt x="738686" y="37346"/>
                </a:cubicBezTo>
                <a:cubicBezTo>
                  <a:pt x="738391" y="38047"/>
                  <a:pt x="738040" y="38564"/>
                  <a:pt x="737635" y="38896"/>
                </a:cubicBezTo>
                <a:cubicBezTo>
                  <a:pt x="737229" y="39228"/>
                  <a:pt x="736731" y="39394"/>
                  <a:pt x="736141" y="39394"/>
                </a:cubicBezTo>
                <a:cubicBezTo>
                  <a:pt x="735108" y="39394"/>
                  <a:pt x="733670" y="38669"/>
                  <a:pt x="731825" y="37218"/>
                </a:cubicBezTo>
                <a:cubicBezTo>
                  <a:pt x="729981" y="35768"/>
                  <a:pt x="727602" y="34170"/>
                  <a:pt x="724688" y="32422"/>
                </a:cubicBezTo>
                <a:cubicBezTo>
                  <a:pt x="721774" y="30675"/>
                  <a:pt x="718233" y="29076"/>
                  <a:pt x="714065" y="27626"/>
                </a:cubicBezTo>
                <a:cubicBezTo>
                  <a:pt x="709897" y="26176"/>
                  <a:pt x="704899" y="25451"/>
                  <a:pt x="699071" y="25451"/>
                </a:cubicBezTo>
                <a:cubicBezTo>
                  <a:pt x="692727" y="25451"/>
                  <a:pt x="686954" y="26723"/>
                  <a:pt x="681753" y="29269"/>
                </a:cubicBezTo>
                <a:cubicBezTo>
                  <a:pt x="676553" y="31814"/>
                  <a:pt x="672108" y="35557"/>
                  <a:pt x="668419" y="40500"/>
                </a:cubicBezTo>
                <a:cubicBezTo>
                  <a:pt x="664731" y="45443"/>
                  <a:pt x="661872" y="51473"/>
                  <a:pt x="659844" y="58592"/>
                </a:cubicBezTo>
                <a:cubicBezTo>
                  <a:pt x="657815" y="65711"/>
                  <a:pt x="656801" y="73844"/>
                  <a:pt x="656801" y="82992"/>
                </a:cubicBezTo>
                <a:cubicBezTo>
                  <a:pt x="656801" y="92066"/>
                  <a:pt x="657778" y="100088"/>
                  <a:pt x="659733" y="107060"/>
                </a:cubicBezTo>
                <a:cubicBezTo>
                  <a:pt x="661688" y="114031"/>
                  <a:pt x="664491" y="119859"/>
                  <a:pt x="668143" y="124543"/>
                </a:cubicBezTo>
                <a:cubicBezTo>
                  <a:pt x="671794" y="129228"/>
                  <a:pt x="676276" y="132769"/>
                  <a:pt x="681587" y="135166"/>
                </a:cubicBezTo>
                <a:cubicBezTo>
                  <a:pt x="686899" y="137564"/>
                  <a:pt x="692911" y="138763"/>
                  <a:pt x="699624" y="138763"/>
                </a:cubicBezTo>
                <a:cubicBezTo>
                  <a:pt x="705305" y="138763"/>
                  <a:pt x="710266" y="138056"/>
                  <a:pt x="714508" y="136643"/>
                </a:cubicBezTo>
                <a:cubicBezTo>
                  <a:pt x="718749" y="135230"/>
                  <a:pt x="722364" y="133649"/>
                  <a:pt x="725352" y="131902"/>
                </a:cubicBezTo>
                <a:cubicBezTo>
                  <a:pt x="728340" y="130155"/>
                  <a:pt x="730792" y="128574"/>
                  <a:pt x="732711" y="127161"/>
                </a:cubicBezTo>
                <a:cubicBezTo>
                  <a:pt x="734629" y="125748"/>
                  <a:pt x="736141" y="125041"/>
                  <a:pt x="737247" y="125041"/>
                </a:cubicBezTo>
                <a:cubicBezTo>
                  <a:pt x="737764" y="125041"/>
                  <a:pt x="738206" y="125152"/>
                  <a:pt x="738575" y="125373"/>
                </a:cubicBezTo>
                <a:cubicBezTo>
                  <a:pt x="738944" y="125595"/>
                  <a:pt x="739239" y="126019"/>
                  <a:pt x="739461" y="126646"/>
                </a:cubicBezTo>
                <a:cubicBezTo>
                  <a:pt x="739682" y="127273"/>
                  <a:pt x="739848" y="128140"/>
                  <a:pt x="739958" y="129246"/>
                </a:cubicBezTo>
                <a:cubicBezTo>
                  <a:pt x="740069" y="130353"/>
                  <a:pt x="740124" y="131754"/>
                  <a:pt x="740124" y="133451"/>
                </a:cubicBezTo>
                <a:close/>
                <a:moveTo>
                  <a:pt x="855825" y="100199"/>
                </a:moveTo>
                <a:cubicBezTo>
                  <a:pt x="855825" y="108321"/>
                  <a:pt x="854755" y="115797"/>
                  <a:pt x="852616" y="122628"/>
                </a:cubicBezTo>
                <a:cubicBezTo>
                  <a:pt x="850476" y="129458"/>
                  <a:pt x="847286" y="135348"/>
                  <a:pt x="843044" y="140298"/>
                </a:cubicBezTo>
                <a:cubicBezTo>
                  <a:pt x="838802" y="145245"/>
                  <a:pt x="833491" y="149103"/>
                  <a:pt x="827110" y="151872"/>
                </a:cubicBezTo>
                <a:cubicBezTo>
                  <a:pt x="820728" y="154641"/>
                  <a:pt x="813333" y="156025"/>
                  <a:pt x="804923" y="156025"/>
                </a:cubicBezTo>
                <a:cubicBezTo>
                  <a:pt x="796735" y="156025"/>
                  <a:pt x="789597" y="154807"/>
                  <a:pt x="783511" y="152370"/>
                </a:cubicBezTo>
                <a:cubicBezTo>
                  <a:pt x="777425" y="149933"/>
                  <a:pt x="772353" y="146389"/>
                  <a:pt x="768296" y="141736"/>
                </a:cubicBezTo>
                <a:cubicBezTo>
                  <a:pt x="764239" y="137084"/>
                  <a:pt x="761214" y="131435"/>
                  <a:pt x="759222" y="124789"/>
                </a:cubicBezTo>
                <a:cubicBezTo>
                  <a:pt x="757230" y="118143"/>
                  <a:pt x="756234" y="110610"/>
                  <a:pt x="756234" y="102191"/>
                </a:cubicBezTo>
                <a:cubicBezTo>
                  <a:pt x="756234" y="94069"/>
                  <a:pt x="757286" y="86593"/>
                  <a:pt x="759388" y="79762"/>
                </a:cubicBezTo>
                <a:cubicBezTo>
                  <a:pt x="761491" y="72932"/>
                  <a:pt x="764663" y="67043"/>
                  <a:pt x="768905" y="62095"/>
                </a:cubicBezTo>
                <a:cubicBezTo>
                  <a:pt x="773146" y="57146"/>
                  <a:pt x="778439" y="53305"/>
                  <a:pt x="784784" y="50573"/>
                </a:cubicBezTo>
                <a:cubicBezTo>
                  <a:pt x="791128" y="47841"/>
                  <a:pt x="798542" y="46476"/>
                  <a:pt x="807026" y="46476"/>
                </a:cubicBezTo>
                <a:cubicBezTo>
                  <a:pt x="815214" y="46476"/>
                  <a:pt x="822351" y="47694"/>
                  <a:pt x="828437" y="50131"/>
                </a:cubicBezTo>
                <a:cubicBezTo>
                  <a:pt x="834524" y="52567"/>
                  <a:pt x="839595" y="56112"/>
                  <a:pt x="843653" y="60764"/>
                </a:cubicBezTo>
                <a:cubicBezTo>
                  <a:pt x="847710" y="65416"/>
                  <a:pt x="850753" y="71065"/>
                  <a:pt x="852782" y="77712"/>
                </a:cubicBezTo>
                <a:cubicBezTo>
                  <a:pt x="854810" y="84358"/>
                  <a:pt x="855825" y="91854"/>
                  <a:pt x="855825" y="100199"/>
                </a:cubicBezTo>
                <a:moveTo>
                  <a:pt x="836571" y="101416"/>
                </a:moveTo>
                <a:cubicBezTo>
                  <a:pt x="836571" y="96024"/>
                  <a:pt x="836073" y="90927"/>
                  <a:pt x="835077" y="86125"/>
                </a:cubicBezTo>
                <a:cubicBezTo>
                  <a:pt x="834081" y="81323"/>
                  <a:pt x="832440" y="77112"/>
                  <a:pt x="830153" y="73493"/>
                </a:cubicBezTo>
                <a:cubicBezTo>
                  <a:pt x="827866" y="69873"/>
                  <a:pt x="824767" y="67011"/>
                  <a:pt x="820858" y="64907"/>
                </a:cubicBezTo>
                <a:cubicBezTo>
                  <a:pt x="816948" y="62800"/>
                  <a:pt x="812079" y="61746"/>
                  <a:pt x="806251" y="61746"/>
                </a:cubicBezTo>
                <a:cubicBezTo>
                  <a:pt x="800866" y="61746"/>
                  <a:pt x="796237" y="62706"/>
                  <a:pt x="792364" y="64627"/>
                </a:cubicBezTo>
                <a:cubicBezTo>
                  <a:pt x="788491" y="66547"/>
                  <a:pt x="785300" y="69263"/>
                  <a:pt x="782792" y="72774"/>
                </a:cubicBezTo>
                <a:cubicBezTo>
                  <a:pt x="780284" y="76282"/>
                  <a:pt x="778421" y="80438"/>
                  <a:pt x="777204" y="85240"/>
                </a:cubicBezTo>
                <a:cubicBezTo>
                  <a:pt x="775987" y="90039"/>
                  <a:pt x="775378" y="95284"/>
                  <a:pt x="775378" y="100974"/>
                </a:cubicBezTo>
                <a:cubicBezTo>
                  <a:pt x="775378" y="106440"/>
                  <a:pt x="775876" y="111574"/>
                  <a:pt x="776872" y="116376"/>
                </a:cubicBezTo>
                <a:cubicBezTo>
                  <a:pt x="777868" y="121178"/>
                  <a:pt x="779528" y="125370"/>
                  <a:pt x="781851" y="128952"/>
                </a:cubicBezTo>
                <a:cubicBezTo>
                  <a:pt x="784175" y="132535"/>
                  <a:pt x="787292" y="135380"/>
                  <a:pt x="791202" y="137487"/>
                </a:cubicBezTo>
                <a:cubicBezTo>
                  <a:pt x="795112" y="139591"/>
                  <a:pt x="799980" y="140644"/>
                  <a:pt x="805808" y="140644"/>
                </a:cubicBezTo>
                <a:cubicBezTo>
                  <a:pt x="811120" y="140644"/>
                  <a:pt x="815730" y="139684"/>
                  <a:pt x="819640" y="137763"/>
                </a:cubicBezTo>
                <a:cubicBezTo>
                  <a:pt x="823550" y="135843"/>
                  <a:pt x="826759" y="133147"/>
                  <a:pt x="829267" y="129675"/>
                </a:cubicBezTo>
                <a:cubicBezTo>
                  <a:pt x="831776" y="126201"/>
                  <a:pt x="833620" y="122064"/>
                  <a:pt x="834800" y="117264"/>
                </a:cubicBezTo>
                <a:cubicBezTo>
                  <a:pt x="835981" y="112462"/>
                  <a:pt x="836571" y="107180"/>
                  <a:pt x="836571" y="101416"/>
                </a:cubicBezTo>
                <a:close/>
                <a:moveTo>
                  <a:pt x="967952" y="151042"/>
                </a:moveTo>
                <a:cubicBezTo>
                  <a:pt x="967952" y="151632"/>
                  <a:pt x="967822" y="152150"/>
                  <a:pt x="967564" y="152595"/>
                </a:cubicBezTo>
                <a:cubicBezTo>
                  <a:pt x="967306" y="153037"/>
                  <a:pt x="966863" y="153388"/>
                  <a:pt x="966236" y="153646"/>
                </a:cubicBezTo>
                <a:cubicBezTo>
                  <a:pt x="965609" y="153904"/>
                  <a:pt x="964779" y="154107"/>
                  <a:pt x="963747" y="154254"/>
                </a:cubicBezTo>
                <a:cubicBezTo>
                  <a:pt x="962714" y="154402"/>
                  <a:pt x="961460" y="154476"/>
                  <a:pt x="959984" y="154476"/>
                </a:cubicBezTo>
                <a:cubicBezTo>
                  <a:pt x="958435" y="154476"/>
                  <a:pt x="957144" y="154402"/>
                  <a:pt x="956111" y="154254"/>
                </a:cubicBezTo>
                <a:cubicBezTo>
                  <a:pt x="955079" y="154109"/>
                  <a:pt x="954230" y="153909"/>
                  <a:pt x="953566" y="153653"/>
                </a:cubicBezTo>
                <a:cubicBezTo>
                  <a:pt x="952902" y="153395"/>
                  <a:pt x="952423" y="153045"/>
                  <a:pt x="952128" y="152605"/>
                </a:cubicBezTo>
                <a:cubicBezTo>
                  <a:pt x="951833" y="152165"/>
                  <a:pt x="951685" y="151652"/>
                  <a:pt x="951685" y="151066"/>
                </a:cubicBezTo>
                <a:lnTo>
                  <a:pt x="951685" y="137971"/>
                </a:lnTo>
                <a:cubicBezTo>
                  <a:pt x="946447" y="143656"/>
                  <a:pt x="941007" y="148087"/>
                  <a:pt x="935363" y="151263"/>
                </a:cubicBezTo>
                <a:cubicBezTo>
                  <a:pt x="929720" y="154438"/>
                  <a:pt x="923542" y="156025"/>
                  <a:pt x="916829" y="156025"/>
                </a:cubicBezTo>
                <a:cubicBezTo>
                  <a:pt x="909525" y="156025"/>
                  <a:pt x="903292" y="154604"/>
                  <a:pt x="898128" y="151761"/>
                </a:cubicBezTo>
                <a:cubicBezTo>
                  <a:pt x="892964" y="148919"/>
                  <a:pt x="888777" y="145079"/>
                  <a:pt x="885568" y="140243"/>
                </a:cubicBezTo>
                <a:cubicBezTo>
                  <a:pt x="882359" y="135404"/>
                  <a:pt x="880017" y="129718"/>
                  <a:pt x="878542" y="123184"/>
                </a:cubicBezTo>
                <a:cubicBezTo>
                  <a:pt x="877066" y="116649"/>
                  <a:pt x="876328" y="109762"/>
                  <a:pt x="876328" y="102523"/>
                </a:cubicBezTo>
                <a:cubicBezTo>
                  <a:pt x="876328" y="93958"/>
                  <a:pt x="877251" y="86224"/>
                  <a:pt x="879095" y="79320"/>
                </a:cubicBezTo>
                <a:cubicBezTo>
                  <a:pt x="880939" y="72415"/>
                  <a:pt x="883669" y="66526"/>
                  <a:pt x="887283" y="61653"/>
                </a:cubicBezTo>
                <a:cubicBezTo>
                  <a:pt x="890898" y="56777"/>
                  <a:pt x="895380" y="53028"/>
                  <a:pt x="900728" y="50407"/>
                </a:cubicBezTo>
                <a:cubicBezTo>
                  <a:pt x="906076" y="47786"/>
                  <a:pt x="912255" y="46476"/>
                  <a:pt x="919263" y="46476"/>
                </a:cubicBezTo>
                <a:cubicBezTo>
                  <a:pt x="925091" y="46476"/>
                  <a:pt x="930421" y="47749"/>
                  <a:pt x="935253" y="50297"/>
                </a:cubicBezTo>
                <a:cubicBezTo>
                  <a:pt x="940085" y="52844"/>
                  <a:pt x="944861" y="56591"/>
                  <a:pt x="949583" y="61539"/>
                </a:cubicBezTo>
                <a:lnTo>
                  <a:pt x="949583" y="3548"/>
                </a:lnTo>
                <a:cubicBezTo>
                  <a:pt x="949583" y="3032"/>
                  <a:pt x="949712" y="2534"/>
                  <a:pt x="949970" y="2054"/>
                </a:cubicBezTo>
                <a:cubicBezTo>
                  <a:pt x="950228" y="1572"/>
                  <a:pt x="950726" y="1202"/>
                  <a:pt x="951464" y="944"/>
                </a:cubicBezTo>
                <a:cubicBezTo>
                  <a:pt x="952202" y="684"/>
                  <a:pt x="953142" y="461"/>
                  <a:pt x="954286" y="277"/>
                </a:cubicBezTo>
                <a:cubicBezTo>
                  <a:pt x="955429" y="92"/>
                  <a:pt x="956886" y="0"/>
                  <a:pt x="958656" y="0"/>
                </a:cubicBezTo>
                <a:cubicBezTo>
                  <a:pt x="960501" y="0"/>
                  <a:pt x="962013" y="92"/>
                  <a:pt x="963193" y="277"/>
                </a:cubicBezTo>
                <a:cubicBezTo>
                  <a:pt x="964374" y="461"/>
                  <a:pt x="965296" y="682"/>
                  <a:pt x="965960" y="941"/>
                </a:cubicBezTo>
                <a:cubicBezTo>
                  <a:pt x="966624" y="1199"/>
                  <a:pt x="967122" y="1569"/>
                  <a:pt x="967454" y="2051"/>
                </a:cubicBezTo>
                <a:cubicBezTo>
                  <a:pt x="967786" y="2530"/>
                  <a:pt x="967952" y="3028"/>
                  <a:pt x="967952" y="3544"/>
                </a:cubicBezTo>
                <a:lnTo>
                  <a:pt x="967952" y="151042"/>
                </a:lnTo>
                <a:moveTo>
                  <a:pt x="949583" y="81035"/>
                </a:moveTo>
                <a:cubicBezTo>
                  <a:pt x="944640" y="74900"/>
                  <a:pt x="939863" y="70226"/>
                  <a:pt x="935253" y="67013"/>
                </a:cubicBezTo>
                <a:cubicBezTo>
                  <a:pt x="930642" y="63797"/>
                  <a:pt x="925829" y="62189"/>
                  <a:pt x="920812" y="62189"/>
                </a:cubicBezTo>
                <a:cubicBezTo>
                  <a:pt x="916165" y="62189"/>
                  <a:pt x="912218" y="63298"/>
                  <a:pt x="908972" y="65515"/>
                </a:cubicBezTo>
                <a:cubicBezTo>
                  <a:pt x="905726" y="67731"/>
                  <a:pt x="903089" y="70648"/>
                  <a:pt x="901060" y="74267"/>
                </a:cubicBezTo>
                <a:cubicBezTo>
                  <a:pt x="899031" y="77887"/>
                  <a:pt x="897556" y="81987"/>
                  <a:pt x="896634" y="86568"/>
                </a:cubicBezTo>
                <a:cubicBezTo>
                  <a:pt x="895712" y="91148"/>
                  <a:pt x="895251" y="95803"/>
                  <a:pt x="895251" y="100531"/>
                </a:cubicBezTo>
                <a:cubicBezTo>
                  <a:pt x="895251" y="105554"/>
                  <a:pt x="895638" y="110467"/>
                  <a:pt x="896412" y="115269"/>
                </a:cubicBezTo>
                <a:cubicBezTo>
                  <a:pt x="897187" y="120071"/>
                  <a:pt x="898533" y="124337"/>
                  <a:pt x="900451" y="128067"/>
                </a:cubicBezTo>
                <a:cubicBezTo>
                  <a:pt x="902369" y="131797"/>
                  <a:pt x="904915" y="134789"/>
                  <a:pt x="908087" y="137044"/>
                </a:cubicBezTo>
                <a:cubicBezTo>
                  <a:pt x="911259" y="139296"/>
                  <a:pt x="915242" y="140422"/>
                  <a:pt x="920038" y="140422"/>
                </a:cubicBezTo>
                <a:cubicBezTo>
                  <a:pt x="922472" y="140422"/>
                  <a:pt x="924814" y="140090"/>
                  <a:pt x="927064" y="139427"/>
                </a:cubicBezTo>
                <a:cubicBezTo>
                  <a:pt x="929314" y="138760"/>
                  <a:pt x="931620" y="137651"/>
                  <a:pt x="933980" y="136100"/>
                </a:cubicBezTo>
                <a:cubicBezTo>
                  <a:pt x="936341" y="134548"/>
                  <a:pt x="938812" y="132535"/>
                  <a:pt x="941394" y="130059"/>
                </a:cubicBezTo>
                <a:cubicBezTo>
                  <a:pt x="943976" y="127583"/>
                  <a:pt x="946706" y="124534"/>
                  <a:pt x="949583" y="120912"/>
                </a:cubicBezTo>
                <a:lnTo>
                  <a:pt x="949583" y="81035"/>
                </a:lnTo>
                <a:close/>
                <a:moveTo>
                  <a:pt x="1086597" y="96935"/>
                </a:moveTo>
                <a:cubicBezTo>
                  <a:pt x="1086597" y="99812"/>
                  <a:pt x="1085878" y="101859"/>
                  <a:pt x="1084439" y="103076"/>
                </a:cubicBezTo>
                <a:cubicBezTo>
                  <a:pt x="1083001" y="104293"/>
                  <a:pt x="1081359" y="104902"/>
                  <a:pt x="1079515" y="104902"/>
                </a:cubicBezTo>
                <a:lnTo>
                  <a:pt x="1014228" y="104902"/>
                </a:lnTo>
                <a:cubicBezTo>
                  <a:pt x="1014228" y="110451"/>
                  <a:pt x="1014781" y="115445"/>
                  <a:pt x="1015888" y="119885"/>
                </a:cubicBezTo>
                <a:cubicBezTo>
                  <a:pt x="1016994" y="124325"/>
                  <a:pt x="1018839" y="128136"/>
                  <a:pt x="1021421" y="131318"/>
                </a:cubicBezTo>
                <a:cubicBezTo>
                  <a:pt x="1024003" y="134499"/>
                  <a:pt x="1027359" y="136941"/>
                  <a:pt x="1031490" y="138645"/>
                </a:cubicBezTo>
                <a:cubicBezTo>
                  <a:pt x="1035622" y="140346"/>
                  <a:pt x="1040675" y="141197"/>
                  <a:pt x="1046650" y="141197"/>
                </a:cubicBezTo>
                <a:cubicBezTo>
                  <a:pt x="1051372" y="141197"/>
                  <a:pt x="1055577" y="140810"/>
                  <a:pt x="1059265" y="140035"/>
                </a:cubicBezTo>
                <a:cubicBezTo>
                  <a:pt x="1062954" y="139261"/>
                  <a:pt x="1066144" y="138394"/>
                  <a:pt x="1068837" y="137435"/>
                </a:cubicBezTo>
                <a:cubicBezTo>
                  <a:pt x="1071529" y="136476"/>
                  <a:pt x="1073743" y="135609"/>
                  <a:pt x="1075476" y="134834"/>
                </a:cubicBezTo>
                <a:cubicBezTo>
                  <a:pt x="1077210" y="134060"/>
                  <a:pt x="1078519" y="133672"/>
                  <a:pt x="1079404" y="133672"/>
                </a:cubicBezTo>
                <a:cubicBezTo>
                  <a:pt x="1079921" y="133672"/>
                  <a:pt x="1080382" y="133802"/>
                  <a:pt x="1080788" y="134060"/>
                </a:cubicBezTo>
                <a:cubicBezTo>
                  <a:pt x="1081193" y="134318"/>
                  <a:pt x="1081507" y="134705"/>
                  <a:pt x="1081728" y="135222"/>
                </a:cubicBezTo>
                <a:cubicBezTo>
                  <a:pt x="1081950" y="135738"/>
                  <a:pt x="1082116" y="136457"/>
                  <a:pt x="1082226" y="137379"/>
                </a:cubicBezTo>
                <a:cubicBezTo>
                  <a:pt x="1082337" y="138302"/>
                  <a:pt x="1082392" y="139427"/>
                  <a:pt x="1082392" y="140754"/>
                </a:cubicBezTo>
                <a:cubicBezTo>
                  <a:pt x="1082392" y="141713"/>
                  <a:pt x="1082355" y="142543"/>
                  <a:pt x="1082281" y="143244"/>
                </a:cubicBezTo>
                <a:cubicBezTo>
                  <a:pt x="1082208" y="143945"/>
                  <a:pt x="1082116" y="144572"/>
                  <a:pt x="1082005" y="145125"/>
                </a:cubicBezTo>
                <a:cubicBezTo>
                  <a:pt x="1081894" y="145679"/>
                  <a:pt x="1081710" y="146177"/>
                  <a:pt x="1081452" y="146619"/>
                </a:cubicBezTo>
                <a:cubicBezTo>
                  <a:pt x="1081193" y="147062"/>
                  <a:pt x="1080861" y="147486"/>
                  <a:pt x="1080456" y="147892"/>
                </a:cubicBezTo>
                <a:cubicBezTo>
                  <a:pt x="1080050" y="148297"/>
                  <a:pt x="1078851" y="148961"/>
                  <a:pt x="1076859" y="149884"/>
                </a:cubicBezTo>
                <a:cubicBezTo>
                  <a:pt x="1074868" y="150806"/>
                  <a:pt x="1072286" y="151709"/>
                  <a:pt x="1069113" y="152595"/>
                </a:cubicBezTo>
                <a:cubicBezTo>
                  <a:pt x="1065941" y="153480"/>
                  <a:pt x="1062271" y="154273"/>
                  <a:pt x="1058103" y="154974"/>
                </a:cubicBezTo>
                <a:cubicBezTo>
                  <a:pt x="1053935" y="155675"/>
                  <a:pt x="1049490" y="156025"/>
                  <a:pt x="1044769" y="156025"/>
                </a:cubicBezTo>
                <a:cubicBezTo>
                  <a:pt x="1036581" y="156025"/>
                  <a:pt x="1029406" y="154880"/>
                  <a:pt x="1023247" y="152591"/>
                </a:cubicBezTo>
                <a:cubicBezTo>
                  <a:pt x="1017087" y="150302"/>
                  <a:pt x="1011904" y="146905"/>
                  <a:pt x="1007699" y="142400"/>
                </a:cubicBezTo>
                <a:cubicBezTo>
                  <a:pt x="1003494" y="137896"/>
                  <a:pt x="1000322" y="132247"/>
                  <a:pt x="998183" y="125453"/>
                </a:cubicBezTo>
                <a:cubicBezTo>
                  <a:pt x="996044" y="118659"/>
                  <a:pt x="994974" y="110757"/>
                  <a:pt x="994974" y="101748"/>
                </a:cubicBezTo>
                <a:cubicBezTo>
                  <a:pt x="994974" y="93182"/>
                  <a:pt x="996080" y="85483"/>
                  <a:pt x="998294" y="78652"/>
                </a:cubicBezTo>
                <a:cubicBezTo>
                  <a:pt x="1000507" y="71822"/>
                  <a:pt x="1003697" y="66025"/>
                  <a:pt x="1007865" y="61262"/>
                </a:cubicBezTo>
                <a:cubicBezTo>
                  <a:pt x="1012033" y="56499"/>
                  <a:pt x="1017068" y="52844"/>
                  <a:pt x="1022970" y="50297"/>
                </a:cubicBezTo>
                <a:cubicBezTo>
                  <a:pt x="1028872" y="47749"/>
                  <a:pt x="1035474" y="46476"/>
                  <a:pt x="1042777" y="46476"/>
                </a:cubicBezTo>
                <a:cubicBezTo>
                  <a:pt x="1050597" y="46476"/>
                  <a:pt x="1057255" y="47730"/>
                  <a:pt x="1062751" y="50238"/>
                </a:cubicBezTo>
                <a:cubicBezTo>
                  <a:pt x="1068247" y="52746"/>
                  <a:pt x="1072765" y="56121"/>
                  <a:pt x="1076306" y="60363"/>
                </a:cubicBezTo>
                <a:cubicBezTo>
                  <a:pt x="1079847" y="64605"/>
                  <a:pt x="1082447" y="69584"/>
                  <a:pt x="1084107" y="75301"/>
                </a:cubicBezTo>
                <a:cubicBezTo>
                  <a:pt x="1085767" y="81019"/>
                  <a:pt x="1086597" y="87123"/>
                  <a:pt x="1086597" y="93615"/>
                </a:cubicBezTo>
                <a:lnTo>
                  <a:pt x="1086597" y="96935"/>
                </a:lnTo>
                <a:moveTo>
                  <a:pt x="1068228" y="91513"/>
                </a:moveTo>
                <a:cubicBezTo>
                  <a:pt x="1068449" y="81922"/>
                  <a:pt x="1066329" y="74398"/>
                  <a:pt x="1061865" y="68939"/>
                </a:cubicBezTo>
                <a:cubicBezTo>
                  <a:pt x="1057402" y="63480"/>
                  <a:pt x="1050781" y="60750"/>
                  <a:pt x="1042003" y="60750"/>
                </a:cubicBezTo>
                <a:cubicBezTo>
                  <a:pt x="1037503" y="60750"/>
                  <a:pt x="1033556" y="61599"/>
                  <a:pt x="1030163" y="63295"/>
                </a:cubicBezTo>
                <a:cubicBezTo>
                  <a:pt x="1026769" y="64992"/>
                  <a:pt x="1023929" y="67242"/>
                  <a:pt x="1021642" y="70045"/>
                </a:cubicBezTo>
                <a:cubicBezTo>
                  <a:pt x="1019355" y="72849"/>
                  <a:pt x="1017585" y="76113"/>
                  <a:pt x="1016331" y="79838"/>
                </a:cubicBezTo>
                <a:cubicBezTo>
                  <a:pt x="1015076" y="83564"/>
                  <a:pt x="1014376" y="87455"/>
                  <a:pt x="1014228" y="91513"/>
                </a:cubicBezTo>
                <a:lnTo>
                  <a:pt x="1068228" y="91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C1D23-732C-49E3-A84B-E7098B67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261" y="8200487"/>
            <a:ext cx="113086" cy="285202"/>
          </a:xfrm>
          <a:custGeom xmlns:a="http://schemas.openxmlformats.org/drawingml/2006/main">
            <a:pathLst>
              <a:path w="113086" h="285202">
                <a:moveTo>
                  <a:pt x="45241" y="172048"/>
                </a:moveTo>
                <a:lnTo>
                  <a:pt x="0" y="172003"/>
                </a:lnTo>
                <a:lnTo>
                  <a:pt x="56430" y="285202"/>
                </a:lnTo>
                <a:lnTo>
                  <a:pt x="113086" y="172116"/>
                </a:lnTo>
                <a:lnTo>
                  <a:pt x="67858" y="172071"/>
                </a:lnTo>
                <a:lnTo>
                  <a:pt x="67964" y="0"/>
                </a:lnTo>
                <a:lnTo>
                  <a:pt x="45347" y="0"/>
                </a:lnTo>
                <a:lnTo>
                  <a:pt x="45241" y="172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Cross-LanguageModel">
            <a:extLst xmlns:a="http://schemas.openxmlformats.org/drawingml/2006/main">
              <a:ext uri="{FF2B5EF4-FFF2-40B4-BE49-F238E27FC236}">
                <a16:creationId xmlns:a16="http://schemas.microsoft.com/office/drawing/2014/main" id="{30B52615-6A2E-4BFC-BCE3-AF6F1316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835" y="3790485"/>
            <a:ext cx="2056033" cy="194755"/>
          </a:xfrm>
          <a:custGeom xmlns:a="http://schemas.openxmlformats.org/drawingml/2006/main">
            <a:pathLst>
              <a:path w="2056033" h="194755">
                <a:moveTo>
                  <a:pt x="103906" y="133894"/>
                </a:moveTo>
                <a:cubicBezTo>
                  <a:pt x="103906" y="135074"/>
                  <a:pt x="103869" y="136107"/>
                  <a:pt x="103795" y="136992"/>
                </a:cubicBezTo>
                <a:cubicBezTo>
                  <a:pt x="103722" y="137877"/>
                  <a:pt x="103592" y="138652"/>
                  <a:pt x="103408" y="139316"/>
                </a:cubicBezTo>
                <a:cubicBezTo>
                  <a:pt x="103224" y="139980"/>
                  <a:pt x="102984" y="140570"/>
                  <a:pt x="102689" y="141086"/>
                </a:cubicBezTo>
                <a:cubicBezTo>
                  <a:pt x="102394" y="141603"/>
                  <a:pt x="101877" y="142233"/>
                  <a:pt x="101140" y="142978"/>
                </a:cubicBezTo>
                <a:cubicBezTo>
                  <a:pt x="100402" y="143720"/>
                  <a:pt x="98853" y="144853"/>
                  <a:pt x="96492" y="146377"/>
                </a:cubicBezTo>
                <a:cubicBezTo>
                  <a:pt x="94131" y="147901"/>
                  <a:pt x="91199" y="149388"/>
                  <a:pt x="87695" y="150838"/>
                </a:cubicBezTo>
                <a:cubicBezTo>
                  <a:pt x="84191" y="152288"/>
                  <a:pt x="80170" y="153514"/>
                  <a:pt x="75633" y="154517"/>
                </a:cubicBezTo>
                <a:cubicBezTo>
                  <a:pt x="71096" y="155522"/>
                  <a:pt x="66135" y="156025"/>
                  <a:pt x="60750" y="156025"/>
                </a:cubicBezTo>
                <a:cubicBezTo>
                  <a:pt x="51455" y="156025"/>
                  <a:pt x="43064" y="154476"/>
                  <a:pt x="35576" y="151377"/>
                </a:cubicBezTo>
                <a:cubicBezTo>
                  <a:pt x="28088" y="148279"/>
                  <a:pt x="21707" y="143705"/>
                  <a:pt x="16432" y="137656"/>
                </a:cubicBezTo>
                <a:cubicBezTo>
                  <a:pt x="11158" y="131607"/>
                  <a:pt x="7100" y="124138"/>
                  <a:pt x="4260" y="115248"/>
                </a:cubicBezTo>
                <a:cubicBezTo>
                  <a:pt x="1420" y="106359"/>
                  <a:pt x="0" y="96123"/>
                  <a:pt x="0" y="84541"/>
                </a:cubicBezTo>
                <a:cubicBezTo>
                  <a:pt x="0" y="72664"/>
                  <a:pt x="1531" y="62078"/>
                  <a:pt x="4592" y="52783"/>
                </a:cubicBezTo>
                <a:cubicBezTo>
                  <a:pt x="7654" y="43488"/>
                  <a:pt x="11951" y="35613"/>
                  <a:pt x="17484" y="29158"/>
                </a:cubicBezTo>
                <a:cubicBezTo>
                  <a:pt x="23016" y="22703"/>
                  <a:pt x="29637" y="17779"/>
                  <a:pt x="37346" y="14385"/>
                </a:cubicBezTo>
                <a:cubicBezTo>
                  <a:pt x="45055" y="10992"/>
                  <a:pt x="53594" y="9295"/>
                  <a:pt x="62963" y="9295"/>
                </a:cubicBezTo>
                <a:cubicBezTo>
                  <a:pt x="67094" y="9295"/>
                  <a:pt x="71115" y="9686"/>
                  <a:pt x="75025" y="10467"/>
                </a:cubicBezTo>
                <a:cubicBezTo>
                  <a:pt x="78935" y="11249"/>
                  <a:pt x="82549" y="12234"/>
                  <a:pt x="85869" y="13424"/>
                </a:cubicBezTo>
                <a:cubicBezTo>
                  <a:pt x="89189" y="14614"/>
                  <a:pt x="92140" y="15990"/>
                  <a:pt x="94722" y="17553"/>
                </a:cubicBezTo>
                <a:cubicBezTo>
                  <a:pt x="97304" y="19114"/>
                  <a:pt x="99092" y="20396"/>
                  <a:pt x="100088" y="21402"/>
                </a:cubicBezTo>
                <a:cubicBezTo>
                  <a:pt x="101084" y="22404"/>
                  <a:pt x="101730" y="23164"/>
                  <a:pt x="102025" y="23680"/>
                </a:cubicBezTo>
                <a:cubicBezTo>
                  <a:pt x="102320" y="24197"/>
                  <a:pt x="102560" y="24805"/>
                  <a:pt x="102744" y="25506"/>
                </a:cubicBezTo>
                <a:cubicBezTo>
                  <a:pt x="102929" y="26207"/>
                  <a:pt x="103076" y="27037"/>
                  <a:pt x="103187" y="27996"/>
                </a:cubicBezTo>
                <a:cubicBezTo>
                  <a:pt x="103297" y="28955"/>
                  <a:pt x="103353" y="30098"/>
                  <a:pt x="103353" y="31426"/>
                </a:cubicBezTo>
                <a:cubicBezTo>
                  <a:pt x="103353" y="32902"/>
                  <a:pt x="103279" y="34156"/>
                  <a:pt x="103131" y="35189"/>
                </a:cubicBezTo>
                <a:cubicBezTo>
                  <a:pt x="102984" y="36221"/>
                  <a:pt x="102763" y="37088"/>
                  <a:pt x="102467" y="37789"/>
                </a:cubicBezTo>
                <a:cubicBezTo>
                  <a:pt x="102172" y="38490"/>
                  <a:pt x="101822" y="39006"/>
                  <a:pt x="101416" y="39338"/>
                </a:cubicBezTo>
                <a:cubicBezTo>
                  <a:pt x="101010" y="39670"/>
                  <a:pt x="100513" y="39836"/>
                  <a:pt x="99922" y="39836"/>
                </a:cubicBezTo>
                <a:cubicBezTo>
                  <a:pt x="98890" y="39836"/>
                  <a:pt x="97451" y="39111"/>
                  <a:pt x="95607" y="37661"/>
                </a:cubicBezTo>
                <a:cubicBezTo>
                  <a:pt x="93763" y="36211"/>
                  <a:pt x="91383" y="34612"/>
                  <a:pt x="88469" y="32865"/>
                </a:cubicBezTo>
                <a:cubicBezTo>
                  <a:pt x="85556" y="31117"/>
                  <a:pt x="82015" y="29519"/>
                  <a:pt x="77846" y="28069"/>
                </a:cubicBezTo>
                <a:cubicBezTo>
                  <a:pt x="73678" y="26619"/>
                  <a:pt x="68680" y="25894"/>
                  <a:pt x="62853" y="25894"/>
                </a:cubicBezTo>
                <a:cubicBezTo>
                  <a:pt x="56508" y="25894"/>
                  <a:pt x="50736" y="27166"/>
                  <a:pt x="45535" y="29711"/>
                </a:cubicBezTo>
                <a:cubicBezTo>
                  <a:pt x="40334" y="32256"/>
                  <a:pt x="35889" y="36000"/>
                  <a:pt x="32201" y="40943"/>
                </a:cubicBezTo>
                <a:cubicBezTo>
                  <a:pt x="28512" y="45885"/>
                  <a:pt x="25654" y="51916"/>
                  <a:pt x="23625" y="59035"/>
                </a:cubicBezTo>
                <a:cubicBezTo>
                  <a:pt x="21596" y="66154"/>
                  <a:pt x="20582" y="74287"/>
                  <a:pt x="20582" y="83435"/>
                </a:cubicBezTo>
                <a:cubicBezTo>
                  <a:pt x="20582" y="92508"/>
                  <a:pt x="21559" y="100531"/>
                  <a:pt x="23514" y="107502"/>
                </a:cubicBezTo>
                <a:cubicBezTo>
                  <a:pt x="25469" y="114474"/>
                  <a:pt x="28273" y="120302"/>
                  <a:pt x="31924" y="124986"/>
                </a:cubicBezTo>
                <a:cubicBezTo>
                  <a:pt x="35576" y="129670"/>
                  <a:pt x="40057" y="133211"/>
                  <a:pt x="45369" y="135609"/>
                </a:cubicBezTo>
                <a:cubicBezTo>
                  <a:pt x="50680" y="138006"/>
                  <a:pt x="56693" y="139205"/>
                  <a:pt x="63406" y="139205"/>
                </a:cubicBezTo>
                <a:cubicBezTo>
                  <a:pt x="69086" y="139205"/>
                  <a:pt x="74047" y="138499"/>
                  <a:pt x="78289" y="137085"/>
                </a:cubicBezTo>
                <a:cubicBezTo>
                  <a:pt x="82531" y="135672"/>
                  <a:pt x="86146" y="134092"/>
                  <a:pt x="89133" y="132345"/>
                </a:cubicBezTo>
                <a:cubicBezTo>
                  <a:pt x="92121" y="130597"/>
                  <a:pt x="94574" y="129017"/>
                  <a:pt x="96492" y="127604"/>
                </a:cubicBezTo>
                <a:cubicBezTo>
                  <a:pt x="98410" y="126190"/>
                  <a:pt x="99922" y="125484"/>
                  <a:pt x="101029" y="125484"/>
                </a:cubicBezTo>
                <a:cubicBezTo>
                  <a:pt x="101545" y="125484"/>
                  <a:pt x="101988" y="125595"/>
                  <a:pt x="102357" y="125816"/>
                </a:cubicBezTo>
                <a:cubicBezTo>
                  <a:pt x="102726" y="126037"/>
                  <a:pt x="103021" y="126461"/>
                  <a:pt x="103242" y="127088"/>
                </a:cubicBezTo>
                <a:cubicBezTo>
                  <a:pt x="103463" y="127715"/>
                  <a:pt x="103629" y="128582"/>
                  <a:pt x="103740" y="129689"/>
                </a:cubicBezTo>
                <a:cubicBezTo>
                  <a:pt x="103851" y="130795"/>
                  <a:pt x="103906" y="132197"/>
                  <a:pt x="103906" y="133894"/>
                </a:cubicBezTo>
                <a:close/>
                <a:moveTo>
                  <a:pt x="185192" y="58426"/>
                </a:moveTo>
                <a:cubicBezTo>
                  <a:pt x="185192" y="60049"/>
                  <a:pt x="185155" y="61414"/>
                  <a:pt x="185081" y="62521"/>
                </a:cubicBezTo>
                <a:cubicBezTo>
                  <a:pt x="185007" y="63627"/>
                  <a:pt x="184860" y="64494"/>
                  <a:pt x="184638" y="65121"/>
                </a:cubicBezTo>
                <a:cubicBezTo>
                  <a:pt x="184417" y="65748"/>
                  <a:pt x="184141" y="66228"/>
                  <a:pt x="183809" y="66560"/>
                </a:cubicBezTo>
                <a:cubicBezTo>
                  <a:pt x="183477" y="66892"/>
                  <a:pt x="183016" y="67058"/>
                  <a:pt x="182425" y="67058"/>
                </a:cubicBezTo>
                <a:cubicBezTo>
                  <a:pt x="181835" y="67058"/>
                  <a:pt x="181116" y="66892"/>
                  <a:pt x="180268" y="66560"/>
                </a:cubicBezTo>
                <a:cubicBezTo>
                  <a:pt x="179419" y="66228"/>
                  <a:pt x="178460" y="65896"/>
                  <a:pt x="177390" y="65564"/>
                </a:cubicBezTo>
                <a:cubicBezTo>
                  <a:pt x="176321" y="65232"/>
                  <a:pt x="175122" y="64918"/>
                  <a:pt x="173794" y="64623"/>
                </a:cubicBezTo>
                <a:cubicBezTo>
                  <a:pt x="172466" y="64328"/>
                  <a:pt x="171028" y="64180"/>
                  <a:pt x="169479" y="64180"/>
                </a:cubicBezTo>
                <a:cubicBezTo>
                  <a:pt x="167634" y="64180"/>
                  <a:pt x="165827" y="64549"/>
                  <a:pt x="164056" y="65287"/>
                </a:cubicBezTo>
                <a:cubicBezTo>
                  <a:pt x="162286" y="66025"/>
                  <a:pt x="160423" y="67242"/>
                  <a:pt x="158468" y="68939"/>
                </a:cubicBezTo>
                <a:cubicBezTo>
                  <a:pt x="156513" y="70635"/>
                  <a:pt x="154466" y="72885"/>
                  <a:pt x="152327" y="75689"/>
                </a:cubicBezTo>
                <a:cubicBezTo>
                  <a:pt x="150188" y="78492"/>
                  <a:pt x="147827" y="81922"/>
                  <a:pt x="145245" y="85980"/>
                </a:cubicBezTo>
                <a:lnTo>
                  <a:pt x="145245" y="151488"/>
                </a:lnTo>
                <a:cubicBezTo>
                  <a:pt x="145245" y="152078"/>
                  <a:pt x="145097" y="152576"/>
                  <a:pt x="144802" y="152982"/>
                </a:cubicBezTo>
                <a:cubicBezTo>
                  <a:pt x="144507" y="153388"/>
                  <a:pt x="144028" y="153738"/>
                  <a:pt x="143364" y="154033"/>
                </a:cubicBezTo>
                <a:cubicBezTo>
                  <a:pt x="142700" y="154328"/>
                  <a:pt x="141778" y="154550"/>
                  <a:pt x="140597" y="154697"/>
                </a:cubicBezTo>
                <a:cubicBezTo>
                  <a:pt x="139417" y="154845"/>
                  <a:pt x="137905" y="154918"/>
                  <a:pt x="136060" y="154918"/>
                </a:cubicBezTo>
                <a:cubicBezTo>
                  <a:pt x="134290" y="154918"/>
                  <a:pt x="132815" y="154845"/>
                  <a:pt x="131634" y="154697"/>
                </a:cubicBezTo>
                <a:cubicBezTo>
                  <a:pt x="130454" y="154550"/>
                  <a:pt x="129513" y="154328"/>
                  <a:pt x="128813" y="154033"/>
                </a:cubicBezTo>
                <a:cubicBezTo>
                  <a:pt x="128112" y="153738"/>
                  <a:pt x="127632" y="153388"/>
                  <a:pt x="127374" y="152982"/>
                </a:cubicBezTo>
                <a:cubicBezTo>
                  <a:pt x="127116" y="152576"/>
                  <a:pt x="126987" y="152078"/>
                  <a:pt x="126987" y="151488"/>
                </a:cubicBezTo>
                <a:lnTo>
                  <a:pt x="126987" y="51898"/>
                </a:lnTo>
                <a:cubicBezTo>
                  <a:pt x="126987" y="51308"/>
                  <a:pt x="127097" y="50810"/>
                  <a:pt x="127319" y="50404"/>
                </a:cubicBezTo>
                <a:cubicBezTo>
                  <a:pt x="127540" y="49998"/>
                  <a:pt x="127983" y="49629"/>
                  <a:pt x="128647" y="49297"/>
                </a:cubicBezTo>
                <a:cubicBezTo>
                  <a:pt x="129310" y="48965"/>
                  <a:pt x="130159" y="48744"/>
                  <a:pt x="131192" y="48633"/>
                </a:cubicBezTo>
                <a:cubicBezTo>
                  <a:pt x="132224" y="48523"/>
                  <a:pt x="133589" y="48467"/>
                  <a:pt x="135286" y="48467"/>
                </a:cubicBezTo>
                <a:cubicBezTo>
                  <a:pt x="136909" y="48467"/>
                  <a:pt x="138255" y="48523"/>
                  <a:pt x="139325" y="48633"/>
                </a:cubicBezTo>
                <a:cubicBezTo>
                  <a:pt x="140395" y="48744"/>
                  <a:pt x="141224" y="48965"/>
                  <a:pt x="141815" y="49297"/>
                </a:cubicBezTo>
                <a:cubicBezTo>
                  <a:pt x="142405" y="49629"/>
                  <a:pt x="142829" y="49998"/>
                  <a:pt x="143087" y="50404"/>
                </a:cubicBezTo>
                <a:cubicBezTo>
                  <a:pt x="143345" y="50810"/>
                  <a:pt x="143474" y="51308"/>
                  <a:pt x="143474" y="51898"/>
                </a:cubicBezTo>
                <a:lnTo>
                  <a:pt x="143474" y="66394"/>
                </a:lnTo>
                <a:cubicBezTo>
                  <a:pt x="146204" y="62410"/>
                  <a:pt x="148767" y="59164"/>
                  <a:pt x="151165" y="56656"/>
                </a:cubicBezTo>
                <a:cubicBezTo>
                  <a:pt x="153563" y="54148"/>
                  <a:pt x="155831" y="52174"/>
                  <a:pt x="157970" y="50736"/>
                </a:cubicBezTo>
                <a:cubicBezTo>
                  <a:pt x="160110" y="49297"/>
                  <a:pt x="162231" y="48301"/>
                  <a:pt x="164333" y="47748"/>
                </a:cubicBezTo>
                <a:cubicBezTo>
                  <a:pt x="166436" y="47195"/>
                  <a:pt x="168556" y="46918"/>
                  <a:pt x="170696" y="46918"/>
                </a:cubicBezTo>
                <a:cubicBezTo>
                  <a:pt x="171655" y="46918"/>
                  <a:pt x="172743" y="46973"/>
                  <a:pt x="173960" y="47084"/>
                </a:cubicBezTo>
                <a:cubicBezTo>
                  <a:pt x="175177" y="47195"/>
                  <a:pt x="176450" y="47398"/>
                  <a:pt x="177778" y="47693"/>
                </a:cubicBezTo>
                <a:cubicBezTo>
                  <a:pt x="179106" y="47988"/>
                  <a:pt x="180304" y="48320"/>
                  <a:pt x="181374" y="48689"/>
                </a:cubicBezTo>
                <a:cubicBezTo>
                  <a:pt x="182444" y="49057"/>
                  <a:pt x="183200" y="49426"/>
                  <a:pt x="183643" y="49795"/>
                </a:cubicBezTo>
                <a:cubicBezTo>
                  <a:pt x="184085" y="50164"/>
                  <a:pt x="184380" y="50514"/>
                  <a:pt x="184528" y="50846"/>
                </a:cubicBezTo>
                <a:cubicBezTo>
                  <a:pt x="184675" y="51178"/>
                  <a:pt x="184804" y="51603"/>
                  <a:pt x="184915" y="52119"/>
                </a:cubicBezTo>
                <a:cubicBezTo>
                  <a:pt x="185026" y="52635"/>
                  <a:pt x="185100" y="53392"/>
                  <a:pt x="185136" y="54387"/>
                </a:cubicBezTo>
                <a:cubicBezTo>
                  <a:pt x="185173" y="55383"/>
                  <a:pt x="185192" y="56730"/>
                  <a:pt x="185192" y="58426"/>
                </a:cubicBezTo>
                <a:close/>
                <a:moveTo>
                  <a:pt x="294165" y="100642"/>
                </a:moveTo>
                <a:cubicBezTo>
                  <a:pt x="294165" y="108763"/>
                  <a:pt x="293095" y="116240"/>
                  <a:pt x="290956" y="123070"/>
                </a:cubicBezTo>
                <a:cubicBezTo>
                  <a:pt x="288816" y="129901"/>
                  <a:pt x="285626" y="135791"/>
                  <a:pt x="281384" y="140741"/>
                </a:cubicBezTo>
                <a:cubicBezTo>
                  <a:pt x="277142" y="145688"/>
                  <a:pt x="271831" y="149546"/>
                  <a:pt x="265450" y="152315"/>
                </a:cubicBezTo>
                <a:cubicBezTo>
                  <a:pt x="259068" y="155083"/>
                  <a:pt x="251673" y="156468"/>
                  <a:pt x="243263" y="156468"/>
                </a:cubicBezTo>
                <a:cubicBezTo>
                  <a:pt x="235074" y="156468"/>
                  <a:pt x="227937" y="155249"/>
                  <a:pt x="221851" y="152812"/>
                </a:cubicBezTo>
                <a:cubicBezTo>
                  <a:pt x="215765" y="150376"/>
                  <a:pt x="210693" y="146831"/>
                  <a:pt x="206636" y="142179"/>
                </a:cubicBezTo>
                <a:cubicBezTo>
                  <a:pt x="202579" y="137527"/>
                  <a:pt x="199554" y="131878"/>
                  <a:pt x="197562" y="125231"/>
                </a:cubicBezTo>
                <a:cubicBezTo>
                  <a:pt x="195570" y="118585"/>
                  <a:pt x="194574" y="111053"/>
                  <a:pt x="194574" y="102633"/>
                </a:cubicBezTo>
                <a:cubicBezTo>
                  <a:pt x="194574" y="94512"/>
                  <a:pt x="195626" y="87036"/>
                  <a:pt x="197728" y="80205"/>
                </a:cubicBezTo>
                <a:cubicBezTo>
                  <a:pt x="199831" y="73374"/>
                  <a:pt x="203003" y="67485"/>
                  <a:pt x="207245" y="62538"/>
                </a:cubicBezTo>
                <a:cubicBezTo>
                  <a:pt x="211486" y="57588"/>
                  <a:pt x="216779" y="53748"/>
                  <a:pt x="223124" y="51016"/>
                </a:cubicBezTo>
                <a:cubicBezTo>
                  <a:pt x="229468" y="48284"/>
                  <a:pt x="236882" y="46918"/>
                  <a:pt x="245365" y="46918"/>
                </a:cubicBezTo>
                <a:cubicBezTo>
                  <a:pt x="253554" y="46918"/>
                  <a:pt x="260691" y="48137"/>
                  <a:pt x="266777" y="50573"/>
                </a:cubicBezTo>
                <a:cubicBezTo>
                  <a:pt x="272864" y="53010"/>
                  <a:pt x="277935" y="56554"/>
                  <a:pt x="281993" y="61207"/>
                </a:cubicBezTo>
                <a:cubicBezTo>
                  <a:pt x="286050" y="65859"/>
                  <a:pt x="289093" y="71508"/>
                  <a:pt x="291122" y="78154"/>
                </a:cubicBezTo>
                <a:cubicBezTo>
                  <a:pt x="293150" y="84801"/>
                  <a:pt x="294165" y="92296"/>
                  <a:pt x="294165" y="100642"/>
                </a:cubicBezTo>
                <a:moveTo>
                  <a:pt x="274911" y="101859"/>
                </a:moveTo>
                <a:cubicBezTo>
                  <a:pt x="274911" y="96467"/>
                  <a:pt x="274413" y="91370"/>
                  <a:pt x="273417" y="86568"/>
                </a:cubicBezTo>
                <a:cubicBezTo>
                  <a:pt x="272421" y="81766"/>
                  <a:pt x="270779" y="77555"/>
                  <a:pt x="268493" y="73935"/>
                </a:cubicBezTo>
                <a:cubicBezTo>
                  <a:pt x="266206" y="70316"/>
                  <a:pt x="263107" y="67454"/>
                  <a:pt x="259197" y="65349"/>
                </a:cubicBezTo>
                <a:cubicBezTo>
                  <a:pt x="255288" y="63242"/>
                  <a:pt x="250419" y="62189"/>
                  <a:pt x="244591" y="62189"/>
                </a:cubicBezTo>
                <a:cubicBezTo>
                  <a:pt x="239206" y="62189"/>
                  <a:pt x="234577" y="63149"/>
                  <a:pt x="230704" y="65069"/>
                </a:cubicBezTo>
                <a:cubicBezTo>
                  <a:pt x="226831" y="66990"/>
                  <a:pt x="223640" y="69705"/>
                  <a:pt x="221132" y="73216"/>
                </a:cubicBezTo>
                <a:cubicBezTo>
                  <a:pt x="218624" y="76725"/>
                  <a:pt x="216761" y="80880"/>
                  <a:pt x="215544" y="85682"/>
                </a:cubicBezTo>
                <a:cubicBezTo>
                  <a:pt x="214326" y="90482"/>
                  <a:pt x="213718" y="95727"/>
                  <a:pt x="213718" y="101416"/>
                </a:cubicBezTo>
                <a:cubicBezTo>
                  <a:pt x="213718" y="106882"/>
                  <a:pt x="214216" y="112016"/>
                  <a:pt x="215212" y="116818"/>
                </a:cubicBezTo>
                <a:cubicBezTo>
                  <a:pt x="216208" y="121620"/>
                  <a:pt x="217867" y="125812"/>
                  <a:pt x="220191" y="129395"/>
                </a:cubicBezTo>
                <a:cubicBezTo>
                  <a:pt x="222515" y="132977"/>
                  <a:pt x="225632" y="135822"/>
                  <a:pt x="229542" y="137929"/>
                </a:cubicBezTo>
                <a:cubicBezTo>
                  <a:pt x="233452" y="140034"/>
                  <a:pt x="238320" y="141086"/>
                  <a:pt x="244148" y="141086"/>
                </a:cubicBezTo>
                <a:cubicBezTo>
                  <a:pt x="249460" y="141086"/>
                  <a:pt x="254070" y="140126"/>
                  <a:pt x="257980" y="138206"/>
                </a:cubicBezTo>
                <a:cubicBezTo>
                  <a:pt x="261890" y="136286"/>
                  <a:pt x="265099" y="133589"/>
                  <a:pt x="267607" y="130118"/>
                </a:cubicBezTo>
                <a:cubicBezTo>
                  <a:pt x="270116" y="126643"/>
                  <a:pt x="271960" y="122507"/>
                  <a:pt x="273140" y="117707"/>
                </a:cubicBezTo>
                <a:cubicBezTo>
                  <a:pt x="274320" y="112905"/>
                  <a:pt x="274911" y="107622"/>
                  <a:pt x="274911" y="101859"/>
                </a:cubicBezTo>
                <a:close/>
                <a:moveTo>
                  <a:pt x="383497" y="124457"/>
                </a:moveTo>
                <a:cubicBezTo>
                  <a:pt x="383497" y="129552"/>
                  <a:pt x="382556" y="134093"/>
                  <a:pt x="380675" y="138081"/>
                </a:cubicBezTo>
                <a:cubicBezTo>
                  <a:pt x="378794" y="142067"/>
                  <a:pt x="376120" y="145427"/>
                  <a:pt x="372653" y="148161"/>
                </a:cubicBezTo>
                <a:cubicBezTo>
                  <a:pt x="369185" y="150893"/>
                  <a:pt x="365054" y="152960"/>
                  <a:pt x="360259" y="154362"/>
                </a:cubicBezTo>
                <a:cubicBezTo>
                  <a:pt x="355464" y="155766"/>
                  <a:pt x="350190" y="156468"/>
                  <a:pt x="344435" y="156468"/>
                </a:cubicBezTo>
                <a:cubicBezTo>
                  <a:pt x="340894" y="156468"/>
                  <a:pt x="337519" y="156191"/>
                  <a:pt x="334310" y="155638"/>
                </a:cubicBezTo>
                <a:cubicBezTo>
                  <a:pt x="331101" y="155084"/>
                  <a:pt x="328224" y="154384"/>
                  <a:pt x="325679" y="153535"/>
                </a:cubicBezTo>
                <a:cubicBezTo>
                  <a:pt x="323134" y="152687"/>
                  <a:pt x="320976" y="151802"/>
                  <a:pt x="319206" y="150879"/>
                </a:cubicBezTo>
                <a:cubicBezTo>
                  <a:pt x="317435" y="149957"/>
                  <a:pt x="316144" y="149127"/>
                  <a:pt x="315333" y="148390"/>
                </a:cubicBezTo>
                <a:cubicBezTo>
                  <a:pt x="314521" y="147652"/>
                  <a:pt x="313931" y="146619"/>
                  <a:pt x="313562" y="145291"/>
                </a:cubicBezTo>
                <a:cubicBezTo>
                  <a:pt x="313194" y="143963"/>
                  <a:pt x="313009" y="142156"/>
                  <a:pt x="313009" y="139869"/>
                </a:cubicBezTo>
                <a:cubicBezTo>
                  <a:pt x="313009" y="138468"/>
                  <a:pt x="313083" y="137287"/>
                  <a:pt x="313230" y="136328"/>
                </a:cubicBezTo>
                <a:cubicBezTo>
                  <a:pt x="313378" y="135369"/>
                  <a:pt x="313562" y="134595"/>
                  <a:pt x="313784" y="134004"/>
                </a:cubicBezTo>
                <a:cubicBezTo>
                  <a:pt x="314005" y="133414"/>
                  <a:pt x="314319" y="132990"/>
                  <a:pt x="314724" y="132732"/>
                </a:cubicBezTo>
                <a:cubicBezTo>
                  <a:pt x="315130" y="132474"/>
                  <a:pt x="315591" y="132345"/>
                  <a:pt x="316108" y="132345"/>
                </a:cubicBezTo>
                <a:cubicBezTo>
                  <a:pt x="316919" y="132345"/>
                  <a:pt x="318118" y="132843"/>
                  <a:pt x="319704" y="133838"/>
                </a:cubicBezTo>
                <a:cubicBezTo>
                  <a:pt x="321290" y="134834"/>
                  <a:pt x="323245" y="135922"/>
                  <a:pt x="325569" y="137103"/>
                </a:cubicBezTo>
                <a:cubicBezTo>
                  <a:pt x="327892" y="138283"/>
                  <a:pt x="330640" y="139371"/>
                  <a:pt x="333812" y="140367"/>
                </a:cubicBezTo>
                <a:cubicBezTo>
                  <a:pt x="336985" y="141363"/>
                  <a:pt x="340636" y="141861"/>
                  <a:pt x="344767" y="141861"/>
                </a:cubicBezTo>
                <a:cubicBezTo>
                  <a:pt x="347866" y="141861"/>
                  <a:pt x="350669" y="141529"/>
                  <a:pt x="353177" y="140865"/>
                </a:cubicBezTo>
                <a:cubicBezTo>
                  <a:pt x="355685" y="140199"/>
                  <a:pt x="357862" y="139219"/>
                  <a:pt x="359706" y="137926"/>
                </a:cubicBezTo>
                <a:cubicBezTo>
                  <a:pt x="361550" y="136632"/>
                  <a:pt x="362970" y="134988"/>
                  <a:pt x="363966" y="132991"/>
                </a:cubicBezTo>
                <a:cubicBezTo>
                  <a:pt x="364962" y="130995"/>
                  <a:pt x="365460" y="128630"/>
                  <a:pt x="365460" y="125895"/>
                </a:cubicBezTo>
                <a:cubicBezTo>
                  <a:pt x="365460" y="123090"/>
                  <a:pt x="364741" y="120727"/>
                  <a:pt x="363302" y="118807"/>
                </a:cubicBezTo>
                <a:cubicBezTo>
                  <a:pt x="361864" y="116886"/>
                  <a:pt x="359964" y="115188"/>
                  <a:pt x="357603" y="113713"/>
                </a:cubicBezTo>
                <a:cubicBezTo>
                  <a:pt x="355243" y="112235"/>
                  <a:pt x="352587" y="110925"/>
                  <a:pt x="349636" y="109781"/>
                </a:cubicBezTo>
                <a:cubicBezTo>
                  <a:pt x="346685" y="108635"/>
                  <a:pt x="343642" y="107435"/>
                  <a:pt x="340507" y="106181"/>
                </a:cubicBezTo>
                <a:cubicBezTo>
                  <a:pt x="337372" y="104925"/>
                  <a:pt x="334310" y="103503"/>
                  <a:pt x="331323" y="101914"/>
                </a:cubicBezTo>
                <a:cubicBezTo>
                  <a:pt x="328335" y="100326"/>
                  <a:pt x="325661" y="98387"/>
                  <a:pt x="323300" y="96098"/>
                </a:cubicBezTo>
                <a:cubicBezTo>
                  <a:pt x="320939" y="93809"/>
                  <a:pt x="319040" y="91077"/>
                  <a:pt x="317601" y="87902"/>
                </a:cubicBezTo>
                <a:cubicBezTo>
                  <a:pt x="316163" y="84728"/>
                  <a:pt x="315444" y="80925"/>
                  <a:pt x="315444" y="76494"/>
                </a:cubicBezTo>
                <a:cubicBezTo>
                  <a:pt x="315444" y="72580"/>
                  <a:pt x="316200" y="68833"/>
                  <a:pt x="317712" y="65252"/>
                </a:cubicBezTo>
                <a:cubicBezTo>
                  <a:pt x="319224" y="61670"/>
                  <a:pt x="321493" y="58531"/>
                  <a:pt x="324517" y="55836"/>
                </a:cubicBezTo>
                <a:cubicBezTo>
                  <a:pt x="327542" y="53139"/>
                  <a:pt x="331323" y="50979"/>
                  <a:pt x="335860" y="49356"/>
                </a:cubicBezTo>
                <a:cubicBezTo>
                  <a:pt x="340396" y="47731"/>
                  <a:pt x="345690" y="46918"/>
                  <a:pt x="351739" y="46918"/>
                </a:cubicBezTo>
                <a:cubicBezTo>
                  <a:pt x="354394" y="46918"/>
                  <a:pt x="357050" y="47143"/>
                  <a:pt x="359706" y="47592"/>
                </a:cubicBezTo>
                <a:cubicBezTo>
                  <a:pt x="362362" y="48042"/>
                  <a:pt x="364759" y="48603"/>
                  <a:pt x="366899" y="49276"/>
                </a:cubicBezTo>
                <a:cubicBezTo>
                  <a:pt x="369038" y="49950"/>
                  <a:pt x="370864" y="50679"/>
                  <a:pt x="372376" y="51465"/>
                </a:cubicBezTo>
                <a:cubicBezTo>
                  <a:pt x="373888" y="52252"/>
                  <a:pt x="375032" y="52944"/>
                  <a:pt x="375806" y="53544"/>
                </a:cubicBezTo>
                <a:cubicBezTo>
                  <a:pt x="376581" y="54143"/>
                  <a:pt x="377097" y="54664"/>
                  <a:pt x="377356" y="55107"/>
                </a:cubicBezTo>
                <a:cubicBezTo>
                  <a:pt x="377614" y="55549"/>
                  <a:pt x="377798" y="56047"/>
                  <a:pt x="377909" y="56601"/>
                </a:cubicBezTo>
                <a:cubicBezTo>
                  <a:pt x="378020" y="57154"/>
                  <a:pt x="378130" y="57836"/>
                  <a:pt x="378241" y="58648"/>
                </a:cubicBezTo>
                <a:cubicBezTo>
                  <a:pt x="378351" y="59459"/>
                  <a:pt x="378407" y="60455"/>
                  <a:pt x="378407" y="61635"/>
                </a:cubicBezTo>
                <a:cubicBezTo>
                  <a:pt x="378407" y="62889"/>
                  <a:pt x="378351" y="63978"/>
                  <a:pt x="378241" y="64900"/>
                </a:cubicBezTo>
                <a:cubicBezTo>
                  <a:pt x="378130" y="65822"/>
                  <a:pt x="377946" y="66578"/>
                  <a:pt x="377688" y="67168"/>
                </a:cubicBezTo>
                <a:cubicBezTo>
                  <a:pt x="377429" y="67758"/>
                  <a:pt x="377116" y="68183"/>
                  <a:pt x="376747" y="68441"/>
                </a:cubicBezTo>
                <a:cubicBezTo>
                  <a:pt x="376378" y="68699"/>
                  <a:pt x="375972" y="68828"/>
                  <a:pt x="375530" y="68828"/>
                </a:cubicBezTo>
                <a:cubicBezTo>
                  <a:pt x="374866" y="68828"/>
                  <a:pt x="373907" y="68417"/>
                  <a:pt x="372653" y="67594"/>
                </a:cubicBezTo>
                <a:cubicBezTo>
                  <a:pt x="371399" y="66771"/>
                  <a:pt x="369776" y="65891"/>
                  <a:pt x="367784" y="64955"/>
                </a:cubicBezTo>
                <a:cubicBezTo>
                  <a:pt x="365792" y="64019"/>
                  <a:pt x="363450" y="63140"/>
                  <a:pt x="360757" y="62317"/>
                </a:cubicBezTo>
                <a:cubicBezTo>
                  <a:pt x="358065" y="61494"/>
                  <a:pt x="354985" y="61082"/>
                  <a:pt x="351517" y="61082"/>
                </a:cubicBezTo>
                <a:cubicBezTo>
                  <a:pt x="348419" y="61082"/>
                  <a:pt x="345690" y="61434"/>
                  <a:pt x="343329" y="62137"/>
                </a:cubicBezTo>
                <a:cubicBezTo>
                  <a:pt x="340968" y="62838"/>
                  <a:pt x="339032" y="63835"/>
                  <a:pt x="337519" y="65128"/>
                </a:cubicBezTo>
                <a:cubicBezTo>
                  <a:pt x="336007" y="66421"/>
                  <a:pt x="334864" y="67955"/>
                  <a:pt x="334089" y="69731"/>
                </a:cubicBezTo>
                <a:cubicBezTo>
                  <a:pt x="333315" y="71503"/>
                  <a:pt x="332927" y="73425"/>
                  <a:pt x="332927" y="75495"/>
                </a:cubicBezTo>
                <a:cubicBezTo>
                  <a:pt x="332927" y="78374"/>
                  <a:pt x="333665" y="80793"/>
                  <a:pt x="335140" y="82750"/>
                </a:cubicBezTo>
                <a:cubicBezTo>
                  <a:pt x="336616" y="84707"/>
                  <a:pt x="338534" y="86425"/>
                  <a:pt x="340894" y="87902"/>
                </a:cubicBezTo>
                <a:cubicBezTo>
                  <a:pt x="343255" y="89378"/>
                  <a:pt x="345948" y="90707"/>
                  <a:pt x="348972" y="91889"/>
                </a:cubicBezTo>
                <a:cubicBezTo>
                  <a:pt x="351997" y="93070"/>
                  <a:pt x="355077" y="94288"/>
                  <a:pt x="358212" y="95545"/>
                </a:cubicBezTo>
                <a:cubicBezTo>
                  <a:pt x="361347" y="96799"/>
                  <a:pt x="364446" y="98201"/>
                  <a:pt x="367507" y="99753"/>
                </a:cubicBezTo>
                <a:cubicBezTo>
                  <a:pt x="370569" y="101304"/>
                  <a:pt x="373280" y="103188"/>
                  <a:pt x="375640" y="105403"/>
                </a:cubicBezTo>
                <a:cubicBezTo>
                  <a:pt x="378001" y="107619"/>
                  <a:pt x="379901" y="110278"/>
                  <a:pt x="381339" y="113381"/>
                </a:cubicBezTo>
                <a:cubicBezTo>
                  <a:pt x="382778" y="116482"/>
                  <a:pt x="383497" y="120174"/>
                  <a:pt x="383497" y="124457"/>
                </a:cubicBezTo>
                <a:close/>
                <a:moveTo>
                  <a:pt x="472107" y="124457"/>
                </a:moveTo>
                <a:cubicBezTo>
                  <a:pt x="472107" y="129552"/>
                  <a:pt x="471166" y="134093"/>
                  <a:pt x="469285" y="138081"/>
                </a:cubicBezTo>
                <a:cubicBezTo>
                  <a:pt x="467404" y="142067"/>
                  <a:pt x="464730" y="145427"/>
                  <a:pt x="461262" y="148161"/>
                </a:cubicBezTo>
                <a:cubicBezTo>
                  <a:pt x="457795" y="150893"/>
                  <a:pt x="453664" y="152960"/>
                  <a:pt x="448869" y="154362"/>
                </a:cubicBezTo>
                <a:cubicBezTo>
                  <a:pt x="444074" y="155766"/>
                  <a:pt x="438799" y="156468"/>
                  <a:pt x="433045" y="156468"/>
                </a:cubicBezTo>
                <a:cubicBezTo>
                  <a:pt x="429504" y="156468"/>
                  <a:pt x="426129" y="156191"/>
                  <a:pt x="422920" y="155638"/>
                </a:cubicBezTo>
                <a:cubicBezTo>
                  <a:pt x="419711" y="155084"/>
                  <a:pt x="416834" y="154384"/>
                  <a:pt x="414289" y="153535"/>
                </a:cubicBezTo>
                <a:cubicBezTo>
                  <a:pt x="411744" y="152687"/>
                  <a:pt x="409586" y="151802"/>
                  <a:pt x="407816" y="150879"/>
                </a:cubicBezTo>
                <a:cubicBezTo>
                  <a:pt x="406045" y="149957"/>
                  <a:pt x="404754" y="149127"/>
                  <a:pt x="403943" y="148390"/>
                </a:cubicBezTo>
                <a:cubicBezTo>
                  <a:pt x="403131" y="147652"/>
                  <a:pt x="402541" y="146619"/>
                  <a:pt x="402172" y="145291"/>
                </a:cubicBezTo>
                <a:cubicBezTo>
                  <a:pt x="401803" y="143963"/>
                  <a:pt x="401619" y="142156"/>
                  <a:pt x="401619" y="139869"/>
                </a:cubicBezTo>
                <a:cubicBezTo>
                  <a:pt x="401619" y="138468"/>
                  <a:pt x="401693" y="137287"/>
                  <a:pt x="401840" y="136328"/>
                </a:cubicBezTo>
                <a:cubicBezTo>
                  <a:pt x="401988" y="135369"/>
                  <a:pt x="402172" y="134595"/>
                  <a:pt x="402393" y="134004"/>
                </a:cubicBezTo>
                <a:cubicBezTo>
                  <a:pt x="402615" y="133414"/>
                  <a:pt x="402928" y="132990"/>
                  <a:pt x="403334" y="132732"/>
                </a:cubicBezTo>
                <a:cubicBezTo>
                  <a:pt x="403740" y="132474"/>
                  <a:pt x="404201" y="132345"/>
                  <a:pt x="404717" y="132345"/>
                </a:cubicBezTo>
                <a:cubicBezTo>
                  <a:pt x="405529" y="132345"/>
                  <a:pt x="406727" y="132843"/>
                  <a:pt x="408313" y="133838"/>
                </a:cubicBezTo>
                <a:cubicBezTo>
                  <a:pt x="409900" y="134834"/>
                  <a:pt x="411854" y="135922"/>
                  <a:pt x="414178" y="137103"/>
                </a:cubicBezTo>
                <a:cubicBezTo>
                  <a:pt x="416502" y="138283"/>
                  <a:pt x="419250" y="139371"/>
                  <a:pt x="422422" y="140367"/>
                </a:cubicBezTo>
                <a:cubicBezTo>
                  <a:pt x="425594" y="141363"/>
                  <a:pt x="429246" y="141861"/>
                  <a:pt x="433377" y="141861"/>
                </a:cubicBezTo>
                <a:cubicBezTo>
                  <a:pt x="436475" y="141861"/>
                  <a:pt x="439279" y="141529"/>
                  <a:pt x="441787" y="140865"/>
                </a:cubicBezTo>
                <a:cubicBezTo>
                  <a:pt x="444295" y="140199"/>
                  <a:pt x="446471" y="139219"/>
                  <a:pt x="448316" y="137926"/>
                </a:cubicBezTo>
                <a:cubicBezTo>
                  <a:pt x="450160" y="136632"/>
                  <a:pt x="451580" y="134988"/>
                  <a:pt x="452576" y="132991"/>
                </a:cubicBezTo>
                <a:cubicBezTo>
                  <a:pt x="453572" y="130995"/>
                  <a:pt x="454070" y="128630"/>
                  <a:pt x="454070" y="125895"/>
                </a:cubicBezTo>
                <a:cubicBezTo>
                  <a:pt x="454070" y="123090"/>
                  <a:pt x="453350" y="120727"/>
                  <a:pt x="451912" y="118807"/>
                </a:cubicBezTo>
                <a:cubicBezTo>
                  <a:pt x="450473" y="116886"/>
                  <a:pt x="448574" y="115188"/>
                  <a:pt x="446213" y="113713"/>
                </a:cubicBezTo>
                <a:cubicBezTo>
                  <a:pt x="443852" y="112235"/>
                  <a:pt x="441197" y="110925"/>
                  <a:pt x="438246" y="109781"/>
                </a:cubicBezTo>
                <a:cubicBezTo>
                  <a:pt x="435295" y="108635"/>
                  <a:pt x="432252" y="107435"/>
                  <a:pt x="429117" y="106181"/>
                </a:cubicBezTo>
                <a:cubicBezTo>
                  <a:pt x="425982" y="104925"/>
                  <a:pt x="422920" y="103503"/>
                  <a:pt x="419932" y="101914"/>
                </a:cubicBezTo>
                <a:cubicBezTo>
                  <a:pt x="416945" y="100326"/>
                  <a:pt x="414270" y="98387"/>
                  <a:pt x="411910" y="96098"/>
                </a:cubicBezTo>
                <a:cubicBezTo>
                  <a:pt x="409549" y="93809"/>
                  <a:pt x="407650" y="91077"/>
                  <a:pt x="406211" y="87902"/>
                </a:cubicBezTo>
                <a:cubicBezTo>
                  <a:pt x="404772" y="84728"/>
                  <a:pt x="404053" y="80925"/>
                  <a:pt x="404053" y="76494"/>
                </a:cubicBezTo>
                <a:cubicBezTo>
                  <a:pt x="404053" y="72580"/>
                  <a:pt x="404809" y="68833"/>
                  <a:pt x="406322" y="65252"/>
                </a:cubicBezTo>
                <a:cubicBezTo>
                  <a:pt x="407834" y="61670"/>
                  <a:pt x="410102" y="58531"/>
                  <a:pt x="413127" y="55836"/>
                </a:cubicBezTo>
                <a:cubicBezTo>
                  <a:pt x="416152" y="53139"/>
                  <a:pt x="419932" y="50979"/>
                  <a:pt x="424469" y="49356"/>
                </a:cubicBezTo>
                <a:cubicBezTo>
                  <a:pt x="429006" y="47731"/>
                  <a:pt x="434299" y="46918"/>
                  <a:pt x="440348" y="46918"/>
                </a:cubicBezTo>
                <a:cubicBezTo>
                  <a:pt x="443004" y="46918"/>
                  <a:pt x="445660" y="47143"/>
                  <a:pt x="448316" y="47592"/>
                </a:cubicBezTo>
                <a:cubicBezTo>
                  <a:pt x="450971" y="48042"/>
                  <a:pt x="453369" y="48603"/>
                  <a:pt x="455508" y="49276"/>
                </a:cubicBezTo>
                <a:cubicBezTo>
                  <a:pt x="457648" y="49950"/>
                  <a:pt x="459473" y="50679"/>
                  <a:pt x="460986" y="51465"/>
                </a:cubicBezTo>
                <a:cubicBezTo>
                  <a:pt x="462498" y="52252"/>
                  <a:pt x="463641" y="52944"/>
                  <a:pt x="464416" y="53544"/>
                </a:cubicBezTo>
                <a:cubicBezTo>
                  <a:pt x="465191" y="54143"/>
                  <a:pt x="465707" y="54664"/>
                  <a:pt x="465965" y="55107"/>
                </a:cubicBezTo>
                <a:cubicBezTo>
                  <a:pt x="466223" y="55549"/>
                  <a:pt x="466408" y="56047"/>
                  <a:pt x="466519" y="56601"/>
                </a:cubicBezTo>
                <a:cubicBezTo>
                  <a:pt x="466629" y="57154"/>
                  <a:pt x="466740" y="57836"/>
                  <a:pt x="466850" y="58648"/>
                </a:cubicBezTo>
                <a:cubicBezTo>
                  <a:pt x="466961" y="59459"/>
                  <a:pt x="467016" y="60455"/>
                  <a:pt x="467016" y="61635"/>
                </a:cubicBezTo>
                <a:cubicBezTo>
                  <a:pt x="467016" y="62889"/>
                  <a:pt x="466961" y="63978"/>
                  <a:pt x="466850" y="64900"/>
                </a:cubicBezTo>
                <a:cubicBezTo>
                  <a:pt x="466740" y="65822"/>
                  <a:pt x="466555" y="66578"/>
                  <a:pt x="466297" y="67168"/>
                </a:cubicBezTo>
                <a:cubicBezTo>
                  <a:pt x="466039" y="67758"/>
                  <a:pt x="465725" y="68183"/>
                  <a:pt x="465357" y="68441"/>
                </a:cubicBezTo>
                <a:cubicBezTo>
                  <a:pt x="464988" y="68699"/>
                  <a:pt x="464582" y="68828"/>
                  <a:pt x="464139" y="68828"/>
                </a:cubicBezTo>
                <a:cubicBezTo>
                  <a:pt x="463475" y="68828"/>
                  <a:pt x="462516" y="68417"/>
                  <a:pt x="461262" y="67594"/>
                </a:cubicBezTo>
                <a:cubicBezTo>
                  <a:pt x="460008" y="66771"/>
                  <a:pt x="458385" y="65891"/>
                  <a:pt x="456393" y="64955"/>
                </a:cubicBezTo>
                <a:cubicBezTo>
                  <a:pt x="454402" y="64019"/>
                  <a:pt x="452059" y="63140"/>
                  <a:pt x="449367" y="62317"/>
                </a:cubicBezTo>
                <a:cubicBezTo>
                  <a:pt x="446674" y="61494"/>
                  <a:pt x="443594" y="61082"/>
                  <a:pt x="440127" y="61082"/>
                </a:cubicBezTo>
                <a:cubicBezTo>
                  <a:pt x="437029" y="61082"/>
                  <a:pt x="434299" y="61434"/>
                  <a:pt x="431939" y="62137"/>
                </a:cubicBezTo>
                <a:cubicBezTo>
                  <a:pt x="429578" y="62838"/>
                  <a:pt x="427641" y="63835"/>
                  <a:pt x="426129" y="65128"/>
                </a:cubicBezTo>
                <a:cubicBezTo>
                  <a:pt x="424617" y="66421"/>
                  <a:pt x="423473" y="67955"/>
                  <a:pt x="422699" y="69731"/>
                </a:cubicBezTo>
                <a:cubicBezTo>
                  <a:pt x="421924" y="71503"/>
                  <a:pt x="421537" y="73425"/>
                  <a:pt x="421537" y="75495"/>
                </a:cubicBezTo>
                <a:cubicBezTo>
                  <a:pt x="421537" y="78374"/>
                  <a:pt x="422275" y="80793"/>
                  <a:pt x="423750" y="82750"/>
                </a:cubicBezTo>
                <a:cubicBezTo>
                  <a:pt x="425225" y="84707"/>
                  <a:pt x="427143" y="86425"/>
                  <a:pt x="429504" y="87902"/>
                </a:cubicBezTo>
                <a:cubicBezTo>
                  <a:pt x="431865" y="89378"/>
                  <a:pt x="434557" y="90707"/>
                  <a:pt x="437582" y="91889"/>
                </a:cubicBezTo>
                <a:cubicBezTo>
                  <a:pt x="440607" y="93070"/>
                  <a:pt x="443686" y="94288"/>
                  <a:pt x="446822" y="95545"/>
                </a:cubicBezTo>
                <a:cubicBezTo>
                  <a:pt x="449957" y="96799"/>
                  <a:pt x="453055" y="98201"/>
                  <a:pt x="456117" y="99753"/>
                </a:cubicBezTo>
                <a:cubicBezTo>
                  <a:pt x="459178" y="101304"/>
                  <a:pt x="461889" y="103188"/>
                  <a:pt x="464250" y="105403"/>
                </a:cubicBezTo>
                <a:cubicBezTo>
                  <a:pt x="466611" y="107619"/>
                  <a:pt x="468510" y="110278"/>
                  <a:pt x="469949" y="113381"/>
                </a:cubicBezTo>
                <a:cubicBezTo>
                  <a:pt x="471387" y="116482"/>
                  <a:pt x="472107" y="120174"/>
                  <a:pt x="472107" y="124457"/>
                </a:cubicBezTo>
                <a:close/>
                <a:moveTo>
                  <a:pt x="542595" y="98373"/>
                </a:moveTo>
                <a:cubicBezTo>
                  <a:pt x="542595" y="101250"/>
                  <a:pt x="542263" y="103242"/>
                  <a:pt x="541599" y="104349"/>
                </a:cubicBezTo>
                <a:cubicBezTo>
                  <a:pt x="540935" y="105455"/>
                  <a:pt x="539976" y="106008"/>
                  <a:pt x="538722" y="106008"/>
                </a:cubicBezTo>
                <a:lnTo>
                  <a:pt x="492468" y="106008"/>
                </a:lnTo>
                <a:cubicBezTo>
                  <a:pt x="491140" y="106008"/>
                  <a:pt x="490144" y="105437"/>
                  <a:pt x="489480" y="104293"/>
                </a:cubicBezTo>
                <a:cubicBezTo>
                  <a:pt x="488816" y="103150"/>
                  <a:pt x="488484" y="101176"/>
                  <a:pt x="488484" y="98373"/>
                </a:cubicBezTo>
                <a:cubicBezTo>
                  <a:pt x="488484" y="95570"/>
                  <a:pt x="488816" y="93615"/>
                  <a:pt x="489480" y="92508"/>
                </a:cubicBezTo>
                <a:cubicBezTo>
                  <a:pt x="490144" y="91402"/>
                  <a:pt x="491140" y="90849"/>
                  <a:pt x="492468" y="90849"/>
                </a:cubicBezTo>
                <a:lnTo>
                  <a:pt x="538722" y="90849"/>
                </a:lnTo>
                <a:cubicBezTo>
                  <a:pt x="539312" y="90849"/>
                  <a:pt x="539847" y="90959"/>
                  <a:pt x="540326" y="91181"/>
                </a:cubicBezTo>
                <a:cubicBezTo>
                  <a:pt x="540806" y="91402"/>
                  <a:pt x="541212" y="91826"/>
                  <a:pt x="541543" y="92453"/>
                </a:cubicBezTo>
                <a:cubicBezTo>
                  <a:pt x="541875" y="93080"/>
                  <a:pt x="542134" y="93873"/>
                  <a:pt x="542318" y="94832"/>
                </a:cubicBezTo>
                <a:cubicBezTo>
                  <a:pt x="542503" y="95791"/>
                  <a:pt x="542595" y="96972"/>
                  <a:pt x="542595" y="98373"/>
                </a:cubicBezTo>
                <a:close/>
                <a:moveTo>
                  <a:pt x="643340" y="145955"/>
                </a:moveTo>
                <a:cubicBezTo>
                  <a:pt x="643340" y="147431"/>
                  <a:pt x="643267" y="148666"/>
                  <a:pt x="643119" y="149662"/>
                </a:cubicBezTo>
                <a:cubicBezTo>
                  <a:pt x="642971" y="150658"/>
                  <a:pt x="642732" y="151506"/>
                  <a:pt x="642400" y="152207"/>
                </a:cubicBezTo>
                <a:cubicBezTo>
                  <a:pt x="642068" y="152908"/>
                  <a:pt x="641662" y="153425"/>
                  <a:pt x="641183" y="153757"/>
                </a:cubicBezTo>
                <a:cubicBezTo>
                  <a:pt x="640703" y="154088"/>
                  <a:pt x="640131" y="154254"/>
                  <a:pt x="639467" y="154254"/>
                </a:cubicBezTo>
                <a:lnTo>
                  <a:pt x="576172" y="154254"/>
                </a:lnTo>
                <a:cubicBezTo>
                  <a:pt x="574475" y="154254"/>
                  <a:pt x="572871" y="153683"/>
                  <a:pt x="571359" y="152539"/>
                </a:cubicBezTo>
                <a:cubicBezTo>
                  <a:pt x="569846" y="151396"/>
                  <a:pt x="569090" y="149386"/>
                  <a:pt x="569090" y="146509"/>
                </a:cubicBezTo>
                <a:lnTo>
                  <a:pt x="569090" y="13943"/>
                </a:lnTo>
                <a:cubicBezTo>
                  <a:pt x="569090" y="13352"/>
                  <a:pt x="569238" y="12836"/>
                  <a:pt x="569533" y="12393"/>
                </a:cubicBezTo>
                <a:cubicBezTo>
                  <a:pt x="569828" y="11951"/>
                  <a:pt x="570344" y="11600"/>
                  <a:pt x="571082" y="11342"/>
                </a:cubicBezTo>
                <a:cubicBezTo>
                  <a:pt x="571820" y="11084"/>
                  <a:pt x="572816" y="10863"/>
                  <a:pt x="574070" y="10678"/>
                </a:cubicBezTo>
                <a:cubicBezTo>
                  <a:pt x="575324" y="10494"/>
                  <a:pt x="576836" y="10402"/>
                  <a:pt x="578607" y="10402"/>
                </a:cubicBezTo>
                <a:cubicBezTo>
                  <a:pt x="580451" y="10402"/>
                  <a:pt x="581982" y="10494"/>
                  <a:pt x="583199" y="10678"/>
                </a:cubicBezTo>
                <a:cubicBezTo>
                  <a:pt x="584416" y="10863"/>
                  <a:pt x="585393" y="11084"/>
                  <a:pt x="586131" y="11342"/>
                </a:cubicBezTo>
                <a:cubicBezTo>
                  <a:pt x="586869" y="11600"/>
                  <a:pt x="587385" y="11951"/>
                  <a:pt x="587680" y="12393"/>
                </a:cubicBezTo>
                <a:cubicBezTo>
                  <a:pt x="587975" y="12836"/>
                  <a:pt x="588123" y="13352"/>
                  <a:pt x="588123" y="13943"/>
                </a:cubicBezTo>
                <a:lnTo>
                  <a:pt x="588123" y="137767"/>
                </a:lnTo>
                <a:lnTo>
                  <a:pt x="639467" y="137767"/>
                </a:lnTo>
                <a:cubicBezTo>
                  <a:pt x="640131" y="137767"/>
                  <a:pt x="640703" y="137933"/>
                  <a:pt x="641183" y="138265"/>
                </a:cubicBezTo>
                <a:cubicBezTo>
                  <a:pt x="641662" y="138597"/>
                  <a:pt x="642068" y="139076"/>
                  <a:pt x="642400" y="139703"/>
                </a:cubicBezTo>
                <a:cubicBezTo>
                  <a:pt x="642732" y="140330"/>
                  <a:pt x="642971" y="141160"/>
                  <a:pt x="643119" y="142193"/>
                </a:cubicBezTo>
                <a:cubicBezTo>
                  <a:pt x="643267" y="143226"/>
                  <a:pt x="643340" y="144480"/>
                  <a:pt x="643340" y="145955"/>
                </a:cubicBezTo>
                <a:close/>
                <a:moveTo>
                  <a:pt x="737194" y="151599"/>
                </a:moveTo>
                <a:cubicBezTo>
                  <a:pt x="737194" y="152484"/>
                  <a:pt x="736899" y="153148"/>
                  <a:pt x="736309" y="153591"/>
                </a:cubicBezTo>
                <a:cubicBezTo>
                  <a:pt x="735719" y="154033"/>
                  <a:pt x="734907" y="154365"/>
                  <a:pt x="733874" y="154586"/>
                </a:cubicBezTo>
                <a:cubicBezTo>
                  <a:pt x="732842" y="154808"/>
                  <a:pt x="731329" y="154918"/>
                  <a:pt x="729337" y="154918"/>
                </a:cubicBezTo>
                <a:cubicBezTo>
                  <a:pt x="727419" y="154918"/>
                  <a:pt x="725889" y="154808"/>
                  <a:pt x="724745" y="154586"/>
                </a:cubicBezTo>
                <a:cubicBezTo>
                  <a:pt x="723602" y="154365"/>
                  <a:pt x="722772" y="154033"/>
                  <a:pt x="722255" y="153591"/>
                </a:cubicBezTo>
                <a:cubicBezTo>
                  <a:pt x="721739" y="153148"/>
                  <a:pt x="721481" y="152484"/>
                  <a:pt x="721481" y="151599"/>
                </a:cubicBezTo>
                <a:lnTo>
                  <a:pt x="721481" y="141640"/>
                </a:lnTo>
                <a:cubicBezTo>
                  <a:pt x="717128" y="146287"/>
                  <a:pt x="712278" y="149920"/>
                  <a:pt x="706930" y="152539"/>
                </a:cubicBezTo>
                <a:cubicBezTo>
                  <a:pt x="701581" y="155158"/>
                  <a:pt x="695919" y="156468"/>
                  <a:pt x="689944" y="156468"/>
                </a:cubicBezTo>
                <a:cubicBezTo>
                  <a:pt x="684706" y="156468"/>
                  <a:pt x="679966" y="155783"/>
                  <a:pt x="675725" y="154414"/>
                </a:cubicBezTo>
                <a:cubicBezTo>
                  <a:pt x="671483" y="153044"/>
                  <a:pt x="667868" y="151064"/>
                  <a:pt x="664880" y="148473"/>
                </a:cubicBezTo>
                <a:cubicBezTo>
                  <a:pt x="661893" y="145881"/>
                  <a:pt x="659569" y="142699"/>
                  <a:pt x="657909" y="138925"/>
                </a:cubicBezTo>
                <a:cubicBezTo>
                  <a:pt x="656249" y="135149"/>
                  <a:pt x="655419" y="130854"/>
                  <a:pt x="655419" y="126041"/>
                </a:cubicBezTo>
                <a:cubicBezTo>
                  <a:pt x="655419" y="120416"/>
                  <a:pt x="656563" y="115531"/>
                  <a:pt x="658850" y="111386"/>
                </a:cubicBezTo>
                <a:cubicBezTo>
                  <a:pt x="661137" y="107238"/>
                  <a:pt x="664419" y="103795"/>
                  <a:pt x="668698" y="101057"/>
                </a:cubicBezTo>
                <a:cubicBezTo>
                  <a:pt x="672977" y="98318"/>
                  <a:pt x="678214" y="96264"/>
                  <a:pt x="684411" y="94894"/>
                </a:cubicBezTo>
                <a:cubicBezTo>
                  <a:pt x="690608" y="93525"/>
                  <a:pt x="697579" y="92840"/>
                  <a:pt x="705325" y="92840"/>
                </a:cubicBezTo>
                <a:lnTo>
                  <a:pt x="719046" y="92840"/>
                </a:lnTo>
                <a:lnTo>
                  <a:pt x="719046" y="85122"/>
                </a:lnTo>
                <a:cubicBezTo>
                  <a:pt x="719046" y="81300"/>
                  <a:pt x="718641" y="77919"/>
                  <a:pt x="717829" y="74980"/>
                </a:cubicBezTo>
                <a:cubicBezTo>
                  <a:pt x="717018" y="72038"/>
                  <a:pt x="715708" y="69593"/>
                  <a:pt x="713901" y="67645"/>
                </a:cubicBezTo>
                <a:cubicBezTo>
                  <a:pt x="712094" y="65697"/>
                  <a:pt x="709751" y="64228"/>
                  <a:pt x="706874" y="63236"/>
                </a:cubicBezTo>
                <a:cubicBezTo>
                  <a:pt x="703997" y="62243"/>
                  <a:pt x="700456" y="61746"/>
                  <a:pt x="696251" y="61746"/>
                </a:cubicBezTo>
                <a:cubicBezTo>
                  <a:pt x="691751" y="61746"/>
                  <a:pt x="687712" y="62275"/>
                  <a:pt x="684135" y="63333"/>
                </a:cubicBezTo>
                <a:cubicBezTo>
                  <a:pt x="680557" y="64391"/>
                  <a:pt x="677421" y="65559"/>
                  <a:pt x="674729" y="66836"/>
                </a:cubicBezTo>
                <a:cubicBezTo>
                  <a:pt x="672036" y="68113"/>
                  <a:pt x="669786" y="69281"/>
                  <a:pt x="667979" y="70339"/>
                </a:cubicBezTo>
                <a:cubicBezTo>
                  <a:pt x="666171" y="71397"/>
                  <a:pt x="664825" y="71926"/>
                  <a:pt x="663940" y="71926"/>
                </a:cubicBezTo>
                <a:cubicBezTo>
                  <a:pt x="663350" y="71926"/>
                  <a:pt x="662833" y="71779"/>
                  <a:pt x="662391" y="71484"/>
                </a:cubicBezTo>
                <a:cubicBezTo>
                  <a:pt x="661948" y="71189"/>
                  <a:pt x="661561" y="70746"/>
                  <a:pt x="661229" y="70156"/>
                </a:cubicBezTo>
                <a:cubicBezTo>
                  <a:pt x="660897" y="69566"/>
                  <a:pt x="660657" y="68810"/>
                  <a:pt x="660509" y="67887"/>
                </a:cubicBezTo>
                <a:cubicBezTo>
                  <a:pt x="660362" y="66965"/>
                  <a:pt x="660288" y="65951"/>
                  <a:pt x="660288" y="64844"/>
                </a:cubicBezTo>
                <a:cubicBezTo>
                  <a:pt x="660288" y="63000"/>
                  <a:pt x="660417" y="61543"/>
                  <a:pt x="660675" y="60474"/>
                </a:cubicBezTo>
                <a:cubicBezTo>
                  <a:pt x="660934" y="59404"/>
                  <a:pt x="661561" y="58389"/>
                  <a:pt x="662557" y="57430"/>
                </a:cubicBezTo>
                <a:cubicBezTo>
                  <a:pt x="663552" y="56471"/>
                  <a:pt x="665268" y="55355"/>
                  <a:pt x="667702" y="54080"/>
                </a:cubicBezTo>
                <a:cubicBezTo>
                  <a:pt x="670137" y="52803"/>
                  <a:pt x="672940" y="51636"/>
                  <a:pt x="676112" y="50580"/>
                </a:cubicBezTo>
                <a:cubicBezTo>
                  <a:pt x="679284" y="49524"/>
                  <a:pt x="682751" y="48651"/>
                  <a:pt x="686514" y="47959"/>
                </a:cubicBezTo>
                <a:cubicBezTo>
                  <a:pt x="690276" y="47265"/>
                  <a:pt x="694075" y="46918"/>
                  <a:pt x="697911" y="46918"/>
                </a:cubicBezTo>
                <a:cubicBezTo>
                  <a:pt x="705067" y="46918"/>
                  <a:pt x="711153" y="47730"/>
                  <a:pt x="716169" y="49353"/>
                </a:cubicBezTo>
                <a:cubicBezTo>
                  <a:pt x="721186" y="50976"/>
                  <a:pt x="725243" y="53355"/>
                  <a:pt x="728342" y="56490"/>
                </a:cubicBezTo>
                <a:cubicBezTo>
                  <a:pt x="731440" y="59625"/>
                  <a:pt x="733690" y="63517"/>
                  <a:pt x="735092" y="68164"/>
                </a:cubicBezTo>
                <a:cubicBezTo>
                  <a:pt x="736493" y="72812"/>
                  <a:pt x="737194" y="78234"/>
                  <a:pt x="737194" y="84431"/>
                </a:cubicBezTo>
                <a:lnTo>
                  <a:pt x="737194" y="151599"/>
                </a:lnTo>
                <a:moveTo>
                  <a:pt x="719046" y="106008"/>
                </a:moveTo>
                <a:lnTo>
                  <a:pt x="703444" y="106008"/>
                </a:lnTo>
                <a:cubicBezTo>
                  <a:pt x="698428" y="106008"/>
                  <a:pt x="694075" y="106436"/>
                  <a:pt x="690387" y="107291"/>
                </a:cubicBezTo>
                <a:cubicBezTo>
                  <a:pt x="686698" y="108144"/>
                  <a:pt x="683637" y="109405"/>
                  <a:pt x="681202" y="111074"/>
                </a:cubicBezTo>
                <a:cubicBezTo>
                  <a:pt x="678768" y="112743"/>
                  <a:pt x="676979" y="114748"/>
                  <a:pt x="675835" y="117088"/>
                </a:cubicBezTo>
                <a:cubicBezTo>
                  <a:pt x="674692" y="119425"/>
                  <a:pt x="674120" y="122116"/>
                  <a:pt x="674120" y="125159"/>
                </a:cubicBezTo>
                <a:cubicBezTo>
                  <a:pt x="674120" y="130355"/>
                  <a:pt x="675762" y="134493"/>
                  <a:pt x="679044" y="137573"/>
                </a:cubicBezTo>
                <a:cubicBezTo>
                  <a:pt x="682327" y="140653"/>
                  <a:pt x="686919" y="142193"/>
                  <a:pt x="692821" y="142193"/>
                </a:cubicBezTo>
                <a:cubicBezTo>
                  <a:pt x="697616" y="142193"/>
                  <a:pt x="702061" y="140969"/>
                  <a:pt x="706155" y="138521"/>
                </a:cubicBezTo>
                <a:cubicBezTo>
                  <a:pt x="710249" y="136070"/>
                  <a:pt x="714546" y="132322"/>
                  <a:pt x="719046" y="127275"/>
                </a:cubicBezTo>
                <a:lnTo>
                  <a:pt x="719046" y="106008"/>
                </a:lnTo>
                <a:close/>
                <a:moveTo>
                  <a:pt x="856481" y="151488"/>
                </a:moveTo>
                <a:cubicBezTo>
                  <a:pt x="856481" y="152078"/>
                  <a:pt x="856333" y="152576"/>
                  <a:pt x="856038" y="152982"/>
                </a:cubicBezTo>
                <a:cubicBezTo>
                  <a:pt x="855743" y="153388"/>
                  <a:pt x="855263" y="153738"/>
                  <a:pt x="854600" y="154033"/>
                </a:cubicBezTo>
                <a:cubicBezTo>
                  <a:pt x="853936" y="154328"/>
                  <a:pt x="853013" y="154550"/>
                  <a:pt x="851833" y="154697"/>
                </a:cubicBezTo>
                <a:cubicBezTo>
                  <a:pt x="850653" y="154845"/>
                  <a:pt x="849177" y="154918"/>
                  <a:pt x="847407" y="154918"/>
                </a:cubicBezTo>
                <a:cubicBezTo>
                  <a:pt x="845563" y="154918"/>
                  <a:pt x="844050" y="154845"/>
                  <a:pt x="842870" y="154697"/>
                </a:cubicBezTo>
                <a:cubicBezTo>
                  <a:pt x="841690" y="154550"/>
                  <a:pt x="840768" y="154328"/>
                  <a:pt x="840104" y="154033"/>
                </a:cubicBezTo>
                <a:cubicBezTo>
                  <a:pt x="839440" y="153738"/>
                  <a:pt x="838960" y="153388"/>
                  <a:pt x="838665" y="152982"/>
                </a:cubicBezTo>
                <a:cubicBezTo>
                  <a:pt x="838370" y="152576"/>
                  <a:pt x="838222" y="152078"/>
                  <a:pt x="838222" y="151488"/>
                </a:cubicBezTo>
                <a:lnTo>
                  <a:pt x="838222" y="93172"/>
                </a:lnTo>
                <a:cubicBezTo>
                  <a:pt x="838222" y="87492"/>
                  <a:pt x="837780" y="82918"/>
                  <a:pt x="836895" y="79451"/>
                </a:cubicBezTo>
                <a:cubicBezTo>
                  <a:pt x="836009" y="75984"/>
                  <a:pt x="834718" y="72996"/>
                  <a:pt x="833022" y="70488"/>
                </a:cubicBezTo>
                <a:cubicBezTo>
                  <a:pt x="831325" y="67980"/>
                  <a:pt x="829130" y="66062"/>
                  <a:pt x="826438" y="64734"/>
                </a:cubicBezTo>
                <a:cubicBezTo>
                  <a:pt x="823745" y="63406"/>
                  <a:pt x="820628" y="62742"/>
                  <a:pt x="817087" y="62742"/>
                </a:cubicBezTo>
                <a:cubicBezTo>
                  <a:pt x="812513" y="62742"/>
                  <a:pt x="807940" y="64365"/>
                  <a:pt x="803366" y="67611"/>
                </a:cubicBezTo>
                <a:cubicBezTo>
                  <a:pt x="798792" y="70857"/>
                  <a:pt x="793997" y="75615"/>
                  <a:pt x="788981" y="81885"/>
                </a:cubicBezTo>
                <a:lnTo>
                  <a:pt x="788981" y="151488"/>
                </a:lnTo>
                <a:cubicBezTo>
                  <a:pt x="788981" y="152078"/>
                  <a:pt x="788833" y="152576"/>
                  <a:pt x="788538" y="152982"/>
                </a:cubicBezTo>
                <a:cubicBezTo>
                  <a:pt x="788243" y="153388"/>
                  <a:pt x="787763" y="153738"/>
                  <a:pt x="787099" y="154033"/>
                </a:cubicBezTo>
                <a:cubicBezTo>
                  <a:pt x="786435" y="154328"/>
                  <a:pt x="785513" y="154550"/>
                  <a:pt x="784333" y="154697"/>
                </a:cubicBezTo>
                <a:cubicBezTo>
                  <a:pt x="783153" y="154845"/>
                  <a:pt x="781640" y="154918"/>
                  <a:pt x="779796" y="154918"/>
                </a:cubicBezTo>
                <a:cubicBezTo>
                  <a:pt x="778026" y="154918"/>
                  <a:pt x="776550" y="154845"/>
                  <a:pt x="775370" y="154697"/>
                </a:cubicBezTo>
                <a:cubicBezTo>
                  <a:pt x="774190" y="154550"/>
                  <a:pt x="773249" y="154328"/>
                  <a:pt x="772548" y="154033"/>
                </a:cubicBezTo>
                <a:cubicBezTo>
                  <a:pt x="771847" y="153738"/>
                  <a:pt x="771368" y="153388"/>
                  <a:pt x="771110" y="152982"/>
                </a:cubicBezTo>
                <a:cubicBezTo>
                  <a:pt x="770851" y="152576"/>
                  <a:pt x="770722" y="152078"/>
                  <a:pt x="770722" y="151488"/>
                </a:cubicBezTo>
                <a:lnTo>
                  <a:pt x="770722" y="51898"/>
                </a:lnTo>
                <a:cubicBezTo>
                  <a:pt x="770722" y="51308"/>
                  <a:pt x="770833" y="50810"/>
                  <a:pt x="771054" y="50404"/>
                </a:cubicBezTo>
                <a:cubicBezTo>
                  <a:pt x="771276" y="49998"/>
                  <a:pt x="771718" y="49629"/>
                  <a:pt x="772382" y="49297"/>
                </a:cubicBezTo>
                <a:cubicBezTo>
                  <a:pt x="773046" y="48965"/>
                  <a:pt x="773894" y="48744"/>
                  <a:pt x="774927" y="48633"/>
                </a:cubicBezTo>
                <a:cubicBezTo>
                  <a:pt x="775960" y="48523"/>
                  <a:pt x="777325" y="48467"/>
                  <a:pt x="779021" y="48467"/>
                </a:cubicBezTo>
                <a:cubicBezTo>
                  <a:pt x="780644" y="48467"/>
                  <a:pt x="781991" y="48523"/>
                  <a:pt x="783060" y="48633"/>
                </a:cubicBezTo>
                <a:cubicBezTo>
                  <a:pt x="784130" y="48744"/>
                  <a:pt x="784960" y="48965"/>
                  <a:pt x="785550" y="49297"/>
                </a:cubicBezTo>
                <a:cubicBezTo>
                  <a:pt x="786140" y="49629"/>
                  <a:pt x="786565" y="49998"/>
                  <a:pt x="786823" y="50404"/>
                </a:cubicBezTo>
                <a:cubicBezTo>
                  <a:pt x="787081" y="50810"/>
                  <a:pt x="787210" y="51308"/>
                  <a:pt x="787210" y="51898"/>
                </a:cubicBezTo>
                <a:lnTo>
                  <a:pt x="787210" y="65066"/>
                </a:lnTo>
                <a:cubicBezTo>
                  <a:pt x="792817" y="58795"/>
                  <a:pt x="798405" y="54203"/>
                  <a:pt x="803974" y="51289"/>
                </a:cubicBezTo>
                <a:cubicBezTo>
                  <a:pt x="809544" y="48375"/>
                  <a:pt x="815169" y="46918"/>
                  <a:pt x="820849" y="46918"/>
                </a:cubicBezTo>
                <a:cubicBezTo>
                  <a:pt x="827489" y="46918"/>
                  <a:pt x="833077" y="48043"/>
                  <a:pt x="837614" y="50293"/>
                </a:cubicBezTo>
                <a:cubicBezTo>
                  <a:pt x="842151" y="52543"/>
                  <a:pt x="845821" y="55549"/>
                  <a:pt x="848624" y="59312"/>
                </a:cubicBezTo>
                <a:cubicBezTo>
                  <a:pt x="851427" y="63074"/>
                  <a:pt x="853438" y="67482"/>
                  <a:pt x="854655" y="72535"/>
                </a:cubicBezTo>
                <a:cubicBezTo>
                  <a:pt x="855872" y="77588"/>
                  <a:pt x="856481" y="83656"/>
                  <a:pt x="856481" y="90738"/>
                </a:cubicBezTo>
                <a:lnTo>
                  <a:pt x="856481" y="151488"/>
                </a:lnTo>
                <a:close/>
                <a:moveTo>
                  <a:pt x="972913" y="56324"/>
                </a:moveTo>
                <a:cubicBezTo>
                  <a:pt x="972913" y="58906"/>
                  <a:pt x="972562" y="60769"/>
                  <a:pt x="971862" y="61912"/>
                </a:cubicBezTo>
                <a:cubicBezTo>
                  <a:pt x="971161" y="63055"/>
                  <a:pt x="970257" y="63627"/>
                  <a:pt x="969150" y="63627"/>
                </a:cubicBezTo>
                <a:lnTo>
                  <a:pt x="954876" y="63627"/>
                </a:lnTo>
                <a:cubicBezTo>
                  <a:pt x="957458" y="66290"/>
                  <a:pt x="959265" y="69231"/>
                  <a:pt x="960298" y="72452"/>
                </a:cubicBezTo>
                <a:cubicBezTo>
                  <a:pt x="961331" y="75670"/>
                  <a:pt x="961847" y="79018"/>
                  <a:pt x="961847" y="82494"/>
                </a:cubicBezTo>
                <a:cubicBezTo>
                  <a:pt x="961847" y="88239"/>
                  <a:pt x="960925" y="93321"/>
                  <a:pt x="959081" y="97740"/>
                </a:cubicBezTo>
                <a:cubicBezTo>
                  <a:pt x="957236" y="102160"/>
                  <a:pt x="954599" y="105898"/>
                  <a:pt x="951169" y="108955"/>
                </a:cubicBezTo>
                <a:cubicBezTo>
                  <a:pt x="947739" y="112012"/>
                  <a:pt x="943663" y="114350"/>
                  <a:pt x="938941" y="115971"/>
                </a:cubicBezTo>
                <a:cubicBezTo>
                  <a:pt x="934220" y="117592"/>
                  <a:pt x="928982" y="118402"/>
                  <a:pt x="923228" y="118402"/>
                </a:cubicBezTo>
                <a:cubicBezTo>
                  <a:pt x="919171" y="118402"/>
                  <a:pt x="915316" y="117868"/>
                  <a:pt x="911665" y="116801"/>
                </a:cubicBezTo>
                <a:cubicBezTo>
                  <a:pt x="908013" y="115733"/>
                  <a:pt x="905191" y="114389"/>
                  <a:pt x="903199" y="112769"/>
                </a:cubicBezTo>
                <a:cubicBezTo>
                  <a:pt x="901872" y="114097"/>
                  <a:pt x="900783" y="115609"/>
                  <a:pt x="899935" y="117306"/>
                </a:cubicBezTo>
                <a:cubicBezTo>
                  <a:pt x="899087" y="119000"/>
                  <a:pt x="898663" y="120953"/>
                  <a:pt x="898663" y="123164"/>
                </a:cubicBezTo>
                <a:cubicBezTo>
                  <a:pt x="898663" y="125746"/>
                  <a:pt x="899861" y="127885"/>
                  <a:pt x="902259" y="129582"/>
                </a:cubicBezTo>
                <a:cubicBezTo>
                  <a:pt x="904656" y="131276"/>
                  <a:pt x="907847" y="132197"/>
                  <a:pt x="911831" y="132345"/>
                </a:cubicBezTo>
                <a:lnTo>
                  <a:pt x="937835" y="133455"/>
                </a:lnTo>
                <a:cubicBezTo>
                  <a:pt x="942777" y="133602"/>
                  <a:pt x="947314" y="134287"/>
                  <a:pt x="951445" y="135509"/>
                </a:cubicBezTo>
                <a:cubicBezTo>
                  <a:pt x="955577" y="136730"/>
                  <a:pt x="959155" y="138471"/>
                  <a:pt x="962179" y="140730"/>
                </a:cubicBezTo>
                <a:cubicBezTo>
                  <a:pt x="965204" y="142987"/>
                  <a:pt x="967564" y="145763"/>
                  <a:pt x="969261" y="149057"/>
                </a:cubicBezTo>
                <a:cubicBezTo>
                  <a:pt x="970958" y="152351"/>
                  <a:pt x="971806" y="156183"/>
                  <a:pt x="971806" y="160551"/>
                </a:cubicBezTo>
                <a:cubicBezTo>
                  <a:pt x="971806" y="165141"/>
                  <a:pt x="970847" y="169509"/>
                  <a:pt x="968929" y="173654"/>
                </a:cubicBezTo>
                <a:cubicBezTo>
                  <a:pt x="967011" y="177801"/>
                  <a:pt x="964079" y="181447"/>
                  <a:pt x="960132" y="184591"/>
                </a:cubicBezTo>
                <a:cubicBezTo>
                  <a:pt x="956185" y="187738"/>
                  <a:pt x="951150" y="190219"/>
                  <a:pt x="945027" y="192033"/>
                </a:cubicBezTo>
                <a:cubicBezTo>
                  <a:pt x="938904" y="193847"/>
                  <a:pt x="931675" y="194755"/>
                  <a:pt x="923339" y="194755"/>
                </a:cubicBezTo>
                <a:cubicBezTo>
                  <a:pt x="915298" y="194755"/>
                  <a:pt x="908456" y="194071"/>
                  <a:pt x="902812" y="192704"/>
                </a:cubicBezTo>
                <a:cubicBezTo>
                  <a:pt x="897169" y="191339"/>
                  <a:pt x="892540" y="189475"/>
                  <a:pt x="888925" y="187112"/>
                </a:cubicBezTo>
                <a:cubicBezTo>
                  <a:pt x="885310" y="184752"/>
                  <a:pt x="882691" y="181929"/>
                  <a:pt x="881068" y="178644"/>
                </a:cubicBezTo>
                <a:cubicBezTo>
                  <a:pt x="879445" y="175359"/>
                  <a:pt x="878634" y="171796"/>
                  <a:pt x="878634" y="167955"/>
                </a:cubicBezTo>
                <a:cubicBezTo>
                  <a:pt x="878634" y="165521"/>
                  <a:pt x="878929" y="163159"/>
                  <a:pt x="879519" y="160870"/>
                </a:cubicBezTo>
                <a:cubicBezTo>
                  <a:pt x="880109" y="158580"/>
                  <a:pt x="881013" y="156402"/>
                  <a:pt x="882230" y="154334"/>
                </a:cubicBezTo>
                <a:cubicBezTo>
                  <a:pt x="883447" y="152268"/>
                  <a:pt x="884960" y="150295"/>
                  <a:pt x="886767" y="148414"/>
                </a:cubicBezTo>
                <a:cubicBezTo>
                  <a:pt x="888574" y="146530"/>
                  <a:pt x="890658" y="144665"/>
                  <a:pt x="893019" y="142819"/>
                </a:cubicBezTo>
                <a:cubicBezTo>
                  <a:pt x="889404" y="140968"/>
                  <a:pt x="886730" y="138635"/>
                  <a:pt x="884997" y="135820"/>
                </a:cubicBezTo>
                <a:cubicBezTo>
                  <a:pt x="883263" y="133003"/>
                  <a:pt x="882396" y="129964"/>
                  <a:pt x="882396" y="126705"/>
                </a:cubicBezTo>
                <a:cubicBezTo>
                  <a:pt x="882396" y="122186"/>
                  <a:pt x="883318" y="118148"/>
                  <a:pt x="885163" y="114591"/>
                </a:cubicBezTo>
                <a:cubicBezTo>
                  <a:pt x="887007" y="111034"/>
                  <a:pt x="889294" y="107848"/>
                  <a:pt x="892023" y="105033"/>
                </a:cubicBezTo>
                <a:cubicBezTo>
                  <a:pt x="889736" y="102308"/>
                  <a:pt x="887929" y="99233"/>
                  <a:pt x="886601" y="95807"/>
                </a:cubicBezTo>
                <a:cubicBezTo>
                  <a:pt x="885273" y="92382"/>
                  <a:pt x="884609" y="88239"/>
                  <a:pt x="884609" y="83379"/>
                </a:cubicBezTo>
                <a:cubicBezTo>
                  <a:pt x="884609" y="77708"/>
                  <a:pt x="885568" y="72626"/>
                  <a:pt x="887486" y="68133"/>
                </a:cubicBezTo>
                <a:cubicBezTo>
                  <a:pt x="889404" y="63640"/>
                  <a:pt x="892060" y="59846"/>
                  <a:pt x="895454" y="56753"/>
                </a:cubicBezTo>
                <a:cubicBezTo>
                  <a:pt x="898847" y="53659"/>
                  <a:pt x="902923" y="51283"/>
                  <a:pt x="907681" y="49626"/>
                </a:cubicBezTo>
                <a:cubicBezTo>
                  <a:pt x="912439" y="47968"/>
                  <a:pt x="917622" y="47139"/>
                  <a:pt x="923228" y="47139"/>
                </a:cubicBezTo>
                <a:cubicBezTo>
                  <a:pt x="926253" y="47139"/>
                  <a:pt x="929075" y="47296"/>
                  <a:pt x="931693" y="47610"/>
                </a:cubicBezTo>
                <a:cubicBezTo>
                  <a:pt x="934312" y="47921"/>
                  <a:pt x="936765" y="48354"/>
                  <a:pt x="939052" y="48910"/>
                </a:cubicBezTo>
                <a:lnTo>
                  <a:pt x="969150" y="48910"/>
                </a:lnTo>
                <a:cubicBezTo>
                  <a:pt x="970405" y="48910"/>
                  <a:pt x="971345" y="49519"/>
                  <a:pt x="971972" y="50736"/>
                </a:cubicBezTo>
                <a:cubicBezTo>
                  <a:pt x="972599" y="51953"/>
                  <a:pt x="972913" y="53816"/>
                  <a:pt x="972913" y="56324"/>
                </a:cubicBezTo>
                <a:moveTo>
                  <a:pt x="944364" y="82605"/>
                </a:moveTo>
                <a:cubicBezTo>
                  <a:pt x="944364" y="75836"/>
                  <a:pt x="942501" y="70557"/>
                  <a:pt x="938775" y="66767"/>
                </a:cubicBezTo>
                <a:cubicBezTo>
                  <a:pt x="935050" y="62977"/>
                  <a:pt x="929757" y="61082"/>
                  <a:pt x="922896" y="61082"/>
                </a:cubicBezTo>
                <a:cubicBezTo>
                  <a:pt x="919355" y="61082"/>
                  <a:pt x="916275" y="61671"/>
                  <a:pt x="913656" y="62849"/>
                </a:cubicBezTo>
                <a:cubicBezTo>
                  <a:pt x="911038" y="64025"/>
                  <a:pt x="908861" y="65643"/>
                  <a:pt x="907128" y="67704"/>
                </a:cubicBezTo>
                <a:cubicBezTo>
                  <a:pt x="905394" y="69765"/>
                  <a:pt x="904103" y="72138"/>
                  <a:pt x="903255" y="74824"/>
                </a:cubicBezTo>
                <a:cubicBezTo>
                  <a:pt x="902406" y="77510"/>
                  <a:pt x="901982" y="80325"/>
                  <a:pt x="901982" y="83269"/>
                </a:cubicBezTo>
                <a:cubicBezTo>
                  <a:pt x="901982" y="89816"/>
                  <a:pt x="903845" y="94966"/>
                  <a:pt x="907570" y="98719"/>
                </a:cubicBezTo>
                <a:cubicBezTo>
                  <a:pt x="911296" y="102472"/>
                  <a:pt x="916515" y="104349"/>
                  <a:pt x="923228" y="104349"/>
                </a:cubicBezTo>
                <a:cubicBezTo>
                  <a:pt x="926843" y="104349"/>
                  <a:pt x="929978" y="103779"/>
                  <a:pt x="932634" y="102640"/>
                </a:cubicBezTo>
                <a:cubicBezTo>
                  <a:pt x="935290" y="101499"/>
                  <a:pt x="937484" y="99917"/>
                  <a:pt x="939218" y="97893"/>
                </a:cubicBezTo>
                <a:cubicBezTo>
                  <a:pt x="940952" y="95868"/>
                  <a:pt x="942243" y="93532"/>
                  <a:pt x="943091" y="90883"/>
                </a:cubicBezTo>
                <a:cubicBezTo>
                  <a:pt x="943939" y="88234"/>
                  <a:pt x="944364" y="85475"/>
                  <a:pt x="944364" y="82605"/>
                </a:cubicBezTo>
                <a:moveTo>
                  <a:pt x="953548" y="161544"/>
                </a:moveTo>
                <a:cubicBezTo>
                  <a:pt x="953548" y="157235"/>
                  <a:pt x="951796" y="153912"/>
                  <a:pt x="948292" y="151575"/>
                </a:cubicBezTo>
                <a:cubicBezTo>
                  <a:pt x="944788" y="149235"/>
                  <a:pt x="940048" y="147991"/>
                  <a:pt x="934072" y="147843"/>
                </a:cubicBezTo>
                <a:lnTo>
                  <a:pt x="908290" y="146951"/>
                </a:lnTo>
                <a:cubicBezTo>
                  <a:pt x="905929" y="148807"/>
                  <a:pt x="903993" y="150571"/>
                  <a:pt x="902480" y="152242"/>
                </a:cubicBezTo>
                <a:cubicBezTo>
                  <a:pt x="900968" y="153913"/>
                  <a:pt x="899769" y="155510"/>
                  <a:pt x="898884" y="157031"/>
                </a:cubicBezTo>
                <a:cubicBezTo>
                  <a:pt x="897999" y="158553"/>
                  <a:pt x="897390" y="160056"/>
                  <a:pt x="897058" y="161540"/>
                </a:cubicBezTo>
                <a:cubicBezTo>
                  <a:pt x="896726" y="163027"/>
                  <a:pt x="896560" y="164550"/>
                  <a:pt x="896560" y="166108"/>
                </a:cubicBezTo>
                <a:cubicBezTo>
                  <a:pt x="896560" y="170936"/>
                  <a:pt x="898995" y="174593"/>
                  <a:pt x="903863" y="177081"/>
                </a:cubicBezTo>
                <a:cubicBezTo>
                  <a:pt x="908732" y="179568"/>
                  <a:pt x="915519" y="180812"/>
                  <a:pt x="924224" y="180812"/>
                </a:cubicBezTo>
                <a:cubicBezTo>
                  <a:pt x="929757" y="180812"/>
                  <a:pt x="934386" y="180274"/>
                  <a:pt x="938111" y="179197"/>
                </a:cubicBezTo>
                <a:cubicBezTo>
                  <a:pt x="941837" y="178120"/>
                  <a:pt x="944843" y="176691"/>
                  <a:pt x="947130" y="174909"/>
                </a:cubicBezTo>
                <a:cubicBezTo>
                  <a:pt x="949417" y="173127"/>
                  <a:pt x="951058" y="171085"/>
                  <a:pt x="952054" y="168782"/>
                </a:cubicBezTo>
                <a:cubicBezTo>
                  <a:pt x="953050" y="166481"/>
                  <a:pt x="953548" y="164068"/>
                  <a:pt x="953548" y="161544"/>
                </a:cubicBezTo>
                <a:close/>
                <a:moveTo>
                  <a:pt x="1082209" y="151488"/>
                </a:moveTo>
                <a:cubicBezTo>
                  <a:pt x="1082209" y="152078"/>
                  <a:pt x="1082080" y="152576"/>
                  <a:pt x="1081821" y="152982"/>
                </a:cubicBezTo>
                <a:cubicBezTo>
                  <a:pt x="1081563" y="153388"/>
                  <a:pt x="1081102" y="153738"/>
                  <a:pt x="1080438" y="154033"/>
                </a:cubicBezTo>
                <a:cubicBezTo>
                  <a:pt x="1079774" y="154328"/>
                  <a:pt x="1078907" y="154550"/>
                  <a:pt x="1077838" y="154697"/>
                </a:cubicBezTo>
                <a:cubicBezTo>
                  <a:pt x="1076768" y="154845"/>
                  <a:pt x="1075459" y="154918"/>
                  <a:pt x="1073909" y="154918"/>
                </a:cubicBezTo>
                <a:cubicBezTo>
                  <a:pt x="1072213" y="154918"/>
                  <a:pt x="1070829" y="154845"/>
                  <a:pt x="1069760" y="154697"/>
                </a:cubicBezTo>
                <a:cubicBezTo>
                  <a:pt x="1068690" y="154550"/>
                  <a:pt x="1067842" y="154328"/>
                  <a:pt x="1067215" y="154033"/>
                </a:cubicBezTo>
                <a:cubicBezTo>
                  <a:pt x="1066588" y="153738"/>
                  <a:pt x="1066163" y="153388"/>
                  <a:pt x="1065942" y="152982"/>
                </a:cubicBezTo>
                <a:cubicBezTo>
                  <a:pt x="1065721" y="152576"/>
                  <a:pt x="1065610" y="152078"/>
                  <a:pt x="1065610" y="151488"/>
                </a:cubicBezTo>
                <a:lnTo>
                  <a:pt x="1065610" y="138320"/>
                </a:lnTo>
                <a:cubicBezTo>
                  <a:pt x="1059930" y="144630"/>
                  <a:pt x="1054323" y="149232"/>
                  <a:pt x="1048791" y="152128"/>
                </a:cubicBezTo>
                <a:cubicBezTo>
                  <a:pt x="1043258" y="155021"/>
                  <a:pt x="1037651" y="156468"/>
                  <a:pt x="1031971" y="156468"/>
                </a:cubicBezTo>
                <a:cubicBezTo>
                  <a:pt x="1025331" y="156468"/>
                  <a:pt x="1019743" y="155360"/>
                  <a:pt x="1015206" y="153144"/>
                </a:cubicBezTo>
                <a:cubicBezTo>
                  <a:pt x="1010670" y="150929"/>
                  <a:pt x="1006999" y="147921"/>
                  <a:pt x="1004196" y="144119"/>
                </a:cubicBezTo>
                <a:cubicBezTo>
                  <a:pt x="1001393" y="140315"/>
                  <a:pt x="999383" y="135884"/>
                  <a:pt x="998165" y="130827"/>
                </a:cubicBezTo>
                <a:cubicBezTo>
                  <a:pt x="996948" y="125766"/>
                  <a:pt x="996340" y="119618"/>
                  <a:pt x="996340" y="112382"/>
                </a:cubicBezTo>
                <a:lnTo>
                  <a:pt x="996340" y="51901"/>
                </a:lnTo>
                <a:cubicBezTo>
                  <a:pt x="996340" y="51311"/>
                  <a:pt x="996469" y="50813"/>
                  <a:pt x="996727" y="50407"/>
                </a:cubicBezTo>
                <a:cubicBezTo>
                  <a:pt x="996985" y="49999"/>
                  <a:pt x="997483" y="49629"/>
                  <a:pt x="998221" y="49297"/>
                </a:cubicBezTo>
                <a:cubicBezTo>
                  <a:pt x="998958" y="48965"/>
                  <a:pt x="999917" y="48744"/>
                  <a:pt x="1001098" y="48633"/>
                </a:cubicBezTo>
                <a:cubicBezTo>
                  <a:pt x="1002278" y="48523"/>
                  <a:pt x="1003754" y="48467"/>
                  <a:pt x="1005524" y="48467"/>
                </a:cubicBezTo>
                <a:cubicBezTo>
                  <a:pt x="1007295" y="48467"/>
                  <a:pt x="1008770" y="48523"/>
                  <a:pt x="1009950" y="48633"/>
                </a:cubicBezTo>
                <a:cubicBezTo>
                  <a:pt x="1011131" y="48744"/>
                  <a:pt x="1012071" y="48965"/>
                  <a:pt x="1012772" y="49297"/>
                </a:cubicBezTo>
                <a:cubicBezTo>
                  <a:pt x="1013473" y="49629"/>
                  <a:pt x="1013971" y="49999"/>
                  <a:pt x="1014266" y="50407"/>
                </a:cubicBezTo>
                <a:cubicBezTo>
                  <a:pt x="1014561" y="50813"/>
                  <a:pt x="1014708" y="51311"/>
                  <a:pt x="1014708" y="51901"/>
                </a:cubicBezTo>
                <a:lnTo>
                  <a:pt x="1014708" y="109954"/>
                </a:lnTo>
                <a:cubicBezTo>
                  <a:pt x="1014708" y="115789"/>
                  <a:pt x="1015133" y="120461"/>
                  <a:pt x="1015981" y="123969"/>
                </a:cubicBezTo>
                <a:cubicBezTo>
                  <a:pt x="1016829" y="127478"/>
                  <a:pt x="1018120" y="130470"/>
                  <a:pt x="1019854" y="132946"/>
                </a:cubicBezTo>
                <a:cubicBezTo>
                  <a:pt x="1021588" y="135420"/>
                  <a:pt x="1023782" y="137340"/>
                  <a:pt x="1026438" y="138707"/>
                </a:cubicBezTo>
                <a:cubicBezTo>
                  <a:pt x="1029094" y="140072"/>
                  <a:pt x="1032192" y="140754"/>
                  <a:pt x="1035733" y="140754"/>
                </a:cubicBezTo>
                <a:cubicBezTo>
                  <a:pt x="1040307" y="140754"/>
                  <a:pt x="1044862" y="139122"/>
                  <a:pt x="1049399" y="135858"/>
                </a:cubicBezTo>
                <a:cubicBezTo>
                  <a:pt x="1053936" y="132594"/>
                  <a:pt x="1058750" y="127808"/>
                  <a:pt x="1063840" y="121500"/>
                </a:cubicBezTo>
                <a:lnTo>
                  <a:pt x="1063840" y="51898"/>
                </a:lnTo>
                <a:cubicBezTo>
                  <a:pt x="1063840" y="51308"/>
                  <a:pt x="1063969" y="50810"/>
                  <a:pt x="1064227" y="50404"/>
                </a:cubicBezTo>
                <a:cubicBezTo>
                  <a:pt x="1064485" y="49998"/>
                  <a:pt x="1064983" y="49629"/>
                  <a:pt x="1065721" y="49297"/>
                </a:cubicBezTo>
                <a:cubicBezTo>
                  <a:pt x="1066459" y="48965"/>
                  <a:pt x="1067399" y="48744"/>
                  <a:pt x="1068543" y="48633"/>
                </a:cubicBezTo>
                <a:cubicBezTo>
                  <a:pt x="1069686" y="48523"/>
                  <a:pt x="1071180" y="48467"/>
                  <a:pt x="1073024" y="48467"/>
                </a:cubicBezTo>
                <a:cubicBezTo>
                  <a:pt x="1074795" y="48467"/>
                  <a:pt x="1076270" y="48523"/>
                  <a:pt x="1077450" y="48633"/>
                </a:cubicBezTo>
                <a:cubicBezTo>
                  <a:pt x="1078631" y="48744"/>
                  <a:pt x="1079553" y="48965"/>
                  <a:pt x="1080217" y="49297"/>
                </a:cubicBezTo>
                <a:cubicBezTo>
                  <a:pt x="1080881" y="49629"/>
                  <a:pt x="1081379" y="49998"/>
                  <a:pt x="1081711" y="50404"/>
                </a:cubicBezTo>
                <a:cubicBezTo>
                  <a:pt x="1082043" y="50810"/>
                  <a:pt x="1082209" y="51308"/>
                  <a:pt x="1082209" y="51898"/>
                </a:cubicBezTo>
                <a:lnTo>
                  <a:pt x="1082209" y="151488"/>
                </a:lnTo>
                <a:close/>
                <a:moveTo>
                  <a:pt x="1190895" y="151599"/>
                </a:moveTo>
                <a:cubicBezTo>
                  <a:pt x="1190895" y="152484"/>
                  <a:pt x="1190600" y="153148"/>
                  <a:pt x="1190010" y="153591"/>
                </a:cubicBezTo>
                <a:cubicBezTo>
                  <a:pt x="1189420" y="154033"/>
                  <a:pt x="1188608" y="154365"/>
                  <a:pt x="1187575" y="154586"/>
                </a:cubicBezTo>
                <a:cubicBezTo>
                  <a:pt x="1186543" y="154808"/>
                  <a:pt x="1185030" y="154918"/>
                  <a:pt x="1183038" y="154918"/>
                </a:cubicBezTo>
                <a:cubicBezTo>
                  <a:pt x="1181120" y="154918"/>
                  <a:pt x="1179590" y="154808"/>
                  <a:pt x="1178446" y="154586"/>
                </a:cubicBezTo>
                <a:cubicBezTo>
                  <a:pt x="1177303" y="154365"/>
                  <a:pt x="1176473" y="154033"/>
                  <a:pt x="1175956" y="153591"/>
                </a:cubicBezTo>
                <a:cubicBezTo>
                  <a:pt x="1175440" y="153148"/>
                  <a:pt x="1175182" y="152484"/>
                  <a:pt x="1175182" y="151599"/>
                </a:cubicBezTo>
                <a:lnTo>
                  <a:pt x="1175182" y="141640"/>
                </a:lnTo>
                <a:cubicBezTo>
                  <a:pt x="1170829" y="146287"/>
                  <a:pt x="1165979" y="149920"/>
                  <a:pt x="1160631" y="152539"/>
                </a:cubicBezTo>
                <a:cubicBezTo>
                  <a:pt x="1155282" y="155158"/>
                  <a:pt x="1149620" y="156468"/>
                  <a:pt x="1143645" y="156468"/>
                </a:cubicBezTo>
                <a:cubicBezTo>
                  <a:pt x="1138407" y="156468"/>
                  <a:pt x="1133667" y="155783"/>
                  <a:pt x="1129426" y="154414"/>
                </a:cubicBezTo>
                <a:cubicBezTo>
                  <a:pt x="1125184" y="153044"/>
                  <a:pt x="1121569" y="151064"/>
                  <a:pt x="1118581" y="148473"/>
                </a:cubicBezTo>
                <a:cubicBezTo>
                  <a:pt x="1115594" y="145881"/>
                  <a:pt x="1113270" y="142699"/>
                  <a:pt x="1111610" y="138925"/>
                </a:cubicBezTo>
                <a:cubicBezTo>
                  <a:pt x="1109950" y="135149"/>
                  <a:pt x="1109120" y="130854"/>
                  <a:pt x="1109120" y="126041"/>
                </a:cubicBezTo>
                <a:cubicBezTo>
                  <a:pt x="1109120" y="120416"/>
                  <a:pt x="1110264" y="115531"/>
                  <a:pt x="1112551" y="111386"/>
                </a:cubicBezTo>
                <a:cubicBezTo>
                  <a:pt x="1114837" y="107238"/>
                  <a:pt x="1118120" y="103795"/>
                  <a:pt x="1122399" y="101057"/>
                </a:cubicBezTo>
                <a:cubicBezTo>
                  <a:pt x="1126678" y="98318"/>
                  <a:pt x="1131915" y="96264"/>
                  <a:pt x="1138112" y="94894"/>
                </a:cubicBezTo>
                <a:cubicBezTo>
                  <a:pt x="1144309" y="93525"/>
                  <a:pt x="1151280" y="92840"/>
                  <a:pt x="1159026" y="92840"/>
                </a:cubicBezTo>
                <a:lnTo>
                  <a:pt x="1172747" y="92840"/>
                </a:lnTo>
                <a:lnTo>
                  <a:pt x="1172747" y="85122"/>
                </a:lnTo>
                <a:cubicBezTo>
                  <a:pt x="1172747" y="81300"/>
                  <a:pt x="1172342" y="77919"/>
                  <a:pt x="1171530" y="74980"/>
                </a:cubicBezTo>
                <a:cubicBezTo>
                  <a:pt x="1170719" y="72038"/>
                  <a:pt x="1169409" y="69593"/>
                  <a:pt x="1167602" y="67645"/>
                </a:cubicBezTo>
                <a:cubicBezTo>
                  <a:pt x="1165795" y="65697"/>
                  <a:pt x="1163452" y="64228"/>
                  <a:pt x="1160575" y="63236"/>
                </a:cubicBezTo>
                <a:cubicBezTo>
                  <a:pt x="1157698" y="62243"/>
                  <a:pt x="1154157" y="61746"/>
                  <a:pt x="1149952" y="61746"/>
                </a:cubicBezTo>
                <a:cubicBezTo>
                  <a:pt x="1145452" y="61746"/>
                  <a:pt x="1141413" y="62275"/>
                  <a:pt x="1137835" y="63333"/>
                </a:cubicBezTo>
                <a:cubicBezTo>
                  <a:pt x="1134258" y="64391"/>
                  <a:pt x="1131122" y="65559"/>
                  <a:pt x="1128430" y="66836"/>
                </a:cubicBezTo>
                <a:cubicBezTo>
                  <a:pt x="1125737" y="68113"/>
                  <a:pt x="1123487" y="69281"/>
                  <a:pt x="1121680" y="70339"/>
                </a:cubicBezTo>
                <a:cubicBezTo>
                  <a:pt x="1119872" y="71397"/>
                  <a:pt x="1118526" y="71926"/>
                  <a:pt x="1117641" y="71926"/>
                </a:cubicBezTo>
                <a:cubicBezTo>
                  <a:pt x="1117051" y="71926"/>
                  <a:pt x="1116534" y="71779"/>
                  <a:pt x="1116092" y="71484"/>
                </a:cubicBezTo>
                <a:cubicBezTo>
                  <a:pt x="1115649" y="71189"/>
                  <a:pt x="1115262" y="70746"/>
                  <a:pt x="1114930" y="70156"/>
                </a:cubicBezTo>
                <a:cubicBezTo>
                  <a:pt x="1114598" y="69566"/>
                  <a:pt x="1114358" y="68810"/>
                  <a:pt x="1114210" y="67887"/>
                </a:cubicBezTo>
                <a:cubicBezTo>
                  <a:pt x="1114063" y="66965"/>
                  <a:pt x="1113989" y="65951"/>
                  <a:pt x="1113989" y="64844"/>
                </a:cubicBezTo>
                <a:cubicBezTo>
                  <a:pt x="1113989" y="63000"/>
                  <a:pt x="1114118" y="61543"/>
                  <a:pt x="1114376" y="60474"/>
                </a:cubicBezTo>
                <a:cubicBezTo>
                  <a:pt x="1114635" y="59404"/>
                  <a:pt x="1115262" y="58389"/>
                  <a:pt x="1116258" y="57430"/>
                </a:cubicBezTo>
                <a:cubicBezTo>
                  <a:pt x="1117253" y="56471"/>
                  <a:pt x="1118969" y="55355"/>
                  <a:pt x="1121403" y="54080"/>
                </a:cubicBezTo>
                <a:cubicBezTo>
                  <a:pt x="1123838" y="52803"/>
                  <a:pt x="1126641" y="51636"/>
                  <a:pt x="1129813" y="50580"/>
                </a:cubicBezTo>
                <a:cubicBezTo>
                  <a:pt x="1132985" y="49524"/>
                  <a:pt x="1136452" y="48651"/>
                  <a:pt x="1140215" y="47959"/>
                </a:cubicBezTo>
                <a:cubicBezTo>
                  <a:pt x="1143977" y="47265"/>
                  <a:pt x="1147776" y="46918"/>
                  <a:pt x="1151612" y="46918"/>
                </a:cubicBezTo>
                <a:cubicBezTo>
                  <a:pt x="1158768" y="46918"/>
                  <a:pt x="1164854" y="47730"/>
                  <a:pt x="1169870" y="49353"/>
                </a:cubicBezTo>
                <a:cubicBezTo>
                  <a:pt x="1174887" y="50976"/>
                  <a:pt x="1178944" y="53355"/>
                  <a:pt x="1182043" y="56490"/>
                </a:cubicBezTo>
                <a:cubicBezTo>
                  <a:pt x="1185141" y="59625"/>
                  <a:pt x="1187391" y="63517"/>
                  <a:pt x="1188793" y="68164"/>
                </a:cubicBezTo>
                <a:cubicBezTo>
                  <a:pt x="1190194" y="72812"/>
                  <a:pt x="1190895" y="78234"/>
                  <a:pt x="1190895" y="84431"/>
                </a:cubicBezTo>
                <a:lnTo>
                  <a:pt x="1190895" y="151599"/>
                </a:lnTo>
                <a:moveTo>
                  <a:pt x="1172747" y="106008"/>
                </a:moveTo>
                <a:lnTo>
                  <a:pt x="1157145" y="106008"/>
                </a:lnTo>
                <a:cubicBezTo>
                  <a:pt x="1152129" y="106008"/>
                  <a:pt x="1147776" y="106436"/>
                  <a:pt x="1144088" y="107291"/>
                </a:cubicBezTo>
                <a:cubicBezTo>
                  <a:pt x="1140399" y="108144"/>
                  <a:pt x="1137338" y="109405"/>
                  <a:pt x="1134903" y="111074"/>
                </a:cubicBezTo>
                <a:cubicBezTo>
                  <a:pt x="1132469" y="112743"/>
                  <a:pt x="1130680" y="114748"/>
                  <a:pt x="1129536" y="117088"/>
                </a:cubicBezTo>
                <a:cubicBezTo>
                  <a:pt x="1128393" y="119425"/>
                  <a:pt x="1127821" y="122116"/>
                  <a:pt x="1127821" y="125159"/>
                </a:cubicBezTo>
                <a:cubicBezTo>
                  <a:pt x="1127821" y="130355"/>
                  <a:pt x="1129463" y="134493"/>
                  <a:pt x="1132745" y="137573"/>
                </a:cubicBezTo>
                <a:cubicBezTo>
                  <a:pt x="1136028" y="140653"/>
                  <a:pt x="1140620" y="142193"/>
                  <a:pt x="1146522" y="142193"/>
                </a:cubicBezTo>
                <a:cubicBezTo>
                  <a:pt x="1151317" y="142193"/>
                  <a:pt x="1155762" y="140969"/>
                  <a:pt x="1159856" y="138521"/>
                </a:cubicBezTo>
                <a:cubicBezTo>
                  <a:pt x="1163950" y="136070"/>
                  <a:pt x="1168247" y="132322"/>
                  <a:pt x="1172747" y="127275"/>
                </a:cubicBezTo>
                <a:lnTo>
                  <a:pt x="1172747" y="106008"/>
                </a:lnTo>
                <a:close/>
                <a:moveTo>
                  <a:pt x="1307636" y="56324"/>
                </a:moveTo>
                <a:cubicBezTo>
                  <a:pt x="1307636" y="58906"/>
                  <a:pt x="1307286" y="60769"/>
                  <a:pt x="1306585" y="61912"/>
                </a:cubicBezTo>
                <a:cubicBezTo>
                  <a:pt x="1305884" y="63055"/>
                  <a:pt x="1304980" y="63627"/>
                  <a:pt x="1303874" y="63627"/>
                </a:cubicBezTo>
                <a:lnTo>
                  <a:pt x="1289599" y="63627"/>
                </a:lnTo>
                <a:cubicBezTo>
                  <a:pt x="1292181" y="66290"/>
                  <a:pt x="1293988" y="69231"/>
                  <a:pt x="1295021" y="72452"/>
                </a:cubicBezTo>
                <a:cubicBezTo>
                  <a:pt x="1296054" y="75670"/>
                  <a:pt x="1296570" y="79018"/>
                  <a:pt x="1296570" y="82494"/>
                </a:cubicBezTo>
                <a:cubicBezTo>
                  <a:pt x="1296570" y="88239"/>
                  <a:pt x="1295648" y="93321"/>
                  <a:pt x="1293804" y="97740"/>
                </a:cubicBezTo>
                <a:cubicBezTo>
                  <a:pt x="1291960" y="102160"/>
                  <a:pt x="1289322" y="105898"/>
                  <a:pt x="1285892" y="108955"/>
                </a:cubicBezTo>
                <a:cubicBezTo>
                  <a:pt x="1282462" y="112012"/>
                  <a:pt x="1278386" y="114350"/>
                  <a:pt x="1273665" y="115971"/>
                </a:cubicBezTo>
                <a:cubicBezTo>
                  <a:pt x="1268943" y="117592"/>
                  <a:pt x="1263706" y="118402"/>
                  <a:pt x="1257951" y="118402"/>
                </a:cubicBezTo>
                <a:cubicBezTo>
                  <a:pt x="1253894" y="118402"/>
                  <a:pt x="1250040" y="117868"/>
                  <a:pt x="1246388" y="116801"/>
                </a:cubicBezTo>
                <a:cubicBezTo>
                  <a:pt x="1242736" y="115733"/>
                  <a:pt x="1239915" y="114389"/>
                  <a:pt x="1237923" y="112769"/>
                </a:cubicBezTo>
                <a:cubicBezTo>
                  <a:pt x="1236595" y="114097"/>
                  <a:pt x="1235507" y="115609"/>
                  <a:pt x="1234658" y="117306"/>
                </a:cubicBezTo>
                <a:cubicBezTo>
                  <a:pt x="1233810" y="119000"/>
                  <a:pt x="1233386" y="120953"/>
                  <a:pt x="1233386" y="123164"/>
                </a:cubicBezTo>
                <a:cubicBezTo>
                  <a:pt x="1233386" y="125746"/>
                  <a:pt x="1234585" y="127885"/>
                  <a:pt x="1236982" y="129582"/>
                </a:cubicBezTo>
                <a:cubicBezTo>
                  <a:pt x="1239380" y="131276"/>
                  <a:pt x="1242570" y="132197"/>
                  <a:pt x="1246554" y="132345"/>
                </a:cubicBezTo>
                <a:lnTo>
                  <a:pt x="1272558" y="133455"/>
                </a:lnTo>
                <a:cubicBezTo>
                  <a:pt x="1277501" y="133602"/>
                  <a:pt x="1282038" y="134287"/>
                  <a:pt x="1286169" y="135509"/>
                </a:cubicBezTo>
                <a:cubicBezTo>
                  <a:pt x="1290300" y="136730"/>
                  <a:pt x="1293878" y="138471"/>
                  <a:pt x="1296902" y="140730"/>
                </a:cubicBezTo>
                <a:cubicBezTo>
                  <a:pt x="1299927" y="142987"/>
                  <a:pt x="1302288" y="145763"/>
                  <a:pt x="1303984" y="149057"/>
                </a:cubicBezTo>
                <a:cubicBezTo>
                  <a:pt x="1305681" y="152351"/>
                  <a:pt x="1306529" y="156183"/>
                  <a:pt x="1306529" y="160551"/>
                </a:cubicBezTo>
                <a:cubicBezTo>
                  <a:pt x="1306529" y="165141"/>
                  <a:pt x="1305570" y="169509"/>
                  <a:pt x="1303652" y="173654"/>
                </a:cubicBezTo>
                <a:cubicBezTo>
                  <a:pt x="1301734" y="177801"/>
                  <a:pt x="1298802" y="181447"/>
                  <a:pt x="1294855" y="184591"/>
                </a:cubicBezTo>
                <a:cubicBezTo>
                  <a:pt x="1290909" y="187738"/>
                  <a:pt x="1285874" y="190219"/>
                  <a:pt x="1279751" y="192033"/>
                </a:cubicBezTo>
                <a:cubicBezTo>
                  <a:pt x="1273628" y="193847"/>
                  <a:pt x="1266398" y="194755"/>
                  <a:pt x="1258062" y="194755"/>
                </a:cubicBezTo>
                <a:cubicBezTo>
                  <a:pt x="1250021" y="194755"/>
                  <a:pt x="1243179" y="194071"/>
                  <a:pt x="1237535" y="192704"/>
                </a:cubicBezTo>
                <a:cubicBezTo>
                  <a:pt x="1231892" y="191339"/>
                  <a:pt x="1227263" y="189475"/>
                  <a:pt x="1223648" y="187112"/>
                </a:cubicBezTo>
                <a:cubicBezTo>
                  <a:pt x="1220033" y="184752"/>
                  <a:pt x="1217414" y="181929"/>
                  <a:pt x="1215792" y="178644"/>
                </a:cubicBezTo>
                <a:cubicBezTo>
                  <a:pt x="1214169" y="175359"/>
                  <a:pt x="1213357" y="171796"/>
                  <a:pt x="1213357" y="167955"/>
                </a:cubicBezTo>
                <a:cubicBezTo>
                  <a:pt x="1213357" y="165521"/>
                  <a:pt x="1213652" y="163159"/>
                  <a:pt x="1214242" y="160870"/>
                </a:cubicBezTo>
                <a:cubicBezTo>
                  <a:pt x="1214833" y="158580"/>
                  <a:pt x="1215736" y="156402"/>
                  <a:pt x="1216953" y="154334"/>
                </a:cubicBezTo>
                <a:cubicBezTo>
                  <a:pt x="1218171" y="152268"/>
                  <a:pt x="1219683" y="150295"/>
                  <a:pt x="1221490" y="148414"/>
                </a:cubicBezTo>
                <a:cubicBezTo>
                  <a:pt x="1223298" y="146530"/>
                  <a:pt x="1225382" y="144665"/>
                  <a:pt x="1227742" y="142819"/>
                </a:cubicBezTo>
                <a:cubicBezTo>
                  <a:pt x="1224128" y="140968"/>
                  <a:pt x="1221453" y="138635"/>
                  <a:pt x="1219720" y="135820"/>
                </a:cubicBezTo>
                <a:cubicBezTo>
                  <a:pt x="1217986" y="133003"/>
                  <a:pt x="1217119" y="129964"/>
                  <a:pt x="1217119" y="126705"/>
                </a:cubicBezTo>
                <a:cubicBezTo>
                  <a:pt x="1217119" y="122186"/>
                  <a:pt x="1218042" y="118148"/>
                  <a:pt x="1219886" y="114591"/>
                </a:cubicBezTo>
                <a:cubicBezTo>
                  <a:pt x="1221730" y="111034"/>
                  <a:pt x="1224017" y="107848"/>
                  <a:pt x="1226746" y="105033"/>
                </a:cubicBezTo>
                <a:cubicBezTo>
                  <a:pt x="1224460" y="102308"/>
                  <a:pt x="1222652" y="99233"/>
                  <a:pt x="1221324" y="95807"/>
                </a:cubicBezTo>
                <a:cubicBezTo>
                  <a:pt x="1219996" y="92382"/>
                  <a:pt x="1219333" y="88239"/>
                  <a:pt x="1219333" y="83379"/>
                </a:cubicBezTo>
                <a:cubicBezTo>
                  <a:pt x="1219333" y="77708"/>
                  <a:pt x="1220292" y="72626"/>
                  <a:pt x="1222210" y="68133"/>
                </a:cubicBezTo>
                <a:cubicBezTo>
                  <a:pt x="1224128" y="63640"/>
                  <a:pt x="1226783" y="59846"/>
                  <a:pt x="1230177" y="56753"/>
                </a:cubicBezTo>
                <a:cubicBezTo>
                  <a:pt x="1233570" y="53659"/>
                  <a:pt x="1237646" y="51283"/>
                  <a:pt x="1242404" y="49626"/>
                </a:cubicBezTo>
                <a:cubicBezTo>
                  <a:pt x="1247163" y="47968"/>
                  <a:pt x="1252345" y="47139"/>
                  <a:pt x="1257951" y="47139"/>
                </a:cubicBezTo>
                <a:cubicBezTo>
                  <a:pt x="1260976" y="47139"/>
                  <a:pt x="1263798" y="47296"/>
                  <a:pt x="1266417" y="47610"/>
                </a:cubicBezTo>
                <a:cubicBezTo>
                  <a:pt x="1269036" y="47921"/>
                  <a:pt x="1271488" y="48354"/>
                  <a:pt x="1273775" y="48910"/>
                </a:cubicBezTo>
                <a:lnTo>
                  <a:pt x="1303874" y="48910"/>
                </a:lnTo>
                <a:cubicBezTo>
                  <a:pt x="1305128" y="48910"/>
                  <a:pt x="1306068" y="49519"/>
                  <a:pt x="1306695" y="50736"/>
                </a:cubicBezTo>
                <a:cubicBezTo>
                  <a:pt x="1307322" y="51953"/>
                  <a:pt x="1307636" y="53816"/>
                  <a:pt x="1307636" y="56324"/>
                </a:cubicBezTo>
                <a:moveTo>
                  <a:pt x="1279087" y="82605"/>
                </a:moveTo>
                <a:cubicBezTo>
                  <a:pt x="1279087" y="75836"/>
                  <a:pt x="1277224" y="70557"/>
                  <a:pt x="1273499" y="66767"/>
                </a:cubicBezTo>
                <a:cubicBezTo>
                  <a:pt x="1269773" y="62977"/>
                  <a:pt x="1264480" y="61082"/>
                  <a:pt x="1257620" y="61082"/>
                </a:cubicBezTo>
                <a:cubicBezTo>
                  <a:pt x="1254079" y="61082"/>
                  <a:pt x="1250999" y="61671"/>
                  <a:pt x="1248380" y="62849"/>
                </a:cubicBezTo>
                <a:cubicBezTo>
                  <a:pt x="1245761" y="64025"/>
                  <a:pt x="1243585" y="65643"/>
                  <a:pt x="1241851" y="67704"/>
                </a:cubicBezTo>
                <a:cubicBezTo>
                  <a:pt x="1240117" y="69765"/>
                  <a:pt x="1238826" y="72138"/>
                  <a:pt x="1237978" y="74824"/>
                </a:cubicBezTo>
                <a:cubicBezTo>
                  <a:pt x="1237130" y="77510"/>
                  <a:pt x="1236706" y="80325"/>
                  <a:pt x="1236706" y="83269"/>
                </a:cubicBezTo>
                <a:cubicBezTo>
                  <a:pt x="1236706" y="89816"/>
                  <a:pt x="1238568" y="94966"/>
                  <a:pt x="1242294" y="98719"/>
                </a:cubicBezTo>
                <a:cubicBezTo>
                  <a:pt x="1246019" y="102472"/>
                  <a:pt x="1251238" y="104349"/>
                  <a:pt x="1257951" y="104349"/>
                </a:cubicBezTo>
                <a:cubicBezTo>
                  <a:pt x="1261566" y="104349"/>
                  <a:pt x="1264701" y="103779"/>
                  <a:pt x="1267357" y="102640"/>
                </a:cubicBezTo>
                <a:cubicBezTo>
                  <a:pt x="1270013" y="101499"/>
                  <a:pt x="1272208" y="99917"/>
                  <a:pt x="1273941" y="97893"/>
                </a:cubicBezTo>
                <a:cubicBezTo>
                  <a:pt x="1275675" y="95868"/>
                  <a:pt x="1276966" y="93532"/>
                  <a:pt x="1277814" y="90883"/>
                </a:cubicBezTo>
                <a:cubicBezTo>
                  <a:pt x="1278663" y="88234"/>
                  <a:pt x="1279087" y="85475"/>
                  <a:pt x="1279087" y="82605"/>
                </a:cubicBezTo>
                <a:moveTo>
                  <a:pt x="1288271" y="161544"/>
                </a:moveTo>
                <a:cubicBezTo>
                  <a:pt x="1288271" y="157235"/>
                  <a:pt x="1286519" y="153912"/>
                  <a:pt x="1283015" y="151575"/>
                </a:cubicBezTo>
                <a:cubicBezTo>
                  <a:pt x="1279511" y="149235"/>
                  <a:pt x="1274771" y="147991"/>
                  <a:pt x="1268796" y="147843"/>
                </a:cubicBezTo>
                <a:lnTo>
                  <a:pt x="1243013" y="146951"/>
                </a:lnTo>
                <a:cubicBezTo>
                  <a:pt x="1240652" y="148807"/>
                  <a:pt x="1238716" y="150571"/>
                  <a:pt x="1237203" y="152242"/>
                </a:cubicBezTo>
                <a:cubicBezTo>
                  <a:pt x="1235691" y="153913"/>
                  <a:pt x="1234492" y="155510"/>
                  <a:pt x="1233607" y="157031"/>
                </a:cubicBezTo>
                <a:cubicBezTo>
                  <a:pt x="1232722" y="158553"/>
                  <a:pt x="1232113" y="160056"/>
                  <a:pt x="1231781" y="161540"/>
                </a:cubicBezTo>
                <a:cubicBezTo>
                  <a:pt x="1231449" y="163027"/>
                  <a:pt x="1231283" y="164550"/>
                  <a:pt x="1231283" y="166108"/>
                </a:cubicBezTo>
                <a:cubicBezTo>
                  <a:pt x="1231283" y="170936"/>
                  <a:pt x="1233718" y="174593"/>
                  <a:pt x="1238587" y="177081"/>
                </a:cubicBezTo>
                <a:cubicBezTo>
                  <a:pt x="1243456" y="179568"/>
                  <a:pt x="1250242" y="180812"/>
                  <a:pt x="1258947" y="180812"/>
                </a:cubicBezTo>
                <a:cubicBezTo>
                  <a:pt x="1264480" y="180812"/>
                  <a:pt x="1269109" y="180274"/>
                  <a:pt x="1272835" y="179197"/>
                </a:cubicBezTo>
                <a:cubicBezTo>
                  <a:pt x="1276560" y="178120"/>
                  <a:pt x="1279566" y="176691"/>
                  <a:pt x="1281853" y="174909"/>
                </a:cubicBezTo>
                <a:cubicBezTo>
                  <a:pt x="1284140" y="173127"/>
                  <a:pt x="1285781" y="171085"/>
                  <a:pt x="1286777" y="168782"/>
                </a:cubicBezTo>
                <a:cubicBezTo>
                  <a:pt x="1287773" y="166481"/>
                  <a:pt x="1288271" y="164068"/>
                  <a:pt x="1288271" y="161544"/>
                </a:cubicBezTo>
                <a:close/>
                <a:moveTo>
                  <a:pt x="1416146" y="97377"/>
                </a:moveTo>
                <a:cubicBezTo>
                  <a:pt x="1416146" y="100254"/>
                  <a:pt x="1415427" y="102301"/>
                  <a:pt x="1413988" y="103519"/>
                </a:cubicBezTo>
                <a:cubicBezTo>
                  <a:pt x="1412550" y="104736"/>
                  <a:pt x="1410908" y="105345"/>
                  <a:pt x="1409064" y="105345"/>
                </a:cubicBezTo>
                <a:lnTo>
                  <a:pt x="1343777" y="105345"/>
                </a:lnTo>
                <a:cubicBezTo>
                  <a:pt x="1343777" y="110893"/>
                  <a:pt x="1344330" y="115888"/>
                  <a:pt x="1345437" y="120328"/>
                </a:cubicBezTo>
                <a:cubicBezTo>
                  <a:pt x="1346543" y="124768"/>
                  <a:pt x="1348387" y="128579"/>
                  <a:pt x="1350969" y="131760"/>
                </a:cubicBezTo>
                <a:cubicBezTo>
                  <a:pt x="1353551" y="134942"/>
                  <a:pt x="1356908" y="137384"/>
                  <a:pt x="1361039" y="139088"/>
                </a:cubicBezTo>
                <a:cubicBezTo>
                  <a:pt x="1365170" y="140789"/>
                  <a:pt x="1370224" y="141640"/>
                  <a:pt x="1376199" y="141640"/>
                </a:cubicBezTo>
                <a:cubicBezTo>
                  <a:pt x="1380920" y="141640"/>
                  <a:pt x="1385125" y="141252"/>
                  <a:pt x="1388814" y="140478"/>
                </a:cubicBezTo>
                <a:cubicBezTo>
                  <a:pt x="1392502" y="139703"/>
                  <a:pt x="1395693" y="138836"/>
                  <a:pt x="1398386" y="137877"/>
                </a:cubicBezTo>
                <a:cubicBezTo>
                  <a:pt x="1401078" y="136918"/>
                  <a:pt x="1403291" y="136052"/>
                  <a:pt x="1405025" y="135277"/>
                </a:cubicBezTo>
                <a:cubicBezTo>
                  <a:pt x="1406759" y="134502"/>
                  <a:pt x="1408068" y="134115"/>
                  <a:pt x="1408953" y="134115"/>
                </a:cubicBezTo>
                <a:cubicBezTo>
                  <a:pt x="1409470" y="134115"/>
                  <a:pt x="1409931" y="134244"/>
                  <a:pt x="1410336" y="134502"/>
                </a:cubicBezTo>
                <a:cubicBezTo>
                  <a:pt x="1410742" y="134761"/>
                  <a:pt x="1411056" y="135148"/>
                  <a:pt x="1411277" y="135664"/>
                </a:cubicBezTo>
                <a:cubicBezTo>
                  <a:pt x="1411498" y="136181"/>
                  <a:pt x="1411664" y="136900"/>
                  <a:pt x="1411775" y="137822"/>
                </a:cubicBezTo>
                <a:cubicBezTo>
                  <a:pt x="1411886" y="138744"/>
                  <a:pt x="1411941" y="139869"/>
                  <a:pt x="1411941" y="141197"/>
                </a:cubicBezTo>
                <a:cubicBezTo>
                  <a:pt x="1411941" y="142156"/>
                  <a:pt x="1411904" y="142986"/>
                  <a:pt x="1411830" y="143687"/>
                </a:cubicBezTo>
                <a:cubicBezTo>
                  <a:pt x="1411756" y="144388"/>
                  <a:pt x="1411664" y="145015"/>
                  <a:pt x="1411554" y="145568"/>
                </a:cubicBezTo>
                <a:cubicBezTo>
                  <a:pt x="1411443" y="146121"/>
                  <a:pt x="1411259" y="146619"/>
                  <a:pt x="1411000" y="147062"/>
                </a:cubicBezTo>
                <a:cubicBezTo>
                  <a:pt x="1410742" y="147504"/>
                  <a:pt x="1410410" y="147929"/>
                  <a:pt x="1410004" y="148334"/>
                </a:cubicBezTo>
                <a:cubicBezTo>
                  <a:pt x="1409599" y="148740"/>
                  <a:pt x="1408400" y="149404"/>
                  <a:pt x="1406408" y="150326"/>
                </a:cubicBezTo>
                <a:cubicBezTo>
                  <a:pt x="1404416" y="151248"/>
                  <a:pt x="1401834" y="152152"/>
                  <a:pt x="1398662" y="153037"/>
                </a:cubicBezTo>
                <a:cubicBezTo>
                  <a:pt x="1395490" y="153922"/>
                  <a:pt x="1391820" y="154716"/>
                  <a:pt x="1387652" y="155416"/>
                </a:cubicBezTo>
                <a:cubicBezTo>
                  <a:pt x="1383484" y="156117"/>
                  <a:pt x="1379039" y="156468"/>
                  <a:pt x="1374318" y="156468"/>
                </a:cubicBezTo>
                <a:cubicBezTo>
                  <a:pt x="1366129" y="156468"/>
                  <a:pt x="1358955" y="155323"/>
                  <a:pt x="1352795" y="153034"/>
                </a:cubicBezTo>
                <a:cubicBezTo>
                  <a:pt x="1346635" y="150745"/>
                  <a:pt x="1341453" y="147348"/>
                  <a:pt x="1337248" y="142843"/>
                </a:cubicBezTo>
                <a:cubicBezTo>
                  <a:pt x="1333043" y="138338"/>
                  <a:pt x="1329871" y="132689"/>
                  <a:pt x="1327732" y="125895"/>
                </a:cubicBezTo>
                <a:cubicBezTo>
                  <a:pt x="1325592" y="119102"/>
                  <a:pt x="1324523" y="111200"/>
                  <a:pt x="1324523" y="102191"/>
                </a:cubicBezTo>
                <a:cubicBezTo>
                  <a:pt x="1324523" y="93624"/>
                  <a:pt x="1325629" y="85926"/>
                  <a:pt x="1327842" y="79095"/>
                </a:cubicBezTo>
                <a:cubicBezTo>
                  <a:pt x="1330055" y="72264"/>
                  <a:pt x="1333246" y="66467"/>
                  <a:pt x="1337414" y="61705"/>
                </a:cubicBezTo>
                <a:cubicBezTo>
                  <a:pt x="1341582" y="56942"/>
                  <a:pt x="1346617" y="53287"/>
                  <a:pt x="1352519" y="50739"/>
                </a:cubicBezTo>
                <a:cubicBezTo>
                  <a:pt x="1358420" y="48192"/>
                  <a:pt x="1365023" y="46918"/>
                  <a:pt x="1372326" y="46918"/>
                </a:cubicBezTo>
                <a:cubicBezTo>
                  <a:pt x="1380146" y="46918"/>
                  <a:pt x="1386804" y="48172"/>
                  <a:pt x="1392299" y="50680"/>
                </a:cubicBezTo>
                <a:cubicBezTo>
                  <a:pt x="1397795" y="53189"/>
                  <a:pt x="1402314" y="56564"/>
                  <a:pt x="1405855" y="60805"/>
                </a:cubicBezTo>
                <a:cubicBezTo>
                  <a:pt x="1409396" y="65047"/>
                  <a:pt x="1411996" y="70027"/>
                  <a:pt x="1413656" y="75744"/>
                </a:cubicBezTo>
                <a:cubicBezTo>
                  <a:pt x="1415316" y="81461"/>
                  <a:pt x="1416146" y="87566"/>
                  <a:pt x="1416146" y="94058"/>
                </a:cubicBezTo>
                <a:lnTo>
                  <a:pt x="1416146" y="97377"/>
                </a:lnTo>
                <a:moveTo>
                  <a:pt x="1397777" y="91955"/>
                </a:moveTo>
                <a:cubicBezTo>
                  <a:pt x="1397998" y="82365"/>
                  <a:pt x="1395877" y="74840"/>
                  <a:pt x="1391414" y="69381"/>
                </a:cubicBezTo>
                <a:cubicBezTo>
                  <a:pt x="1386951" y="63922"/>
                  <a:pt x="1380330" y="61193"/>
                  <a:pt x="1371551" y="61193"/>
                </a:cubicBezTo>
                <a:cubicBezTo>
                  <a:pt x="1367051" y="61193"/>
                  <a:pt x="1363105" y="62041"/>
                  <a:pt x="1359711" y="63738"/>
                </a:cubicBezTo>
                <a:cubicBezTo>
                  <a:pt x="1356318" y="65435"/>
                  <a:pt x="1353478" y="67685"/>
                  <a:pt x="1351191" y="70488"/>
                </a:cubicBezTo>
                <a:cubicBezTo>
                  <a:pt x="1348904" y="73291"/>
                  <a:pt x="1347133" y="76556"/>
                  <a:pt x="1345879" y="80281"/>
                </a:cubicBezTo>
                <a:cubicBezTo>
                  <a:pt x="1344625" y="84006"/>
                  <a:pt x="1343924" y="87898"/>
                  <a:pt x="1343777" y="91955"/>
                </a:cubicBezTo>
                <a:lnTo>
                  <a:pt x="1397777" y="91955"/>
                </a:lnTo>
                <a:close/>
                <a:moveTo>
                  <a:pt x="1650088" y="151377"/>
                </a:moveTo>
                <a:cubicBezTo>
                  <a:pt x="1650088" y="151968"/>
                  <a:pt x="1649940" y="152484"/>
                  <a:pt x="1649645" y="152927"/>
                </a:cubicBezTo>
                <a:cubicBezTo>
                  <a:pt x="1649350" y="153369"/>
                  <a:pt x="1648834" y="153720"/>
                  <a:pt x="1648096" y="153978"/>
                </a:cubicBezTo>
                <a:cubicBezTo>
                  <a:pt x="1647358" y="154236"/>
                  <a:pt x="1646418" y="154457"/>
                  <a:pt x="1645274" y="154642"/>
                </a:cubicBezTo>
                <a:cubicBezTo>
                  <a:pt x="1644131" y="154826"/>
                  <a:pt x="1642637" y="154918"/>
                  <a:pt x="1640793" y="154918"/>
                </a:cubicBezTo>
                <a:cubicBezTo>
                  <a:pt x="1639096" y="154918"/>
                  <a:pt x="1637639" y="154826"/>
                  <a:pt x="1636422" y="154642"/>
                </a:cubicBezTo>
                <a:cubicBezTo>
                  <a:pt x="1635205" y="154457"/>
                  <a:pt x="1634246" y="154236"/>
                  <a:pt x="1633545" y="153978"/>
                </a:cubicBezTo>
                <a:cubicBezTo>
                  <a:pt x="1632844" y="153720"/>
                  <a:pt x="1632346" y="153369"/>
                  <a:pt x="1632051" y="152927"/>
                </a:cubicBezTo>
                <a:cubicBezTo>
                  <a:pt x="1631756" y="152484"/>
                  <a:pt x="1631608" y="151968"/>
                  <a:pt x="1631608" y="151377"/>
                </a:cubicBezTo>
                <a:lnTo>
                  <a:pt x="1631608" y="26668"/>
                </a:lnTo>
                <a:lnTo>
                  <a:pt x="1631387" y="26668"/>
                </a:lnTo>
                <a:lnTo>
                  <a:pt x="1580375" y="151931"/>
                </a:lnTo>
                <a:cubicBezTo>
                  <a:pt x="1580153" y="152447"/>
                  <a:pt x="1579840" y="152890"/>
                  <a:pt x="1579434" y="153259"/>
                </a:cubicBezTo>
                <a:cubicBezTo>
                  <a:pt x="1579028" y="153627"/>
                  <a:pt x="1578438" y="153941"/>
                  <a:pt x="1577664" y="154199"/>
                </a:cubicBezTo>
                <a:cubicBezTo>
                  <a:pt x="1576889" y="154457"/>
                  <a:pt x="1575967" y="154642"/>
                  <a:pt x="1574897" y="154752"/>
                </a:cubicBezTo>
                <a:cubicBezTo>
                  <a:pt x="1573827" y="154863"/>
                  <a:pt x="1572555" y="154918"/>
                  <a:pt x="1571080" y="154918"/>
                </a:cubicBezTo>
                <a:cubicBezTo>
                  <a:pt x="1569530" y="154918"/>
                  <a:pt x="1568202" y="154845"/>
                  <a:pt x="1567096" y="154697"/>
                </a:cubicBezTo>
                <a:cubicBezTo>
                  <a:pt x="1565989" y="154550"/>
                  <a:pt x="1565067" y="154347"/>
                  <a:pt x="1564330" y="154088"/>
                </a:cubicBezTo>
                <a:cubicBezTo>
                  <a:pt x="1563592" y="153830"/>
                  <a:pt x="1563020" y="153517"/>
                  <a:pt x="1562614" y="153148"/>
                </a:cubicBezTo>
                <a:cubicBezTo>
                  <a:pt x="1562209" y="152779"/>
                  <a:pt x="1561932" y="152373"/>
                  <a:pt x="1561784" y="151931"/>
                </a:cubicBezTo>
                <a:lnTo>
                  <a:pt x="1512985" y="26668"/>
                </a:lnTo>
                <a:lnTo>
                  <a:pt x="1512874" y="26668"/>
                </a:lnTo>
                <a:lnTo>
                  <a:pt x="1512874" y="151377"/>
                </a:lnTo>
                <a:cubicBezTo>
                  <a:pt x="1512874" y="151968"/>
                  <a:pt x="1512727" y="152484"/>
                  <a:pt x="1512432" y="152927"/>
                </a:cubicBezTo>
                <a:cubicBezTo>
                  <a:pt x="1512137" y="153369"/>
                  <a:pt x="1511620" y="153720"/>
                  <a:pt x="1510883" y="153978"/>
                </a:cubicBezTo>
                <a:cubicBezTo>
                  <a:pt x="1510145" y="154236"/>
                  <a:pt x="1509186" y="154457"/>
                  <a:pt x="1508006" y="154642"/>
                </a:cubicBezTo>
                <a:cubicBezTo>
                  <a:pt x="1506825" y="154826"/>
                  <a:pt x="1505313" y="154918"/>
                  <a:pt x="1503469" y="154918"/>
                </a:cubicBezTo>
                <a:cubicBezTo>
                  <a:pt x="1501698" y="154918"/>
                  <a:pt x="1500223" y="154826"/>
                  <a:pt x="1499042" y="154642"/>
                </a:cubicBezTo>
                <a:cubicBezTo>
                  <a:pt x="1497862" y="154457"/>
                  <a:pt x="1496922" y="154236"/>
                  <a:pt x="1496221" y="153978"/>
                </a:cubicBezTo>
                <a:cubicBezTo>
                  <a:pt x="1495520" y="153720"/>
                  <a:pt x="1495040" y="153369"/>
                  <a:pt x="1494782" y="152927"/>
                </a:cubicBezTo>
                <a:cubicBezTo>
                  <a:pt x="1494524" y="152484"/>
                  <a:pt x="1494395" y="151968"/>
                  <a:pt x="1494395" y="151377"/>
                </a:cubicBezTo>
                <a:lnTo>
                  <a:pt x="1494395" y="19697"/>
                </a:lnTo>
                <a:cubicBezTo>
                  <a:pt x="1494395" y="16598"/>
                  <a:pt x="1495206" y="14385"/>
                  <a:pt x="1496829" y="13057"/>
                </a:cubicBezTo>
                <a:cubicBezTo>
                  <a:pt x="1498452" y="11730"/>
                  <a:pt x="1500260" y="11066"/>
                  <a:pt x="1502252" y="11066"/>
                </a:cubicBezTo>
                <a:lnTo>
                  <a:pt x="1513760" y="11066"/>
                </a:lnTo>
                <a:cubicBezTo>
                  <a:pt x="1516120" y="11066"/>
                  <a:pt x="1518186" y="11287"/>
                  <a:pt x="1519956" y="11730"/>
                </a:cubicBezTo>
                <a:cubicBezTo>
                  <a:pt x="1521727" y="12172"/>
                  <a:pt x="1523276" y="12873"/>
                  <a:pt x="1524604" y="13832"/>
                </a:cubicBezTo>
                <a:cubicBezTo>
                  <a:pt x="1525932" y="14791"/>
                  <a:pt x="1527038" y="16008"/>
                  <a:pt x="1527924" y="17484"/>
                </a:cubicBezTo>
                <a:cubicBezTo>
                  <a:pt x="1528809" y="18959"/>
                  <a:pt x="1529584" y="20693"/>
                  <a:pt x="1530247" y="22684"/>
                </a:cubicBezTo>
                <a:lnTo>
                  <a:pt x="1571743" y="126369"/>
                </a:lnTo>
                <a:lnTo>
                  <a:pt x="1572297" y="126369"/>
                </a:lnTo>
                <a:lnTo>
                  <a:pt x="1615453" y="23016"/>
                </a:lnTo>
                <a:cubicBezTo>
                  <a:pt x="1616264" y="20803"/>
                  <a:pt x="1617149" y="18922"/>
                  <a:pt x="1618108" y="17373"/>
                </a:cubicBezTo>
                <a:cubicBezTo>
                  <a:pt x="1619067" y="15824"/>
                  <a:pt x="1620119" y="14588"/>
                  <a:pt x="1621262" y="13666"/>
                </a:cubicBezTo>
                <a:cubicBezTo>
                  <a:pt x="1622405" y="12744"/>
                  <a:pt x="1623678" y="12080"/>
                  <a:pt x="1625080" y="11674"/>
                </a:cubicBezTo>
                <a:cubicBezTo>
                  <a:pt x="1626481" y="11268"/>
                  <a:pt x="1628104" y="11066"/>
                  <a:pt x="1629949" y="11066"/>
                </a:cubicBezTo>
                <a:lnTo>
                  <a:pt x="1642010" y="11066"/>
                </a:lnTo>
                <a:cubicBezTo>
                  <a:pt x="1643117" y="11066"/>
                  <a:pt x="1644168" y="11232"/>
                  <a:pt x="1645164" y="11564"/>
                </a:cubicBezTo>
                <a:cubicBezTo>
                  <a:pt x="1646160" y="11896"/>
                  <a:pt x="1647008" y="12412"/>
                  <a:pt x="1647709" y="13113"/>
                </a:cubicBezTo>
                <a:cubicBezTo>
                  <a:pt x="1648410" y="13814"/>
                  <a:pt x="1648981" y="14699"/>
                  <a:pt x="1649424" y="15768"/>
                </a:cubicBezTo>
                <a:cubicBezTo>
                  <a:pt x="1649867" y="16838"/>
                  <a:pt x="1650088" y="18148"/>
                  <a:pt x="1650088" y="19697"/>
                </a:cubicBezTo>
                <a:lnTo>
                  <a:pt x="1650088" y="151377"/>
                </a:lnTo>
                <a:close/>
                <a:moveTo>
                  <a:pt x="1778674" y="100642"/>
                </a:moveTo>
                <a:cubicBezTo>
                  <a:pt x="1778674" y="108763"/>
                  <a:pt x="1777605" y="116240"/>
                  <a:pt x="1775465" y="123070"/>
                </a:cubicBezTo>
                <a:cubicBezTo>
                  <a:pt x="1773326" y="129901"/>
                  <a:pt x="1770135" y="135791"/>
                  <a:pt x="1765894" y="140741"/>
                </a:cubicBezTo>
                <a:cubicBezTo>
                  <a:pt x="1761652" y="145688"/>
                  <a:pt x="1756340" y="149546"/>
                  <a:pt x="1749959" y="152315"/>
                </a:cubicBezTo>
                <a:cubicBezTo>
                  <a:pt x="1743578" y="155083"/>
                  <a:pt x="1736182" y="156468"/>
                  <a:pt x="1727773" y="156468"/>
                </a:cubicBezTo>
                <a:cubicBezTo>
                  <a:pt x="1719584" y="156468"/>
                  <a:pt x="1712447" y="155249"/>
                  <a:pt x="1706361" y="152812"/>
                </a:cubicBezTo>
                <a:cubicBezTo>
                  <a:pt x="1700275" y="150376"/>
                  <a:pt x="1695203" y="146831"/>
                  <a:pt x="1691145" y="142179"/>
                </a:cubicBezTo>
                <a:cubicBezTo>
                  <a:pt x="1687088" y="137527"/>
                  <a:pt x="1684063" y="131878"/>
                  <a:pt x="1682072" y="125231"/>
                </a:cubicBezTo>
                <a:cubicBezTo>
                  <a:pt x="1680080" y="118585"/>
                  <a:pt x="1679084" y="111053"/>
                  <a:pt x="1679084" y="102633"/>
                </a:cubicBezTo>
                <a:cubicBezTo>
                  <a:pt x="1679084" y="94512"/>
                  <a:pt x="1680135" y="87036"/>
                  <a:pt x="1682238" y="80205"/>
                </a:cubicBezTo>
                <a:cubicBezTo>
                  <a:pt x="1684340" y="73374"/>
                  <a:pt x="1687512" y="67485"/>
                  <a:pt x="1691754" y="62538"/>
                </a:cubicBezTo>
                <a:cubicBezTo>
                  <a:pt x="1695996" y="57588"/>
                  <a:pt x="1701289" y="53748"/>
                  <a:pt x="1707633" y="51016"/>
                </a:cubicBezTo>
                <a:cubicBezTo>
                  <a:pt x="1713977" y="48284"/>
                  <a:pt x="1721391" y="46918"/>
                  <a:pt x="1729875" y="46918"/>
                </a:cubicBezTo>
                <a:cubicBezTo>
                  <a:pt x="1738064" y="46918"/>
                  <a:pt x="1745201" y="48137"/>
                  <a:pt x="1751287" y="50573"/>
                </a:cubicBezTo>
                <a:cubicBezTo>
                  <a:pt x="1757373" y="53010"/>
                  <a:pt x="1762445" y="56554"/>
                  <a:pt x="1766502" y="61207"/>
                </a:cubicBezTo>
                <a:cubicBezTo>
                  <a:pt x="1770560" y="65859"/>
                  <a:pt x="1773603" y="71508"/>
                  <a:pt x="1775631" y="78154"/>
                </a:cubicBezTo>
                <a:cubicBezTo>
                  <a:pt x="1777660" y="84801"/>
                  <a:pt x="1778674" y="92296"/>
                  <a:pt x="1778674" y="100642"/>
                </a:cubicBezTo>
                <a:moveTo>
                  <a:pt x="1759420" y="101859"/>
                </a:moveTo>
                <a:cubicBezTo>
                  <a:pt x="1759420" y="96467"/>
                  <a:pt x="1758922" y="91370"/>
                  <a:pt x="1757926" y="86568"/>
                </a:cubicBezTo>
                <a:cubicBezTo>
                  <a:pt x="1756930" y="81766"/>
                  <a:pt x="1755289" y="77555"/>
                  <a:pt x="1753002" y="73935"/>
                </a:cubicBezTo>
                <a:cubicBezTo>
                  <a:pt x="1750715" y="70316"/>
                  <a:pt x="1747617" y="67454"/>
                  <a:pt x="1743707" y="65349"/>
                </a:cubicBezTo>
                <a:cubicBezTo>
                  <a:pt x="1739797" y="63242"/>
                  <a:pt x="1734928" y="62189"/>
                  <a:pt x="1729100" y="62189"/>
                </a:cubicBezTo>
                <a:cubicBezTo>
                  <a:pt x="1723715" y="62189"/>
                  <a:pt x="1719086" y="63149"/>
                  <a:pt x="1715213" y="65069"/>
                </a:cubicBezTo>
                <a:cubicBezTo>
                  <a:pt x="1711340" y="66990"/>
                  <a:pt x="1708150" y="69705"/>
                  <a:pt x="1705641" y="73216"/>
                </a:cubicBezTo>
                <a:cubicBezTo>
                  <a:pt x="1703133" y="76725"/>
                  <a:pt x="1701270" y="80880"/>
                  <a:pt x="1700053" y="85682"/>
                </a:cubicBezTo>
                <a:cubicBezTo>
                  <a:pt x="1698836" y="90482"/>
                  <a:pt x="1698227" y="95727"/>
                  <a:pt x="1698227" y="101416"/>
                </a:cubicBezTo>
                <a:cubicBezTo>
                  <a:pt x="1698227" y="106882"/>
                  <a:pt x="1698725" y="112016"/>
                  <a:pt x="1699721" y="116818"/>
                </a:cubicBezTo>
                <a:cubicBezTo>
                  <a:pt x="1700717" y="121620"/>
                  <a:pt x="1702377" y="125812"/>
                  <a:pt x="1704701" y="129395"/>
                </a:cubicBezTo>
                <a:cubicBezTo>
                  <a:pt x="1707025" y="132977"/>
                  <a:pt x="1710141" y="135822"/>
                  <a:pt x="1714051" y="137929"/>
                </a:cubicBezTo>
                <a:cubicBezTo>
                  <a:pt x="1717961" y="140034"/>
                  <a:pt x="1722830" y="141086"/>
                  <a:pt x="1728658" y="141086"/>
                </a:cubicBezTo>
                <a:cubicBezTo>
                  <a:pt x="1733969" y="141086"/>
                  <a:pt x="1738580" y="140126"/>
                  <a:pt x="1742490" y="138206"/>
                </a:cubicBezTo>
                <a:cubicBezTo>
                  <a:pt x="1746400" y="136286"/>
                  <a:pt x="1749609" y="133589"/>
                  <a:pt x="1752117" y="130118"/>
                </a:cubicBezTo>
                <a:cubicBezTo>
                  <a:pt x="1754625" y="126643"/>
                  <a:pt x="1756469" y="122507"/>
                  <a:pt x="1757650" y="117707"/>
                </a:cubicBezTo>
                <a:cubicBezTo>
                  <a:pt x="1758830" y="112905"/>
                  <a:pt x="1759420" y="107622"/>
                  <a:pt x="1759420" y="101859"/>
                </a:cubicBezTo>
                <a:close/>
                <a:moveTo>
                  <a:pt x="1890802" y="151485"/>
                </a:moveTo>
                <a:cubicBezTo>
                  <a:pt x="1890802" y="152075"/>
                  <a:pt x="1890673" y="152592"/>
                  <a:pt x="1890415" y="153037"/>
                </a:cubicBezTo>
                <a:cubicBezTo>
                  <a:pt x="1890157" y="153480"/>
                  <a:pt x="1889714" y="153830"/>
                  <a:pt x="1889087" y="154088"/>
                </a:cubicBezTo>
                <a:cubicBezTo>
                  <a:pt x="1888460" y="154347"/>
                  <a:pt x="1887630" y="154550"/>
                  <a:pt x="1886597" y="154697"/>
                </a:cubicBezTo>
                <a:cubicBezTo>
                  <a:pt x="1885565" y="154845"/>
                  <a:pt x="1884310" y="154918"/>
                  <a:pt x="1882835" y="154918"/>
                </a:cubicBezTo>
                <a:cubicBezTo>
                  <a:pt x="1881286" y="154918"/>
                  <a:pt x="1879995" y="154845"/>
                  <a:pt x="1878962" y="154697"/>
                </a:cubicBezTo>
                <a:cubicBezTo>
                  <a:pt x="1877929" y="154552"/>
                  <a:pt x="1877081" y="154351"/>
                  <a:pt x="1876417" y="154095"/>
                </a:cubicBezTo>
                <a:cubicBezTo>
                  <a:pt x="1875753" y="153837"/>
                  <a:pt x="1875274" y="153488"/>
                  <a:pt x="1874978" y="153048"/>
                </a:cubicBezTo>
                <a:cubicBezTo>
                  <a:pt x="1874683" y="152607"/>
                  <a:pt x="1874536" y="152094"/>
                  <a:pt x="1874536" y="151509"/>
                </a:cubicBezTo>
                <a:lnTo>
                  <a:pt x="1874536" y="138413"/>
                </a:lnTo>
                <a:cubicBezTo>
                  <a:pt x="1869298" y="144098"/>
                  <a:pt x="1863858" y="148529"/>
                  <a:pt x="1858214" y="151706"/>
                </a:cubicBezTo>
                <a:cubicBezTo>
                  <a:pt x="1852571" y="154880"/>
                  <a:pt x="1846392" y="156468"/>
                  <a:pt x="1839679" y="156468"/>
                </a:cubicBezTo>
                <a:cubicBezTo>
                  <a:pt x="1832376" y="156468"/>
                  <a:pt x="1826142" y="155046"/>
                  <a:pt x="1820978" y="152204"/>
                </a:cubicBezTo>
                <a:cubicBezTo>
                  <a:pt x="1815814" y="149361"/>
                  <a:pt x="1811628" y="145522"/>
                  <a:pt x="1808419" y="140685"/>
                </a:cubicBezTo>
                <a:cubicBezTo>
                  <a:pt x="1805210" y="135846"/>
                  <a:pt x="1802868" y="130160"/>
                  <a:pt x="1801392" y="123627"/>
                </a:cubicBezTo>
                <a:cubicBezTo>
                  <a:pt x="1799917" y="117091"/>
                  <a:pt x="1799179" y="110204"/>
                  <a:pt x="1799179" y="102965"/>
                </a:cubicBezTo>
                <a:cubicBezTo>
                  <a:pt x="1799179" y="94401"/>
                  <a:pt x="1800101" y="86667"/>
                  <a:pt x="1801945" y="79762"/>
                </a:cubicBezTo>
                <a:cubicBezTo>
                  <a:pt x="1803790" y="72858"/>
                  <a:pt x="1806519" y="66969"/>
                  <a:pt x="1810134" y="62095"/>
                </a:cubicBezTo>
                <a:cubicBezTo>
                  <a:pt x="1813749" y="57220"/>
                  <a:pt x="1818230" y="53471"/>
                  <a:pt x="1823579" y="50850"/>
                </a:cubicBezTo>
                <a:cubicBezTo>
                  <a:pt x="1828927" y="48229"/>
                  <a:pt x="1835105" y="46918"/>
                  <a:pt x="1842114" y="46918"/>
                </a:cubicBezTo>
                <a:cubicBezTo>
                  <a:pt x="1847941" y="46918"/>
                  <a:pt x="1853271" y="48192"/>
                  <a:pt x="1858103" y="50739"/>
                </a:cubicBezTo>
                <a:cubicBezTo>
                  <a:pt x="1862935" y="53287"/>
                  <a:pt x="1867712" y="57034"/>
                  <a:pt x="1872433" y="61981"/>
                </a:cubicBezTo>
                <a:lnTo>
                  <a:pt x="1872433" y="3991"/>
                </a:lnTo>
                <a:cubicBezTo>
                  <a:pt x="1872433" y="3474"/>
                  <a:pt x="1872562" y="2976"/>
                  <a:pt x="1872821" y="2497"/>
                </a:cubicBezTo>
                <a:cubicBezTo>
                  <a:pt x="1873079" y="2015"/>
                  <a:pt x="1873577" y="1645"/>
                  <a:pt x="1874315" y="1387"/>
                </a:cubicBezTo>
                <a:cubicBezTo>
                  <a:pt x="1875052" y="1126"/>
                  <a:pt x="1875993" y="904"/>
                  <a:pt x="1877136" y="719"/>
                </a:cubicBezTo>
                <a:cubicBezTo>
                  <a:pt x="1878280" y="535"/>
                  <a:pt x="1879737" y="443"/>
                  <a:pt x="1881507" y="443"/>
                </a:cubicBezTo>
                <a:cubicBezTo>
                  <a:pt x="1883351" y="443"/>
                  <a:pt x="1884864" y="535"/>
                  <a:pt x="1886044" y="719"/>
                </a:cubicBezTo>
                <a:cubicBezTo>
                  <a:pt x="1887224" y="904"/>
                  <a:pt x="1888147" y="1125"/>
                  <a:pt x="1888810" y="1383"/>
                </a:cubicBezTo>
                <a:cubicBezTo>
                  <a:pt x="1889474" y="1641"/>
                  <a:pt x="1889972" y="2011"/>
                  <a:pt x="1890304" y="2493"/>
                </a:cubicBezTo>
                <a:cubicBezTo>
                  <a:pt x="1890636" y="2973"/>
                  <a:pt x="1890802" y="3471"/>
                  <a:pt x="1890802" y="3987"/>
                </a:cubicBezTo>
                <a:lnTo>
                  <a:pt x="1890802" y="151485"/>
                </a:lnTo>
                <a:moveTo>
                  <a:pt x="1872433" y="81477"/>
                </a:moveTo>
                <a:cubicBezTo>
                  <a:pt x="1867491" y="75343"/>
                  <a:pt x="1862714" y="70669"/>
                  <a:pt x="1858103" y="67455"/>
                </a:cubicBezTo>
                <a:cubicBezTo>
                  <a:pt x="1853493" y="64239"/>
                  <a:pt x="1848679" y="62631"/>
                  <a:pt x="1843663" y="62631"/>
                </a:cubicBezTo>
                <a:cubicBezTo>
                  <a:pt x="1839015" y="62631"/>
                  <a:pt x="1835069" y="63740"/>
                  <a:pt x="1831823" y="65958"/>
                </a:cubicBezTo>
                <a:cubicBezTo>
                  <a:pt x="1828577" y="68173"/>
                  <a:pt x="1825939" y="71091"/>
                  <a:pt x="1823911" y="74710"/>
                </a:cubicBezTo>
                <a:cubicBezTo>
                  <a:pt x="1821882" y="78329"/>
                  <a:pt x="1820407" y="82430"/>
                  <a:pt x="1819484" y="87010"/>
                </a:cubicBezTo>
                <a:cubicBezTo>
                  <a:pt x="1818562" y="91591"/>
                  <a:pt x="1818101" y="96245"/>
                  <a:pt x="1818101" y="100974"/>
                </a:cubicBezTo>
                <a:cubicBezTo>
                  <a:pt x="1818101" y="105997"/>
                  <a:pt x="1818489" y="110910"/>
                  <a:pt x="1819263" y="115712"/>
                </a:cubicBezTo>
                <a:cubicBezTo>
                  <a:pt x="1820038" y="120514"/>
                  <a:pt x="1821384" y="124780"/>
                  <a:pt x="1823302" y="128510"/>
                </a:cubicBezTo>
                <a:cubicBezTo>
                  <a:pt x="1825220" y="132240"/>
                  <a:pt x="1827765" y="135232"/>
                  <a:pt x="1830937" y="137487"/>
                </a:cubicBezTo>
                <a:cubicBezTo>
                  <a:pt x="1834109" y="139739"/>
                  <a:pt x="1838093" y="140865"/>
                  <a:pt x="1842888" y="140865"/>
                </a:cubicBezTo>
                <a:cubicBezTo>
                  <a:pt x="1845323" y="140865"/>
                  <a:pt x="1847665" y="140533"/>
                  <a:pt x="1849915" y="139869"/>
                </a:cubicBezTo>
                <a:cubicBezTo>
                  <a:pt x="1852165" y="139203"/>
                  <a:pt x="1854470" y="138094"/>
                  <a:pt x="1856831" y="136543"/>
                </a:cubicBezTo>
                <a:cubicBezTo>
                  <a:pt x="1859192" y="134991"/>
                  <a:pt x="1861663" y="132977"/>
                  <a:pt x="1864245" y="130501"/>
                </a:cubicBezTo>
                <a:cubicBezTo>
                  <a:pt x="1866827" y="128026"/>
                  <a:pt x="1869556" y="124977"/>
                  <a:pt x="1872433" y="121355"/>
                </a:cubicBezTo>
                <a:lnTo>
                  <a:pt x="1872433" y="81477"/>
                </a:lnTo>
                <a:close/>
                <a:moveTo>
                  <a:pt x="2009900" y="97377"/>
                </a:moveTo>
                <a:cubicBezTo>
                  <a:pt x="2009900" y="100254"/>
                  <a:pt x="2009181" y="102301"/>
                  <a:pt x="2007743" y="103519"/>
                </a:cubicBezTo>
                <a:cubicBezTo>
                  <a:pt x="2006304" y="104736"/>
                  <a:pt x="2004663" y="105345"/>
                  <a:pt x="2002818" y="105345"/>
                </a:cubicBezTo>
                <a:lnTo>
                  <a:pt x="1937531" y="105345"/>
                </a:lnTo>
                <a:cubicBezTo>
                  <a:pt x="1937531" y="110893"/>
                  <a:pt x="1938085" y="115888"/>
                  <a:pt x="1939191" y="120328"/>
                </a:cubicBezTo>
                <a:cubicBezTo>
                  <a:pt x="1940298" y="124768"/>
                  <a:pt x="1942142" y="128579"/>
                  <a:pt x="1944724" y="131760"/>
                </a:cubicBezTo>
                <a:cubicBezTo>
                  <a:pt x="1947306" y="134942"/>
                  <a:pt x="1950663" y="137384"/>
                  <a:pt x="1954794" y="139088"/>
                </a:cubicBezTo>
                <a:cubicBezTo>
                  <a:pt x="1958925" y="140789"/>
                  <a:pt x="1963978" y="141640"/>
                  <a:pt x="1969954" y="141640"/>
                </a:cubicBezTo>
                <a:cubicBezTo>
                  <a:pt x="1974675" y="141640"/>
                  <a:pt x="1978880" y="141252"/>
                  <a:pt x="1982568" y="140478"/>
                </a:cubicBezTo>
                <a:cubicBezTo>
                  <a:pt x="1986257" y="139703"/>
                  <a:pt x="1989447" y="138836"/>
                  <a:pt x="1992140" y="137877"/>
                </a:cubicBezTo>
                <a:cubicBezTo>
                  <a:pt x="1994833" y="136918"/>
                  <a:pt x="1997046" y="136052"/>
                  <a:pt x="1998779" y="135277"/>
                </a:cubicBezTo>
                <a:cubicBezTo>
                  <a:pt x="2000513" y="134502"/>
                  <a:pt x="2001822" y="134115"/>
                  <a:pt x="2002708" y="134115"/>
                </a:cubicBezTo>
                <a:cubicBezTo>
                  <a:pt x="2003224" y="134115"/>
                  <a:pt x="2003685" y="134244"/>
                  <a:pt x="2004091" y="134502"/>
                </a:cubicBezTo>
                <a:cubicBezTo>
                  <a:pt x="2004497" y="134761"/>
                  <a:pt x="2004810" y="135148"/>
                  <a:pt x="2005031" y="135664"/>
                </a:cubicBezTo>
                <a:cubicBezTo>
                  <a:pt x="2005253" y="136181"/>
                  <a:pt x="2005419" y="136900"/>
                  <a:pt x="2005529" y="137822"/>
                </a:cubicBezTo>
                <a:cubicBezTo>
                  <a:pt x="2005640" y="138744"/>
                  <a:pt x="2005695" y="139869"/>
                  <a:pt x="2005695" y="141197"/>
                </a:cubicBezTo>
                <a:cubicBezTo>
                  <a:pt x="2005695" y="142156"/>
                  <a:pt x="2005659" y="142986"/>
                  <a:pt x="2005585" y="143687"/>
                </a:cubicBezTo>
                <a:cubicBezTo>
                  <a:pt x="2005511" y="144388"/>
                  <a:pt x="2005419" y="145015"/>
                  <a:pt x="2005308" y="145568"/>
                </a:cubicBezTo>
                <a:cubicBezTo>
                  <a:pt x="2005197" y="146121"/>
                  <a:pt x="2005013" y="146619"/>
                  <a:pt x="2004755" y="147062"/>
                </a:cubicBezTo>
                <a:cubicBezTo>
                  <a:pt x="2004497" y="147504"/>
                  <a:pt x="2004165" y="147929"/>
                  <a:pt x="2003759" y="148334"/>
                </a:cubicBezTo>
                <a:cubicBezTo>
                  <a:pt x="2003353" y="148740"/>
                  <a:pt x="2002154" y="149404"/>
                  <a:pt x="2000163" y="150326"/>
                </a:cubicBezTo>
                <a:cubicBezTo>
                  <a:pt x="1998171" y="151248"/>
                  <a:pt x="1995589" y="152152"/>
                  <a:pt x="1992417" y="153037"/>
                </a:cubicBezTo>
                <a:cubicBezTo>
                  <a:pt x="1989245" y="153922"/>
                  <a:pt x="1985574" y="154716"/>
                  <a:pt x="1981406" y="155416"/>
                </a:cubicBezTo>
                <a:cubicBezTo>
                  <a:pt x="1977238" y="156117"/>
                  <a:pt x="1972794" y="156468"/>
                  <a:pt x="1968072" y="156468"/>
                </a:cubicBezTo>
                <a:cubicBezTo>
                  <a:pt x="1959884" y="156468"/>
                  <a:pt x="1952710" y="155323"/>
                  <a:pt x="1946550" y="153034"/>
                </a:cubicBezTo>
                <a:cubicBezTo>
                  <a:pt x="1940390" y="150745"/>
                  <a:pt x="1935208" y="147348"/>
                  <a:pt x="1931003" y="142843"/>
                </a:cubicBezTo>
                <a:cubicBezTo>
                  <a:pt x="1926798" y="138338"/>
                  <a:pt x="1923626" y="132689"/>
                  <a:pt x="1921486" y="125895"/>
                </a:cubicBezTo>
                <a:cubicBezTo>
                  <a:pt x="1919347" y="119102"/>
                  <a:pt x="1918277" y="111200"/>
                  <a:pt x="1918277" y="102191"/>
                </a:cubicBezTo>
                <a:cubicBezTo>
                  <a:pt x="1918277" y="93624"/>
                  <a:pt x="1919384" y="85926"/>
                  <a:pt x="1921597" y="79095"/>
                </a:cubicBezTo>
                <a:cubicBezTo>
                  <a:pt x="1923810" y="72264"/>
                  <a:pt x="1927001" y="66467"/>
                  <a:pt x="1931169" y="61705"/>
                </a:cubicBezTo>
                <a:cubicBezTo>
                  <a:pt x="1935337" y="56942"/>
                  <a:pt x="1940371" y="53287"/>
                  <a:pt x="1946273" y="50739"/>
                </a:cubicBezTo>
                <a:cubicBezTo>
                  <a:pt x="1952175" y="48192"/>
                  <a:pt x="1958777" y="46918"/>
                  <a:pt x="1966081" y="46918"/>
                </a:cubicBezTo>
                <a:cubicBezTo>
                  <a:pt x="1973900" y="46918"/>
                  <a:pt x="1980558" y="48172"/>
                  <a:pt x="1986054" y="50680"/>
                </a:cubicBezTo>
                <a:cubicBezTo>
                  <a:pt x="1991550" y="53189"/>
                  <a:pt x="1996068" y="56564"/>
                  <a:pt x="1999609" y="60805"/>
                </a:cubicBezTo>
                <a:cubicBezTo>
                  <a:pt x="2003150" y="65047"/>
                  <a:pt x="2005751" y="70027"/>
                  <a:pt x="2007411" y="75744"/>
                </a:cubicBezTo>
                <a:cubicBezTo>
                  <a:pt x="2009070" y="81461"/>
                  <a:pt x="2009900" y="87566"/>
                  <a:pt x="2009900" y="94058"/>
                </a:cubicBezTo>
                <a:lnTo>
                  <a:pt x="2009900" y="97377"/>
                </a:lnTo>
                <a:moveTo>
                  <a:pt x="1991531" y="91955"/>
                </a:moveTo>
                <a:cubicBezTo>
                  <a:pt x="1991753" y="82365"/>
                  <a:pt x="1989632" y="74840"/>
                  <a:pt x="1985169" y="69381"/>
                </a:cubicBezTo>
                <a:cubicBezTo>
                  <a:pt x="1980706" y="63922"/>
                  <a:pt x="1974085" y="61193"/>
                  <a:pt x="1965306" y="61193"/>
                </a:cubicBezTo>
                <a:cubicBezTo>
                  <a:pt x="1960806" y="61193"/>
                  <a:pt x="1956859" y="62041"/>
                  <a:pt x="1953466" y="63738"/>
                </a:cubicBezTo>
                <a:cubicBezTo>
                  <a:pt x="1950072" y="65435"/>
                  <a:pt x="1947232" y="67685"/>
                  <a:pt x="1944945" y="70488"/>
                </a:cubicBezTo>
                <a:cubicBezTo>
                  <a:pt x="1942658" y="73291"/>
                  <a:pt x="1940888" y="76556"/>
                  <a:pt x="1939634" y="80281"/>
                </a:cubicBezTo>
                <a:cubicBezTo>
                  <a:pt x="1938380" y="84006"/>
                  <a:pt x="1937679" y="87898"/>
                  <a:pt x="1937531" y="91955"/>
                </a:cubicBezTo>
                <a:lnTo>
                  <a:pt x="1991531" y="91955"/>
                </a:lnTo>
                <a:close/>
                <a:moveTo>
                  <a:pt x="2056033" y="151485"/>
                </a:moveTo>
                <a:cubicBezTo>
                  <a:pt x="2056033" y="152075"/>
                  <a:pt x="2055886" y="152574"/>
                  <a:pt x="2055591" y="152982"/>
                </a:cubicBezTo>
                <a:cubicBezTo>
                  <a:pt x="2055296" y="153388"/>
                  <a:pt x="2054816" y="153738"/>
                  <a:pt x="2054152" y="154033"/>
                </a:cubicBezTo>
                <a:cubicBezTo>
                  <a:pt x="2053488" y="154328"/>
                  <a:pt x="2052566" y="154550"/>
                  <a:pt x="2051386" y="154697"/>
                </a:cubicBezTo>
                <a:cubicBezTo>
                  <a:pt x="2050206" y="154845"/>
                  <a:pt x="2048693" y="154918"/>
                  <a:pt x="2046849" y="154918"/>
                </a:cubicBezTo>
                <a:cubicBezTo>
                  <a:pt x="2045079" y="154918"/>
                  <a:pt x="2043603" y="154845"/>
                  <a:pt x="2042423" y="154697"/>
                </a:cubicBezTo>
                <a:cubicBezTo>
                  <a:pt x="2041242" y="154550"/>
                  <a:pt x="2040302" y="154328"/>
                  <a:pt x="2039601" y="154033"/>
                </a:cubicBezTo>
                <a:cubicBezTo>
                  <a:pt x="2038900" y="153738"/>
                  <a:pt x="2038421" y="153388"/>
                  <a:pt x="2038163" y="152982"/>
                </a:cubicBezTo>
                <a:cubicBezTo>
                  <a:pt x="2037904" y="152574"/>
                  <a:pt x="2037775" y="152075"/>
                  <a:pt x="2037775" y="151485"/>
                </a:cubicBezTo>
                <a:lnTo>
                  <a:pt x="2037775" y="3544"/>
                </a:lnTo>
                <a:cubicBezTo>
                  <a:pt x="2037775" y="2954"/>
                  <a:pt x="2037904" y="2438"/>
                  <a:pt x="2038163" y="1995"/>
                </a:cubicBezTo>
                <a:cubicBezTo>
                  <a:pt x="2038421" y="1550"/>
                  <a:pt x="2038900" y="1180"/>
                  <a:pt x="2039601" y="885"/>
                </a:cubicBezTo>
                <a:cubicBezTo>
                  <a:pt x="2040302" y="590"/>
                  <a:pt x="2041242" y="369"/>
                  <a:pt x="2042423" y="221"/>
                </a:cubicBezTo>
                <a:cubicBezTo>
                  <a:pt x="2043603" y="74"/>
                  <a:pt x="2045079" y="0"/>
                  <a:pt x="2046849" y="0"/>
                </a:cubicBezTo>
                <a:cubicBezTo>
                  <a:pt x="2048693" y="0"/>
                  <a:pt x="2050206" y="74"/>
                  <a:pt x="2051386" y="221"/>
                </a:cubicBezTo>
                <a:cubicBezTo>
                  <a:pt x="2052566" y="369"/>
                  <a:pt x="2053488" y="590"/>
                  <a:pt x="2054152" y="885"/>
                </a:cubicBezTo>
                <a:cubicBezTo>
                  <a:pt x="2054816" y="1180"/>
                  <a:pt x="2055296" y="1550"/>
                  <a:pt x="2055591" y="1995"/>
                </a:cubicBezTo>
                <a:cubicBezTo>
                  <a:pt x="2055886" y="2438"/>
                  <a:pt x="2056033" y="2954"/>
                  <a:pt x="2056033" y="3544"/>
                </a:cubicBezTo>
                <a:lnTo>
                  <a:pt x="2056033" y="15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53E27-B38C-4F90-AE4B-A52175E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08" y="3621201"/>
            <a:ext cx="2175314" cy="496672"/>
          </a:xfrm>
          <a:custGeom xmlns:a="http://schemas.openxmlformats.org/drawingml/2006/main">
            <a:pathLst>
              <a:path w="2175314" h="496672">
                <a:moveTo>
                  <a:pt x="0" y="82779"/>
                </a:moveTo>
                <a:cubicBezTo>
                  <a:pt x="0" y="37092"/>
                  <a:pt x="37092" y="0"/>
                  <a:pt x="82779" y="0"/>
                </a:cubicBezTo>
                <a:lnTo>
                  <a:pt x="2092535" y="0"/>
                </a:lnTo>
                <a:cubicBezTo>
                  <a:pt x="2138222" y="0"/>
                  <a:pt x="2175314" y="37092"/>
                  <a:pt x="2175314" y="82779"/>
                </a:cubicBezTo>
                <a:lnTo>
                  <a:pt x="2175314" y="413893"/>
                </a:lnTo>
                <a:cubicBezTo>
                  <a:pt x="2175314" y="459580"/>
                  <a:pt x="2138222" y="496672"/>
                  <a:pt x="2092535" y="496672"/>
                </a:cubicBezTo>
                <a:lnTo>
                  <a:pt x="82779" y="496672"/>
                </a:lnTo>
                <a:cubicBezTo>
                  <a:pt x="37092" y="496672"/>
                  <a:pt x="0" y="459580"/>
                  <a:pt x="0" y="413893"/>
                </a:cubicBezTo>
                <a:lnTo>
                  <a:pt x="0" y="82779"/>
                </a:lnTo>
                <a:close/>
              </a:path>
            </a:pathLst>
          </a:custGeom>
          <a:solidFill xmlns:a="http://schemas.openxmlformats.org/drawingml/2006/main">
            <a:srgbClr val="ECD6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E4F30-5B4F-4584-83BE-61DECA9C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08" y="3621201"/>
            <a:ext cx="2175314" cy="496672"/>
          </a:xfrm>
          <a:custGeom xmlns:a="http://schemas.openxmlformats.org/drawingml/2006/main">
            <a:pathLst>
              <a:path w="2175314" h="496672" fill="none">
                <a:moveTo>
                  <a:pt x="0" y="82779"/>
                </a:moveTo>
                <a:cubicBezTo>
                  <a:pt x="0" y="37092"/>
                  <a:pt x="37092" y="0"/>
                  <a:pt x="82779" y="0"/>
                </a:cubicBezTo>
                <a:lnTo>
                  <a:pt x="2092535" y="0"/>
                </a:lnTo>
                <a:cubicBezTo>
                  <a:pt x="2138222" y="0"/>
                  <a:pt x="2175314" y="37092"/>
                  <a:pt x="2175314" y="82779"/>
                </a:cubicBezTo>
                <a:lnTo>
                  <a:pt x="2175314" y="413893"/>
                </a:lnTo>
                <a:cubicBezTo>
                  <a:pt x="2175314" y="459580"/>
                  <a:pt x="2138222" y="496672"/>
                  <a:pt x="2092535" y="496672"/>
                </a:cubicBezTo>
                <a:lnTo>
                  <a:pt x="82779" y="496672"/>
                </a:lnTo>
                <a:cubicBezTo>
                  <a:pt x="37092" y="496672"/>
                  <a:pt x="0" y="459580"/>
                  <a:pt x="0" y="413893"/>
                </a:cubicBezTo>
                <a:lnTo>
                  <a:pt x="0" y="827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42433"/>
            </a:solidFill>
            <a:miter/>
          </a:ln>
        </p:spPr>
      </p:sp>
      <p:sp>
        <p:nvSpPr>
          <p:cNvPr id="80" name="Text Cross-LanguageModel">
            <a:extLst xmlns:a="http://schemas.openxmlformats.org/drawingml/2006/main">
              <a:ext uri="{FF2B5EF4-FFF2-40B4-BE49-F238E27FC236}">
                <a16:creationId xmlns:a16="http://schemas.microsoft.com/office/drawing/2014/main" id="{E7E959F3-F22A-4B8C-AA3C-E464772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1" y="3790485"/>
            <a:ext cx="2055920" cy="194755"/>
          </a:xfrm>
          <a:custGeom xmlns:a="http://schemas.openxmlformats.org/drawingml/2006/main">
            <a:pathLst>
              <a:path w="2055920" h="194755">
                <a:moveTo>
                  <a:pt x="103906" y="133894"/>
                </a:moveTo>
                <a:cubicBezTo>
                  <a:pt x="103906" y="135074"/>
                  <a:pt x="103869" y="136107"/>
                  <a:pt x="103795" y="136992"/>
                </a:cubicBezTo>
                <a:cubicBezTo>
                  <a:pt x="103722" y="137877"/>
                  <a:pt x="103592" y="138652"/>
                  <a:pt x="103408" y="139316"/>
                </a:cubicBezTo>
                <a:cubicBezTo>
                  <a:pt x="103224" y="139980"/>
                  <a:pt x="102984" y="140570"/>
                  <a:pt x="102689" y="141086"/>
                </a:cubicBezTo>
                <a:cubicBezTo>
                  <a:pt x="102394" y="141603"/>
                  <a:pt x="101877" y="142233"/>
                  <a:pt x="101140" y="142978"/>
                </a:cubicBezTo>
                <a:cubicBezTo>
                  <a:pt x="100402" y="143720"/>
                  <a:pt x="98853" y="144853"/>
                  <a:pt x="96492" y="146377"/>
                </a:cubicBezTo>
                <a:cubicBezTo>
                  <a:pt x="94131" y="147901"/>
                  <a:pt x="91199" y="149388"/>
                  <a:pt x="87695" y="150838"/>
                </a:cubicBezTo>
                <a:cubicBezTo>
                  <a:pt x="84191" y="152288"/>
                  <a:pt x="80170" y="153514"/>
                  <a:pt x="75633" y="154517"/>
                </a:cubicBezTo>
                <a:cubicBezTo>
                  <a:pt x="71096" y="155522"/>
                  <a:pt x="66135" y="156025"/>
                  <a:pt x="60750" y="156025"/>
                </a:cubicBezTo>
                <a:cubicBezTo>
                  <a:pt x="51455" y="156025"/>
                  <a:pt x="43064" y="154476"/>
                  <a:pt x="35576" y="151377"/>
                </a:cubicBezTo>
                <a:cubicBezTo>
                  <a:pt x="28088" y="148279"/>
                  <a:pt x="21707" y="143705"/>
                  <a:pt x="16432" y="137656"/>
                </a:cubicBezTo>
                <a:cubicBezTo>
                  <a:pt x="11158" y="131607"/>
                  <a:pt x="7100" y="124138"/>
                  <a:pt x="4260" y="115248"/>
                </a:cubicBezTo>
                <a:cubicBezTo>
                  <a:pt x="1420" y="106359"/>
                  <a:pt x="0" y="96123"/>
                  <a:pt x="0" y="84541"/>
                </a:cubicBezTo>
                <a:cubicBezTo>
                  <a:pt x="0" y="72664"/>
                  <a:pt x="1531" y="62078"/>
                  <a:pt x="4592" y="52783"/>
                </a:cubicBezTo>
                <a:cubicBezTo>
                  <a:pt x="7654" y="43488"/>
                  <a:pt x="11951" y="35613"/>
                  <a:pt x="17484" y="29158"/>
                </a:cubicBezTo>
                <a:cubicBezTo>
                  <a:pt x="23016" y="22703"/>
                  <a:pt x="29637" y="17779"/>
                  <a:pt x="37346" y="14385"/>
                </a:cubicBezTo>
                <a:cubicBezTo>
                  <a:pt x="45055" y="10992"/>
                  <a:pt x="53594" y="9295"/>
                  <a:pt x="62963" y="9295"/>
                </a:cubicBezTo>
                <a:cubicBezTo>
                  <a:pt x="67094" y="9295"/>
                  <a:pt x="71115" y="9686"/>
                  <a:pt x="75025" y="10467"/>
                </a:cubicBezTo>
                <a:cubicBezTo>
                  <a:pt x="78935" y="11249"/>
                  <a:pt x="82549" y="12234"/>
                  <a:pt x="85869" y="13424"/>
                </a:cubicBezTo>
                <a:cubicBezTo>
                  <a:pt x="89189" y="14614"/>
                  <a:pt x="92140" y="15990"/>
                  <a:pt x="94722" y="17553"/>
                </a:cubicBezTo>
                <a:cubicBezTo>
                  <a:pt x="97304" y="19114"/>
                  <a:pt x="99092" y="20396"/>
                  <a:pt x="100088" y="21402"/>
                </a:cubicBezTo>
                <a:cubicBezTo>
                  <a:pt x="101084" y="22404"/>
                  <a:pt x="101730" y="23164"/>
                  <a:pt x="102025" y="23680"/>
                </a:cubicBezTo>
                <a:cubicBezTo>
                  <a:pt x="102320" y="24197"/>
                  <a:pt x="102560" y="24805"/>
                  <a:pt x="102744" y="25506"/>
                </a:cubicBezTo>
                <a:cubicBezTo>
                  <a:pt x="102929" y="26207"/>
                  <a:pt x="103076" y="27037"/>
                  <a:pt x="103187" y="27996"/>
                </a:cubicBezTo>
                <a:cubicBezTo>
                  <a:pt x="103297" y="28955"/>
                  <a:pt x="103353" y="30098"/>
                  <a:pt x="103353" y="31426"/>
                </a:cubicBezTo>
                <a:cubicBezTo>
                  <a:pt x="103353" y="32902"/>
                  <a:pt x="103279" y="34156"/>
                  <a:pt x="103131" y="35189"/>
                </a:cubicBezTo>
                <a:cubicBezTo>
                  <a:pt x="102984" y="36221"/>
                  <a:pt x="102763" y="37088"/>
                  <a:pt x="102467" y="37789"/>
                </a:cubicBezTo>
                <a:cubicBezTo>
                  <a:pt x="102172" y="38490"/>
                  <a:pt x="101822" y="39006"/>
                  <a:pt x="101416" y="39338"/>
                </a:cubicBezTo>
                <a:cubicBezTo>
                  <a:pt x="101010" y="39670"/>
                  <a:pt x="100513" y="39836"/>
                  <a:pt x="99922" y="39836"/>
                </a:cubicBezTo>
                <a:cubicBezTo>
                  <a:pt x="98890" y="39836"/>
                  <a:pt x="97451" y="39111"/>
                  <a:pt x="95607" y="37661"/>
                </a:cubicBezTo>
                <a:cubicBezTo>
                  <a:pt x="93763" y="36211"/>
                  <a:pt x="91383" y="34612"/>
                  <a:pt x="88469" y="32865"/>
                </a:cubicBezTo>
                <a:cubicBezTo>
                  <a:pt x="85556" y="31117"/>
                  <a:pt x="82015" y="29519"/>
                  <a:pt x="77846" y="28069"/>
                </a:cubicBezTo>
                <a:cubicBezTo>
                  <a:pt x="73678" y="26619"/>
                  <a:pt x="68680" y="25894"/>
                  <a:pt x="62853" y="25894"/>
                </a:cubicBezTo>
                <a:cubicBezTo>
                  <a:pt x="56508" y="25894"/>
                  <a:pt x="50736" y="27166"/>
                  <a:pt x="45535" y="29711"/>
                </a:cubicBezTo>
                <a:cubicBezTo>
                  <a:pt x="40334" y="32256"/>
                  <a:pt x="35889" y="36000"/>
                  <a:pt x="32201" y="40943"/>
                </a:cubicBezTo>
                <a:cubicBezTo>
                  <a:pt x="28512" y="45885"/>
                  <a:pt x="25654" y="51916"/>
                  <a:pt x="23625" y="59035"/>
                </a:cubicBezTo>
                <a:cubicBezTo>
                  <a:pt x="21596" y="66154"/>
                  <a:pt x="20582" y="74287"/>
                  <a:pt x="20582" y="83435"/>
                </a:cubicBezTo>
                <a:cubicBezTo>
                  <a:pt x="20582" y="92508"/>
                  <a:pt x="21559" y="100531"/>
                  <a:pt x="23514" y="107502"/>
                </a:cubicBezTo>
                <a:cubicBezTo>
                  <a:pt x="25469" y="114474"/>
                  <a:pt x="28273" y="120302"/>
                  <a:pt x="31924" y="124986"/>
                </a:cubicBezTo>
                <a:cubicBezTo>
                  <a:pt x="35576" y="129670"/>
                  <a:pt x="40057" y="133211"/>
                  <a:pt x="45369" y="135609"/>
                </a:cubicBezTo>
                <a:cubicBezTo>
                  <a:pt x="50680" y="138006"/>
                  <a:pt x="56693" y="139205"/>
                  <a:pt x="63406" y="139205"/>
                </a:cubicBezTo>
                <a:cubicBezTo>
                  <a:pt x="69086" y="139205"/>
                  <a:pt x="74047" y="138499"/>
                  <a:pt x="78289" y="137085"/>
                </a:cubicBezTo>
                <a:cubicBezTo>
                  <a:pt x="82531" y="135672"/>
                  <a:pt x="86146" y="134092"/>
                  <a:pt x="89133" y="132345"/>
                </a:cubicBezTo>
                <a:cubicBezTo>
                  <a:pt x="92121" y="130597"/>
                  <a:pt x="94574" y="129017"/>
                  <a:pt x="96492" y="127604"/>
                </a:cubicBezTo>
                <a:cubicBezTo>
                  <a:pt x="98410" y="126190"/>
                  <a:pt x="99922" y="125484"/>
                  <a:pt x="101029" y="125484"/>
                </a:cubicBezTo>
                <a:cubicBezTo>
                  <a:pt x="101545" y="125484"/>
                  <a:pt x="101988" y="125595"/>
                  <a:pt x="102357" y="125816"/>
                </a:cubicBezTo>
                <a:cubicBezTo>
                  <a:pt x="102726" y="126037"/>
                  <a:pt x="103021" y="126461"/>
                  <a:pt x="103242" y="127088"/>
                </a:cubicBezTo>
                <a:cubicBezTo>
                  <a:pt x="103463" y="127715"/>
                  <a:pt x="103629" y="128582"/>
                  <a:pt x="103740" y="129689"/>
                </a:cubicBezTo>
                <a:cubicBezTo>
                  <a:pt x="103851" y="130795"/>
                  <a:pt x="103906" y="132197"/>
                  <a:pt x="103906" y="133894"/>
                </a:cubicBezTo>
                <a:close/>
                <a:moveTo>
                  <a:pt x="185192" y="58426"/>
                </a:moveTo>
                <a:cubicBezTo>
                  <a:pt x="185192" y="60049"/>
                  <a:pt x="185155" y="61414"/>
                  <a:pt x="185081" y="62521"/>
                </a:cubicBezTo>
                <a:cubicBezTo>
                  <a:pt x="185008" y="63627"/>
                  <a:pt x="184860" y="64494"/>
                  <a:pt x="184639" y="65121"/>
                </a:cubicBezTo>
                <a:cubicBezTo>
                  <a:pt x="184418" y="65748"/>
                  <a:pt x="184141" y="66228"/>
                  <a:pt x="183809" y="66560"/>
                </a:cubicBezTo>
                <a:cubicBezTo>
                  <a:pt x="183477" y="66892"/>
                  <a:pt x="183016" y="67058"/>
                  <a:pt x="182426" y="67058"/>
                </a:cubicBezTo>
                <a:cubicBezTo>
                  <a:pt x="181836" y="67058"/>
                  <a:pt x="181116" y="66892"/>
                  <a:pt x="180268" y="66560"/>
                </a:cubicBezTo>
                <a:cubicBezTo>
                  <a:pt x="179420" y="66228"/>
                  <a:pt x="178461" y="65896"/>
                  <a:pt x="177391" y="65564"/>
                </a:cubicBezTo>
                <a:cubicBezTo>
                  <a:pt x="176321" y="65232"/>
                  <a:pt x="175122" y="64918"/>
                  <a:pt x="173795" y="64623"/>
                </a:cubicBezTo>
                <a:cubicBezTo>
                  <a:pt x="172467" y="64328"/>
                  <a:pt x="171028" y="64180"/>
                  <a:pt x="169479" y="64180"/>
                </a:cubicBezTo>
                <a:cubicBezTo>
                  <a:pt x="167635" y="64180"/>
                  <a:pt x="165827" y="64549"/>
                  <a:pt x="164057" y="65287"/>
                </a:cubicBezTo>
                <a:cubicBezTo>
                  <a:pt x="162286" y="66025"/>
                  <a:pt x="160424" y="67242"/>
                  <a:pt x="158469" y="68939"/>
                </a:cubicBezTo>
                <a:cubicBezTo>
                  <a:pt x="156514" y="70635"/>
                  <a:pt x="154467" y="72885"/>
                  <a:pt x="152327" y="75689"/>
                </a:cubicBezTo>
                <a:cubicBezTo>
                  <a:pt x="150188" y="78492"/>
                  <a:pt x="147827" y="81922"/>
                  <a:pt x="145245" y="85980"/>
                </a:cubicBezTo>
                <a:lnTo>
                  <a:pt x="145245" y="151488"/>
                </a:lnTo>
                <a:cubicBezTo>
                  <a:pt x="145245" y="152078"/>
                  <a:pt x="145098" y="152576"/>
                  <a:pt x="144803" y="152982"/>
                </a:cubicBezTo>
                <a:cubicBezTo>
                  <a:pt x="144508" y="153388"/>
                  <a:pt x="144028" y="153738"/>
                  <a:pt x="143364" y="154033"/>
                </a:cubicBezTo>
                <a:cubicBezTo>
                  <a:pt x="142700" y="154328"/>
                  <a:pt x="141778" y="154550"/>
                  <a:pt x="140598" y="154697"/>
                </a:cubicBezTo>
                <a:cubicBezTo>
                  <a:pt x="139417" y="154845"/>
                  <a:pt x="137905" y="154918"/>
                  <a:pt x="136061" y="154918"/>
                </a:cubicBezTo>
                <a:cubicBezTo>
                  <a:pt x="134290" y="154918"/>
                  <a:pt x="132815" y="154845"/>
                  <a:pt x="131635" y="154697"/>
                </a:cubicBezTo>
                <a:cubicBezTo>
                  <a:pt x="130454" y="154550"/>
                  <a:pt x="129514" y="154328"/>
                  <a:pt x="128813" y="154033"/>
                </a:cubicBezTo>
                <a:cubicBezTo>
                  <a:pt x="128112" y="153738"/>
                  <a:pt x="127633" y="153388"/>
                  <a:pt x="127374" y="152982"/>
                </a:cubicBezTo>
                <a:cubicBezTo>
                  <a:pt x="127116" y="152576"/>
                  <a:pt x="126987" y="152078"/>
                  <a:pt x="126987" y="151488"/>
                </a:cubicBezTo>
                <a:lnTo>
                  <a:pt x="126987" y="51898"/>
                </a:lnTo>
                <a:cubicBezTo>
                  <a:pt x="126987" y="51308"/>
                  <a:pt x="127098" y="50810"/>
                  <a:pt x="127319" y="50404"/>
                </a:cubicBezTo>
                <a:cubicBezTo>
                  <a:pt x="127540" y="49998"/>
                  <a:pt x="127983" y="49629"/>
                  <a:pt x="128647" y="49297"/>
                </a:cubicBezTo>
                <a:cubicBezTo>
                  <a:pt x="129311" y="48965"/>
                  <a:pt x="130159" y="48744"/>
                  <a:pt x="131192" y="48633"/>
                </a:cubicBezTo>
                <a:cubicBezTo>
                  <a:pt x="132225" y="48523"/>
                  <a:pt x="133590" y="48467"/>
                  <a:pt x="135286" y="48467"/>
                </a:cubicBezTo>
                <a:cubicBezTo>
                  <a:pt x="136909" y="48467"/>
                  <a:pt x="138256" y="48523"/>
                  <a:pt x="139325" y="48633"/>
                </a:cubicBezTo>
                <a:cubicBezTo>
                  <a:pt x="140395" y="48744"/>
                  <a:pt x="141225" y="48965"/>
                  <a:pt x="141815" y="49297"/>
                </a:cubicBezTo>
                <a:cubicBezTo>
                  <a:pt x="142405" y="49629"/>
                  <a:pt x="142829" y="49998"/>
                  <a:pt x="143088" y="50404"/>
                </a:cubicBezTo>
                <a:cubicBezTo>
                  <a:pt x="143346" y="50810"/>
                  <a:pt x="143475" y="51308"/>
                  <a:pt x="143475" y="51898"/>
                </a:cubicBezTo>
                <a:lnTo>
                  <a:pt x="143475" y="66394"/>
                </a:lnTo>
                <a:cubicBezTo>
                  <a:pt x="146204" y="62410"/>
                  <a:pt x="148768" y="59164"/>
                  <a:pt x="151165" y="56656"/>
                </a:cubicBezTo>
                <a:cubicBezTo>
                  <a:pt x="153563" y="54148"/>
                  <a:pt x="155831" y="52174"/>
                  <a:pt x="157971" y="50736"/>
                </a:cubicBezTo>
                <a:cubicBezTo>
                  <a:pt x="160110" y="49297"/>
                  <a:pt x="162231" y="48301"/>
                  <a:pt x="164333" y="47748"/>
                </a:cubicBezTo>
                <a:cubicBezTo>
                  <a:pt x="166436" y="47195"/>
                  <a:pt x="168557" y="46918"/>
                  <a:pt x="170696" y="46918"/>
                </a:cubicBezTo>
                <a:cubicBezTo>
                  <a:pt x="171655" y="46918"/>
                  <a:pt x="172743" y="46973"/>
                  <a:pt x="173961" y="47084"/>
                </a:cubicBezTo>
                <a:cubicBezTo>
                  <a:pt x="175178" y="47195"/>
                  <a:pt x="176450" y="47398"/>
                  <a:pt x="177778" y="47693"/>
                </a:cubicBezTo>
                <a:cubicBezTo>
                  <a:pt x="179106" y="47988"/>
                  <a:pt x="180305" y="48320"/>
                  <a:pt x="181375" y="48689"/>
                </a:cubicBezTo>
                <a:cubicBezTo>
                  <a:pt x="182444" y="49057"/>
                  <a:pt x="183200" y="49426"/>
                  <a:pt x="183643" y="49795"/>
                </a:cubicBezTo>
                <a:cubicBezTo>
                  <a:pt x="184086" y="50164"/>
                  <a:pt x="184381" y="50514"/>
                  <a:pt x="184528" y="50846"/>
                </a:cubicBezTo>
                <a:cubicBezTo>
                  <a:pt x="184676" y="51178"/>
                  <a:pt x="184805" y="51603"/>
                  <a:pt x="184916" y="52119"/>
                </a:cubicBezTo>
                <a:cubicBezTo>
                  <a:pt x="185026" y="52635"/>
                  <a:pt x="185100" y="53392"/>
                  <a:pt x="185137" y="54387"/>
                </a:cubicBezTo>
                <a:cubicBezTo>
                  <a:pt x="185174" y="55383"/>
                  <a:pt x="185192" y="56730"/>
                  <a:pt x="185192" y="58426"/>
                </a:cubicBezTo>
                <a:close/>
                <a:moveTo>
                  <a:pt x="294165" y="100642"/>
                </a:moveTo>
                <a:cubicBezTo>
                  <a:pt x="294165" y="108763"/>
                  <a:pt x="293096" y="116240"/>
                  <a:pt x="290956" y="123070"/>
                </a:cubicBezTo>
                <a:cubicBezTo>
                  <a:pt x="288817" y="129901"/>
                  <a:pt x="285626" y="135791"/>
                  <a:pt x="281385" y="140741"/>
                </a:cubicBezTo>
                <a:cubicBezTo>
                  <a:pt x="277143" y="145688"/>
                  <a:pt x="271831" y="149546"/>
                  <a:pt x="265450" y="152315"/>
                </a:cubicBezTo>
                <a:cubicBezTo>
                  <a:pt x="259069" y="155083"/>
                  <a:pt x="251673" y="156468"/>
                  <a:pt x="243264" y="156468"/>
                </a:cubicBezTo>
                <a:cubicBezTo>
                  <a:pt x="235075" y="156468"/>
                  <a:pt x="227938" y="155249"/>
                  <a:pt x="221852" y="152812"/>
                </a:cubicBezTo>
                <a:cubicBezTo>
                  <a:pt x="215766" y="150376"/>
                  <a:pt x="210694" y="146831"/>
                  <a:pt x="206636" y="142179"/>
                </a:cubicBezTo>
                <a:cubicBezTo>
                  <a:pt x="202579" y="137527"/>
                  <a:pt x="199554" y="131878"/>
                  <a:pt x="197563" y="125231"/>
                </a:cubicBezTo>
                <a:cubicBezTo>
                  <a:pt x="195571" y="118585"/>
                  <a:pt x="194575" y="111053"/>
                  <a:pt x="194575" y="102633"/>
                </a:cubicBezTo>
                <a:cubicBezTo>
                  <a:pt x="194575" y="94512"/>
                  <a:pt x="195626" y="87036"/>
                  <a:pt x="197729" y="80205"/>
                </a:cubicBezTo>
                <a:cubicBezTo>
                  <a:pt x="199831" y="73374"/>
                  <a:pt x="203003" y="67485"/>
                  <a:pt x="207245" y="62538"/>
                </a:cubicBezTo>
                <a:cubicBezTo>
                  <a:pt x="211487" y="57588"/>
                  <a:pt x="216780" y="53748"/>
                  <a:pt x="223124" y="51016"/>
                </a:cubicBezTo>
                <a:cubicBezTo>
                  <a:pt x="229468" y="48284"/>
                  <a:pt x="236882" y="46918"/>
                  <a:pt x="245366" y="46918"/>
                </a:cubicBezTo>
                <a:cubicBezTo>
                  <a:pt x="253555" y="46918"/>
                  <a:pt x="260692" y="48137"/>
                  <a:pt x="266778" y="50573"/>
                </a:cubicBezTo>
                <a:cubicBezTo>
                  <a:pt x="272864" y="53010"/>
                  <a:pt x="277936" y="56554"/>
                  <a:pt x="281993" y="61207"/>
                </a:cubicBezTo>
                <a:cubicBezTo>
                  <a:pt x="286051" y="65859"/>
                  <a:pt x="289094" y="71508"/>
                  <a:pt x="291122" y="78154"/>
                </a:cubicBezTo>
                <a:cubicBezTo>
                  <a:pt x="293151" y="84801"/>
                  <a:pt x="294165" y="92296"/>
                  <a:pt x="294165" y="100642"/>
                </a:cubicBezTo>
                <a:moveTo>
                  <a:pt x="274911" y="101859"/>
                </a:moveTo>
                <a:cubicBezTo>
                  <a:pt x="274911" y="96467"/>
                  <a:pt x="274413" y="91370"/>
                  <a:pt x="273417" y="86568"/>
                </a:cubicBezTo>
                <a:cubicBezTo>
                  <a:pt x="272421" y="81766"/>
                  <a:pt x="270780" y="77555"/>
                  <a:pt x="268493" y="73935"/>
                </a:cubicBezTo>
                <a:cubicBezTo>
                  <a:pt x="266206" y="70316"/>
                  <a:pt x="263108" y="67454"/>
                  <a:pt x="259198" y="65349"/>
                </a:cubicBezTo>
                <a:cubicBezTo>
                  <a:pt x="255288" y="63242"/>
                  <a:pt x="250419" y="62189"/>
                  <a:pt x="244591" y="62189"/>
                </a:cubicBezTo>
                <a:cubicBezTo>
                  <a:pt x="239206" y="62189"/>
                  <a:pt x="234577" y="63149"/>
                  <a:pt x="230704" y="65069"/>
                </a:cubicBezTo>
                <a:cubicBezTo>
                  <a:pt x="226831" y="66990"/>
                  <a:pt x="223641" y="69705"/>
                  <a:pt x="221132" y="73216"/>
                </a:cubicBezTo>
                <a:cubicBezTo>
                  <a:pt x="218624" y="76725"/>
                  <a:pt x="216761" y="80880"/>
                  <a:pt x="215544" y="85682"/>
                </a:cubicBezTo>
                <a:cubicBezTo>
                  <a:pt x="214327" y="90482"/>
                  <a:pt x="213718" y="95727"/>
                  <a:pt x="213718" y="101416"/>
                </a:cubicBezTo>
                <a:cubicBezTo>
                  <a:pt x="213718" y="106882"/>
                  <a:pt x="214216" y="112016"/>
                  <a:pt x="215212" y="116818"/>
                </a:cubicBezTo>
                <a:cubicBezTo>
                  <a:pt x="216208" y="121620"/>
                  <a:pt x="217868" y="125812"/>
                  <a:pt x="220192" y="129395"/>
                </a:cubicBezTo>
                <a:cubicBezTo>
                  <a:pt x="222516" y="132977"/>
                  <a:pt x="225632" y="135822"/>
                  <a:pt x="229542" y="137929"/>
                </a:cubicBezTo>
                <a:cubicBezTo>
                  <a:pt x="233452" y="140034"/>
                  <a:pt x="238321" y="141086"/>
                  <a:pt x="244149" y="141086"/>
                </a:cubicBezTo>
                <a:cubicBezTo>
                  <a:pt x="249460" y="141086"/>
                  <a:pt x="254071" y="140126"/>
                  <a:pt x="257981" y="138206"/>
                </a:cubicBezTo>
                <a:cubicBezTo>
                  <a:pt x="261891" y="136286"/>
                  <a:pt x="265100" y="133589"/>
                  <a:pt x="267608" y="130118"/>
                </a:cubicBezTo>
                <a:cubicBezTo>
                  <a:pt x="270116" y="126643"/>
                  <a:pt x="271960" y="122507"/>
                  <a:pt x="273141" y="117707"/>
                </a:cubicBezTo>
                <a:cubicBezTo>
                  <a:pt x="274321" y="112905"/>
                  <a:pt x="274911" y="107622"/>
                  <a:pt x="274911" y="101859"/>
                </a:cubicBezTo>
                <a:close/>
                <a:moveTo>
                  <a:pt x="383497" y="124457"/>
                </a:moveTo>
                <a:cubicBezTo>
                  <a:pt x="383497" y="129552"/>
                  <a:pt x="382557" y="134093"/>
                  <a:pt x="380676" y="138081"/>
                </a:cubicBezTo>
                <a:cubicBezTo>
                  <a:pt x="378794" y="142067"/>
                  <a:pt x="376120" y="145427"/>
                  <a:pt x="372653" y="148161"/>
                </a:cubicBezTo>
                <a:cubicBezTo>
                  <a:pt x="369186" y="150893"/>
                  <a:pt x="365055" y="152960"/>
                  <a:pt x="360260" y="154362"/>
                </a:cubicBezTo>
                <a:cubicBezTo>
                  <a:pt x="355465" y="155766"/>
                  <a:pt x="350190" y="156468"/>
                  <a:pt x="344436" y="156468"/>
                </a:cubicBezTo>
                <a:cubicBezTo>
                  <a:pt x="340895" y="156468"/>
                  <a:pt x="337520" y="156191"/>
                  <a:pt x="334311" y="155638"/>
                </a:cubicBezTo>
                <a:cubicBezTo>
                  <a:pt x="331102" y="155084"/>
                  <a:pt x="328225" y="154384"/>
                  <a:pt x="325680" y="153535"/>
                </a:cubicBezTo>
                <a:cubicBezTo>
                  <a:pt x="323135" y="152687"/>
                  <a:pt x="320977" y="151802"/>
                  <a:pt x="319206" y="150879"/>
                </a:cubicBezTo>
                <a:cubicBezTo>
                  <a:pt x="317436" y="149957"/>
                  <a:pt x="316145" y="149127"/>
                  <a:pt x="315333" y="148390"/>
                </a:cubicBezTo>
                <a:cubicBezTo>
                  <a:pt x="314522" y="147652"/>
                  <a:pt x="313932" y="146619"/>
                  <a:pt x="313563" y="145291"/>
                </a:cubicBezTo>
                <a:cubicBezTo>
                  <a:pt x="313194" y="143963"/>
                  <a:pt x="313010" y="142156"/>
                  <a:pt x="313010" y="139869"/>
                </a:cubicBezTo>
                <a:cubicBezTo>
                  <a:pt x="313010" y="138468"/>
                  <a:pt x="313083" y="137287"/>
                  <a:pt x="313231" y="136328"/>
                </a:cubicBezTo>
                <a:cubicBezTo>
                  <a:pt x="313378" y="135369"/>
                  <a:pt x="313563" y="134595"/>
                  <a:pt x="313784" y="134004"/>
                </a:cubicBezTo>
                <a:cubicBezTo>
                  <a:pt x="314005" y="133414"/>
                  <a:pt x="314319" y="132990"/>
                  <a:pt x="314725" y="132732"/>
                </a:cubicBezTo>
                <a:cubicBezTo>
                  <a:pt x="315130" y="132474"/>
                  <a:pt x="315591" y="132345"/>
                  <a:pt x="316108" y="132345"/>
                </a:cubicBezTo>
                <a:cubicBezTo>
                  <a:pt x="316919" y="132345"/>
                  <a:pt x="318118" y="132843"/>
                  <a:pt x="319704" y="133838"/>
                </a:cubicBezTo>
                <a:cubicBezTo>
                  <a:pt x="321290" y="134834"/>
                  <a:pt x="323245" y="135922"/>
                  <a:pt x="325569" y="137103"/>
                </a:cubicBezTo>
                <a:cubicBezTo>
                  <a:pt x="327893" y="138283"/>
                  <a:pt x="330641" y="139371"/>
                  <a:pt x="333813" y="140367"/>
                </a:cubicBezTo>
                <a:cubicBezTo>
                  <a:pt x="336985" y="141363"/>
                  <a:pt x="340637" y="141861"/>
                  <a:pt x="344768" y="141861"/>
                </a:cubicBezTo>
                <a:cubicBezTo>
                  <a:pt x="347866" y="141861"/>
                  <a:pt x="350669" y="141529"/>
                  <a:pt x="353178" y="140865"/>
                </a:cubicBezTo>
                <a:cubicBezTo>
                  <a:pt x="355686" y="140199"/>
                  <a:pt x="357862" y="139219"/>
                  <a:pt x="359706" y="137926"/>
                </a:cubicBezTo>
                <a:cubicBezTo>
                  <a:pt x="361551" y="136632"/>
                  <a:pt x="362971" y="134988"/>
                  <a:pt x="363967" y="132991"/>
                </a:cubicBezTo>
                <a:cubicBezTo>
                  <a:pt x="364962" y="130995"/>
                  <a:pt x="365460" y="128630"/>
                  <a:pt x="365460" y="125895"/>
                </a:cubicBezTo>
                <a:cubicBezTo>
                  <a:pt x="365460" y="123090"/>
                  <a:pt x="364741" y="120727"/>
                  <a:pt x="363303" y="118807"/>
                </a:cubicBezTo>
                <a:cubicBezTo>
                  <a:pt x="361864" y="116886"/>
                  <a:pt x="359965" y="115188"/>
                  <a:pt x="357604" y="113713"/>
                </a:cubicBezTo>
                <a:cubicBezTo>
                  <a:pt x="355243" y="112235"/>
                  <a:pt x="352587" y="110925"/>
                  <a:pt x="349637" y="109781"/>
                </a:cubicBezTo>
                <a:cubicBezTo>
                  <a:pt x="346686" y="108635"/>
                  <a:pt x="343643" y="107435"/>
                  <a:pt x="340508" y="106181"/>
                </a:cubicBezTo>
                <a:cubicBezTo>
                  <a:pt x="337372" y="104925"/>
                  <a:pt x="334311" y="103503"/>
                  <a:pt x="331323" y="101914"/>
                </a:cubicBezTo>
                <a:cubicBezTo>
                  <a:pt x="328335" y="100326"/>
                  <a:pt x="325661" y="98387"/>
                  <a:pt x="323301" y="96098"/>
                </a:cubicBezTo>
                <a:cubicBezTo>
                  <a:pt x="320940" y="93809"/>
                  <a:pt x="319040" y="91077"/>
                  <a:pt x="317602" y="87902"/>
                </a:cubicBezTo>
                <a:cubicBezTo>
                  <a:pt x="316163" y="84728"/>
                  <a:pt x="315444" y="80925"/>
                  <a:pt x="315444" y="76494"/>
                </a:cubicBezTo>
                <a:cubicBezTo>
                  <a:pt x="315444" y="72580"/>
                  <a:pt x="316200" y="68833"/>
                  <a:pt x="317712" y="65252"/>
                </a:cubicBezTo>
                <a:cubicBezTo>
                  <a:pt x="319225" y="61670"/>
                  <a:pt x="321493" y="58531"/>
                  <a:pt x="324518" y="55836"/>
                </a:cubicBezTo>
                <a:cubicBezTo>
                  <a:pt x="327542" y="53139"/>
                  <a:pt x="331323" y="50979"/>
                  <a:pt x="335860" y="49356"/>
                </a:cubicBezTo>
                <a:cubicBezTo>
                  <a:pt x="340397" y="47731"/>
                  <a:pt x="345690" y="46918"/>
                  <a:pt x="351739" y="46918"/>
                </a:cubicBezTo>
                <a:cubicBezTo>
                  <a:pt x="354395" y="46918"/>
                  <a:pt x="357051" y="47143"/>
                  <a:pt x="359706" y="47592"/>
                </a:cubicBezTo>
                <a:cubicBezTo>
                  <a:pt x="362362" y="48042"/>
                  <a:pt x="364760" y="48603"/>
                  <a:pt x="366899" y="49276"/>
                </a:cubicBezTo>
                <a:cubicBezTo>
                  <a:pt x="369038" y="49950"/>
                  <a:pt x="370864" y="50679"/>
                  <a:pt x="372376" y="51465"/>
                </a:cubicBezTo>
                <a:cubicBezTo>
                  <a:pt x="373889" y="52252"/>
                  <a:pt x="375032" y="52944"/>
                  <a:pt x="375807" y="53544"/>
                </a:cubicBezTo>
                <a:cubicBezTo>
                  <a:pt x="376581" y="54143"/>
                  <a:pt x="377098" y="54664"/>
                  <a:pt x="377356" y="55107"/>
                </a:cubicBezTo>
                <a:cubicBezTo>
                  <a:pt x="377614" y="55549"/>
                  <a:pt x="377799" y="56047"/>
                  <a:pt x="377909" y="56601"/>
                </a:cubicBezTo>
                <a:cubicBezTo>
                  <a:pt x="378020" y="57154"/>
                  <a:pt x="378131" y="57836"/>
                  <a:pt x="378241" y="58648"/>
                </a:cubicBezTo>
                <a:cubicBezTo>
                  <a:pt x="378352" y="59459"/>
                  <a:pt x="378407" y="60455"/>
                  <a:pt x="378407" y="61635"/>
                </a:cubicBezTo>
                <a:cubicBezTo>
                  <a:pt x="378407" y="62889"/>
                  <a:pt x="378352" y="63978"/>
                  <a:pt x="378241" y="64900"/>
                </a:cubicBezTo>
                <a:cubicBezTo>
                  <a:pt x="378131" y="65822"/>
                  <a:pt x="377946" y="66578"/>
                  <a:pt x="377688" y="67168"/>
                </a:cubicBezTo>
                <a:cubicBezTo>
                  <a:pt x="377430" y="67758"/>
                  <a:pt x="377116" y="68183"/>
                  <a:pt x="376747" y="68441"/>
                </a:cubicBezTo>
                <a:cubicBezTo>
                  <a:pt x="376379" y="68699"/>
                  <a:pt x="375973" y="68828"/>
                  <a:pt x="375530" y="68828"/>
                </a:cubicBezTo>
                <a:cubicBezTo>
                  <a:pt x="374866" y="68828"/>
                  <a:pt x="373907" y="68417"/>
                  <a:pt x="372653" y="67594"/>
                </a:cubicBezTo>
                <a:cubicBezTo>
                  <a:pt x="371399" y="66771"/>
                  <a:pt x="369776" y="65891"/>
                  <a:pt x="367784" y="64955"/>
                </a:cubicBezTo>
                <a:cubicBezTo>
                  <a:pt x="365792" y="64019"/>
                  <a:pt x="363450" y="63140"/>
                  <a:pt x="360758" y="62317"/>
                </a:cubicBezTo>
                <a:cubicBezTo>
                  <a:pt x="358065" y="61494"/>
                  <a:pt x="354985" y="61082"/>
                  <a:pt x="351518" y="61082"/>
                </a:cubicBezTo>
                <a:cubicBezTo>
                  <a:pt x="348419" y="61082"/>
                  <a:pt x="345690" y="61434"/>
                  <a:pt x="343329" y="62137"/>
                </a:cubicBezTo>
                <a:cubicBezTo>
                  <a:pt x="340969" y="62838"/>
                  <a:pt x="339032" y="63835"/>
                  <a:pt x="337520" y="65128"/>
                </a:cubicBezTo>
                <a:cubicBezTo>
                  <a:pt x="336008" y="66421"/>
                  <a:pt x="334864" y="67955"/>
                  <a:pt x="334089" y="69731"/>
                </a:cubicBezTo>
                <a:cubicBezTo>
                  <a:pt x="333315" y="71503"/>
                  <a:pt x="332928" y="73425"/>
                  <a:pt x="332928" y="75495"/>
                </a:cubicBezTo>
                <a:cubicBezTo>
                  <a:pt x="332928" y="78374"/>
                  <a:pt x="333665" y="80793"/>
                  <a:pt x="335141" y="82750"/>
                </a:cubicBezTo>
                <a:cubicBezTo>
                  <a:pt x="336616" y="84707"/>
                  <a:pt x="338534" y="86425"/>
                  <a:pt x="340895" y="87902"/>
                </a:cubicBezTo>
                <a:cubicBezTo>
                  <a:pt x="343255" y="89378"/>
                  <a:pt x="345948" y="90707"/>
                  <a:pt x="348973" y="91889"/>
                </a:cubicBezTo>
                <a:cubicBezTo>
                  <a:pt x="351997" y="93070"/>
                  <a:pt x="355077" y="94288"/>
                  <a:pt x="358212" y="95545"/>
                </a:cubicBezTo>
                <a:cubicBezTo>
                  <a:pt x="361348" y="96799"/>
                  <a:pt x="364446" y="98201"/>
                  <a:pt x="367508" y="99753"/>
                </a:cubicBezTo>
                <a:cubicBezTo>
                  <a:pt x="370569" y="101304"/>
                  <a:pt x="373280" y="103188"/>
                  <a:pt x="375641" y="105403"/>
                </a:cubicBezTo>
                <a:cubicBezTo>
                  <a:pt x="378001" y="107619"/>
                  <a:pt x="379901" y="110278"/>
                  <a:pt x="381340" y="113381"/>
                </a:cubicBezTo>
                <a:cubicBezTo>
                  <a:pt x="382778" y="116482"/>
                  <a:pt x="383497" y="120174"/>
                  <a:pt x="383497" y="124457"/>
                </a:cubicBezTo>
                <a:close/>
                <a:moveTo>
                  <a:pt x="472107" y="124457"/>
                </a:moveTo>
                <a:cubicBezTo>
                  <a:pt x="472107" y="129552"/>
                  <a:pt x="471166" y="134093"/>
                  <a:pt x="469285" y="138081"/>
                </a:cubicBezTo>
                <a:cubicBezTo>
                  <a:pt x="467404" y="142067"/>
                  <a:pt x="464730" y="145427"/>
                  <a:pt x="461263" y="148161"/>
                </a:cubicBezTo>
                <a:cubicBezTo>
                  <a:pt x="457796" y="150893"/>
                  <a:pt x="453664" y="152960"/>
                  <a:pt x="448869" y="154362"/>
                </a:cubicBezTo>
                <a:cubicBezTo>
                  <a:pt x="444074" y="155766"/>
                  <a:pt x="438800" y="156468"/>
                  <a:pt x="433045" y="156468"/>
                </a:cubicBezTo>
                <a:cubicBezTo>
                  <a:pt x="429504" y="156468"/>
                  <a:pt x="426129" y="156191"/>
                  <a:pt x="422920" y="155638"/>
                </a:cubicBezTo>
                <a:cubicBezTo>
                  <a:pt x="419711" y="155084"/>
                  <a:pt x="416834" y="154384"/>
                  <a:pt x="414289" y="153535"/>
                </a:cubicBezTo>
                <a:cubicBezTo>
                  <a:pt x="411744" y="152687"/>
                  <a:pt x="409586" y="151802"/>
                  <a:pt x="407816" y="150879"/>
                </a:cubicBezTo>
                <a:cubicBezTo>
                  <a:pt x="406045" y="149957"/>
                  <a:pt x="404754" y="149127"/>
                  <a:pt x="403943" y="148390"/>
                </a:cubicBezTo>
                <a:cubicBezTo>
                  <a:pt x="403131" y="147652"/>
                  <a:pt x="402541" y="146619"/>
                  <a:pt x="402172" y="145291"/>
                </a:cubicBezTo>
                <a:cubicBezTo>
                  <a:pt x="401804" y="143963"/>
                  <a:pt x="401619" y="142156"/>
                  <a:pt x="401619" y="139869"/>
                </a:cubicBezTo>
                <a:cubicBezTo>
                  <a:pt x="401619" y="138468"/>
                  <a:pt x="401693" y="137287"/>
                  <a:pt x="401840" y="136328"/>
                </a:cubicBezTo>
                <a:cubicBezTo>
                  <a:pt x="401988" y="135369"/>
                  <a:pt x="402172" y="134595"/>
                  <a:pt x="402394" y="134004"/>
                </a:cubicBezTo>
                <a:cubicBezTo>
                  <a:pt x="402615" y="133414"/>
                  <a:pt x="402929" y="132990"/>
                  <a:pt x="403334" y="132732"/>
                </a:cubicBezTo>
                <a:cubicBezTo>
                  <a:pt x="403740" y="132474"/>
                  <a:pt x="404201" y="132345"/>
                  <a:pt x="404718" y="132345"/>
                </a:cubicBezTo>
                <a:cubicBezTo>
                  <a:pt x="405529" y="132345"/>
                  <a:pt x="406728" y="132843"/>
                  <a:pt x="408314" y="133838"/>
                </a:cubicBezTo>
                <a:cubicBezTo>
                  <a:pt x="409900" y="134834"/>
                  <a:pt x="411855" y="135922"/>
                  <a:pt x="414179" y="137103"/>
                </a:cubicBezTo>
                <a:cubicBezTo>
                  <a:pt x="416502" y="138283"/>
                  <a:pt x="419250" y="139371"/>
                  <a:pt x="422423" y="140367"/>
                </a:cubicBezTo>
                <a:cubicBezTo>
                  <a:pt x="425595" y="141363"/>
                  <a:pt x="429246" y="141861"/>
                  <a:pt x="433377" y="141861"/>
                </a:cubicBezTo>
                <a:cubicBezTo>
                  <a:pt x="436476" y="141861"/>
                  <a:pt x="439279" y="141529"/>
                  <a:pt x="441787" y="140865"/>
                </a:cubicBezTo>
                <a:cubicBezTo>
                  <a:pt x="444296" y="140199"/>
                  <a:pt x="446472" y="139219"/>
                  <a:pt x="448316" y="137926"/>
                </a:cubicBezTo>
                <a:cubicBezTo>
                  <a:pt x="450160" y="136632"/>
                  <a:pt x="451580" y="134988"/>
                  <a:pt x="452576" y="132991"/>
                </a:cubicBezTo>
                <a:cubicBezTo>
                  <a:pt x="453572" y="130995"/>
                  <a:pt x="454070" y="128630"/>
                  <a:pt x="454070" y="125895"/>
                </a:cubicBezTo>
                <a:cubicBezTo>
                  <a:pt x="454070" y="123090"/>
                  <a:pt x="453351" y="120727"/>
                  <a:pt x="451912" y="118807"/>
                </a:cubicBezTo>
                <a:cubicBezTo>
                  <a:pt x="450474" y="116886"/>
                  <a:pt x="448574" y="115188"/>
                  <a:pt x="446214" y="113713"/>
                </a:cubicBezTo>
                <a:cubicBezTo>
                  <a:pt x="443853" y="112235"/>
                  <a:pt x="441197" y="110925"/>
                  <a:pt x="438246" y="109781"/>
                </a:cubicBezTo>
                <a:cubicBezTo>
                  <a:pt x="435295" y="108635"/>
                  <a:pt x="432252" y="107435"/>
                  <a:pt x="429117" y="106181"/>
                </a:cubicBezTo>
                <a:cubicBezTo>
                  <a:pt x="425982" y="104925"/>
                  <a:pt x="422920" y="103503"/>
                  <a:pt x="419933" y="101914"/>
                </a:cubicBezTo>
                <a:cubicBezTo>
                  <a:pt x="416945" y="100326"/>
                  <a:pt x="414271" y="98387"/>
                  <a:pt x="411910" y="96098"/>
                </a:cubicBezTo>
                <a:cubicBezTo>
                  <a:pt x="409550" y="93809"/>
                  <a:pt x="407650" y="91077"/>
                  <a:pt x="406211" y="87902"/>
                </a:cubicBezTo>
                <a:cubicBezTo>
                  <a:pt x="404773" y="84728"/>
                  <a:pt x="404054" y="80925"/>
                  <a:pt x="404054" y="76494"/>
                </a:cubicBezTo>
                <a:cubicBezTo>
                  <a:pt x="404054" y="72580"/>
                  <a:pt x="404810" y="68833"/>
                  <a:pt x="406322" y="65252"/>
                </a:cubicBezTo>
                <a:cubicBezTo>
                  <a:pt x="407834" y="61670"/>
                  <a:pt x="410103" y="58531"/>
                  <a:pt x="413127" y="55836"/>
                </a:cubicBezTo>
                <a:cubicBezTo>
                  <a:pt x="416152" y="53139"/>
                  <a:pt x="419933" y="50979"/>
                  <a:pt x="424470" y="49356"/>
                </a:cubicBezTo>
                <a:cubicBezTo>
                  <a:pt x="429007" y="47731"/>
                  <a:pt x="434300" y="46918"/>
                  <a:pt x="440349" y="46918"/>
                </a:cubicBezTo>
                <a:cubicBezTo>
                  <a:pt x="443005" y="46918"/>
                  <a:pt x="445660" y="47143"/>
                  <a:pt x="448316" y="47592"/>
                </a:cubicBezTo>
                <a:cubicBezTo>
                  <a:pt x="450972" y="48042"/>
                  <a:pt x="453369" y="48603"/>
                  <a:pt x="455509" y="49276"/>
                </a:cubicBezTo>
                <a:cubicBezTo>
                  <a:pt x="457648" y="49950"/>
                  <a:pt x="459474" y="50679"/>
                  <a:pt x="460986" y="51465"/>
                </a:cubicBezTo>
                <a:cubicBezTo>
                  <a:pt x="462498" y="52252"/>
                  <a:pt x="463642" y="52944"/>
                  <a:pt x="464416" y="53544"/>
                </a:cubicBezTo>
                <a:cubicBezTo>
                  <a:pt x="465191" y="54143"/>
                  <a:pt x="465707" y="54664"/>
                  <a:pt x="465966" y="55107"/>
                </a:cubicBezTo>
                <a:cubicBezTo>
                  <a:pt x="466224" y="55549"/>
                  <a:pt x="466408" y="56047"/>
                  <a:pt x="466519" y="56601"/>
                </a:cubicBezTo>
                <a:cubicBezTo>
                  <a:pt x="466630" y="57154"/>
                  <a:pt x="466740" y="57836"/>
                  <a:pt x="466851" y="58648"/>
                </a:cubicBezTo>
                <a:cubicBezTo>
                  <a:pt x="466962" y="59459"/>
                  <a:pt x="467017" y="60455"/>
                  <a:pt x="467017" y="61635"/>
                </a:cubicBezTo>
                <a:cubicBezTo>
                  <a:pt x="467017" y="62889"/>
                  <a:pt x="466962" y="63978"/>
                  <a:pt x="466851" y="64900"/>
                </a:cubicBezTo>
                <a:cubicBezTo>
                  <a:pt x="466740" y="65822"/>
                  <a:pt x="466556" y="66578"/>
                  <a:pt x="466298" y="67168"/>
                </a:cubicBezTo>
                <a:cubicBezTo>
                  <a:pt x="466039" y="67758"/>
                  <a:pt x="465726" y="68183"/>
                  <a:pt x="465357" y="68441"/>
                </a:cubicBezTo>
                <a:cubicBezTo>
                  <a:pt x="464988" y="68699"/>
                  <a:pt x="464582" y="68828"/>
                  <a:pt x="464140" y="68828"/>
                </a:cubicBezTo>
                <a:cubicBezTo>
                  <a:pt x="463476" y="68828"/>
                  <a:pt x="462517" y="68417"/>
                  <a:pt x="461263" y="67594"/>
                </a:cubicBezTo>
                <a:cubicBezTo>
                  <a:pt x="460009" y="66771"/>
                  <a:pt x="458386" y="65891"/>
                  <a:pt x="456394" y="64955"/>
                </a:cubicBezTo>
                <a:cubicBezTo>
                  <a:pt x="454402" y="64019"/>
                  <a:pt x="452060" y="63140"/>
                  <a:pt x="449367" y="62317"/>
                </a:cubicBezTo>
                <a:cubicBezTo>
                  <a:pt x="446675" y="61494"/>
                  <a:pt x="443595" y="61082"/>
                  <a:pt x="440127" y="61082"/>
                </a:cubicBezTo>
                <a:cubicBezTo>
                  <a:pt x="437029" y="61082"/>
                  <a:pt x="434300" y="61434"/>
                  <a:pt x="431939" y="62137"/>
                </a:cubicBezTo>
                <a:cubicBezTo>
                  <a:pt x="429578" y="62838"/>
                  <a:pt x="427642" y="63835"/>
                  <a:pt x="426129" y="65128"/>
                </a:cubicBezTo>
                <a:cubicBezTo>
                  <a:pt x="424617" y="66421"/>
                  <a:pt x="423474" y="67955"/>
                  <a:pt x="422699" y="69731"/>
                </a:cubicBezTo>
                <a:cubicBezTo>
                  <a:pt x="421925" y="71503"/>
                  <a:pt x="421537" y="73425"/>
                  <a:pt x="421537" y="75495"/>
                </a:cubicBezTo>
                <a:cubicBezTo>
                  <a:pt x="421537" y="78374"/>
                  <a:pt x="422275" y="80793"/>
                  <a:pt x="423750" y="82750"/>
                </a:cubicBezTo>
                <a:cubicBezTo>
                  <a:pt x="425226" y="84707"/>
                  <a:pt x="427144" y="86425"/>
                  <a:pt x="429504" y="87902"/>
                </a:cubicBezTo>
                <a:cubicBezTo>
                  <a:pt x="431865" y="89378"/>
                  <a:pt x="434558" y="90707"/>
                  <a:pt x="437582" y="91889"/>
                </a:cubicBezTo>
                <a:cubicBezTo>
                  <a:pt x="440607" y="93070"/>
                  <a:pt x="443687" y="94288"/>
                  <a:pt x="446822" y="95545"/>
                </a:cubicBezTo>
                <a:cubicBezTo>
                  <a:pt x="449957" y="96799"/>
                  <a:pt x="453056" y="98201"/>
                  <a:pt x="456117" y="99753"/>
                </a:cubicBezTo>
                <a:cubicBezTo>
                  <a:pt x="459179" y="101304"/>
                  <a:pt x="461890" y="103188"/>
                  <a:pt x="464250" y="105403"/>
                </a:cubicBezTo>
                <a:cubicBezTo>
                  <a:pt x="466611" y="107619"/>
                  <a:pt x="468511" y="110278"/>
                  <a:pt x="469949" y="113381"/>
                </a:cubicBezTo>
                <a:cubicBezTo>
                  <a:pt x="471388" y="116482"/>
                  <a:pt x="472107" y="120174"/>
                  <a:pt x="472107" y="124457"/>
                </a:cubicBezTo>
                <a:close/>
                <a:moveTo>
                  <a:pt x="542482" y="98373"/>
                </a:moveTo>
                <a:cubicBezTo>
                  <a:pt x="542482" y="101250"/>
                  <a:pt x="542151" y="103242"/>
                  <a:pt x="541487" y="104349"/>
                </a:cubicBezTo>
                <a:cubicBezTo>
                  <a:pt x="540823" y="105455"/>
                  <a:pt x="539864" y="106008"/>
                  <a:pt x="538610" y="106008"/>
                </a:cubicBezTo>
                <a:lnTo>
                  <a:pt x="492355" y="106008"/>
                </a:lnTo>
                <a:cubicBezTo>
                  <a:pt x="491027" y="106008"/>
                  <a:pt x="490032" y="105437"/>
                  <a:pt x="489368" y="104293"/>
                </a:cubicBezTo>
                <a:cubicBezTo>
                  <a:pt x="488704" y="103150"/>
                  <a:pt x="488372" y="101176"/>
                  <a:pt x="488372" y="98373"/>
                </a:cubicBezTo>
                <a:cubicBezTo>
                  <a:pt x="488372" y="95570"/>
                  <a:pt x="488704" y="93615"/>
                  <a:pt x="489368" y="92508"/>
                </a:cubicBezTo>
                <a:cubicBezTo>
                  <a:pt x="490032" y="91402"/>
                  <a:pt x="491027" y="90849"/>
                  <a:pt x="492355" y="90849"/>
                </a:cubicBezTo>
                <a:lnTo>
                  <a:pt x="538610" y="90849"/>
                </a:lnTo>
                <a:cubicBezTo>
                  <a:pt x="539200" y="90849"/>
                  <a:pt x="539735" y="90959"/>
                  <a:pt x="540214" y="91181"/>
                </a:cubicBezTo>
                <a:cubicBezTo>
                  <a:pt x="540694" y="91402"/>
                  <a:pt x="541099" y="91826"/>
                  <a:pt x="541431" y="92453"/>
                </a:cubicBezTo>
                <a:cubicBezTo>
                  <a:pt x="541763" y="93080"/>
                  <a:pt x="542021" y="93873"/>
                  <a:pt x="542206" y="94832"/>
                </a:cubicBezTo>
                <a:cubicBezTo>
                  <a:pt x="542390" y="95791"/>
                  <a:pt x="542482" y="96972"/>
                  <a:pt x="542482" y="98373"/>
                </a:cubicBezTo>
                <a:close/>
                <a:moveTo>
                  <a:pt x="643228" y="145955"/>
                </a:moveTo>
                <a:cubicBezTo>
                  <a:pt x="643228" y="147431"/>
                  <a:pt x="643154" y="148666"/>
                  <a:pt x="643007" y="149662"/>
                </a:cubicBezTo>
                <a:cubicBezTo>
                  <a:pt x="642859" y="150658"/>
                  <a:pt x="642619" y="151506"/>
                  <a:pt x="642287" y="152207"/>
                </a:cubicBezTo>
                <a:cubicBezTo>
                  <a:pt x="641955" y="152908"/>
                  <a:pt x="641550" y="153425"/>
                  <a:pt x="641070" y="153757"/>
                </a:cubicBezTo>
                <a:cubicBezTo>
                  <a:pt x="640591" y="154088"/>
                  <a:pt x="640019" y="154254"/>
                  <a:pt x="639355" y="154254"/>
                </a:cubicBezTo>
                <a:lnTo>
                  <a:pt x="576060" y="154254"/>
                </a:lnTo>
                <a:cubicBezTo>
                  <a:pt x="574363" y="154254"/>
                  <a:pt x="572758" y="153683"/>
                  <a:pt x="571246" y="152539"/>
                </a:cubicBezTo>
                <a:cubicBezTo>
                  <a:pt x="569734" y="151396"/>
                  <a:pt x="568978" y="149386"/>
                  <a:pt x="568978" y="146509"/>
                </a:cubicBezTo>
                <a:lnTo>
                  <a:pt x="568978" y="13943"/>
                </a:lnTo>
                <a:cubicBezTo>
                  <a:pt x="568978" y="13352"/>
                  <a:pt x="569125" y="12836"/>
                  <a:pt x="569420" y="12393"/>
                </a:cubicBezTo>
                <a:cubicBezTo>
                  <a:pt x="569715" y="11951"/>
                  <a:pt x="570232" y="11600"/>
                  <a:pt x="570969" y="11342"/>
                </a:cubicBezTo>
                <a:cubicBezTo>
                  <a:pt x="571707" y="11084"/>
                  <a:pt x="572703" y="10863"/>
                  <a:pt x="573957" y="10678"/>
                </a:cubicBezTo>
                <a:cubicBezTo>
                  <a:pt x="575211" y="10494"/>
                  <a:pt x="576724" y="10402"/>
                  <a:pt x="578494" y="10402"/>
                </a:cubicBezTo>
                <a:cubicBezTo>
                  <a:pt x="580338" y="10402"/>
                  <a:pt x="581869" y="10494"/>
                  <a:pt x="583086" y="10678"/>
                </a:cubicBezTo>
                <a:cubicBezTo>
                  <a:pt x="584304" y="10863"/>
                  <a:pt x="585281" y="11084"/>
                  <a:pt x="586019" y="11342"/>
                </a:cubicBezTo>
                <a:cubicBezTo>
                  <a:pt x="586756" y="11600"/>
                  <a:pt x="587273" y="11951"/>
                  <a:pt x="587568" y="12393"/>
                </a:cubicBezTo>
                <a:cubicBezTo>
                  <a:pt x="587863" y="12836"/>
                  <a:pt x="588010" y="13352"/>
                  <a:pt x="588010" y="13943"/>
                </a:cubicBezTo>
                <a:lnTo>
                  <a:pt x="588010" y="137767"/>
                </a:lnTo>
                <a:lnTo>
                  <a:pt x="639355" y="137767"/>
                </a:lnTo>
                <a:cubicBezTo>
                  <a:pt x="640019" y="137767"/>
                  <a:pt x="640591" y="137933"/>
                  <a:pt x="641070" y="138265"/>
                </a:cubicBezTo>
                <a:cubicBezTo>
                  <a:pt x="641550" y="138597"/>
                  <a:pt x="641955" y="139076"/>
                  <a:pt x="642287" y="139703"/>
                </a:cubicBezTo>
                <a:cubicBezTo>
                  <a:pt x="642619" y="140330"/>
                  <a:pt x="642859" y="141160"/>
                  <a:pt x="643007" y="142193"/>
                </a:cubicBezTo>
                <a:cubicBezTo>
                  <a:pt x="643154" y="143226"/>
                  <a:pt x="643228" y="144480"/>
                  <a:pt x="643228" y="145955"/>
                </a:cubicBezTo>
                <a:close/>
                <a:moveTo>
                  <a:pt x="737082" y="151599"/>
                </a:moveTo>
                <a:cubicBezTo>
                  <a:pt x="737082" y="152484"/>
                  <a:pt x="736787" y="153148"/>
                  <a:pt x="736197" y="153591"/>
                </a:cubicBezTo>
                <a:cubicBezTo>
                  <a:pt x="735606" y="154033"/>
                  <a:pt x="734795" y="154365"/>
                  <a:pt x="733762" y="154586"/>
                </a:cubicBezTo>
                <a:cubicBezTo>
                  <a:pt x="732729" y="154808"/>
                  <a:pt x="731217" y="154918"/>
                  <a:pt x="729225" y="154918"/>
                </a:cubicBezTo>
                <a:cubicBezTo>
                  <a:pt x="727307" y="154918"/>
                  <a:pt x="725776" y="154808"/>
                  <a:pt x="724633" y="154586"/>
                </a:cubicBezTo>
                <a:cubicBezTo>
                  <a:pt x="723490" y="154365"/>
                  <a:pt x="722660" y="154033"/>
                  <a:pt x="722143" y="153591"/>
                </a:cubicBezTo>
                <a:cubicBezTo>
                  <a:pt x="721627" y="153148"/>
                  <a:pt x="721369" y="152484"/>
                  <a:pt x="721369" y="151599"/>
                </a:cubicBezTo>
                <a:lnTo>
                  <a:pt x="721369" y="141640"/>
                </a:lnTo>
                <a:cubicBezTo>
                  <a:pt x="717016" y="146287"/>
                  <a:pt x="712166" y="149920"/>
                  <a:pt x="706817" y="152539"/>
                </a:cubicBezTo>
                <a:cubicBezTo>
                  <a:pt x="701469" y="155158"/>
                  <a:pt x="695807" y="156468"/>
                  <a:pt x="689832" y="156468"/>
                </a:cubicBezTo>
                <a:cubicBezTo>
                  <a:pt x="684594" y="156468"/>
                  <a:pt x="679854" y="155783"/>
                  <a:pt x="675612" y="154414"/>
                </a:cubicBezTo>
                <a:cubicBezTo>
                  <a:pt x="671371" y="153044"/>
                  <a:pt x="667756" y="151064"/>
                  <a:pt x="664768" y="148473"/>
                </a:cubicBezTo>
                <a:cubicBezTo>
                  <a:pt x="661780" y="145881"/>
                  <a:pt x="659457" y="142699"/>
                  <a:pt x="657797" y="138925"/>
                </a:cubicBezTo>
                <a:cubicBezTo>
                  <a:pt x="656137" y="135149"/>
                  <a:pt x="655307" y="130854"/>
                  <a:pt x="655307" y="126041"/>
                </a:cubicBezTo>
                <a:cubicBezTo>
                  <a:pt x="655307" y="120416"/>
                  <a:pt x="656450" y="115531"/>
                  <a:pt x="658737" y="111386"/>
                </a:cubicBezTo>
                <a:cubicBezTo>
                  <a:pt x="661024" y="107238"/>
                  <a:pt x="664307" y="103795"/>
                  <a:pt x="668586" y="101057"/>
                </a:cubicBezTo>
                <a:cubicBezTo>
                  <a:pt x="672864" y="98318"/>
                  <a:pt x="678102" y="96264"/>
                  <a:pt x="684299" y="94894"/>
                </a:cubicBezTo>
                <a:cubicBezTo>
                  <a:pt x="690496" y="93525"/>
                  <a:pt x="697467" y="92840"/>
                  <a:pt x="705213" y="92840"/>
                </a:cubicBezTo>
                <a:lnTo>
                  <a:pt x="718934" y="92840"/>
                </a:lnTo>
                <a:lnTo>
                  <a:pt x="718934" y="85122"/>
                </a:lnTo>
                <a:cubicBezTo>
                  <a:pt x="718934" y="81300"/>
                  <a:pt x="718528" y="77919"/>
                  <a:pt x="717717" y="74980"/>
                </a:cubicBezTo>
                <a:cubicBezTo>
                  <a:pt x="716905" y="72038"/>
                  <a:pt x="715596" y="69593"/>
                  <a:pt x="713789" y="67645"/>
                </a:cubicBezTo>
                <a:cubicBezTo>
                  <a:pt x="711981" y="65697"/>
                  <a:pt x="709639" y="64228"/>
                  <a:pt x="706762" y="63236"/>
                </a:cubicBezTo>
                <a:cubicBezTo>
                  <a:pt x="703885" y="62243"/>
                  <a:pt x="700344" y="61746"/>
                  <a:pt x="696139" y="61746"/>
                </a:cubicBezTo>
                <a:cubicBezTo>
                  <a:pt x="691639" y="61746"/>
                  <a:pt x="687600" y="62275"/>
                  <a:pt x="684022" y="63333"/>
                </a:cubicBezTo>
                <a:cubicBezTo>
                  <a:pt x="680444" y="64391"/>
                  <a:pt x="677309" y="65559"/>
                  <a:pt x="674616" y="66836"/>
                </a:cubicBezTo>
                <a:cubicBezTo>
                  <a:pt x="671924" y="68113"/>
                  <a:pt x="669674" y="69281"/>
                  <a:pt x="667866" y="70339"/>
                </a:cubicBezTo>
                <a:cubicBezTo>
                  <a:pt x="666059" y="71397"/>
                  <a:pt x="664713" y="71926"/>
                  <a:pt x="663827" y="71926"/>
                </a:cubicBezTo>
                <a:cubicBezTo>
                  <a:pt x="663237" y="71926"/>
                  <a:pt x="662721" y="71779"/>
                  <a:pt x="662278" y="71484"/>
                </a:cubicBezTo>
                <a:cubicBezTo>
                  <a:pt x="661836" y="71189"/>
                  <a:pt x="661448" y="70746"/>
                  <a:pt x="661116" y="70156"/>
                </a:cubicBezTo>
                <a:cubicBezTo>
                  <a:pt x="660784" y="69566"/>
                  <a:pt x="660545" y="68810"/>
                  <a:pt x="660397" y="67887"/>
                </a:cubicBezTo>
                <a:cubicBezTo>
                  <a:pt x="660250" y="66965"/>
                  <a:pt x="660176" y="65951"/>
                  <a:pt x="660176" y="64844"/>
                </a:cubicBezTo>
                <a:cubicBezTo>
                  <a:pt x="660176" y="63000"/>
                  <a:pt x="660305" y="61543"/>
                  <a:pt x="660563" y="60474"/>
                </a:cubicBezTo>
                <a:cubicBezTo>
                  <a:pt x="660821" y="59404"/>
                  <a:pt x="661448" y="58389"/>
                  <a:pt x="662444" y="57430"/>
                </a:cubicBezTo>
                <a:cubicBezTo>
                  <a:pt x="663440" y="56471"/>
                  <a:pt x="665155" y="55355"/>
                  <a:pt x="667590" y="54080"/>
                </a:cubicBezTo>
                <a:cubicBezTo>
                  <a:pt x="670024" y="52803"/>
                  <a:pt x="672828" y="51636"/>
                  <a:pt x="676000" y="50580"/>
                </a:cubicBezTo>
                <a:cubicBezTo>
                  <a:pt x="679172" y="49524"/>
                  <a:pt x="682639" y="48651"/>
                  <a:pt x="686401" y="47959"/>
                </a:cubicBezTo>
                <a:cubicBezTo>
                  <a:pt x="690164" y="47265"/>
                  <a:pt x="693963" y="46918"/>
                  <a:pt x="697799" y="46918"/>
                </a:cubicBezTo>
                <a:cubicBezTo>
                  <a:pt x="704955" y="46918"/>
                  <a:pt x="711041" y="47730"/>
                  <a:pt x="716057" y="49353"/>
                </a:cubicBezTo>
                <a:cubicBezTo>
                  <a:pt x="721074" y="50976"/>
                  <a:pt x="725131" y="53355"/>
                  <a:pt x="728229" y="56490"/>
                </a:cubicBezTo>
                <a:cubicBezTo>
                  <a:pt x="731328" y="59625"/>
                  <a:pt x="733578" y="63517"/>
                  <a:pt x="734979" y="68164"/>
                </a:cubicBezTo>
                <a:cubicBezTo>
                  <a:pt x="736381" y="72812"/>
                  <a:pt x="737082" y="78234"/>
                  <a:pt x="737082" y="84431"/>
                </a:cubicBezTo>
                <a:lnTo>
                  <a:pt x="737082" y="151599"/>
                </a:lnTo>
                <a:moveTo>
                  <a:pt x="718934" y="106008"/>
                </a:moveTo>
                <a:lnTo>
                  <a:pt x="703332" y="106008"/>
                </a:lnTo>
                <a:cubicBezTo>
                  <a:pt x="698315" y="106008"/>
                  <a:pt x="693963" y="106436"/>
                  <a:pt x="690274" y="107291"/>
                </a:cubicBezTo>
                <a:cubicBezTo>
                  <a:pt x="686586" y="108144"/>
                  <a:pt x="683524" y="109405"/>
                  <a:pt x="681090" y="111074"/>
                </a:cubicBezTo>
                <a:cubicBezTo>
                  <a:pt x="678655" y="112743"/>
                  <a:pt x="676866" y="114748"/>
                  <a:pt x="675723" y="117088"/>
                </a:cubicBezTo>
                <a:cubicBezTo>
                  <a:pt x="674580" y="119425"/>
                  <a:pt x="674008" y="122116"/>
                  <a:pt x="674008" y="125159"/>
                </a:cubicBezTo>
                <a:cubicBezTo>
                  <a:pt x="674008" y="130355"/>
                  <a:pt x="675649" y="134493"/>
                  <a:pt x="678932" y="137573"/>
                </a:cubicBezTo>
                <a:cubicBezTo>
                  <a:pt x="682215" y="140653"/>
                  <a:pt x="686807" y="142193"/>
                  <a:pt x="692709" y="142193"/>
                </a:cubicBezTo>
                <a:cubicBezTo>
                  <a:pt x="697504" y="142193"/>
                  <a:pt x="701948" y="140969"/>
                  <a:pt x="706043" y="138521"/>
                </a:cubicBezTo>
                <a:cubicBezTo>
                  <a:pt x="710137" y="136070"/>
                  <a:pt x="714434" y="132322"/>
                  <a:pt x="718934" y="127275"/>
                </a:cubicBezTo>
                <a:lnTo>
                  <a:pt x="718934" y="106008"/>
                </a:lnTo>
                <a:close/>
                <a:moveTo>
                  <a:pt x="856368" y="151488"/>
                </a:moveTo>
                <a:cubicBezTo>
                  <a:pt x="856368" y="152078"/>
                  <a:pt x="856220" y="152576"/>
                  <a:pt x="855925" y="152982"/>
                </a:cubicBezTo>
                <a:cubicBezTo>
                  <a:pt x="855630" y="153388"/>
                  <a:pt x="855151" y="153738"/>
                  <a:pt x="854487" y="154033"/>
                </a:cubicBezTo>
                <a:cubicBezTo>
                  <a:pt x="853823" y="154328"/>
                  <a:pt x="852901" y="154550"/>
                  <a:pt x="851720" y="154697"/>
                </a:cubicBezTo>
                <a:cubicBezTo>
                  <a:pt x="850540" y="154845"/>
                  <a:pt x="849065" y="154918"/>
                  <a:pt x="847294" y="154918"/>
                </a:cubicBezTo>
                <a:cubicBezTo>
                  <a:pt x="845450" y="154918"/>
                  <a:pt x="843938" y="154845"/>
                  <a:pt x="842757" y="154697"/>
                </a:cubicBezTo>
                <a:cubicBezTo>
                  <a:pt x="841577" y="154550"/>
                  <a:pt x="840655" y="154328"/>
                  <a:pt x="839991" y="154033"/>
                </a:cubicBezTo>
                <a:cubicBezTo>
                  <a:pt x="839327" y="153738"/>
                  <a:pt x="838847" y="153388"/>
                  <a:pt x="838552" y="152982"/>
                </a:cubicBezTo>
                <a:cubicBezTo>
                  <a:pt x="838257" y="152576"/>
                  <a:pt x="838110" y="152078"/>
                  <a:pt x="838110" y="151488"/>
                </a:cubicBezTo>
                <a:lnTo>
                  <a:pt x="838110" y="93172"/>
                </a:lnTo>
                <a:cubicBezTo>
                  <a:pt x="838110" y="87492"/>
                  <a:pt x="837667" y="82918"/>
                  <a:pt x="836782" y="79451"/>
                </a:cubicBezTo>
                <a:cubicBezTo>
                  <a:pt x="835897" y="75984"/>
                  <a:pt x="834606" y="72996"/>
                  <a:pt x="832909" y="70488"/>
                </a:cubicBezTo>
                <a:cubicBezTo>
                  <a:pt x="831212" y="67980"/>
                  <a:pt x="829017" y="66062"/>
                  <a:pt x="826325" y="64734"/>
                </a:cubicBezTo>
                <a:cubicBezTo>
                  <a:pt x="823632" y="63406"/>
                  <a:pt x="820515" y="62742"/>
                  <a:pt x="816974" y="62742"/>
                </a:cubicBezTo>
                <a:cubicBezTo>
                  <a:pt x="812401" y="62742"/>
                  <a:pt x="807827" y="64365"/>
                  <a:pt x="803253" y="67611"/>
                </a:cubicBezTo>
                <a:cubicBezTo>
                  <a:pt x="798679" y="70857"/>
                  <a:pt x="793884" y="75615"/>
                  <a:pt x="788868" y="81885"/>
                </a:cubicBezTo>
                <a:lnTo>
                  <a:pt x="788868" y="151488"/>
                </a:lnTo>
                <a:cubicBezTo>
                  <a:pt x="788868" y="152078"/>
                  <a:pt x="788720" y="152576"/>
                  <a:pt x="788425" y="152982"/>
                </a:cubicBezTo>
                <a:cubicBezTo>
                  <a:pt x="788130" y="153388"/>
                  <a:pt x="787651" y="153738"/>
                  <a:pt x="786987" y="154033"/>
                </a:cubicBezTo>
                <a:cubicBezTo>
                  <a:pt x="786323" y="154328"/>
                  <a:pt x="785401" y="154550"/>
                  <a:pt x="784220" y="154697"/>
                </a:cubicBezTo>
                <a:cubicBezTo>
                  <a:pt x="783040" y="154845"/>
                  <a:pt x="781528" y="154918"/>
                  <a:pt x="779683" y="154918"/>
                </a:cubicBezTo>
                <a:cubicBezTo>
                  <a:pt x="777913" y="154918"/>
                  <a:pt x="776437" y="154845"/>
                  <a:pt x="775257" y="154697"/>
                </a:cubicBezTo>
                <a:cubicBezTo>
                  <a:pt x="774077" y="154550"/>
                  <a:pt x="773136" y="154328"/>
                  <a:pt x="772435" y="154033"/>
                </a:cubicBezTo>
                <a:cubicBezTo>
                  <a:pt x="771735" y="153738"/>
                  <a:pt x="771255" y="153388"/>
                  <a:pt x="770997" y="152982"/>
                </a:cubicBezTo>
                <a:cubicBezTo>
                  <a:pt x="770739" y="152576"/>
                  <a:pt x="770610" y="152078"/>
                  <a:pt x="770610" y="151488"/>
                </a:cubicBezTo>
                <a:lnTo>
                  <a:pt x="770610" y="51898"/>
                </a:lnTo>
                <a:cubicBezTo>
                  <a:pt x="770610" y="51308"/>
                  <a:pt x="770720" y="50810"/>
                  <a:pt x="770942" y="50404"/>
                </a:cubicBezTo>
                <a:cubicBezTo>
                  <a:pt x="771163" y="49998"/>
                  <a:pt x="771605" y="49629"/>
                  <a:pt x="772269" y="49297"/>
                </a:cubicBezTo>
                <a:cubicBezTo>
                  <a:pt x="772933" y="48965"/>
                  <a:pt x="773782" y="48744"/>
                  <a:pt x="774814" y="48633"/>
                </a:cubicBezTo>
                <a:cubicBezTo>
                  <a:pt x="775847" y="48523"/>
                  <a:pt x="777212" y="48467"/>
                  <a:pt x="778909" y="48467"/>
                </a:cubicBezTo>
                <a:cubicBezTo>
                  <a:pt x="780532" y="48467"/>
                  <a:pt x="781878" y="48523"/>
                  <a:pt x="782948" y="48633"/>
                </a:cubicBezTo>
                <a:cubicBezTo>
                  <a:pt x="784017" y="48744"/>
                  <a:pt x="784847" y="48965"/>
                  <a:pt x="785437" y="49297"/>
                </a:cubicBezTo>
                <a:cubicBezTo>
                  <a:pt x="786028" y="49629"/>
                  <a:pt x="786452" y="49998"/>
                  <a:pt x="786710" y="50404"/>
                </a:cubicBezTo>
                <a:cubicBezTo>
                  <a:pt x="786968" y="50810"/>
                  <a:pt x="787097" y="51308"/>
                  <a:pt x="787097" y="51898"/>
                </a:cubicBezTo>
                <a:lnTo>
                  <a:pt x="787097" y="65066"/>
                </a:lnTo>
                <a:cubicBezTo>
                  <a:pt x="792704" y="58795"/>
                  <a:pt x="798292" y="54203"/>
                  <a:pt x="803862" y="51289"/>
                </a:cubicBezTo>
                <a:cubicBezTo>
                  <a:pt x="809431" y="48375"/>
                  <a:pt x="815056" y="46918"/>
                  <a:pt x="820737" y="46918"/>
                </a:cubicBezTo>
                <a:cubicBezTo>
                  <a:pt x="827376" y="46918"/>
                  <a:pt x="832964" y="48043"/>
                  <a:pt x="837501" y="50293"/>
                </a:cubicBezTo>
                <a:cubicBezTo>
                  <a:pt x="842038" y="52543"/>
                  <a:pt x="845708" y="55549"/>
                  <a:pt x="848511" y="59312"/>
                </a:cubicBezTo>
                <a:cubicBezTo>
                  <a:pt x="851315" y="63074"/>
                  <a:pt x="853325" y="67482"/>
                  <a:pt x="854542" y="72535"/>
                </a:cubicBezTo>
                <a:cubicBezTo>
                  <a:pt x="855759" y="77588"/>
                  <a:pt x="856368" y="83656"/>
                  <a:pt x="856368" y="90738"/>
                </a:cubicBezTo>
                <a:lnTo>
                  <a:pt x="856368" y="151488"/>
                </a:lnTo>
                <a:close/>
                <a:moveTo>
                  <a:pt x="972800" y="56324"/>
                </a:moveTo>
                <a:cubicBezTo>
                  <a:pt x="972800" y="58906"/>
                  <a:pt x="972450" y="60769"/>
                  <a:pt x="971749" y="61912"/>
                </a:cubicBezTo>
                <a:cubicBezTo>
                  <a:pt x="971048" y="63055"/>
                  <a:pt x="970145" y="63627"/>
                  <a:pt x="969038" y="63627"/>
                </a:cubicBezTo>
                <a:lnTo>
                  <a:pt x="954763" y="63627"/>
                </a:lnTo>
                <a:cubicBezTo>
                  <a:pt x="957345" y="66290"/>
                  <a:pt x="959153" y="69231"/>
                  <a:pt x="960185" y="72452"/>
                </a:cubicBezTo>
                <a:cubicBezTo>
                  <a:pt x="961218" y="75670"/>
                  <a:pt x="961735" y="79018"/>
                  <a:pt x="961735" y="82494"/>
                </a:cubicBezTo>
                <a:cubicBezTo>
                  <a:pt x="961735" y="88239"/>
                  <a:pt x="960813" y="93321"/>
                  <a:pt x="958968" y="97740"/>
                </a:cubicBezTo>
                <a:cubicBezTo>
                  <a:pt x="957124" y="102160"/>
                  <a:pt x="954487" y="105898"/>
                  <a:pt x="951056" y="108955"/>
                </a:cubicBezTo>
                <a:cubicBezTo>
                  <a:pt x="947626" y="112012"/>
                  <a:pt x="943550" y="114350"/>
                  <a:pt x="938829" y="115971"/>
                </a:cubicBezTo>
                <a:cubicBezTo>
                  <a:pt x="934108" y="117592"/>
                  <a:pt x="928870" y="118402"/>
                  <a:pt x="923116" y="118402"/>
                </a:cubicBezTo>
                <a:cubicBezTo>
                  <a:pt x="919058" y="118402"/>
                  <a:pt x="915204" y="117868"/>
                  <a:pt x="911552" y="116801"/>
                </a:cubicBezTo>
                <a:cubicBezTo>
                  <a:pt x="907901" y="115733"/>
                  <a:pt x="905079" y="114389"/>
                  <a:pt x="903087" y="112769"/>
                </a:cubicBezTo>
                <a:cubicBezTo>
                  <a:pt x="901759" y="114097"/>
                  <a:pt x="900671" y="115609"/>
                  <a:pt x="899823" y="117306"/>
                </a:cubicBezTo>
                <a:cubicBezTo>
                  <a:pt x="898974" y="119000"/>
                  <a:pt x="898550" y="120953"/>
                  <a:pt x="898550" y="123164"/>
                </a:cubicBezTo>
                <a:cubicBezTo>
                  <a:pt x="898550" y="125746"/>
                  <a:pt x="899749" y="127885"/>
                  <a:pt x="902146" y="129582"/>
                </a:cubicBezTo>
                <a:cubicBezTo>
                  <a:pt x="904544" y="131276"/>
                  <a:pt x="907735" y="132197"/>
                  <a:pt x="911718" y="132345"/>
                </a:cubicBezTo>
                <a:lnTo>
                  <a:pt x="937722" y="133455"/>
                </a:lnTo>
                <a:cubicBezTo>
                  <a:pt x="942665" y="133602"/>
                  <a:pt x="947202" y="134287"/>
                  <a:pt x="951333" y="135509"/>
                </a:cubicBezTo>
                <a:cubicBezTo>
                  <a:pt x="955464" y="136730"/>
                  <a:pt x="959042" y="138471"/>
                  <a:pt x="962067" y="140730"/>
                </a:cubicBezTo>
                <a:cubicBezTo>
                  <a:pt x="965091" y="142987"/>
                  <a:pt x="967452" y="145763"/>
                  <a:pt x="969149" y="149057"/>
                </a:cubicBezTo>
                <a:cubicBezTo>
                  <a:pt x="970845" y="152351"/>
                  <a:pt x="971694" y="156183"/>
                  <a:pt x="971694" y="160551"/>
                </a:cubicBezTo>
                <a:cubicBezTo>
                  <a:pt x="971694" y="165141"/>
                  <a:pt x="970735" y="169509"/>
                  <a:pt x="968817" y="173654"/>
                </a:cubicBezTo>
                <a:cubicBezTo>
                  <a:pt x="966899" y="177801"/>
                  <a:pt x="963966" y="181447"/>
                  <a:pt x="960020" y="184591"/>
                </a:cubicBezTo>
                <a:cubicBezTo>
                  <a:pt x="956073" y="187738"/>
                  <a:pt x="951038" y="190219"/>
                  <a:pt x="944915" y="192033"/>
                </a:cubicBezTo>
                <a:cubicBezTo>
                  <a:pt x="938792" y="193847"/>
                  <a:pt x="931562" y="194755"/>
                  <a:pt x="923226" y="194755"/>
                </a:cubicBezTo>
                <a:cubicBezTo>
                  <a:pt x="915185" y="194755"/>
                  <a:pt x="908343" y="194071"/>
                  <a:pt x="902700" y="192704"/>
                </a:cubicBezTo>
                <a:cubicBezTo>
                  <a:pt x="897056" y="191339"/>
                  <a:pt x="892427" y="189475"/>
                  <a:pt x="888812" y="187112"/>
                </a:cubicBezTo>
                <a:cubicBezTo>
                  <a:pt x="885198" y="184752"/>
                  <a:pt x="882579" y="181929"/>
                  <a:pt x="880956" y="178644"/>
                </a:cubicBezTo>
                <a:cubicBezTo>
                  <a:pt x="879333" y="175359"/>
                  <a:pt x="878521" y="171796"/>
                  <a:pt x="878521" y="167955"/>
                </a:cubicBezTo>
                <a:cubicBezTo>
                  <a:pt x="878521" y="165521"/>
                  <a:pt x="878816" y="163159"/>
                  <a:pt x="879407" y="160870"/>
                </a:cubicBezTo>
                <a:cubicBezTo>
                  <a:pt x="879997" y="158580"/>
                  <a:pt x="880900" y="156402"/>
                  <a:pt x="882118" y="154334"/>
                </a:cubicBezTo>
                <a:cubicBezTo>
                  <a:pt x="883335" y="152268"/>
                  <a:pt x="884847" y="150295"/>
                  <a:pt x="886655" y="148414"/>
                </a:cubicBezTo>
                <a:cubicBezTo>
                  <a:pt x="888462" y="146530"/>
                  <a:pt x="890546" y="144665"/>
                  <a:pt x="892907" y="142819"/>
                </a:cubicBezTo>
                <a:cubicBezTo>
                  <a:pt x="889292" y="140968"/>
                  <a:pt x="886618" y="138635"/>
                  <a:pt x="884884" y="135820"/>
                </a:cubicBezTo>
                <a:cubicBezTo>
                  <a:pt x="883150" y="133003"/>
                  <a:pt x="882284" y="129964"/>
                  <a:pt x="882284" y="126705"/>
                </a:cubicBezTo>
                <a:cubicBezTo>
                  <a:pt x="882284" y="122186"/>
                  <a:pt x="883206" y="118148"/>
                  <a:pt x="885050" y="114591"/>
                </a:cubicBezTo>
                <a:cubicBezTo>
                  <a:pt x="886894" y="111034"/>
                  <a:pt x="889181" y="107848"/>
                  <a:pt x="891911" y="105033"/>
                </a:cubicBezTo>
                <a:cubicBezTo>
                  <a:pt x="889624" y="102308"/>
                  <a:pt x="887816" y="99233"/>
                  <a:pt x="886489" y="95807"/>
                </a:cubicBezTo>
                <a:cubicBezTo>
                  <a:pt x="885161" y="92382"/>
                  <a:pt x="884497" y="88239"/>
                  <a:pt x="884497" y="83379"/>
                </a:cubicBezTo>
                <a:cubicBezTo>
                  <a:pt x="884497" y="77708"/>
                  <a:pt x="885456" y="72626"/>
                  <a:pt x="887374" y="68133"/>
                </a:cubicBezTo>
                <a:cubicBezTo>
                  <a:pt x="889292" y="63640"/>
                  <a:pt x="891948" y="59846"/>
                  <a:pt x="895341" y="56753"/>
                </a:cubicBezTo>
                <a:cubicBezTo>
                  <a:pt x="898735" y="53659"/>
                  <a:pt x="902810" y="51283"/>
                  <a:pt x="907569" y="49626"/>
                </a:cubicBezTo>
                <a:cubicBezTo>
                  <a:pt x="912327" y="47968"/>
                  <a:pt x="917509" y="47139"/>
                  <a:pt x="923116" y="47139"/>
                </a:cubicBezTo>
                <a:cubicBezTo>
                  <a:pt x="926140" y="47139"/>
                  <a:pt x="928962" y="47296"/>
                  <a:pt x="931581" y="47610"/>
                </a:cubicBezTo>
                <a:cubicBezTo>
                  <a:pt x="934200" y="47921"/>
                  <a:pt x="936653" y="48354"/>
                  <a:pt x="938940" y="48910"/>
                </a:cubicBezTo>
                <a:lnTo>
                  <a:pt x="969038" y="48910"/>
                </a:lnTo>
                <a:cubicBezTo>
                  <a:pt x="970292" y="48910"/>
                  <a:pt x="971233" y="49519"/>
                  <a:pt x="971860" y="50736"/>
                </a:cubicBezTo>
                <a:cubicBezTo>
                  <a:pt x="972487" y="51953"/>
                  <a:pt x="972800" y="53816"/>
                  <a:pt x="972800" y="56324"/>
                </a:cubicBezTo>
                <a:moveTo>
                  <a:pt x="944251" y="82605"/>
                </a:moveTo>
                <a:cubicBezTo>
                  <a:pt x="944251" y="75836"/>
                  <a:pt x="942388" y="70557"/>
                  <a:pt x="938663" y="66767"/>
                </a:cubicBezTo>
                <a:cubicBezTo>
                  <a:pt x="934937" y="62977"/>
                  <a:pt x="929644" y="61082"/>
                  <a:pt x="922784" y="61082"/>
                </a:cubicBezTo>
                <a:cubicBezTo>
                  <a:pt x="919243" y="61082"/>
                  <a:pt x="916163" y="61671"/>
                  <a:pt x="913544" y="62849"/>
                </a:cubicBezTo>
                <a:cubicBezTo>
                  <a:pt x="910925" y="64025"/>
                  <a:pt x="908749" y="65643"/>
                  <a:pt x="907015" y="67704"/>
                </a:cubicBezTo>
                <a:cubicBezTo>
                  <a:pt x="905282" y="69765"/>
                  <a:pt x="903991" y="72138"/>
                  <a:pt x="903142" y="74824"/>
                </a:cubicBezTo>
                <a:cubicBezTo>
                  <a:pt x="902294" y="77510"/>
                  <a:pt x="901870" y="80325"/>
                  <a:pt x="901870" y="83269"/>
                </a:cubicBezTo>
                <a:cubicBezTo>
                  <a:pt x="901870" y="89816"/>
                  <a:pt x="903733" y="94966"/>
                  <a:pt x="907458" y="98719"/>
                </a:cubicBezTo>
                <a:cubicBezTo>
                  <a:pt x="911183" y="102472"/>
                  <a:pt x="916403" y="104349"/>
                  <a:pt x="923116" y="104349"/>
                </a:cubicBezTo>
                <a:cubicBezTo>
                  <a:pt x="926731" y="104349"/>
                  <a:pt x="929866" y="103779"/>
                  <a:pt x="932522" y="102640"/>
                </a:cubicBezTo>
                <a:cubicBezTo>
                  <a:pt x="935177" y="101499"/>
                  <a:pt x="937372" y="99917"/>
                  <a:pt x="939106" y="97893"/>
                </a:cubicBezTo>
                <a:cubicBezTo>
                  <a:pt x="940839" y="95868"/>
                  <a:pt x="942130" y="93532"/>
                  <a:pt x="942978" y="90883"/>
                </a:cubicBezTo>
                <a:cubicBezTo>
                  <a:pt x="943827" y="88234"/>
                  <a:pt x="944251" y="85475"/>
                  <a:pt x="944251" y="82605"/>
                </a:cubicBezTo>
                <a:moveTo>
                  <a:pt x="953435" y="161544"/>
                </a:moveTo>
                <a:cubicBezTo>
                  <a:pt x="953435" y="157235"/>
                  <a:pt x="951683" y="153912"/>
                  <a:pt x="948179" y="151575"/>
                </a:cubicBezTo>
                <a:cubicBezTo>
                  <a:pt x="944675" y="149235"/>
                  <a:pt x="939935" y="147991"/>
                  <a:pt x="933960" y="147843"/>
                </a:cubicBezTo>
                <a:lnTo>
                  <a:pt x="908177" y="146951"/>
                </a:lnTo>
                <a:cubicBezTo>
                  <a:pt x="905817" y="148807"/>
                  <a:pt x="903880" y="150571"/>
                  <a:pt x="902368" y="152242"/>
                </a:cubicBezTo>
                <a:cubicBezTo>
                  <a:pt x="900855" y="153913"/>
                  <a:pt x="899657" y="155510"/>
                  <a:pt x="898771" y="157031"/>
                </a:cubicBezTo>
                <a:cubicBezTo>
                  <a:pt x="897886" y="158553"/>
                  <a:pt x="897278" y="160056"/>
                  <a:pt x="896946" y="161540"/>
                </a:cubicBezTo>
                <a:cubicBezTo>
                  <a:pt x="896614" y="163027"/>
                  <a:pt x="896448" y="164550"/>
                  <a:pt x="896448" y="166108"/>
                </a:cubicBezTo>
                <a:cubicBezTo>
                  <a:pt x="896448" y="170936"/>
                  <a:pt x="898882" y="174593"/>
                  <a:pt x="903751" y="177081"/>
                </a:cubicBezTo>
                <a:cubicBezTo>
                  <a:pt x="908620" y="179568"/>
                  <a:pt x="915407" y="180812"/>
                  <a:pt x="924112" y="180812"/>
                </a:cubicBezTo>
                <a:cubicBezTo>
                  <a:pt x="929644" y="180812"/>
                  <a:pt x="934274" y="180274"/>
                  <a:pt x="937999" y="179197"/>
                </a:cubicBezTo>
                <a:cubicBezTo>
                  <a:pt x="941724" y="178120"/>
                  <a:pt x="944731" y="176691"/>
                  <a:pt x="947017" y="174909"/>
                </a:cubicBezTo>
                <a:cubicBezTo>
                  <a:pt x="949304" y="173127"/>
                  <a:pt x="950946" y="171085"/>
                  <a:pt x="951942" y="168782"/>
                </a:cubicBezTo>
                <a:cubicBezTo>
                  <a:pt x="952938" y="166481"/>
                  <a:pt x="953435" y="164068"/>
                  <a:pt x="953435" y="161544"/>
                </a:cubicBezTo>
                <a:close/>
                <a:moveTo>
                  <a:pt x="1082095" y="151488"/>
                </a:moveTo>
                <a:cubicBezTo>
                  <a:pt x="1082095" y="152078"/>
                  <a:pt x="1081966" y="152576"/>
                  <a:pt x="1081708" y="152982"/>
                </a:cubicBezTo>
                <a:cubicBezTo>
                  <a:pt x="1081450" y="153388"/>
                  <a:pt x="1080989" y="153738"/>
                  <a:pt x="1080325" y="154033"/>
                </a:cubicBezTo>
                <a:cubicBezTo>
                  <a:pt x="1079661" y="154328"/>
                  <a:pt x="1078794" y="154550"/>
                  <a:pt x="1077724" y="154697"/>
                </a:cubicBezTo>
                <a:cubicBezTo>
                  <a:pt x="1076655" y="154845"/>
                  <a:pt x="1075345" y="154918"/>
                  <a:pt x="1073796" y="154918"/>
                </a:cubicBezTo>
                <a:cubicBezTo>
                  <a:pt x="1072099" y="154918"/>
                  <a:pt x="1070716" y="154845"/>
                  <a:pt x="1069646" y="154697"/>
                </a:cubicBezTo>
                <a:cubicBezTo>
                  <a:pt x="1068577" y="154550"/>
                  <a:pt x="1067728" y="154328"/>
                  <a:pt x="1067101" y="154033"/>
                </a:cubicBezTo>
                <a:cubicBezTo>
                  <a:pt x="1066474" y="153738"/>
                  <a:pt x="1066050" y="153388"/>
                  <a:pt x="1065829" y="152982"/>
                </a:cubicBezTo>
                <a:cubicBezTo>
                  <a:pt x="1065607" y="152576"/>
                  <a:pt x="1065497" y="152078"/>
                  <a:pt x="1065497" y="151488"/>
                </a:cubicBezTo>
                <a:lnTo>
                  <a:pt x="1065497" y="138320"/>
                </a:lnTo>
                <a:cubicBezTo>
                  <a:pt x="1059816" y="144630"/>
                  <a:pt x="1054210" y="149232"/>
                  <a:pt x="1048677" y="152128"/>
                </a:cubicBezTo>
                <a:cubicBezTo>
                  <a:pt x="1043144" y="155021"/>
                  <a:pt x="1037538" y="156468"/>
                  <a:pt x="1031857" y="156468"/>
                </a:cubicBezTo>
                <a:cubicBezTo>
                  <a:pt x="1025218" y="156468"/>
                  <a:pt x="1019630" y="155360"/>
                  <a:pt x="1015093" y="153144"/>
                </a:cubicBezTo>
                <a:cubicBezTo>
                  <a:pt x="1010556" y="150929"/>
                  <a:pt x="1006886" y="147921"/>
                  <a:pt x="1004083" y="144119"/>
                </a:cubicBezTo>
                <a:cubicBezTo>
                  <a:pt x="1001279" y="140315"/>
                  <a:pt x="999269" y="135884"/>
                  <a:pt x="998052" y="130827"/>
                </a:cubicBezTo>
                <a:cubicBezTo>
                  <a:pt x="996835" y="125766"/>
                  <a:pt x="996226" y="119618"/>
                  <a:pt x="996226" y="112382"/>
                </a:cubicBezTo>
                <a:lnTo>
                  <a:pt x="996226" y="51901"/>
                </a:lnTo>
                <a:cubicBezTo>
                  <a:pt x="996226" y="51311"/>
                  <a:pt x="996355" y="50813"/>
                  <a:pt x="996613" y="50407"/>
                </a:cubicBezTo>
                <a:cubicBezTo>
                  <a:pt x="996872" y="49999"/>
                  <a:pt x="997370" y="49629"/>
                  <a:pt x="998107" y="49297"/>
                </a:cubicBezTo>
                <a:cubicBezTo>
                  <a:pt x="998845" y="48965"/>
                  <a:pt x="999804" y="48744"/>
                  <a:pt x="1000984" y="48633"/>
                </a:cubicBezTo>
                <a:cubicBezTo>
                  <a:pt x="1002165" y="48523"/>
                  <a:pt x="1003640" y="48467"/>
                  <a:pt x="1005411" y="48467"/>
                </a:cubicBezTo>
                <a:cubicBezTo>
                  <a:pt x="1007181" y="48467"/>
                  <a:pt x="1008657" y="48523"/>
                  <a:pt x="1009837" y="48633"/>
                </a:cubicBezTo>
                <a:cubicBezTo>
                  <a:pt x="1011017" y="48744"/>
                  <a:pt x="1011958" y="48965"/>
                  <a:pt x="1012659" y="49297"/>
                </a:cubicBezTo>
                <a:cubicBezTo>
                  <a:pt x="1013359" y="49629"/>
                  <a:pt x="1013857" y="49999"/>
                  <a:pt x="1014152" y="50407"/>
                </a:cubicBezTo>
                <a:cubicBezTo>
                  <a:pt x="1014448" y="50813"/>
                  <a:pt x="1014595" y="51311"/>
                  <a:pt x="1014595" y="51901"/>
                </a:cubicBezTo>
                <a:lnTo>
                  <a:pt x="1014595" y="109954"/>
                </a:lnTo>
                <a:cubicBezTo>
                  <a:pt x="1014595" y="115789"/>
                  <a:pt x="1015019" y="120461"/>
                  <a:pt x="1015868" y="123969"/>
                </a:cubicBezTo>
                <a:cubicBezTo>
                  <a:pt x="1016716" y="127478"/>
                  <a:pt x="1018007" y="130470"/>
                  <a:pt x="1019741" y="132946"/>
                </a:cubicBezTo>
                <a:cubicBezTo>
                  <a:pt x="1021474" y="135420"/>
                  <a:pt x="1023669" y="137340"/>
                  <a:pt x="1026325" y="138707"/>
                </a:cubicBezTo>
                <a:cubicBezTo>
                  <a:pt x="1028980" y="140072"/>
                  <a:pt x="1032079" y="140754"/>
                  <a:pt x="1035620" y="140754"/>
                </a:cubicBezTo>
                <a:cubicBezTo>
                  <a:pt x="1040193" y="140754"/>
                  <a:pt x="1044749" y="139122"/>
                  <a:pt x="1049286" y="135858"/>
                </a:cubicBezTo>
                <a:cubicBezTo>
                  <a:pt x="1053823" y="132594"/>
                  <a:pt x="1058636" y="127808"/>
                  <a:pt x="1063726" y="121500"/>
                </a:cubicBezTo>
                <a:lnTo>
                  <a:pt x="1063726" y="51898"/>
                </a:lnTo>
                <a:cubicBezTo>
                  <a:pt x="1063726" y="51308"/>
                  <a:pt x="1063855" y="50810"/>
                  <a:pt x="1064114" y="50404"/>
                </a:cubicBezTo>
                <a:cubicBezTo>
                  <a:pt x="1064372" y="49998"/>
                  <a:pt x="1064870" y="49629"/>
                  <a:pt x="1065607" y="49297"/>
                </a:cubicBezTo>
                <a:cubicBezTo>
                  <a:pt x="1066345" y="48965"/>
                  <a:pt x="1067286" y="48744"/>
                  <a:pt x="1068429" y="48633"/>
                </a:cubicBezTo>
                <a:cubicBezTo>
                  <a:pt x="1069573" y="48523"/>
                  <a:pt x="1071067" y="48467"/>
                  <a:pt x="1072911" y="48467"/>
                </a:cubicBezTo>
                <a:cubicBezTo>
                  <a:pt x="1074681" y="48467"/>
                  <a:pt x="1076157" y="48523"/>
                  <a:pt x="1077337" y="48633"/>
                </a:cubicBezTo>
                <a:cubicBezTo>
                  <a:pt x="1078517" y="48744"/>
                  <a:pt x="1079439" y="48965"/>
                  <a:pt x="1080103" y="49297"/>
                </a:cubicBezTo>
                <a:cubicBezTo>
                  <a:pt x="1080767" y="49629"/>
                  <a:pt x="1081265" y="49998"/>
                  <a:pt x="1081597" y="50404"/>
                </a:cubicBezTo>
                <a:cubicBezTo>
                  <a:pt x="1081929" y="50810"/>
                  <a:pt x="1082095" y="51308"/>
                  <a:pt x="1082095" y="51898"/>
                </a:cubicBezTo>
                <a:lnTo>
                  <a:pt x="1082095" y="151488"/>
                </a:lnTo>
                <a:close/>
                <a:moveTo>
                  <a:pt x="1190782" y="151599"/>
                </a:moveTo>
                <a:cubicBezTo>
                  <a:pt x="1190782" y="152484"/>
                  <a:pt x="1190487" y="153148"/>
                  <a:pt x="1189897" y="153591"/>
                </a:cubicBezTo>
                <a:cubicBezTo>
                  <a:pt x="1189306" y="154033"/>
                  <a:pt x="1188495" y="154365"/>
                  <a:pt x="1187462" y="154586"/>
                </a:cubicBezTo>
                <a:cubicBezTo>
                  <a:pt x="1186429" y="154808"/>
                  <a:pt x="1184917" y="154918"/>
                  <a:pt x="1182925" y="154918"/>
                </a:cubicBezTo>
                <a:cubicBezTo>
                  <a:pt x="1181007" y="154918"/>
                  <a:pt x="1179476" y="154808"/>
                  <a:pt x="1178333" y="154586"/>
                </a:cubicBezTo>
                <a:cubicBezTo>
                  <a:pt x="1177190" y="154365"/>
                  <a:pt x="1176360" y="154033"/>
                  <a:pt x="1175843" y="153591"/>
                </a:cubicBezTo>
                <a:cubicBezTo>
                  <a:pt x="1175327" y="153148"/>
                  <a:pt x="1175069" y="152484"/>
                  <a:pt x="1175069" y="151599"/>
                </a:cubicBezTo>
                <a:lnTo>
                  <a:pt x="1175069" y="141640"/>
                </a:lnTo>
                <a:cubicBezTo>
                  <a:pt x="1170716" y="146287"/>
                  <a:pt x="1165866" y="149920"/>
                  <a:pt x="1160517" y="152539"/>
                </a:cubicBezTo>
                <a:cubicBezTo>
                  <a:pt x="1155169" y="155158"/>
                  <a:pt x="1149507" y="156468"/>
                  <a:pt x="1143532" y="156468"/>
                </a:cubicBezTo>
                <a:cubicBezTo>
                  <a:pt x="1138294" y="156468"/>
                  <a:pt x="1133554" y="155783"/>
                  <a:pt x="1129312" y="154414"/>
                </a:cubicBezTo>
                <a:cubicBezTo>
                  <a:pt x="1125071" y="153044"/>
                  <a:pt x="1121456" y="151064"/>
                  <a:pt x="1118468" y="148473"/>
                </a:cubicBezTo>
                <a:cubicBezTo>
                  <a:pt x="1115480" y="145881"/>
                  <a:pt x="1113157" y="142699"/>
                  <a:pt x="1111497" y="138925"/>
                </a:cubicBezTo>
                <a:cubicBezTo>
                  <a:pt x="1109837" y="135149"/>
                  <a:pt x="1109007" y="130854"/>
                  <a:pt x="1109007" y="126041"/>
                </a:cubicBezTo>
                <a:cubicBezTo>
                  <a:pt x="1109007" y="120416"/>
                  <a:pt x="1110151" y="115531"/>
                  <a:pt x="1112437" y="111386"/>
                </a:cubicBezTo>
                <a:cubicBezTo>
                  <a:pt x="1114724" y="107238"/>
                  <a:pt x="1118007" y="103795"/>
                  <a:pt x="1122286" y="101057"/>
                </a:cubicBezTo>
                <a:cubicBezTo>
                  <a:pt x="1126564" y="98318"/>
                  <a:pt x="1131802" y="96264"/>
                  <a:pt x="1137999" y="94894"/>
                </a:cubicBezTo>
                <a:cubicBezTo>
                  <a:pt x="1144196" y="93525"/>
                  <a:pt x="1151167" y="92840"/>
                  <a:pt x="1158913" y="92840"/>
                </a:cubicBezTo>
                <a:lnTo>
                  <a:pt x="1172634" y="92840"/>
                </a:lnTo>
                <a:lnTo>
                  <a:pt x="1172634" y="85122"/>
                </a:lnTo>
                <a:cubicBezTo>
                  <a:pt x="1172634" y="81300"/>
                  <a:pt x="1172229" y="77919"/>
                  <a:pt x="1171417" y="74980"/>
                </a:cubicBezTo>
                <a:cubicBezTo>
                  <a:pt x="1170606" y="72038"/>
                  <a:pt x="1169296" y="69593"/>
                  <a:pt x="1167489" y="67645"/>
                </a:cubicBezTo>
                <a:cubicBezTo>
                  <a:pt x="1165681" y="65697"/>
                  <a:pt x="1163339" y="64228"/>
                  <a:pt x="1160462" y="63236"/>
                </a:cubicBezTo>
                <a:cubicBezTo>
                  <a:pt x="1157585" y="62243"/>
                  <a:pt x="1154044" y="61746"/>
                  <a:pt x="1149839" y="61746"/>
                </a:cubicBezTo>
                <a:cubicBezTo>
                  <a:pt x="1145339" y="61746"/>
                  <a:pt x="1141300" y="62275"/>
                  <a:pt x="1137722" y="63333"/>
                </a:cubicBezTo>
                <a:cubicBezTo>
                  <a:pt x="1134144" y="64391"/>
                  <a:pt x="1131009" y="65559"/>
                  <a:pt x="1128317" y="66836"/>
                </a:cubicBezTo>
                <a:cubicBezTo>
                  <a:pt x="1125624" y="68113"/>
                  <a:pt x="1123374" y="69281"/>
                  <a:pt x="1121567" y="70339"/>
                </a:cubicBezTo>
                <a:cubicBezTo>
                  <a:pt x="1119759" y="71397"/>
                  <a:pt x="1118413" y="71926"/>
                  <a:pt x="1117528" y="71926"/>
                </a:cubicBezTo>
                <a:cubicBezTo>
                  <a:pt x="1116937" y="71926"/>
                  <a:pt x="1116421" y="71779"/>
                  <a:pt x="1115978" y="71484"/>
                </a:cubicBezTo>
                <a:cubicBezTo>
                  <a:pt x="1115536" y="71189"/>
                  <a:pt x="1115148" y="70746"/>
                  <a:pt x="1114816" y="70156"/>
                </a:cubicBezTo>
                <a:cubicBezTo>
                  <a:pt x="1114485" y="69566"/>
                  <a:pt x="1114245" y="68810"/>
                  <a:pt x="1114097" y="67887"/>
                </a:cubicBezTo>
                <a:cubicBezTo>
                  <a:pt x="1113950" y="66965"/>
                  <a:pt x="1113876" y="65951"/>
                  <a:pt x="1113876" y="64844"/>
                </a:cubicBezTo>
                <a:cubicBezTo>
                  <a:pt x="1113876" y="63000"/>
                  <a:pt x="1114005" y="61543"/>
                  <a:pt x="1114263" y="60474"/>
                </a:cubicBezTo>
                <a:cubicBezTo>
                  <a:pt x="1114521" y="59404"/>
                  <a:pt x="1115148" y="58389"/>
                  <a:pt x="1116144" y="57430"/>
                </a:cubicBezTo>
                <a:cubicBezTo>
                  <a:pt x="1117140" y="56471"/>
                  <a:pt x="1118855" y="55355"/>
                  <a:pt x="1121290" y="54080"/>
                </a:cubicBezTo>
                <a:cubicBezTo>
                  <a:pt x="1123724" y="52803"/>
                  <a:pt x="1126528" y="51636"/>
                  <a:pt x="1129700" y="50580"/>
                </a:cubicBezTo>
                <a:cubicBezTo>
                  <a:pt x="1132872" y="49524"/>
                  <a:pt x="1136339" y="48651"/>
                  <a:pt x="1140101" y="47959"/>
                </a:cubicBezTo>
                <a:cubicBezTo>
                  <a:pt x="1143864" y="47265"/>
                  <a:pt x="1147663" y="46918"/>
                  <a:pt x="1151499" y="46918"/>
                </a:cubicBezTo>
                <a:cubicBezTo>
                  <a:pt x="1158655" y="46918"/>
                  <a:pt x="1164741" y="47730"/>
                  <a:pt x="1169757" y="49353"/>
                </a:cubicBezTo>
                <a:cubicBezTo>
                  <a:pt x="1174774" y="50976"/>
                  <a:pt x="1178831" y="53355"/>
                  <a:pt x="1181929" y="56490"/>
                </a:cubicBezTo>
                <a:cubicBezTo>
                  <a:pt x="1185028" y="59625"/>
                  <a:pt x="1187278" y="63517"/>
                  <a:pt x="1188679" y="68164"/>
                </a:cubicBezTo>
                <a:cubicBezTo>
                  <a:pt x="1190081" y="72812"/>
                  <a:pt x="1190782" y="78234"/>
                  <a:pt x="1190782" y="84431"/>
                </a:cubicBezTo>
                <a:lnTo>
                  <a:pt x="1190782" y="151599"/>
                </a:lnTo>
                <a:moveTo>
                  <a:pt x="1172634" y="106008"/>
                </a:moveTo>
                <a:lnTo>
                  <a:pt x="1157032" y="106008"/>
                </a:lnTo>
                <a:cubicBezTo>
                  <a:pt x="1152015" y="106008"/>
                  <a:pt x="1147663" y="106436"/>
                  <a:pt x="1143974" y="107291"/>
                </a:cubicBezTo>
                <a:cubicBezTo>
                  <a:pt x="1140286" y="108144"/>
                  <a:pt x="1137224" y="109405"/>
                  <a:pt x="1134790" y="111074"/>
                </a:cubicBezTo>
                <a:cubicBezTo>
                  <a:pt x="1132355" y="112743"/>
                  <a:pt x="1130567" y="114748"/>
                  <a:pt x="1129423" y="117088"/>
                </a:cubicBezTo>
                <a:cubicBezTo>
                  <a:pt x="1128280" y="119425"/>
                  <a:pt x="1127708" y="122116"/>
                  <a:pt x="1127708" y="125159"/>
                </a:cubicBezTo>
                <a:cubicBezTo>
                  <a:pt x="1127708" y="130355"/>
                  <a:pt x="1129349" y="134493"/>
                  <a:pt x="1132632" y="137573"/>
                </a:cubicBezTo>
                <a:cubicBezTo>
                  <a:pt x="1135915" y="140653"/>
                  <a:pt x="1140507" y="142193"/>
                  <a:pt x="1146409" y="142193"/>
                </a:cubicBezTo>
                <a:cubicBezTo>
                  <a:pt x="1151204" y="142193"/>
                  <a:pt x="1155649" y="140969"/>
                  <a:pt x="1159743" y="138521"/>
                </a:cubicBezTo>
                <a:cubicBezTo>
                  <a:pt x="1163837" y="136070"/>
                  <a:pt x="1168134" y="132322"/>
                  <a:pt x="1172634" y="127275"/>
                </a:cubicBezTo>
                <a:lnTo>
                  <a:pt x="1172634" y="106008"/>
                </a:lnTo>
                <a:close/>
                <a:moveTo>
                  <a:pt x="1307523" y="56324"/>
                </a:moveTo>
                <a:cubicBezTo>
                  <a:pt x="1307523" y="58906"/>
                  <a:pt x="1307172" y="60769"/>
                  <a:pt x="1306471" y="61912"/>
                </a:cubicBezTo>
                <a:cubicBezTo>
                  <a:pt x="1305771" y="63055"/>
                  <a:pt x="1304867" y="63627"/>
                  <a:pt x="1303760" y="63627"/>
                </a:cubicBezTo>
                <a:lnTo>
                  <a:pt x="1289486" y="63627"/>
                </a:lnTo>
                <a:cubicBezTo>
                  <a:pt x="1292068" y="66290"/>
                  <a:pt x="1293875" y="69231"/>
                  <a:pt x="1294908" y="72452"/>
                </a:cubicBezTo>
                <a:cubicBezTo>
                  <a:pt x="1295941" y="75670"/>
                  <a:pt x="1296457" y="79018"/>
                  <a:pt x="1296457" y="82494"/>
                </a:cubicBezTo>
                <a:cubicBezTo>
                  <a:pt x="1296457" y="88239"/>
                  <a:pt x="1295535" y="93321"/>
                  <a:pt x="1293691" y="97740"/>
                </a:cubicBezTo>
                <a:cubicBezTo>
                  <a:pt x="1291846" y="102160"/>
                  <a:pt x="1289209" y="105898"/>
                  <a:pt x="1285779" y="108955"/>
                </a:cubicBezTo>
                <a:cubicBezTo>
                  <a:pt x="1282348" y="112012"/>
                  <a:pt x="1278273" y="114350"/>
                  <a:pt x="1273551" y="115971"/>
                </a:cubicBezTo>
                <a:cubicBezTo>
                  <a:pt x="1268830" y="117592"/>
                  <a:pt x="1263592" y="118402"/>
                  <a:pt x="1257838" y="118402"/>
                </a:cubicBezTo>
                <a:cubicBezTo>
                  <a:pt x="1253781" y="118402"/>
                  <a:pt x="1249926" y="117868"/>
                  <a:pt x="1246275" y="116801"/>
                </a:cubicBezTo>
                <a:cubicBezTo>
                  <a:pt x="1242623" y="115733"/>
                  <a:pt x="1239801" y="114389"/>
                  <a:pt x="1237809" y="112769"/>
                </a:cubicBezTo>
                <a:cubicBezTo>
                  <a:pt x="1236482" y="114097"/>
                  <a:pt x="1235393" y="115609"/>
                  <a:pt x="1234545" y="117306"/>
                </a:cubicBezTo>
                <a:cubicBezTo>
                  <a:pt x="1233697" y="119000"/>
                  <a:pt x="1233273" y="120953"/>
                  <a:pt x="1233273" y="123164"/>
                </a:cubicBezTo>
                <a:cubicBezTo>
                  <a:pt x="1233273" y="125746"/>
                  <a:pt x="1234471" y="127885"/>
                  <a:pt x="1236869" y="129582"/>
                </a:cubicBezTo>
                <a:cubicBezTo>
                  <a:pt x="1239266" y="131276"/>
                  <a:pt x="1242457" y="132197"/>
                  <a:pt x="1246441" y="132345"/>
                </a:cubicBezTo>
                <a:lnTo>
                  <a:pt x="1272445" y="133455"/>
                </a:lnTo>
                <a:cubicBezTo>
                  <a:pt x="1277387" y="133602"/>
                  <a:pt x="1281924" y="134287"/>
                  <a:pt x="1286055" y="135509"/>
                </a:cubicBezTo>
                <a:cubicBezTo>
                  <a:pt x="1290187" y="136730"/>
                  <a:pt x="1293764" y="138471"/>
                  <a:pt x="1296789" y="140730"/>
                </a:cubicBezTo>
                <a:cubicBezTo>
                  <a:pt x="1299814" y="142987"/>
                  <a:pt x="1302174" y="145763"/>
                  <a:pt x="1303871" y="149057"/>
                </a:cubicBezTo>
                <a:cubicBezTo>
                  <a:pt x="1305568" y="152351"/>
                  <a:pt x="1306416" y="156183"/>
                  <a:pt x="1306416" y="160551"/>
                </a:cubicBezTo>
                <a:cubicBezTo>
                  <a:pt x="1306416" y="165141"/>
                  <a:pt x="1305457" y="169509"/>
                  <a:pt x="1303539" y="173654"/>
                </a:cubicBezTo>
                <a:cubicBezTo>
                  <a:pt x="1301621" y="177801"/>
                  <a:pt x="1298689" y="181447"/>
                  <a:pt x="1294742" y="184591"/>
                </a:cubicBezTo>
                <a:cubicBezTo>
                  <a:pt x="1290795" y="187738"/>
                  <a:pt x="1285760" y="190219"/>
                  <a:pt x="1279637" y="192033"/>
                </a:cubicBezTo>
                <a:cubicBezTo>
                  <a:pt x="1273514" y="193847"/>
                  <a:pt x="1266285" y="194755"/>
                  <a:pt x="1257949" y="194755"/>
                </a:cubicBezTo>
                <a:cubicBezTo>
                  <a:pt x="1249908" y="194755"/>
                  <a:pt x="1243066" y="194071"/>
                  <a:pt x="1237422" y="192704"/>
                </a:cubicBezTo>
                <a:cubicBezTo>
                  <a:pt x="1231779" y="191339"/>
                  <a:pt x="1227150" y="189475"/>
                  <a:pt x="1223535" y="187112"/>
                </a:cubicBezTo>
                <a:cubicBezTo>
                  <a:pt x="1219920" y="184752"/>
                  <a:pt x="1217301" y="181929"/>
                  <a:pt x="1215678" y="178644"/>
                </a:cubicBezTo>
                <a:cubicBezTo>
                  <a:pt x="1214055" y="175359"/>
                  <a:pt x="1213244" y="171796"/>
                  <a:pt x="1213244" y="167955"/>
                </a:cubicBezTo>
                <a:cubicBezTo>
                  <a:pt x="1213244" y="165521"/>
                  <a:pt x="1213539" y="163159"/>
                  <a:pt x="1214129" y="160870"/>
                </a:cubicBezTo>
                <a:cubicBezTo>
                  <a:pt x="1214719" y="158580"/>
                  <a:pt x="1215623" y="156402"/>
                  <a:pt x="1216840" y="154334"/>
                </a:cubicBezTo>
                <a:cubicBezTo>
                  <a:pt x="1218057" y="152268"/>
                  <a:pt x="1219570" y="150295"/>
                  <a:pt x="1221377" y="148414"/>
                </a:cubicBezTo>
                <a:cubicBezTo>
                  <a:pt x="1223184" y="146530"/>
                  <a:pt x="1225268" y="144665"/>
                  <a:pt x="1227629" y="142819"/>
                </a:cubicBezTo>
                <a:cubicBezTo>
                  <a:pt x="1224014" y="140968"/>
                  <a:pt x="1221340" y="138635"/>
                  <a:pt x="1219607" y="135820"/>
                </a:cubicBezTo>
                <a:cubicBezTo>
                  <a:pt x="1217873" y="133003"/>
                  <a:pt x="1217006" y="129964"/>
                  <a:pt x="1217006" y="126705"/>
                </a:cubicBezTo>
                <a:cubicBezTo>
                  <a:pt x="1217006" y="122186"/>
                  <a:pt x="1217928" y="118148"/>
                  <a:pt x="1219772" y="114591"/>
                </a:cubicBezTo>
                <a:cubicBezTo>
                  <a:pt x="1221617" y="111034"/>
                  <a:pt x="1223904" y="107848"/>
                  <a:pt x="1226633" y="105033"/>
                </a:cubicBezTo>
                <a:cubicBezTo>
                  <a:pt x="1224346" y="102308"/>
                  <a:pt x="1222539" y="99233"/>
                  <a:pt x="1221211" y="95807"/>
                </a:cubicBezTo>
                <a:cubicBezTo>
                  <a:pt x="1219883" y="92382"/>
                  <a:pt x="1219219" y="88239"/>
                  <a:pt x="1219219" y="83379"/>
                </a:cubicBezTo>
                <a:cubicBezTo>
                  <a:pt x="1219219" y="77708"/>
                  <a:pt x="1220178" y="72626"/>
                  <a:pt x="1222096" y="68133"/>
                </a:cubicBezTo>
                <a:cubicBezTo>
                  <a:pt x="1224014" y="63640"/>
                  <a:pt x="1226670" y="59846"/>
                  <a:pt x="1230063" y="56753"/>
                </a:cubicBezTo>
                <a:cubicBezTo>
                  <a:pt x="1233457" y="53659"/>
                  <a:pt x="1237533" y="51283"/>
                  <a:pt x="1242291" y="49626"/>
                </a:cubicBezTo>
                <a:cubicBezTo>
                  <a:pt x="1247049" y="47968"/>
                  <a:pt x="1252232" y="47139"/>
                  <a:pt x="1257838" y="47139"/>
                </a:cubicBezTo>
                <a:cubicBezTo>
                  <a:pt x="1260863" y="47139"/>
                  <a:pt x="1263684" y="47296"/>
                  <a:pt x="1266303" y="47610"/>
                </a:cubicBezTo>
                <a:cubicBezTo>
                  <a:pt x="1268922" y="47921"/>
                  <a:pt x="1271375" y="48354"/>
                  <a:pt x="1273662" y="48910"/>
                </a:cubicBezTo>
                <a:lnTo>
                  <a:pt x="1303760" y="48910"/>
                </a:lnTo>
                <a:cubicBezTo>
                  <a:pt x="1305014" y="48910"/>
                  <a:pt x="1305955" y="49519"/>
                  <a:pt x="1306582" y="50736"/>
                </a:cubicBezTo>
                <a:cubicBezTo>
                  <a:pt x="1307209" y="51953"/>
                  <a:pt x="1307523" y="53816"/>
                  <a:pt x="1307523" y="56324"/>
                </a:cubicBezTo>
                <a:moveTo>
                  <a:pt x="1278973" y="82605"/>
                </a:moveTo>
                <a:cubicBezTo>
                  <a:pt x="1278973" y="75836"/>
                  <a:pt x="1277111" y="70557"/>
                  <a:pt x="1273385" y="66767"/>
                </a:cubicBezTo>
                <a:cubicBezTo>
                  <a:pt x="1269660" y="62977"/>
                  <a:pt x="1264367" y="61082"/>
                  <a:pt x="1257506" y="61082"/>
                </a:cubicBezTo>
                <a:cubicBezTo>
                  <a:pt x="1253965" y="61082"/>
                  <a:pt x="1250885" y="61671"/>
                  <a:pt x="1248266" y="62849"/>
                </a:cubicBezTo>
                <a:cubicBezTo>
                  <a:pt x="1245648" y="64025"/>
                  <a:pt x="1243471" y="65643"/>
                  <a:pt x="1241738" y="67704"/>
                </a:cubicBezTo>
                <a:cubicBezTo>
                  <a:pt x="1240004" y="69765"/>
                  <a:pt x="1238713" y="72138"/>
                  <a:pt x="1237865" y="74824"/>
                </a:cubicBezTo>
                <a:cubicBezTo>
                  <a:pt x="1237016" y="77510"/>
                  <a:pt x="1236592" y="80325"/>
                  <a:pt x="1236592" y="83269"/>
                </a:cubicBezTo>
                <a:cubicBezTo>
                  <a:pt x="1236592" y="89816"/>
                  <a:pt x="1238455" y="94966"/>
                  <a:pt x="1242180" y="98719"/>
                </a:cubicBezTo>
                <a:cubicBezTo>
                  <a:pt x="1245906" y="102472"/>
                  <a:pt x="1251125" y="104349"/>
                  <a:pt x="1257838" y="104349"/>
                </a:cubicBezTo>
                <a:cubicBezTo>
                  <a:pt x="1261453" y="104349"/>
                  <a:pt x="1264588" y="103779"/>
                  <a:pt x="1267244" y="102640"/>
                </a:cubicBezTo>
                <a:cubicBezTo>
                  <a:pt x="1269900" y="101499"/>
                  <a:pt x="1272094" y="99917"/>
                  <a:pt x="1273828" y="97893"/>
                </a:cubicBezTo>
                <a:cubicBezTo>
                  <a:pt x="1275562" y="95868"/>
                  <a:pt x="1276853" y="93532"/>
                  <a:pt x="1277701" y="90883"/>
                </a:cubicBezTo>
                <a:cubicBezTo>
                  <a:pt x="1278549" y="88234"/>
                  <a:pt x="1278973" y="85475"/>
                  <a:pt x="1278973" y="82605"/>
                </a:cubicBezTo>
                <a:moveTo>
                  <a:pt x="1288158" y="161544"/>
                </a:moveTo>
                <a:cubicBezTo>
                  <a:pt x="1288158" y="157235"/>
                  <a:pt x="1286406" y="153912"/>
                  <a:pt x="1282902" y="151575"/>
                </a:cubicBezTo>
                <a:cubicBezTo>
                  <a:pt x="1279398" y="149235"/>
                  <a:pt x="1274658" y="147991"/>
                  <a:pt x="1268682" y="147843"/>
                </a:cubicBezTo>
                <a:lnTo>
                  <a:pt x="1242900" y="146951"/>
                </a:lnTo>
                <a:cubicBezTo>
                  <a:pt x="1240539" y="148807"/>
                  <a:pt x="1238602" y="150571"/>
                  <a:pt x="1237090" y="152242"/>
                </a:cubicBezTo>
                <a:cubicBezTo>
                  <a:pt x="1235578" y="153913"/>
                  <a:pt x="1234379" y="155510"/>
                  <a:pt x="1233494" y="157031"/>
                </a:cubicBezTo>
                <a:cubicBezTo>
                  <a:pt x="1232609" y="158553"/>
                  <a:pt x="1232000" y="160056"/>
                  <a:pt x="1231668" y="161540"/>
                </a:cubicBezTo>
                <a:cubicBezTo>
                  <a:pt x="1231336" y="163027"/>
                  <a:pt x="1231170" y="164550"/>
                  <a:pt x="1231170" y="166108"/>
                </a:cubicBezTo>
                <a:cubicBezTo>
                  <a:pt x="1231170" y="170936"/>
                  <a:pt x="1233604" y="174593"/>
                  <a:pt x="1238473" y="177081"/>
                </a:cubicBezTo>
                <a:cubicBezTo>
                  <a:pt x="1243342" y="179568"/>
                  <a:pt x="1250129" y="180812"/>
                  <a:pt x="1258834" y="180812"/>
                </a:cubicBezTo>
                <a:cubicBezTo>
                  <a:pt x="1264367" y="180812"/>
                  <a:pt x="1268996" y="180274"/>
                  <a:pt x="1272721" y="179197"/>
                </a:cubicBezTo>
                <a:cubicBezTo>
                  <a:pt x="1276447" y="178120"/>
                  <a:pt x="1279453" y="176691"/>
                  <a:pt x="1281740" y="174909"/>
                </a:cubicBezTo>
                <a:cubicBezTo>
                  <a:pt x="1284027" y="173127"/>
                  <a:pt x="1285668" y="171085"/>
                  <a:pt x="1286664" y="168782"/>
                </a:cubicBezTo>
                <a:cubicBezTo>
                  <a:pt x="1287660" y="166481"/>
                  <a:pt x="1288158" y="164068"/>
                  <a:pt x="1288158" y="161544"/>
                </a:cubicBezTo>
                <a:close/>
                <a:moveTo>
                  <a:pt x="1416033" y="97377"/>
                </a:moveTo>
                <a:cubicBezTo>
                  <a:pt x="1416033" y="100254"/>
                  <a:pt x="1415314" y="102301"/>
                  <a:pt x="1413875" y="103519"/>
                </a:cubicBezTo>
                <a:cubicBezTo>
                  <a:pt x="1412437" y="104736"/>
                  <a:pt x="1410795" y="105345"/>
                  <a:pt x="1408951" y="105345"/>
                </a:cubicBezTo>
                <a:lnTo>
                  <a:pt x="1343664" y="105345"/>
                </a:lnTo>
                <a:cubicBezTo>
                  <a:pt x="1343664" y="110893"/>
                  <a:pt x="1344217" y="115888"/>
                  <a:pt x="1345324" y="120328"/>
                </a:cubicBezTo>
                <a:cubicBezTo>
                  <a:pt x="1346430" y="124768"/>
                  <a:pt x="1348275" y="128579"/>
                  <a:pt x="1350857" y="131760"/>
                </a:cubicBezTo>
                <a:cubicBezTo>
                  <a:pt x="1353439" y="134942"/>
                  <a:pt x="1356795" y="137384"/>
                  <a:pt x="1360926" y="139088"/>
                </a:cubicBezTo>
                <a:cubicBezTo>
                  <a:pt x="1365058" y="140789"/>
                  <a:pt x="1370111" y="141640"/>
                  <a:pt x="1376086" y="141640"/>
                </a:cubicBezTo>
                <a:cubicBezTo>
                  <a:pt x="1380808" y="141640"/>
                  <a:pt x="1385013" y="141252"/>
                  <a:pt x="1388701" y="140478"/>
                </a:cubicBezTo>
                <a:cubicBezTo>
                  <a:pt x="1392390" y="139703"/>
                  <a:pt x="1395580" y="138836"/>
                  <a:pt x="1398273" y="137877"/>
                </a:cubicBezTo>
                <a:cubicBezTo>
                  <a:pt x="1400965" y="136918"/>
                  <a:pt x="1403179" y="136052"/>
                  <a:pt x="1404912" y="135277"/>
                </a:cubicBezTo>
                <a:cubicBezTo>
                  <a:pt x="1406646" y="134502"/>
                  <a:pt x="1407955" y="134115"/>
                  <a:pt x="1408840" y="134115"/>
                </a:cubicBezTo>
                <a:cubicBezTo>
                  <a:pt x="1409357" y="134115"/>
                  <a:pt x="1409818" y="134244"/>
                  <a:pt x="1410224" y="134502"/>
                </a:cubicBezTo>
                <a:cubicBezTo>
                  <a:pt x="1410629" y="134761"/>
                  <a:pt x="1410943" y="135148"/>
                  <a:pt x="1411164" y="135664"/>
                </a:cubicBezTo>
                <a:cubicBezTo>
                  <a:pt x="1411386" y="136181"/>
                  <a:pt x="1411552" y="136900"/>
                  <a:pt x="1411662" y="137822"/>
                </a:cubicBezTo>
                <a:cubicBezTo>
                  <a:pt x="1411773" y="138744"/>
                  <a:pt x="1411828" y="139869"/>
                  <a:pt x="1411828" y="141197"/>
                </a:cubicBezTo>
                <a:cubicBezTo>
                  <a:pt x="1411828" y="142156"/>
                  <a:pt x="1411791" y="142986"/>
                  <a:pt x="1411718" y="143687"/>
                </a:cubicBezTo>
                <a:cubicBezTo>
                  <a:pt x="1411644" y="144388"/>
                  <a:pt x="1411552" y="145015"/>
                  <a:pt x="1411441" y="145568"/>
                </a:cubicBezTo>
                <a:cubicBezTo>
                  <a:pt x="1411330" y="146121"/>
                  <a:pt x="1411146" y="146619"/>
                  <a:pt x="1410888" y="147062"/>
                </a:cubicBezTo>
                <a:cubicBezTo>
                  <a:pt x="1410629" y="147504"/>
                  <a:pt x="1410297" y="147929"/>
                  <a:pt x="1409892" y="148334"/>
                </a:cubicBezTo>
                <a:cubicBezTo>
                  <a:pt x="1409486" y="148740"/>
                  <a:pt x="1408287" y="149404"/>
                  <a:pt x="1406295" y="150326"/>
                </a:cubicBezTo>
                <a:cubicBezTo>
                  <a:pt x="1404304" y="151248"/>
                  <a:pt x="1401722" y="152152"/>
                  <a:pt x="1398549" y="153037"/>
                </a:cubicBezTo>
                <a:cubicBezTo>
                  <a:pt x="1395377" y="153922"/>
                  <a:pt x="1391707" y="154716"/>
                  <a:pt x="1387539" y="155416"/>
                </a:cubicBezTo>
                <a:cubicBezTo>
                  <a:pt x="1383371" y="156117"/>
                  <a:pt x="1378926" y="156468"/>
                  <a:pt x="1374205" y="156468"/>
                </a:cubicBezTo>
                <a:cubicBezTo>
                  <a:pt x="1366017" y="156468"/>
                  <a:pt x="1358842" y="155323"/>
                  <a:pt x="1352683" y="153034"/>
                </a:cubicBezTo>
                <a:cubicBezTo>
                  <a:pt x="1346523" y="150745"/>
                  <a:pt x="1341340" y="147348"/>
                  <a:pt x="1337135" y="142843"/>
                </a:cubicBezTo>
                <a:cubicBezTo>
                  <a:pt x="1332930" y="138338"/>
                  <a:pt x="1329758" y="132689"/>
                  <a:pt x="1327619" y="125895"/>
                </a:cubicBezTo>
                <a:cubicBezTo>
                  <a:pt x="1325480" y="119102"/>
                  <a:pt x="1324410" y="111200"/>
                  <a:pt x="1324410" y="102191"/>
                </a:cubicBezTo>
                <a:cubicBezTo>
                  <a:pt x="1324410" y="93624"/>
                  <a:pt x="1325516" y="85926"/>
                  <a:pt x="1327730" y="79095"/>
                </a:cubicBezTo>
                <a:cubicBezTo>
                  <a:pt x="1329943" y="72264"/>
                  <a:pt x="1333133" y="66467"/>
                  <a:pt x="1337301" y="61705"/>
                </a:cubicBezTo>
                <a:cubicBezTo>
                  <a:pt x="1341469" y="56942"/>
                  <a:pt x="1346504" y="53287"/>
                  <a:pt x="1352406" y="50739"/>
                </a:cubicBezTo>
                <a:cubicBezTo>
                  <a:pt x="1358308" y="48192"/>
                  <a:pt x="1364910" y="46918"/>
                  <a:pt x="1372213" y="46918"/>
                </a:cubicBezTo>
                <a:cubicBezTo>
                  <a:pt x="1380033" y="46918"/>
                  <a:pt x="1386691" y="48172"/>
                  <a:pt x="1392187" y="50680"/>
                </a:cubicBezTo>
                <a:cubicBezTo>
                  <a:pt x="1397683" y="53189"/>
                  <a:pt x="1402201" y="56564"/>
                  <a:pt x="1405742" y="60805"/>
                </a:cubicBezTo>
                <a:cubicBezTo>
                  <a:pt x="1409283" y="65047"/>
                  <a:pt x="1411883" y="70027"/>
                  <a:pt x="1413543" y="75744"/>
                </a:cubicBezTo>
                <a:cubicBezTo>
                  <a:pt x="1415203" y="81461"/>
                  <a:pt x="1416033" y="87566"/>
                  <a:pt x="1416033" y="94058"/>
                </a:cubicBezTo>
                <a:lnTo>
                  <a:pt x="1416033" y="97377"/>
                </a:lnTo>
                <a:moveTo>
                  <a:pt x="1397664" y="91955"/>
                </a:moveTo>
                <a:cubicBezTo>
                  <a:pt x="1397886" y="82365"/>
                  <a:pt x="1395765" y="74840"/>
                  <a:pt x="1391301" y="69381"/>
                </a:cubicBezTo>
                <a:cubicBezTo>
                  <a:pt x="1386838" y="63922"/>
                  <a:pt x="1380217" y="61193"/>
                  <a:pt x="1371439" y="61193"/>
                </a:cubicBezTo>
                <a:cubicBezTo>
                  <a:pt x="1366939" y="61193"/>
                  <a:pt x="1362992" y="62041"/>
                  <a:pt x="1359599" y="63738"/>
                </a:cubicBezTo>
                <a:cubicBezTo>
                  <a:pt x="1356205" y="65435"/>
                  <a:pt x="1353365" y="67685"/>
                  <a:pt x="1351078" y="70488"/>
                </a:cubicBezTo>
                <a:cubicBezTo>
                  <a:pt x="1348791" y="73291"/>
                  <a:pt x="1347021" y="76556"/>
                  <a:pt x="1345767" y="80281"/>
                </a:cubicBezTo>
                <a:cubicBezTo>
                  <a:pt x="1344512" y="84006"/>
                  <a:pt x="1343812" y="87898"/>
                  <a:pt x="1343664" y="91955"/>
                </a:cubicBezTo>
                <a:lnTo>
                  <a:pt x="1397664" y="91955"/>
                </a:lnTo>
                <a:close/>
                <a:moveTo>
                  <a:pt x="1649974" y="151377"/>
                </a:moveTo>
                <a:cubicBezTo>
                  <a:pt x="1649974" y="151968"/>
                  <a:pt x="1649826" y="152484"/>
                  <a:pt x="1649531" y="152927"/>
                </a:cubicBezTo>
                <a:cubicBezTo>
                  <a:pt x="1649236" y="153369"/>
                  <a:pt x="1648720" y="153720"/>
                  <a:pt x="1647982" y="153978"/>
                </a:cubicBezTo>
                <a:cubicBezTo>
                  <a:pt x="1647244" y="154236"/>
                  <a:pt x="1646304" y="154457"/>
                  <a:pt x="1645160" y="154642"/>
                </a:cubicBezTo>
                <a:cubicBezTo>
                  <a:pt x="1644017" y="154826"/>
                  <a:pt x="1642523" y="154918"/>
                  <a:pt x="1640679" y="154918"/>
                </a:cubicBezTo>
                <a:cubicBezTo>
                  <a:pt x="1638982" y="154918"/>
                  <a:pt x="1637525" y="154826"/>
                  <a:pt x="1636308" y="154642"/>
                </a:cubicBezTo>
                <a:cubicBezTo>
                  <a:pt x="1635091" y="154457"/>
                  <a:pt x="1634131" y="154236"/>
                  <a:pt x="1633431" y="153978"/>
                </a:cubicBezTo>
                <a:cubicBezTo>
                  <a:pt x="1632730" y="153720"/>
                  <a:pt x="1632232" y="153369"/>
                  <a:pt x="1631937" y="152927"/>
                </a:cubicBezTo>
                <a:cubicBezTo>
                  <a:pt x="1631642" y="152484"/>
                  <a:pt x="1631494" y="151968"/>
                  <a:pt x="1631494" y="151377"/>
                </a:cubicBezTo>
                <a:lnTo>
                  <a:pt x="1631494" y="26668"/>
                </a:lnTo>
                <a:lnTo>
                  <a:pt x="1631273" y="26668"/>
                </a:lnTo>
                <a:lnTo>
                  <a:pt x="1580260" y="151931"/>
                </a:lnTo>
                <a:cubicBezTo>
                  <a:pt x="1580039" y="152447"/>
                  <a:pt x="1579726" y="152890"/>
                  <a:pt x="1579320" y="153259"/>
                </a:cubicBezTo>
                <a:cubicBezTo>
                  <a:pt x="1578914" y="153627"/>
                  <a:pt x="1578324" y="153941"/>
                  <a:pt x="1577549" y="154199"/>
                </a:cubicBezTo>
                <a:cubicBezTo>
                  <a:pt x="1576775" y="154457"/>
                  <a:pt x="1575853" y="154642"/>
                  <a:pt x="1574783" y="154752"/>
                </a:cubicBezTo>
                <a:cubicBezTo>
                  <a:pt x="1573713" y="154863"/>
                  <a:pt x="1572441" y="154918"/>
                  <a:pt x="1570965" y="154918"/>
                </a:cubicBezTo>
                <a:cubicBezTo>
                  <a:pt x="1569416" y="154918"/>
                  <a:pt x="1568088" y="154845"/>
                  <a:pt x="1566982" y="154697"/>
                </a:cubicBezTo>
                <a:cubicBezTo>
                  <a:pt x="1565875" y="154550"/>
                  <a:pt x="1564953" y="154347"/>
                  <a:pt x="1564215" y="154088"/>
                </a:cubicBezTo>
                <a:cubicBezTo>
                  <a:pt x="1563478" y="153830"/>
                  <a:pt x="1562906" y="153517"/>
                  <a:pt x="1562500" y="153148"/>
                </a:cubicBezTo>
                <a:cubicBezTo>
                  <a:pt x="1562094" y="152779"/>
                  <a:pt x="1561818" y="152373"/>
                  <a:pt x="1561670" y="151931"/>
                </a:cubicBezTo>
                <a:lnTo>
                  <a:pt x="1512871" y="26668"/>
                </a:lnTo>
                <a:lnTo>
                  <a:pt x="1512760" y="26668"/>
                </a:lnTo>
                <a:lnTo>
                  <a:pt x="1512760" y="151377"/>
                </a:lnTo>
                <a:cubicBezTo>
                  <a:pt x="1512760" y="151968"/>
                  <a:pt x="1512613" y="152484"/>
                  <a:pt x="1512318" y="152927"/>
                </a:cubicBezTo>
                <a:cubicBezTo>
                  <a:pt x="1512023" y="153369"/>
                  <a:pt x="1511506" y="153720"/>
                  <a:pt x="1510768" y="153978"/>
                </a:cubicBezTo>
                <a:cubicBezTo>
                  <a:pt x="1510031" y="154236"/>
                  <a:pt x="1509072" y="154457"/>
                  <a:pt x="1507891" y="154642"/>
                </a:cubicBezTo>
                <a:cubicBezTo>
                  <a:pt x="1506711" y="154826"/>
                  <a:pt x="1505199" y="154918"/>
                  <a:pt x="1503355" y="154918"/>
                </a:cubicBezTo>
                <a:cubicBezTo>
                  <a:pt x="1501584" y="154918"/>
                  <a:pt x="1500109" y="154826"/>
                  <a:pt x="1498928" y="154642"/>
                </a:cubicBezTo>
                <a:cubicBezTo>
                  <a:pt x="1497748" y="154457"/>
                  <a:pt x="1496807" y="154236"/>
                  <a:pt x="1496107" y="153978"/>
                </a:cubicBezTo>
                <a:cubicBezTo>
                  <a:pt x="1495406" y="153720"/>
                  <a:pt x="1494926" y="153369"/>
                  <a:pt x="1494668" y="152927"/>
                </a:cubicBezTo>
                <a:cubicBezTo>
                  <a:pt x="1494410" y="152484"/>
                  <a:pt x="1494281" y="151968"/>
                  <a:pt x="1494281" y="151377"/>
                </a:cubicBezTo>
                <a:lnTo>
                  <a:pt x="1494281" y="19697"/>
                </a:lnTo>
                <a:cubicBezTo>
                  <a:pt x="1494281" y="16598"/>
                  <a:pt x="1495092" y="14385"/>
                  <a:pt x="1496715" y="13057"/>
                </a:cubicBezTo>
                <a:cubicBezTo>
                  <a:pt x="1498338" y="11730"/>
                  <a:pt x="1500146" y="11066"/>
                  <a:pt x="1502137" y="11066"/>
                </a:cubicBezTo>
                <a:lnTo>
                  <a:pt x="1513646" y="11066"/>
                </a:lnTo>
                <a:cubicBezTo>
                  <a:pt x="1516006" y="11066"/>
                  <a:pt x="1518072" y="11287"/>
                  <a:pt x="1519842" y="11730"/>
                </a:cubicBezTo>
                <a:cubicBezTo>
                  <a:pt x="1521613" y="12172"/>
                  <a:pt x="1523162" y="12873"/>
                  <a:pt x="1524490" y="13832"/>
                </a:cubicBezTo>
                <a:cubicBezTo>
                  <a:pt x="1525818" y="14791"/>
                  <a:pt x="1526924" y="16008"/>
                  <a:pt x="1527810" y="17484"/>
                </a:cubicBezTo>
                <a:cubicBezTo>
                  <a:pt x="1528695" y="18959"/>
                  <a:pt x="1529469" y="20693"/>
                  <a:pt x="1530133" y="22684"/>
                </a:cubicBezTo>
                <a:lnTo>
                  <a:pt x="1571629" y="126369"/>
                </a:lnTo>
                <a:lnTo>
                  <a:pt x="1572183" y="126369"/>
                </a:lnTo>
                <a:lnTo>
                  <a:pt x="1615338" y="23016"/>
                </a:lnTo>
                <a:cubicBezTo>
                  <a:pt x="1616150" y="20803"/>
                  <a:pt x="1617035" y="18922"/>
                  <a:pt x="1617994" y="17373"/>
                </a:cubicBezTo>
                <a:cubicBezTo>
                  <a:pt x="1618953" y="15824"/>
                  <a:pt x="1620004" y="14588"/>
                  <a:pt x="1621148" y="13666"/>
                </a:cubicBezTo>
                <a:cubicBezTo>
                  <a:pt x="1622291" y="12744"/>
                  <a:pt x="1623564" y="12080"/>
                  <a:pt x="1624965" y="11674"/>
                </a:cubicBezTo>
                <a:cubicBezTo>
                  <a:pt x="1626367" y="11268"/>
                  <a:pt x="1627990" y="11066"/>
                  <a:pt x="1629834" y="11066"/>
                </a:cubicBezTo>
                <a:lnTo>
                  <a:pt x="1641896" y="11066"/>
                </a:lnTo>
                <a:cubicBezTo>
                  <a:pt x="1643002" y="11066"/>
                  <a:pt x="1644054" y="11232"/>
                  <a:pt x="1645050" y="11564"/>
                </a:cubicBezTo>
                <a:cubicBezTo>
                  <a:pt x="1646045" y="11896"/>
                  <a:pt x="1646894" y="12412"/>
                  <a:pt x="1647595" y="13113"/>
                </a:cubicBezTo>
                <a:cubicBezTo>
                  <a:pt x="1648295" y="13814"/>
                  <a:pt x="1648867" y="14699"/>
                  <a:pt x="1649310" y="15768"/>
                </a:cubicBezTo>
                <a:cubicBezTo>
                  <a:pt x="1649752" y="16838"/>
                  <a:pt x="1649974" y="18148"/>
                  <a:pt x="1649974" y="19697"/>
                </a:cubicBezTo>
                <a:lnTo>
                  <a:pt x="1649974" y="151377"/>
                </a:lnTo>
                <a:close/>
                <a:moveTo>
                  <a:pt x="1778561" y="100642"/>
                </a:moveTo>
                <a:cubicBezTo>
                  <a:pt x="1778561" y="108763"/>
                  <a:pt x="1777491" y="116240"/>
                  <a:pt x="1775352" y="123070"/>
                </a:cubicBezTo>
                <a:cubicBezTo>
                  <a:pt x="1773212" y="129901"/>
                  <a:pt x="1770022" y="135791"/>
                  <a:pt x="1765780" y="140741"/>
                </a:cubicBezTo>
                <a:cubicBezTo>
                  <a:pt x="1761538" y="145688"/>
                  <a:pt x="1756227" y="149546"/>
                  <a:pt x="1749845" y="152315"/>
                </a:cubicBezTo>
                <a:cubicBezTo>
                  <a:pt x="1743464" y="155083"/>
                  <a:pt x="1736069" y="156468"/>
                  <a:pt x="1727659" y="156468"/>
                </a:cubicBezTo>
                <a:cubicBezTo>
                  <a:pt x="1719470" y="156468"/>
                  <a:pt x="1712333" y="155249"/>
                  <a:pt x="1706247" y="152812"/>
                </a:cubicBezTo>
                <a:cubicBezTo>
                  <a:pt x="1700161" y="150376"/>
                  <a:pt x="1695089" y="146831"/>
                  <a:pt x="1691032" y="142179"/>
                </a:cubicBezTo>
                <a:cubicBezTo>
                  <a:pt x="1686974" y="137527"/>
                  <a:pt x="1683950" y="131878"/>
                  <a:pt x="1681958" y="125231"/>
                </a:cubicBezTo>
                <a:cubicBezTo>
                  <a:pt x="1679966" y="118585"/>
                  <a:pt x="1678970" y="111053"/>
                  <a:pt x="1678970" y="102633"/>
                </a:cubicBezTo>
                <a:cubicBezTo>
                  <a:pt x="1678970" y="94512"/>
                  <a:pt x="1680022" y="87036"/>
                  <a:pt x="1682124" y="80205"/>
                </a:cubicBezTo>
                <a:cubicBezTo>
                  <a:pt x="1684226" y="73374"/>
                  <a:pt x="1687399" y="67485"/>
                  <a:pt x="1691640" y="62538"/>
                </a:cubicBezTo>
                <a:cubicBezTo>
                  <a:pt x="1695882" y="57588"/>
                  <a:pt x="1701175" y="53748"/>
                  <a:pt x="1707520" y="51016"/>
                </a:cubicBezTo>
                <a:cubicBezTo>
                  <a:pt x="1713864" y="48284"/>
                  <a:pt x="1721278" y="46918"/>
                  <a:pt x="1729761" y="46918"/>
                </a:cubicBezTo>
                <a:cubicBezTo>
                  <a:pt x="1737950" y="46918"/>
                  <a:pt x="1745087" y="48137"/>
                  <a:pt x="1751173" y="50573"/>
                </a:cubicBezTo>
                <a:cubicBezTo>
                  <a:pt x="1757259" y="53010"/>
                  <a:pt x="1762331" y="56554"/>
                  <a:pt x="1766389" y="61207"/>
                </a:cubicBezTo>
                <a:cubicBezTo>
                  <a:pt x="1770446" y="65859"/>
                  <a:pt x="1773489" y="71508"/>
                  <a:pt x="1775518" y="78154"/>
                </a:cubicBezTo>
                <a:cubicBezTo>
                  <a:pt x="1777546" y="84801"/>
                  <a:pt x="1778561" y="92296"/>
                  <a:pt x="1778561" y="100642"/>
                </a:cubicBezTo>
                <a:moveTo>
                  <a:pt x="1759307" y="101859"/>
                </a:moveTo>
                <a:cubicBezTo>
                  <a:pt x="1759307" y="96467"/>
                  <a:pt x="1758809" y="91370"/>
                  <a:pt x="1757813" y="86568"/>
                </a:cubicBezTo>
                <a:cubicBezTo>
                  <a:pt x="1756817" y="81766"/>
                  <a:pt x="1755175" y="77555"/>
                  <a:pt x="1752889" y="73935"/>
                </a:cubicBezTo>
                <a:cubicBezTo>
                  <a:pt x="1750602" y="70316"/>
                  <a:pt x="1747503" y="67454"/>
                  <a:pt x="1743593" y="65349"/>
                </a:cubicBezTo>
                <a:cubicBezTo>
                  <a:pt x="1739684" y="63242"/>
                  <a:pt x="1734815" y="62189"/>
                  <a:pt x="1728987" y="62189"/>
                </a:cubicBezTo>
                <a:cubicBezTo>
                  <a:pt x="1723602" y="62189"/>
                  <a:pt x="1718972" y="63149"/>
                  <a:pt x="1715100" y="65069"/>
                </a:cubicBezTo>
                <a:cubicBezTo>
                  <a:pt x="1711227" y="66990"/>
                  <a:pt x="1708036" y="69705"/>
                  <a:pt x="1705528" y="73216"/>
                </a:cubicBezTo>
                <a:cubicBezTo>
                  <a:pt x="1703020" y="76725"/>
                  <a:pt x="1701157" y="80880"/>
                  <a:pt x="1699940" y="85682"/>
                </a:cubicBezTo>
                <a:cubicBezTo>
                  <a:pt x="1698722" y="90482"/>
                  <a:pt x="1698114" y="95727"/>
                  <a:pt x="1698114" y="101416"/>
                </a:cubicBezTo>
                <a:cubicBezTo>
                  <a:pt x="1698114" y="106882"/>
                  <a:pt x="1698612" y="112016"/>
                  <a:pt x="1699608" y="116818"/>
                </a:cubicBezTo>
                <a:cubicBezTo>
                  <a:pt x="1700604" y="121620"/>
                  <a:pt x="1702263" y="125812"/>
                  <a:pt x="1704587" y="129395"/>
                </a:cubicBezTo>
                <a:cubicBezTo>
                  <a:pt x="1706911" y="132977"/>
                  <a:pt x="1710028" y="135822"/>
                  <a:pt x="1713938" y="137929"/>
                </a:cubicBezTo>
                <a:cubicBezTo>
                  <a:pt x="1717847" y="140034"/>
                  <a:pt x="1722716" y="141086"/>
                  <a:pt x="1728544" y="141086"/>
                </a:cubicBezTo>
                <a:cubicBezTo>
                  <a:pt x="1733856" y="141086"/>
                  <a:pt x="1738466" y="140126"/>
                  <a:pt x="1742376" y="138206"/>
                </a:cubicBezTo>
                <a:cubicBezTo>
                  <a:pt x="1746286" y="136286"/>
                  <a:pt x="1749495" y="133589"/>
                  <a:pt x="1752003" y="130118"/>
                </a:cubicBezTo>
                <a:cubicBezTo>
                  <a:pt x="1754511" y="126643"/>
                  <a:pt x="1756356" y="122507"/>
                  <a:pt x="1757536" y="117707"/>
                </a:cubicBezTo>
                <a:cubicBezTo>
                  <a:pt x="1758716" y="112905"/>
                  <a:pt x="1759307" y="107622"/>
                  <a:pt x="1759307" y="101859"/>
                </a:cubicBezTo>
                <a:close/>
                <a:moveTo>
                  <a:pt x="1890688" y="151485"/>
                </a:moveTo>
                <a:cubicBezTo>
                  <a:pt x="1890688" y="152075"/>
                  <a:pt x="1890559" y="152592"/>
                  <a:pt x="1890301" y="153037"/>
                </a:cubicBezTo>
                <a:cubicBezTo>
                  <a:pt x="1890043" y="153480"/>
                  <a:pt x="1889600" y="153830"/>
                  <a:pt x="1888973" y="154088"/>
                </a:cubicBezTo>
                <a:cubicBezTo>
                  <a:pt x="1888346" y="154347"/>
                  <a:pt x="1887516" y="154550"/>
                  <a:pt x="1886483" y="154697"/>
                </a:cubicBezTo>
                <a:cubicBezTo>
                  <a:pt x="1885450" y="154845"/>
                  <a:pt x="1884196" y="154918"/>
                  <a:pt x="1882721" y="154918"/>
                </a:cubicBezTo>
                <a:cubicBezTo>
                  <a:pt x="1881172" y="154918"/>
                  <a:pt x="1879881" y="154845"/>
                  <a:pt x="1878848" y="154697"/>
                </a:cubicBezTo>
                <a:cubicBezTo>
                  <a:pt x="1877815" y="154552"/>
                  <a:pt x="1876967" y="154351"/>
                  <a:pt x="1876303" y="154095"/>
                </a:cubicBezTo>
                <a:cubicBezTo>
                  <a:pt x="1875639" y="153837"/>
                  <a:pt x="1875159" y="153488"/>
                  <a:pt x="1874864" y="153048"/>
                </a:cubicBezTo>
                <a:cubicBezTo>
                  <a:pt x="1874569" y="152607"/>
                  <a:pt x="1874422" y="152094"/>
                  <a:pt x="1874422" y="151509"/>
                </a:cubicBezTo>
                <a:lnTo>
                  <a:pt x="1874422" y="138413"/>
                </a:lnTo>
                <a:cubicBezTo>
                  <a:pt x="1869184" y="144098"/>
                  <a:pt x="1863743" y="148529"/>
                  <a:pt x="1858100" y="151706"/>
                </a:cubicBezTo>
                <a:cubicBezTo>
                  <a:pt x="1852456" y="154880"/>
                  <a:pt x="1846278" y="156468"/>
                  <a:pt x="1839565" y="156468"/>
                </a:cubicBezTo>
                <a:cubicBezTo>
                  <a:pt x="1832262" y="156468"/>
                  <a:pt x="1826028" y="155046"/>
                  <a:pt x="1820864" y="152204"/>
                </a:cubicBezTo>
                <a:cubicBezTo>
                  <a:pt x="1815700" y="149361"/>
                  <a:pt x="1811514" y="145522"/>
                  <a:pt x="1808305" y="140685"/>
                </a:cubicBezTo>
                <a:cubicBezTo>
                  <a:pt x="1805096" y="135846"/>
                  <a:pt x="1802753" y="130160"/>
                  <a:pt x="1801278" y="123627"/>
                </a:cubicBezTo>
                <a:cubicBezTo>
                  <a:pt x="1799803" y="117091"/>
                  <a:pt x="1799065" y="110204"/>
                  <a:pt x="1799065" y="102965"/>
                </a:cubicBezTo>
                <a:cubicBezTo>
                  <a:pt x="1799065" y="94401"/>
                  <a:pt x="1799987" y="86667"/>
                  <a:pt x="1801831" y="79762"/>
                </a:cubicBezTo>
                <a:cubicBezTo>
                  <a:pt x="1803676" y="72858"/>
                  <a:pt x="1806405" y="66969"/>
                  <a:pt x="1810020" y="62095"/>
                </a:cubicBezTo>
                <a:cubicBezTo>
                  <a:pt x="1813635" y="57220"/>
                  <a:pt x="1818116" y="53471"/>
                  <a:pt x="1823465" y="50850"/>
                </a:cubicBezTo>
                <a:cubicBezTo>
                  <a:pt x="1828813" y="48229"/>
                  <a:pt x="1834991" y="46918"/>
                  <a:pt x="1841999" y="46918"/>
                </a:cubicBezTo>
                <a:cubicBezTo>
                  <a:pt x="1847827" y="46918"/>
                  <a:pt x="1853157" y="48192"/>
                  <a:pt x="1857989" y="50739"/>
                </a:cubicBezTo>
                <a:cubicBezTo>
                  <a:pt x="1862821" y="53287"/>
                  <a:pt x="1867598" y="57034"/>
                  <a:pt x="1872319" y="61981"/>
                </a:cubicBezTo>
                <a:lnTo>
                  <a:pt x="1872319" y="3991"/>
                </a:lnTo>
                <a:cubicBezTo>
                  <a:pt x="1872319" y="3474"/>
                  <a:pt x="1872448" y="2976"/>
                  <a:pt x="1872706" y="2497"/>
                </a:cubicBezTo>
                <a:cubicBezTo>
                  <a:pt x="1872965" y="2015"/>
                  <a:pt x="1873463" y="1645"/>
                  <a:pt x="1874200" y="1387"/>
                </a:cubicBezTo>
                <a:cubicBezTo>
                  <a:pt x="1874938" y="1126"/>
                  <a:pt x="1875879" y="904"/>
                  <a:pt x="1877022" y="719"/>
                </a:cubicBezTo>
                <a:cubicBezTo>
                  <a:pt x="1878165" y="535"/>
                  <a:pt x="1879622" y="443"/>
                  <a:pt x="1881393" y="443"/>
                </a:cubicBezTo>
                <a:cubicBezTo>
                  <a:pt x="1883237" y="443"/>
                  <a:pt x="1884750" y="535"/>
                  <a:pt x="1885930" y="719"/>
                </a:cubicBezTo>
                <a:cubicBezTo>
                  <a:pt x="1887110" y="904"/>
                  <a:pt x="1888032" y="1125"/>
                  <a:pt x="1888696" y="1383"/>
                </a:cubicBezTo>
                <a:cubicBezTo>
                  <a:pt x="1889360" y="1641"/>
                  <a:pt x="1889858" y="2011"/>
                  <a:pt x="1890190" y="2493"/>
                </a:cubicBezTo>
                <a:cubicBezTo>
                  <a:pt x="1890522" y="2973"/>
                  <a:pt x="1890688" y="3471"/>
                  <a:pt x="1890688" y="3987"/>
                </a:cubicBezTo>
                <a:lnTo>
                  <a:pt x="1890688" y="151485"/>
                </a:lnTo>
                <a:moveTo>
                  <a:pt x="1872319" y="81477"/>
                </a:moveTo>
                <a:cubicBezTo>
                  <a:pt x="1867377" y="75343"/>
                  <a:pt x="1862600" y="70669"/>
                  <a:pt x="1857989" y="67455"/>
                </a:cubicBezTo>
                <a:cubicBezTo>
                  <a:pt x="1853379" y="64239"/>
                  <a:pt x="1848565" y="62631"/>
                  <a:pt x="1843549" y="62631"/>
                </a:cubicBezTo>
                <a:cubicBezTo>
                  <a:pt x="1838901" y="62631"/>
                  <a:pt x="1834954" y="63740"/>
                  <a:pt x="1831708" y="65958"/>
                </a:cubicBezTo>
                <a:cubicBezTo>
                  <a:pt x="1828463" y="68173"/>
                  <a:pt x="1825825" y="71091"/>
                  <a:pt x="1823797" y="74710"/>
                </a:cubicBezTo>
                <a:cubicBezTo>
                  <a:pt x="1821768" y="78329"/>
                  <a:pt x="1820292" y="82430"/>
                  <a:pt x="1819370" y="87010"/>
                </a:cubicBezTo>
                <a:cubicBezTo>
                  <a:pt x="1818448" y="91591"/>
                  <a:pt x="1817987" y="96245"/>
                  <a:pt x="1817987" y="100974"/>
                </a:cubicBezTo>
                <a:cubicBezTo>
                  <a:pt x="1817987" y="105997"/>
                  <a:pt x="1818374" y="110910"/>
                  <a:pt x="1819149" y="115712"/>
                </a:cubicBezTo>
                <a:cubicBezTo>
                  <a:pt x="1819924" y="120514"/>
                  <a:pt x="1821270" y="124780"/>
                  <a:pt x="1823188" y="128510"/>
                </a:cubicBezTo>
                <a:cubicBezTo>
                  <a:pt x="1825106" y="132240"/>
                  <a:pt x="1827651" y="135232"/>
                  <a:pt x="1830823" y="137487"/>
                </a:cubicBezTo>
                <a:cubicBezTo>
                  <a:pt x="1833995" y="139739"/>
                  <a:pt x="1837979" y="140865"/>
                  <a:pt x="1842774" y="140865"/>
                </a:cubicBezTo>
                <a:cubicBezTo>
                  <a:pt x="1845208" y="140865"/>
                  <a:pt x="1847551" y="140533"/>
                  <a:pt x="1849801" y="139869"/>
                </a:cubicBezTo>
                <a:cubicBezTo>
                  <a:pt x="1852051" y="139203"/>
                  <a:pt x="1854356" y="138094"/>
                  <a:pt x="1856717" y="136543"/>
                </a:cubicBezTo>
                <a:cubicBezTo>
                  <a:pt x="1859077" y="134991"/>
                  <a:pt x="1861549" y="132977"/>
                  <a:pt x="1864131" y="130501"/>
                </a:cubicBezTo>
                <a:cubicBezTo>
                  <a:pt x="1866713" y="128026"/>
                  <a:pt x="1869442" y="124977"/>
                  <a:pt x="1872319" y="121355"/>
                </a:cubicBezTo>
                <a:lnTo>
                  <a:pt x="1872319" y="81477"/>
                </a:lnTo>
                <a:close/>
                <a:moveTo>
                  <a:pt x="2009787" y="97377"/>
                </a:moveTo>
                <a:cubicBezTo>
                  <a:pt x="2009787" y="100254"/>
                  <a:pt x="2009067" y="102301"/>
                  <a:pt x="2007629" y="103519"/>
                </a:cubicBezTo>
                <a:cubicBezTo>
                  <a:pt x="2006190" y="104736"/>
                  <a:pt x="2004549" y="105345"/>
                  <a:pt x="2002705" y="105345"/>
                </a:cubicBezTo>
                <a:lnTo>
                  <a:pt x="1937418" y="105345"/>
                </a:lnTo>
                <a:cubicBezTo>
                  <a:pt x="1937418" y="110893"/>
                  <a:pt x="1937971" y="115888"/>
                  <a:pt x="1939078" y="120328"/>
                </a:cubicBezTo>
                <a:cubicBezTo>
                  <a:pt x="1940184" y="124768"/>
                  <a:pt x="1942028" y="128579"/>
                  <a:pt x="1944610" y="131760"/>
                </a:cubicBezTo>
                <a:cubicBezTo>
                  <a:pt x="1947192" y="134942"/>
                  <a:pt x="1950549" y="137384"/>
                  <a:pt x="1954680" y="139088"/>
                </a:cubicBezTo>
                <a:cubicBezTo>
                  <a:pt x="1958811" y="140789"/>
                  <a:pt x="1963864" y="141640"/>
                  <a:pt x="1969840" y="141640"/>
                </a:cubicBezTo>
                <a:cubicBezTo>
                  <a:pt x="1974561" y="141640"/>
                  <a:pt x="1978766" y="141252"/>
                  <a:pt x="1982455" y="140478"/>
                </a:cubicBezTo>
                <a:cubicBezTo>
                  <a:pt x="1986143" y="139703"/>
                  <a:pt x="1989334" y="138836"/>
                  <a:pt x="1992026" y="137877"/>
                </a:cubicBezTo>
                <a:cubicBezTo>
                  <a:pt x="1994719" y="136918"/>
                  <a:pt x="1996932" y="136052"/>
                  <a:pt x="1998666" y="135277"/>
                </a:cubicBezTo>
                <a:cubicBezTo>
                  <a:pt x="2000399" y="134502"/>
                  <a:pt x="2001709" y="134115"/>
                  <a:pt x="2002594" y="134115"/>
                </a:cubicBezTo>
                <a:cubicBezTo>
                  <a:pt x="2003110" y="134115"/>
                  <a:pt x="2003572" y="134244"/>
                  <a:pt x="2003977" y="134502"/>
                </a:cubicBezTo>
                <a:cubicBezTo>
                  <a:pt x="2004383" y="134761"/>
                  <a:pt x="2004697" y="135148"/>
                  <a:pt x="2004918" y="135664"/>
                </a:cubicBezTo>
                <a:cubicBezTo>
                  <a:pt x="2005139" y="136181"/>
                  <a:pt x="2005305" y="136900"/>
                  <a:pt x="2005416" y="137822"/>
                </a:cubicBezTo>
                <a:cubicBezTo>
                  <a:pt x="2005526" y="138744"/>
                  <a:pt x="2005582" y="139869"/>
                  <a:pt x="2005582" y="141197"/>
                </a:cubicBezTo>
                <a:cubicBezTo>
                  <a:pt x="2005582" y="142156"/>
                  <a:pt x="2005545" y="142986"/>
                  <a:pt x="2005471" y="143687"/>
                </a:cubicBezTo>
                <a:cubicBezTo>
                  <a:pt x="2005397" y="144388"/>
                  <a:pt x="2005305" y="145015"/>
                  <a:pt x="2005195" y="145568"/>
                </a:cubicBezTo>
                <a:cubicBezTo>
                  <a:pt x="2005084" y="146121"/>
                  <a:pt x="2004899" y="146619"/>
                  <a:pt x="2004641" y="147062"/>
                </a:cubicBezTo>
                <a:cubicBezTo>
                  <a:pt x="2004383" y="147504"/>
                  <a:pt x="2004051" y="147929"/>
                  <a:pt x="2003645" y="148334"/>
                </a:cubicBezTo>
                <a:cubicBezTo>
                  <a:pt x="2003240" y="148740"/>
                  <a:pt x="2002041" y="149404"/>
                  <a:pt x="2000049" y="150326"/>
                </a:cubicBezTo>
                <a:cubicBezTo>
                  <a:pt x="1998057" y="151248"/>
                  <a:pt x="1995475" y="152152"/>
                  <a:pt x="1992303" y="153037"/>
                </a:cubicBezTo>
                <a:cubicBezTo>
                  <a:pt x="1989131" y="153922"/>
                  <a:pt x="1985461" y="154716"/>
                  <a:pt x="1981293" y="155416"/>
                </a:cubicBezTo>
                <a:cubicBezTo>
                  <a:pt x="1977125" y="156117"/>
                  <a:pt x="1972680" y="156468"/>
                  <a:pt x="1967959" y="156468"/>
                </a:cubicBezTo>
                <a:cubicBezTo>
                  <a:pt x="1959770" y="156468"/>
                  <a:pt x="1952596" y="155323"/>
                  <a:pt x="1946436" y="153034"/>
                </a:cubicBezTo>
                <a:cubicBezTo>
                  <a:pt x="1940276" y="150745"/>
                  <a:pt x="1935094" y="147348"/>
                  <a:pt x="1930889" y="142843"/>
                </a:cubicBezTo>
                <a:cubicBezTo>
                  <a:pt x="1926684" y="138338"/>
                  <a:pt x="1923512" y="132689"/>
                  <a:pt x="1921373" y="125895"/>
                </a:cubicBezTo>
                <a:cubicBezTo>
                  <a:pt x="1919233" y="119102"/>
                  <a:pt x="1918164" y="111200"/>
                  <a:pt x="1918164" y="102191"/>
                </a:cubicBezTo>
                <a:cubicBezTo>
                  <a:pt x="1918164" y="93624"/>
                  <a:pt x="1919270" y="85926"/>
                  <a:pt x="1921483" y="79095"/>
                </a:cubicBezTo>
                <a:cubicBezTo>
                  <a:pt x="1923696" y="72264"/>
                  <a:pt x="1926887" y="66467"/>
                  <a:pt x="1931055" y="61705"/>
                </a:cubicBezTo>
                <a:cubicBezTo>
                  <a:pt x="1935223" y="56942"/>
                  <a:pt x="1940258" y="53287"/>
                  <a:pt x="1946160" y="50739"/>
                </a:cubicBezTo>
                <a:cubicBezTo>
                  <a:pt x="1952061" y="48192"/>
                  <a:pt x="1958664" y="46918"/>
                  <a:pt x="1965967" y="46918"/>
                </a:cubicBezTo>
                <a:cubicBezTo>
                  <a:pt x="1973787" y="46918"/>
                  <a:pt x="1980444" y="48172"/>
                  <a:pt x="1985940" y="50680"/>
                </a:cubicBezTo>
                <a:cubicBezTo>
                  <a:pt x="1991436" y="53189"/>
                  <a:pt x="1995955" y="56564"/>
                  <a:pt x="1999496" y="60805"/>
                </a:cubicBezTo>
                <a:cubicBezTo>
                  <a:pt x="2003037" y="65047"/>
                  <a:pt x="2005637" y="70027"/>
                  <a:pt x="2007297" y="75744"/>
                </a:cubicBezTo>
                <a:cubicBezTo>
                  <a:pt x="2008957" y="81461"/>
                  <a:pt x="2009787" y="87566"/>
                  <a:pt x="2009787" y="94058"/>
                </a:cubicBezTo>
                <a:lnTo>
                  <a:pt x="2009787" y="97377"/>
                </a:lnTo>
                <a:moveTo>
                  <a:pt x="1991418" y="91955"/>
                </a:moveTo>
                <a:cubicBezTo>
                  <a:pt x="1991639" y="82365"/>
                  <a:pt x="1989518" y="74840"/>
                  <a:pt x="1985055" y="69381"/>
                </a:cubicBezTo>
                <a:cubicBezTo>
                  <a:pt x="1980592" y="63922"/>
                  <a:pt x="1973971" y="61193"/>
                  <a:pt x="1965192" y="61193"/>
                </a:cubicBezTo>
                <a:cubicBezTo>
                  <a:pt x="1960692" y="61193"/>
                  <a:pt x="1956746" y="62041"/>
                  <a:pt x="1953352" y="63738"/>
                </a:cubicBezTo>
                <a:cubicBezTo>
                  <a:pt x="1949959" y="65435"/>
                  <a:pt x="1947119" y="67685"/>
                  <a:pt x="1944832" y="70488"/>
                </a:cubicBezTo>
                <a:cubicBezTo>
                  <a:pt x="1942545" y="73291"/>
                  <a:pt x="1940774" y="76556"/>
                  <a:pt x="1939520" y="80281"/>
                </a:cubicBezTo>
                <a:cubicBezTo>
                  <a:pt x="1938266" y="84006"/>
                  <a:pt x="1937565" y="87898"/>
                  <a:pt x="1937418" y="91955"/>
                </a:cubicBezTo>
                <a:lnTo>
                  <a:pt x="1991418" y="91955"/>
                </a:lnTo>
                <a:close/>
                <a:moveTo>
                  <a:pt x="2055920" y="151485"/>
                </a:moveTo>
                <a:cubicBezTo>
                  <a:pt x="2055920" y="152075"/>
                  <a:pt x="2055772" y="152574"/>
                  <a:pt x="2055477" y="152982"/>
                </a:cubicBezTo>
                <a:cubicBezTo>
                  <a:pt x="2055182" y="153388"/>
                  <a:pt x="2054702" y="153738"/>
                  <a:pt x="2054038" y="154033"/>
                </a:cubicBezTo>
                <a:cubicBezTo>
                  <a:pt x="2053374" y="154328"/>
                  <a:pt x="2052452" y="154550"/>
                  <a:pt x="2051272" y="154697"/>
                </a:cubicBezTo>
                <a:cubicBezTo>
                  <a:pt x="2050092" y="154845"/>
                  <a:pt x="2048579" y="154918"/>
                  <a:pt x="2046735" y="154918"/>
                </a:cubicBezTo>
                <a:cubicBezTo>
                  <a:pt x="2044965" y="154918"/>
                  <a:pt x="2043489" y="154845"/>
                  <a:pt x="2042309" y="154697"/>
                </a:cubicBezTo>
                <a:cubicBezTo>
                  <a:pt x="2041129" y="154550"/>
                  <a:pt x="2040188" y="154328"/>
                  <a:pt x="2039487" y="154033"/>
                </a:cubicBezTo>
                <a:cubicBezTo>
                  <a:pt x="2038786" y="153738"/>
                  <a:pt x="2038307" y="153388"/>
                  <a:pt x="2038049" y="152982"/>
                </a:cubicBezTo>
                <a:cubicBezTo>
                  <a:pt x="2037790" y="152574"/>
                  <a:pt x="2037661" y="152075"/>
                  <a:pt x="2037661" y="151485"/>
                </a:cubicBezTo>
                <a:lnTo>
                  <a:pt x="2037661" y="3544"/>
                </a:lnTo>
                <a:cubicBezTo>
                  <a:pt x="2037661" y="2954"/>
                  <a:pt x="2037790" y="2438"/>
                  <a:pt x="2038049" y="1995"/>
                </a:cubicBezTo>
                <a:cubicBezTo>
                  <a:pt x="2038307" y="1550"/>
                  <a:pt x="2038786" y="1180"/>
                  <a:pt x="2039487" y="885"/>
                </a:cubicBezTo>
                <a:cubicBezTo>
                  <a:pt x="2040188" y="590"/>
                  <a:pt x="2041129" y="369"/>
                  <a:pt x="2042309" y="221"/>
                </a:cubicBezTo>
                <a:cubicBezTo>
                  <a:pt x="2043489" y="74"/>
                  <a:pt x="2044965" y="0"/>
                  <a:pt x="2046735" y="0"/>
                </a:cubicBezTo>
                <a:cubicBezTo>
                  <a:pt x="2048579" y="0"/>
                  <a:pt x="2050092" y="74"/>
                  <a:pt x="2051272" y="221"/>
                </a:cubicBezTo>
                <a:cubicBezTo>
                  <a:pt x="2052452" y="369"/>
                  <a:pt x="2053374" y="590"/>
                  <a:pt x="2054038" y="885"/>
                </a:cubicBezTo>
                <a:cubicBezTo>
                  <a:pt x="2054702" y="1180"/>
                  <a:pt x="2055182" y="1550"/>
                  <a:pt x="2055477" y="1995"/>
                </a:cubicBezTo>
                <a:cubicBezTo>
                  <a:pt x="2055772" y="2438"/>
                  <a:pt x="2055920" y="2954"/>
                  <a:pt x="2055920" y="3544"/>
                </a:cubicBezTo>
                <a:lnTo>
                  <a:pt x="2055920" y="15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9FB76-D92C-43AD-9A8B-8CCA474B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26" y="4489698"/>
            <a:ext cx="1359741" cy="385396"/>
          </a:xfrm>
          <a:custGeom xmlns:a="http://schemas.openxmlformats.org/drawingml/2006/main">
            <a:pathLst>
              <a:path w="1359741" h="385396">
                <a:moveTo>
                  <a:pt x="0" y="79386"/>
                </a:moveTo>
                <a:lnTo>
                  <a:pt x="1150080" y="79386"/>
                </a:lnTo>
                <a:lnTo>
                  <a:pt x="1150080" y="0"/>
                </a:lnTo>
                <a:lnTo>
                  <a:pt x="1359741" y="192698"/>
                </a:lnTo>
                <a:lnTo>
                  <a:pt x="1150080" y="385396"/>
                </a:lnTo>
                <a:lnTo>
                  <a:pt x="1150080" y="306010"/>
                </a:lnTo>
                <a:lnTo>
                  <a:pt x="0" y="306010"/>
                </a:lnTo>
                <a:lnTo>
                  <a:pt x="0" y="79386"/>
                </a:lnTo>
                <a:close/>
              </a:path>
            </a:pathLst>
          </a:custGeom>
          <a:solidFill xmlns:a="http://schemas.openxmlformats.org/drawingml/2006/main">
            <a:srgbClr val="B5A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Request">
            <a:extLst xmlns:a="http://schemas.openxmlformats.org/drawingml/2006/main">
              <a:ext uri="{FF2B5EF4-FFF2-40B4-BE49-F238E27FC236}">
                <a16:creationId xmlns:a16="http://schemas.microsoft.com/office/drawing/2014/main" id="{EB6C8BA1-9697-4A21-BDAD-AD0D1C7B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226" y="4613278"/>
            <a:ext cx="718676" cy="183468"/>
          </a:xfrm>
          <a:custGeom xmlns:a="http://schemas.openxmlformats.org/drawingml/2006/main">
            <a:pathLst>
              <a:path w="718676" h="183468">
                <a:moveTo>
                  <a:pt x="95496" y="140312"/>
                </a:moveTo>
                <a:cubicBezTo>
                  <a:pt x="95496" y="140902"/>
                  <a:pt x="95385" y="141418"/>
                  <a:pt x="95164" y="141861"/>
                </a:cubicBezTo>
                <a:cubicBezTo>
                  <a:pt x="94943" y="142304"/>
                  <a:pt x="94463" y="142672"/>
                  <a:pt x="93726" y="142968"/>
                </a:cubicBezTo>
                <a:cubicBezTo>
                  <a:pt x="92988" y="143263"/>
                  <a:pt x="91955" y="143484"/>
                  <a:pt x="90627" y="143631"/>
                </a:cubicBezTo>
                <a:cubicBezTo>
                  <a:pt x="89299" y="143779"/>
                  <a:pt x="87529" y="143853"/>
                  <a:pt x="85316" y="143853"/>
                </a:cubicBezTo>
                <a:cubicBezTo>
                  <a:pt x="83398" y="143853"/>
                  <a:pt x="81830" y="143779"/>
                  <a:pt x="80613" y="143631"/>
                </a:cubicBezTo>
                <a:cubicBezTo>
                  <a:pt x="79396" y="143484"/>
                  <a:pt x="78418" y="143244"/>
                  <a:pt x="77681" y="142912"/>
                </a:cubicBezTo>
                <a:cubicBezTo>
                  <a:pt x="76943" y="142580"/>
                  <a:pt x="76371" y="142119"/>
                  <a:pt x="75965" y="141529"/>
                </a:cubicBezTo>
                <a:cubicBezTo>
                  <a:pt x="75560" y="140939"/>
                  <a:pt x="75209" y="140201"/>
                  <a:pt x="74914" y="139316"/>
                </a:cubicBezTo>
                <a:lnTo>
                  <a:pt x="61746" y="105566"/>
                </a:lnTo>
                <a:cubicBezTo>
                  <a:pt x="60197" y="101730"/>
                  <a:pt x="58592" y="98207"/>
                  <a:pt x="56933" y="94998"/>
                </a:cubicBezTo>
                <a:cubicBezTo>
                  <a:pt x="55273" y="91789"/>
                  <a:pt x="53299" y="89023"/>
                  <a:pt x="51012" y="86699"/>
                </a:cubicBezTo>
                <a:cubicBezTo>
                  <a:pt x="48726" y="84375"/>
                  <a:pt x="46033" y="82568"/>
                  <a:pt x="42935" y="81277"/>
                </a:cubicBezTo>
                <a:cubicBezTo>
                  <a:pt x="39836" y="79986"/>
                  <a:pt x="36111" y="79340"/>
                  <a:pt x="31758" y="79340"/>
                </a:cubicBezTo>
                <a:lnTo>
                  <a:pt x="19033" y="79340"/>
                </a:lnTo>
                <a:lnTo>
                  <a:pt x="19033" y="140312"/>
                </a:lnTo>
                <a:cubicBezTo>
                  <a:pt x="19033" y="140902"/>
                  <a:pt x="18867" y="141418"/>
                  <a:pt x="18535" y="141861"/>
                </a:cubicBezTo>
                <a:cubicBezTo>
                  <a:pt x="18203" y="142304"/>
                  <a:pt x="17687" y="142654"/>
                  <a:pt x="16986" y="142912"/>
                </a:cubicBezTo>
                <a:cubicBezTo>
                  <a:pt x="16285" y="143170"/>
                  <a:pt x="15326" y="143392"/>
                  <a:pt x="14109" y="143576"/>
                </a:cubicBezTo>
                <a:cubicBezTo>
                  <a:pt x="12891" y="143761"/>
                  <a:pt x="11361" y="143853"/>
                  <a:pt x="9516" y="143853"/>
                </a:cubicBezTo>
                <a:cubicBezTo>
                  <a:pt x="7672" y="143853"/>
                  <a:pt x="6141" y="143761"/>
                  <a:pt x="4924" y="143576"/>
                </a:cubicBezTo>
                <a:cubicBezTo>
                  <a:pt x="3707" y="143392"/>
                  <a:pt x="2730" y="143170"/>
                  <a:pt x="1992" y="142912"/>
                </a:cubicBezTo>
                <a:cubicBezTo>
                  <a:pt x="1254" y="142654"/>
                  <a:pt x="738" y="142304"/>
                  <a:pt x="443" y="141861"/>
                </a:cubicBezTo>
                <a:cubicBezTo>
                  <a:pt x="148" y="141418"/>
                  <a:pt x="0" y="140902"/>
                  <a:pt x="0" y="140312"/>
                </a:cubicBezTo>
                <a:lnTo>
                  <a:pt x="0" y="7746"/>
                </a:lnTo>
                <a:cubicBezTo>
                  <a:pt x="0" y="4869"/>
                  <a:pt x="756" y="2859"/>
                  <a:pt x="2268" y="1715"/>
                </a:cubicBezTo>
                <a:cubicBezTo>
                  <a:pt x="3781" y="572"/>
                  <a:pt x="5385" y="0"/>
                  <a:pt x="7082" y="0"/>
                </a:cubicBezTo>
                <a:lnTo>
                  <a:pt x="37512" y="0"/>
                </a:lnTo>
                <a:cubicBezTo>
                  <a:pt x="41127" y="0"/>
                  <a:pt x="44133" y="92"/>
                  <a:pt x="46531" y="277"/>
                </a:cubicBezTo>
                <a:cubicBezTo>
                  <a:pt x="48928" y="461"/>
                  <a:pt x="51086" y="664"/>
                  <a:pt x="53004" y="885"/>
                </a:cubicBezTo>
                <a:cubicBezTo>
                  <a:pt x="58537" y="1844"/>
                  <a:pt x="63424" y="3357"/>
                  <a:pt x="67666" y="5422"/>
                </a:cubicBezTo>
                <a:cubicBezTo>
                  <a:pt x="71908" y="7488"/>
                  <a:pt x="75467" y="10107"/>
                  <a:pt x="78344" y="13279"/>
                </a:cubicBezTo>
                <a:cubicBezTo>
                  <a:pt x="81221" y="16451"/>
                  <a:pt x="83379" y="20084"/>
                  <a:pt x="84818" y="24178"/>
                </a:cubicBezTo>
                <a:cubicBezTo>
                  <a:pt x="86256" y="28273"/>
                  <a:pt x="86976" y="32791"/>
                  <a:pt x="86976" y="37734"/>
                </a:cubicBezTo>
                <a:cubicBezTo>
                  <a:pt x="86976" y="42529"/>
                  <a:pt x="86330" y="46826"/>
                  <a:pt x="85039" y="50625"/>
                </a:cubicBezTo>
                <a:cubicBezTo>
                  <a:pt x="83748" y="54424"/>
                  <a:pt x="81885" y="57781"/>
                  <a:pt x="79451" y="60695"/>
                </a:cubicBezTo>
                <a:cubicBezTo>
                  <a:pt x="77017" y="63609"/>
                  <a:pt x="74103" y="66135"/>
                  <a:pt x="70709" y="68275"/>
                </a:cubicBezTo>
                <a:cubicBezTo>
                  <a:pt x="67316" y="70414"/>
                  <a:pt x="63517" y="72221"/>
                  <a:pt x="59312" y="73697"/>
                </a:cubicBezTo>
                <a:cubicBezTo>
                  <a:pt x="61672" y="74730"/>
                  <a:pt x="63812" y="76039"/>
                  <a:pt x="65730" y="77625"/>
                </a:cubicBezTo>
                <a:cubicBezTo>
                  <a:pt x="67648" y="79211"/>
                  <a:pt x="69437" y="81111"/>
                  <a:pt x="71096" y="83324"/>
                </a:cubicBezTo>
                <a:cubicBezTo>
                  <a:pt x="72756" y="85537"/>
                  <a:pt x="74324" y="88082"/>
                  <a:pt x="75799" y="90959"/>
                </a:cubicBezTo>
                <a:cubicBezTo>
                  <a:pt x="77275" y="93836"/>
                  <a:pt x="78750" y="97082"/>
                  <a:pt x="80226" y="100697"/>
                </a:cubicBezTo>
                <a:lnTo>
                  <a:pt x="93062" y="132234"/>
                </a:lnTo>
                <a:cubicBezTo>
                  <a:pt x="94094" y="134890"/>
                  <a:pt x="94758" y="136752"/>
                  <a:pt x="95053" y="137822"/>
                </a:cubicBezTo>
                <a:cubicBezTo>
                  <a:pt x="95349" y="138892"/>
                  <a:pt x="95496" y="139722"/>
                  <a:pt x="95496" y="140312"/>
                </a:cubicBezTo>
                <a:moveTo>
                  <a:pt x="66836" y="39726"/>
                </a:moveTo>
                <a:cubicBezTo>
                  <a:pt x="66836" y="34119"/>
                  <a:pt x="65582" y="29379"/>
                  <a:pt x="63074" y="25506"/>
                </a:cubicBezTo>
                <a:cubicBezTo>
                  <a:pt x="60566" y="21633"/>
                  <a:pt x="56361" y="18848"/>
                  <a:pt x="50459" y="17152"/>
                </a:cubicBezTo>
                <a:cubicBezTo>
                  <a:pt x="48615" y="16635"/>
                  <a:pt x="46531" y="16266"/>
                  <a:pt x="44207" y="16045"/>
                </a:cubicBezTo>
                <a:cubicBezTo>
                  <a:pt x="41883" y="15824"/>
                  <a:pt x="38840" y="15713"/>
                  <a:pt x="35078" y="15713"/>
                </a:cubicBezTo>
                <a:lnTo>
                  <a:pt x="19033" y="15713"/>
                </a:lnTo>
                <a:lnTo>
                  <a:pt x="19033" y="63959"/>
                </a:lnTo>
                <a:lnTo>
                  <a:pt x="37623" y="63959"/>
                </a:lnTo>
                <a:cubicBezTo>
                  <a:pt x="42639" y="63959"/>
                  <a:pt x="46973" y="63351"/>
                  <a:pt x="50625" y="62133"/>
                </a:cubicBezTo>
                <a:cubicBezTo>
                  <a:pt x="54277" y="60916"/>
                  <a:pt x="57320" y="59219"/>
                  <a:pt x="59754" y="57043"/>
                </a:cubicBezTo>
                <a:cubicBezTo>
                  <a:pt x="62189" y="54867"/>
                  <a:pt x="63978" y="52303"/>
                  <a:pt x="65121" y="49353"/>
                </a:cubicBezTo>
                <a:cubicBezTo>
                  <a:pt x="66264" y="46402"/>
                  <a:pt x="66836" y="43193"/>
                  <a:pt x="66836" y="39726"/>
                </a:cubicBezTo>
                <a:close/>
                <a:moveTo>
                  <a:pt x="202312" y="86312"/>
                </a:moveTo>
                <a:cubicBezTo>
                  <a:pt x="202312" y="89189"/>
                  <a:pt x="201592" y="91236"/>
                  <a:pt x="200154" y="92453"/>
                </a:cubicBezTo>
                <a:cubicBezTo>
                  <a:pt x="198715" y="93670"/>
                  <a:pt x="197074" y="94279"/>
                  <a:pt x="195230" y="94279"/>
                </a:cubicBezTo>
                <a:lnTo>
                  <a:pt x="129943" y="94279"/>
                </a:lnTo>
                <a:cubicBezTo>
                  <a:pt x="129943" y="99828"/>
                  <a:pt x="130496" y="104822"/>
                  <a:pt x="131602" y="109262"/>
                </a:cubicBezTo>
                <a:cubicBezTo>
                  <a:pt x="132709" y="113702"/>
                  <a:pt x="134553" y="117513"/>
                  <a:pt x="137135" y="120695"/>
                </a:cubicBezTo>
                <a:cubicBezTo>
                  <a:pt x="139717" y="123876"/>
                  <a:pt x="143074" y="126318"/>
                  <a:pt x="147205" y="128022"/>
                </a:cubicBezTo>
                <a:cubicBezTo>
                  <a:pt x="151336" y="129723"/>
                  <a:pt x="156389" y="130574"/>
                  <a:pt x="162365" y="130574"/>
                </a:cubicBezTo>
                <a:cubicBezTo>
                  <a:pt x="167086" y="130574"/>
                  <a:pt x="171291" y="130187"/>
                  <a:pt x="174980" y="129412"/>
                </a:cubicBezTo>
                <a:cubicBezTo>
                  <a:pt x="178668" y="128638"/>
                  <a:pt x="181859" y="127771"/>
                  <a:pt x="184551" y="126812"/>
                </a:cubicBezTo>
                <a:cubicBezTo>
                  <a:pt x="187244" y="125853"/>
                  <a:pt x="189457" y="124986"/>
                  <a:pt x="191191" y="124211"/>
                </a:cubicBezTo>
                <a:cubicBezTo>
                  <a:pt x="192924" y="123437"/>
                  <a:pt x="194234" y="123049"/>
                  <a:pt x="195119" y="123049"/>
                </a:cubicBezTo>
                <a:cubicBezTo>
                  <a:pt x="195635" y="123049"/>
                  <a:pt x="196096" y="123179"/>
                  <a:pt x="196502" y="123437"/>
                </a:cubicBezTo>
                <a:cubicBezTo>
                  <a:pt x="196908" y="123695"/>
                  <a:pt x="197221" y="124082"/>
                  <a:pt x="197443" y="124599"/>
                </a:cubicBezTo>
                <a:cubicBezTo>
                  <a:pt x="197664" y="125115"/>
                  <a:pt x="197830" y="125834"/>
                  <a:pt x="197941" y="126756"/>
                </a:cubicBezTo>
                <a:cubicBezTo>
                  <a:pt x="198051" y="127679"/>
                  <a:pt x="198107" y="128804"/>
                  <a:pt x="198107" y="130131"/>
                </a:cubicBezTo>
                <a:cubicBezTo>
                  <a:pt x="198107" y="131090"/>
                  <a:pt x="198070" y="131920"/>
                  <a:pt x="197996" y="132621"/>
                </a:cubicBezTo>
                <a:cubicBezTo>
                  <a:pt x="197922" y="133322"/>
                  <a:pt x="197830" y="133949"/>
                  <a:pt x="197719" y="134502"/>
                </a:cubicBezTo>
                <a:cubicBezTo>
                  <a:pt x="197609" y="135056"/>
                  <a:pt x="197424" y="135554"/>
                  <a:pt x="197166" y="135996"/>
                </a:cubicBezTo>
                <a:cubicBezTo>
                  <a:pt x="196908" y="136439"/>
                  <a:pt x="196576" y="136863"/>
                  <a:pt x="196170" y="137269"/>
                </a:cubicBezTo>
                <a:cubicBezTo>
                  <a:pt x="195765" y="137674"/>
                  <a:pt x="194566" y="138338"/>
                  <a:pt x="192574" y="139261"/>
                </a:cubicBezTo>
                <a:cubicBezTo>
                  <a:pt x="190582" y="140183"/>
                  <a:pt x="188000" y="141086"/>
                  <a:pt x="184828" y="141972"/>
                </a:cubicBezTo>
                <a:cubicBezTo>
                  <a:pt x="181656" y="142857"/>
                  <a:pt x="177986" y="143650"/>
                  <a:pt x="173818" y="144351"/>
                </a:cubicBezTo>
                <a:cubicBezTo>
                  <a:pt x="169650" y="145052"/>
                  <a:pt x="165205" y="145402"/>
                  <a:pt x="160484" y="145402"/>
                </a:cubicBezTo>
                <a:cubicBezTo>
                  <a:pt x="152295" y="145402"/>
                  <a:pt x="145121" y="144257"/>
                  <a:pt x="138961" y="141968"/>
                </a:cubicBezTo>
                <a:cubicBezTo>
                  <a:pt x="132801" y="139679"/>
                  <a:pt x="127619" y="136282"/>
                  <a:pt x="123414" y="131777"/>
                </a:cubicBezTo>
                <a:cubicBezTo>
                  <a:pt x="119209" y="127273"/>
                  <a:pt x="116037" y="121624"/>
                  <a:pt x="113898" y="114830"/>
                </a:cubicBezTo>
                <a:cubicBezTo>
                  <a:pt x="111758" y="108036"/>
                  <a:pt x="110689" y="100134"/>
                  <a:pt x="110689" y="91125"/>
                </a:cubicBezTo>
                <a:cubicBezTo>
                  <a:pt x="110689" y="82559"/>
                  <a:pt x="111795" y="74860"/>
                  <a:pt x="114008" y="68029"/>
                </a:cubicBezTo>
                <a:cubicBezTo>
                  <a:pt x="116221" y="61199"/>
                  <a:pt x="119412" y="55402"/>
                  <a:pt x="123580" y="50639"/>
                </a:cubicBezTo>
                <a:cubicBezTo>
                  <a:pt x="127748" y="45876"/>
                  <a:pt x="132783" y="42221"/>
                  <a:pt x="138684" y="39674"/>
                </a:cubicBezTo>
                <a:cubicBezTo>
                  <a:pt x="144586" y="37126"/>
                  <a:pt x="151189" y="35853"/>
                  <a:pt x="158492" y="35853"/>
                </a:cubicBezTo>
                <a:cubicBezTo>
                  <a:pt x="166312" y="35853"/>
                  <a:pt x="172969" y="37107"/>
                  <a:pt x="178465" y="39615"/>
                </a:cubicBezTo>
                <a:cubicBezTo>
                  <a:pt x="183961" y="42123"/>
                  <a:pt x="188480" y="45498"/>
                  <a:pt x="192021" y="49740"/>
                </a:cubicBezTo>
                <a:cubicBezTo>
                  <a:pt x="195562" y="53982"/>
                  <a:pt x="198162" y="58961"/>
                  <a:pt x="199822" y="64678"/>
                </a:cubicBezTo>
                <a:cubicBezTo>
                  <a:pt x="201482" y="70396"/>
                  <a:pt x="202312" y="76500"/>
                  <a:pt x="202312" y="82992"/>
                </a:cubicBezTo>
                <a:lnTo>
                  <a:pt x="202312" y="86312"/>
                </a:lnTo>
                <a:moveTo>
                  <a:pt x="183943" y="80890"/>
                </a:moveTo>
                <a:cubicBezTo>
                  <a:pt x="184164" y="71299"/>
                  <a:pt x="182043" y="63775"/>
                  <a:pt x="177580" y="58316"/>
                </a:cubicBezTo>
                <a:cubicBezTo>
                  <a:pt x="173117" y="52857"/>
                  <a:pt x="166496" y="50127"/>
                  <a:pt x="157717" y="50127"/>
                </a:cubicBezTo>
                <a:cubicBezTo>
                  <a:pt x="153217" y="50127"/>
                  <a:pt x="149271" y="50976"/>
                  <a:pt x="145877" y="52672"/>
                </a:cubicBezTo>
                <a:cubicBezTo>
                  <a:pt x="142484" y="54369"/>
                  <a:pt x="139643" y="56619"/>
                  <a:pt x="137357" y="59422"/>
                </a:cubicBezTo>
                <a:cubicBezTo>
                  <a:pt x="135070" y="62226"/>
                  <a:pt x="133299" y="65490"/>
                  <a:pt x="132045" y="69215"/>
                </a:cubicBezTo>
                <a:cubicBezTo>
                  <a:pt x="130791" y="72941"/>
                  <a:pt x="130090" y="76832"/>
                  <a:pt x="129943" y="80890"/>
                </a:cubicBezTo>
                <a:lnTo>
                  <a:pt x="183943" y="80890"/>
                </a:lnTo>
                <a:close/>
                <a:moveTo>
                  <a:pt x="315502" y="179927"/>
                </a:moveTo>
                <a:cubicBezTo>
                  <a:pt x="315502" y="180517"/>
                  <a:pt x="315336" y="181033"/>
                  <a:pt x="315004" y="181476"/>
                </a:cubicBezTo>
                <a:cubicBezTo>
                  <a:pt x="314672" y="181918"/>
                  <a:pt x="314174" y="182287"/>
                  <a:pt x="313510" y="182582"/>
                </a:cubicBezTo>
                <a:cubicBezTo>
                  <a:pt x="312846" y="182877"/>
                  <a:pt x="311924" y="183099"/>
                  <a:pt x="310744" y="183246"/>
                </a:cubicBezTo>
                <a:cubicBezTo>
                  <a:pt x="309564" y="183394"/>
                  <a:pt x="308088" y="183468"/>
                  <a:pt x="306318" y="183468"/>
                </a:cubicBezTo>
                <a:cubicBezTo>
                  <a:pt x="304473" y="183468"/>
                  <a:pt x="302979" y="183394"/>
                  <a:pt x="301836" y="183246"/>
                </a:cubicBezTo>
                <a:cubicBezTo>
                  <a:pt x="300693" y="183099"/>
                  <a:pt x="299752" y="182877"/>
                  <a:pt x="299014" y="182582"/>
                </a:cubicBezTo>
                <a:cubicBezTo>
                  <a:pt x="298277" y="182290"/>
                  <a:pt x="297779" y="181922"/>
                  <a:pt x="297520" y="181479"/>
                </a:cubicBezTo>
                <a:cubicBezTo>
                  <a:pt x="297262" y="181037"/>
                  <a:pt x="297133" y="180521"/>
                  <a:pt x="297133" y="179934"/>
                </a:cubicBezTo>
                <a:lnTo>
                  <a:pt x="297133" y="129008"/>
                </a:lnTo>
                <a:cubicBezTo>
                  <a:pt x="294109" y="132035"/>
                  <a:pt x="291232" y="134600"/>
                  <a:pt x="288502" y="136705"/>
                </a:cubicBezTo>
                <a:cubicBezTo>
                  <a:pt x="285772" y="138810"/>
                  <a:pt x="283080" y="140509"/>
                  <a:pt x="280424" y="141802"/>
                </a:cubicBezTo>
                <a:cubicBezTo>
                  <a:pt x="277768" y="143093"/>
                  <a:pt x="275094" y="144015"/>
                  <a:pt x="272402" y="144569"/>
                </a:cubicBezTo>
                <a:cubicBezTo>
                  <a:pt x="269709" y="145124"/>
                  <a:pt x="266924" y="145402"/>
                  <a:pt x="264047" y="145402"/>
                </a:cubicBezTo>
                <a:cubicBezTo>
                  <a:pt x="256817" y="145402"/>
                  <a:pt x="250658" y="143981"/>
                  <a:pt x="245567" y="141138"/>
                </a:cubicBezTo>
                <a:cubicBezTo>
                  <a:pt x="240477" y="138296"/>
                  <a:pt x="236328" y="134456"/>
                  <a:pt x="233119" y="129620"/>
                </a:cubicBezTo>
                <a:cubicBezTo>
                  <a:pt x="229910" y="124781"/>
                  <a:pt x="227567" y="119095"/>
                  <a:pt x="226092" y="112561"/>
                </a:cubicBezTo>
                <a:cubicBezTo>
                  <a:pt x="224617" y="106026"/>
                  <a:pt x="223879" y="99139"/>
                  <a:pt x="223879" y="91900"/>
                </a:cubicBezTo>
                <a:cubicBezTo>
                  <a:pt x="223879" y="83335"/>
                  <a:pt x="224801" y="75601"/>
                  <a:pt x="226645" y="68697"/>
                </a:cubicBezTo>
                <a:cubicBezTo>
                  <a:pt x="228490" y="61792"/>
                  <a:pt x="231238" y="55903"/>
                  <a:pt x="234889" y="51030"/>
                </a:cubicBezTo>
                <a:cubicBezTo>
                  <a:pt x="238541" y="46154"/>
                  <a:pt x="243041" y="42405"/>
                  <a:pt x="248389" y="39784"/>
                </a:cubicBezTo>
                <a:cubicBezTo>
                  <a:pt x="253738" y="37163"/>
                  <a:pt x="259916" y="35853"/>
                  <a:pt x="266924" y="35853"/>
                </a:cubicBezTo>
                <a:cubicBezTo>
                  <a:pt x="269875" y="35853"/>
                  <a:pt x="272641" y="36167"/>
                  <a:pt x="275223" y="36797"/>
                </a:cubicBezTo>
                <a:cubicBezTo>
                  <a:pt x="277805" y="37424"/>
                  <a:pt x="280369" y="38421"/>
                  <a:pt x="282914" y="39788"/>
                </a:cubicBezTo>
                <a:cubicBezTo>
                  <a:pt x="285459" y="41153"/>
                  <a:pt x="288041" y="42924"/>
                  <a:pt x="290660" y="45103"/>
                </a:cubicBezTo>
                <a:cubicBezTo>
                  <a:pt x="293279" y="47281"/>
                  <a:pt x="296137" y="49884"/>
                  <a:pt x="299236" y="52911"/>
                </a:cubicBezTo>
                <a:lnTo>
                  <a:pt x="299236" y="40836"/>
                </a:lnTo>
                <a:cubicBezTo>
                  <a:pt x="299236" y="40172"/>
                  <a:pt x="299383" y="39637"/>
                  <a:pt x="299678" y="39231"/>
                </a:cubicBezTo>
                <a:cubicBezTo>
                  <a:pt x="299973" y="38823"/>
                  <a:pt x="300453" y="38471"/>
                  <a:pt x="301117" y="38176"/>
                </a:cubicBezTo>
                <a:cubicBezTo>
                  <a:pt x="301781" y="37881"/>
                  <a:pt x="302629" y="37678"/>
                  <a:pt x="303662" y="37568"/>
                </a:cubicBezTo>
                <a:cubicBezTo>
                  <a:pt x="304695" y="37457"/>
                  <a:pt x="305986" y="37402"/>
                  <a:pt x="307535" y="37402"/>
                </a:cubicBezTo>
                <a:cubicBezTo>
                  <a:pt x="309010" y="37402"/>
                  <a:pt x="310264" y="37457"/>
                  <a:pt x="311297" y="37568"/>
                </a:cubicBezTo>
                <a:cubicBezTo>
                  <a:pt x="312330" y="37678"/>
                  <a:pt x="313160" y="37881"/>
                  <a:pt x="313787" y="38176"/>
                </a:cubicBezTo>
                <a:cubicBezTo>
                  <a:pt x="314414" y="38471"/>
                  <a:pt x="314857" y="38822"/>
                  <a:pt x="315115" y="39228"/>
                </a:cubicBezTo>
                <a:cubicBezTo>
                  <a:pt x="315373" y="39633"/>
                  <a:pt x="315502" y="40168"/>
                  <a:pt x="315502" y="40832"/>
                </a:cubicBezTo>
                <a:lnTo>
                  <a:pt x="315502" y="179927"/>
                </a:lnTo>
                <a:moveTo>
                  <a:pt x="297133" y="70412"/>
                </a:moveTo>
                <a:cubicBezTo>
                  <a:pt x="292191" y="64277"/>
                  <a:pt x="287414" y="59603"/>
                  <a:pt x="282803" y="56390"/>
                </a:cubicBezTo>
                <a:cubicBezTo>
                  <a:pt x="278193" y="53174"/>
                  <a:pt x="273379" y="51566"/>
                  <a:pt x="268363" y="51566"/>
                </a:cubicBezTo>
                <a:cubicBezTo>
                  <a:pt x="263715" y="51566"/>
                  <a:pt x="259768" y="52675"/>
                  <a:pt x="256522" y="54892"/>
                </a:cubicBezTo>
                <a:cubicBezTo>
                  <a:pt x="253276" y="57108"/>
                  <a:pt x="250639" y="60025"/>
                  <a:pt x="248611" y="63644"/>
                </a:cubicBezTo>
                <a:cubicBezTo>
                  <a:pt x="246582" y="67264"/>
                  <a:pt x="245106" y="71364"/>
                  <a:pt x="244184" y="75945"/>
                </a:cubicBezTo>
                <a:cubicBezTo>
                  <a:pt x="243262" y="80525"/>
                  <a:pt x="242801" y="85180"/>
                  <a:pt x="242801" y="89908"/>
                </a:cubicBezTo>
                <a:cubicBezTo>
                  <a:pt x="242801" y="95005"/>
                  <a:pt x="243188" y="99955"/>
                  <a:pt x="243963" y="104757"/>
                </a:cubicBezTo>
                <a:cubicBezTo>
                  <a:pt x="244738" y="109559"/>
                  <a:pt x="246084" y="113806"/>
                  <a:pt x="248002" y="117499"/>
                </a:cubicBezTo>
                <a:cubicBezTo>
                  <a:pt x="249920" y="121193"/>
                  <a:pt x="252465" y="124166"/>
                  <a:pt x="255637" y="126421"/>
                </a:cubicBezTo>
                <a:cubicBezTo>
                  <a:pt x="258809" y="128673"/>
                  <a:pt x="262793" y="129799"/>
                  <a:pt x="267588" y="129799"/>
                </a:cubicBezTo>
                <a:cubicBezTo>
                  <a:pt x="270022" y="129799"/>
                  <a:pt x="272365" y="129468"/>
                  <a:pt x="274615" y="128804"/>
                </a:cubicBezTo>
                <a:cubicBezTo>
                  <a:pt x="276865" y="128137"/>
                  <a:pt x="279170" y="127028"/>
                  <a:pt x="281531" y="125477"/>
                </a:cubicBezTo>
                <a:cubicBezTo>
                  <a:pt x="283891" y="123925"/>
                  <a:pt x="286363" y="121912"/>
                  <a:pt x="288945" y="119436"/>
                </a:cubicBezTo>
                <a:cubicBezTo>
                  <a:pt x="291527" y="116960"/>
                  <a:pt x="294256" y="113911"/>
                  <a:pt x="297133" y="110289"/>
                </a:cubicBezTo>
                <a:lnTo>
                  <a:pt x="297133" y="70412"/>
                </a:lnTo>
                <a:close/>
                <a:moveTo>
                  <a:pt x="434479" y="140422"/>
                </a:moveTo>
                <a:cubicBezTo>
                  <a:pt x="434479" y="141013"/>
                  <a:pt x="434350" y="141511"/>
                  <a:pt x="434092" y="141916"/>
                </a:cubicBezTo>
                <a:cubicBezTo>
                  <a:pt x="433834" y="142322"/>
                  <a:pt x="433373" y="142672"/>
                  <a:pt x="432709" y="142968"/>
                </a:cubicBezTo>
                <a:cubicBezTo>
                  <a:pt x="432045" y="143263"/>
                  <a:pt x="431178" y="143484"/>
                  <a:pt x="430108" y="143631"/>
                </a:cubicBezTo>
                <a:cubicBezTo>
                  <a:pt x="429039" y="143779"/>
                  <a:pt x="427729" y="143853"/>
                  <a:pt x="426180" y="143853"/>
                </a:cubicBezTo>
                <a:cubicBezTo>
                  <a:pt x="424483" y="143853"/>
                  <a:pt x="423100" y="143779"/>
                  <a:pt x="422030" y="143631"/>
                </a:cubicBezTo>
                <a:cubicBezTo>
                  <a:pt x="420961" y="143484"/>
                  <a:pt x="420112" y="143263"/>
                  <a:pt x="419485" y="142968"/>
                </a:cubicBezTo>
                <a:cubicBezTo>
                  <a:pt x="418858" y="142672"/>
                  <a:pt x="418434" y="142322"/>
                  <a:pt x="418213" y="141916"/>
                </a:cubicBezTo>
                <a:cubicBezTo>
                  <a:pt x="417991" y="141511"/>
                  <a:pt x="417881" y="141013"/>
                  <a:pt x="417881" y="140422"/>
                </a:cubicBezTo>
                <a:lnTo>
                  <a:pt x="417881" y="127254"/>
                </a:lnTo>
                <a:cubicBezTo>
                  <a:pt x="412200" y="133564"/>
                  <a:pt x="406594" y="138167"/>
                  <a:pt x="401061" y="141062"/>
                </a:cubicBezTo>
                <a:cubicBezTo>
                  <a:pt x="395528" y="143955"/>
                  <a:pt x="389922" y="145402"/>
                  <a:pt x="384241" y="145402"/>
                </a:cubicBezTo>
                <a:cubicBezTo>
                  <a:pt x="377602" y="145402"/>
                  <a:pt x="372014" y="144294"/>
                  <a:pt x="367477" y="142079"/>
                </a:cubicBezTo>
                <a:cubicBezTo>
                  <a:pt x="362940" y="139863"/>
                  <a:pt x="359270" y="136855"/>
                  <a:pt x="356467" y="133053"/>
                </a:cubicBezTo>
                <a:cubicBezTo>
                  <a:pt x="353663" y="129250"/>
                  <a:pt x="351653" y="124819"/>
                  <a:pt x="350436" y="119761"/>
                </a:cubicBezTo>
                <a:cubicBezTo>
                  <a:pt x="349219" y="114701"/>
                  <a:pt x="348610" y="108552"/>
                  <a:pt x="348610" y="101316"/>
                </a:cubicBezTo>
                <a:lnTo>
                  <a:pt x="348610" y="40836"/>
                </a:lnTo>
                <a:cubicBezTo>
                  <a:pt x="348610" y="40245"/>
                  <a:pt x="348739" y="39747"/>
                  <a:pt x="348997" y="39342"/>
                </a:cubicBezTo>
                <a:cubicBezTo>
                  <a:pt x="349256" y="38934"/>
                  <a:pt x="349754" y="38564"/>
                  <a:pt x="350491" y="38232"/>
                </a:cubicBezTo>
                <a:cubicBezTo>
                  <a:pt x="351229" y="37900"/>
                  <a:pt x="352188" y="37678"/>
                  <a:pt x="353368" y="37568"/>
                </a:cubicBezTo>
                <a:cubicBezTo>
                  <a:pt x="354549" y="37457"/>
                  <a:pt x="356024" y="37402"/>
                  <a:pt x="357795" y="37402"/>
                </a:cubicBezTo>
                <a:cubicBezTo>
                  <a:pt x="359565" y="37402"/>
                  <a:pt x="361041" y="37457"/>
                  <a:pt x="362221" y="37568"/>
                </a:cubicBezTo>
                <a:cubicBezTo>
                  <a:pt x="363401" y="37678"/>
                  <a:pt x="364342" y="37900"/>
                  <a:pt x="365043" y="38232"/>
                </a:cubicBezTo>
                <a:cubicBezTo>
                  <a:pt x="365743" y="38564"/>
                  <a:pt x="366241" y="38934"/>
                  <a:pt x="366536" y="39342"/>
                </a:cubicBezTo>
                <a:cubicBezTo>
                  <a:pt x="366832" y="39747"/>
                  <a:pt x="366979" y="40245"/>
                  <a:pt x="366979" y="40836"/>
                </a:cubicBezTo>
                <a:lnTo>
                  <a:pt x="366979" y="98888"/>
                </a:lnTo>
                <a:cubicBezTo>
                  <a:pt x="366979" y="104723"/>
                  <a:pt x="367403" y="109395"/>
                  <a:pt x="368252" y="112904"/>
                </a:cubicBezTo>
                <a:cubicBezTo>
                  <a:pt x="369100" y="116412"/>
                  <a:pt x="370391" y="119405"/>
                  <a:pt x="372125" y="121881"/>
                </a:cubicBezTo>
                <a:cubicBezTo>
                  <a:pt x="373858" y="124354"/>
                  <a:pt x="376053" y="126275"/>
                  <a:pt x="378709" y="127642"/>
                </a:cubicBezTo>
                <a:cubicBezTo>
                  <a:pt x="381364" y="129006"/>
                  <a:pt x="384463" y="129689"/>
                  <a:pt x="388004" y="129689"/>
                </a:cubicBezTo>
                <a:cubicBezTo>
                  <a:pt x="392577" y="129689"/>
                  <a:pt x="397133" y="128057"/>
                  <a:pt x="401670" y="124792"/>
                </a:cubicBezTo>
                <a:cubicBezTo>
                  <a:pt x="406207" y="121528"/>
                  <a:pt x="411020" y="116742"/>
                  <a:pt x="416110" y="110435"/>
                </a:cubicBezTo>
                <a:lnTo>
                  <a:pt x="416110" y="40832"/>
                </a:lnTo>
                <a:cubicBezTo>
                  <a:pt x="416110" y="40242"/>
                  <a:pt x="416239" y="39744"/>
                  <a:pt x="416498" y="39338"/>
                </a:cubicBezTo>
                <a:cubicBezTo>
                  <a:pt x="416756" y="38932"/>
                  <a:pt x="417254" y="38564"/>
                  <a:pt x="417991" y="38232"/>
                </a:cubicBezTo>
                <a:cubicBezTo>
                  <a:pt x="418729" y="37900"/>
                  <a:pt x="419670" y="37678"/>
                  <a:pt x="420813" y="37568"/>
                </a:cubicBezTo>
                <a:cubicBezTo>
                  <a:pt x="421957" y="37457"/>
                  <a:pt x="423450" y="37402"/>
                  <a:pt x="425295" y="37402"/>
                </a:cubicBezTo>
                <a:cubicBezTo>
                  <a:pt x="427065" y="37402"/>
                  <a:pt x="428541" y="37457"/>
                  <a:pt x="429721" y="37568"/>
                </a:cubicBezTo>
                <a:cubicBezTo>
                  <a:pt x="430901" y="37678"/>
                  <a:pt x="431823" y="37900"/>
                  <a:pt x="432487" y="38232"/>
                </a:cubicBezTo>
                <a:cubicBezTo>
                  <a:pt x="433151" y="38564"/>
                  <a:pt x="433649" y="38932"/>
                  <a:pt x="433981" y="39338"/>
                </a:cubicBezTo>
                <a:cubicBezTo>
                  <a:pt x="434313" y="39744"/>
                  <a:pt x="434479" y="40242"/>
                  <a:pt x="434479" y="40832"/>
                </a:cubicBezTo>
                <a:lnTo>
                  <a:pt x="434479" y="140422"/>
                </a:lnTo>
                <a:close/>
                <a:moveTo>
                  <a:pt x="553124" y="86312"/>
                </a:moveTo>
                <a:cubicBezTo>
                  <a:pt x="553124" y="89189"/>
                  <a:pt x="552405" y="91236"/>
                  <a:pt x="550967" y="92453"/>
                </a:cubicBezTo>
                <a:cubicBezTo>
                  <a:pt x="549528" y="93670"/>
                  <a:pt x="547887" y="94279"/>
                  <a:pt x="546042" y="94279"/>
                </a:cubicBezTo>
                <a:lnTo>
                  <a:pt x="480755" y="94279"/>
                </a:lnTo>
                <a:cubicBezTo>
                  <a:pt x="480755" y="99828"/>
                  <a:pt x="481309" y="104822"/>
                  <a:pt x="482415" y="109262"/>
                </a:cubicBezTo>
                <a:cubicBezTo>
                  <a:pt x="483522" y="113702"/>
                  <a:pt x="485366" y="117513"/>
                  <a:pt x="487948" y="120695"/>
                </a:cubicBezTo>
                <a:cubicBezTo>
                  <a:pt x="490530" y="123876"/>
                  <a:pt x="493887" y="126318"/>
                  <a:pt x="498018" y="128022"/>
                </a:cubicBezTo>
                <a:cubicBezTo>
                  <a:pt x="502149" y="129723"/>
                  <a:pt x="507202" y="130574"/>
                  <a:pt x="513178" y="130574"/>
                </a:cubicBezTo>
                <a:cubicBezTo>
                  <a:pt x="517899" y="130574"/>
                  <a:pt x="522104" y="130187"/>
                  <a:pt x="525792" y="129412"/>
                </a:cubicBezTo>
                <a:cubicBezTo>
                  <a:pt x="529481" y="128638"/>
                  <a:pt x="532671" y="127771"/>
                  <a:pt x="535364" y="126812"/>
                </a:cubicBezTo>
                <a:cubicBezTo>
                  <a:pt x="538057" y="125853"/>
                  <a:pt x="540270" y="124986"/>
                  <a:pt x="542003" y="124211"/>
                </a:cubicBezTo>
                <a:cubicBezTo>
                  <a:pt x="543737" y="123437"/>
                  <a:pt x="545047" y="123049"/>
                  <a:pt x="545932" y="123049"/>
                </a:cubicBezTo>
                <a:cubicBezTo>
                  <a:pt x="546448" y="123049"/>
                  <a:pt x="546909" y="123179"/>
                  <a:pt x="547315" y="123437"/>
                </a:cubicBezTo>
                <a:cubicBezTo>
                  <a:pt x="547721" y="123695"/>
                  <a:pt x="548034" y="124082"/>
                  <a:pt x="548256" y="124599"/>
                </a:cubicBezTo>
                <a:cubicBezTo>
                  <a:pt x="548477" y="125115"/>
                  <a:pt x="548643" y="125834"/>
                  <a:pt x="548753" y="126756"/>
                </a:cubicBezTo>
                <a:cubicBezTo>
                  <a:pt x="548864" y="127679"/>
                  <a:pt x="548919" y="128804"/>
                  <a:pt x="548919" y="130131"/>
                </a:cubicBezTo>
                <a:cubicBezTo>
                  <a:pt x="548919" y="131090"/>
                  <a:pt x="548883" y="131920"/>
                  <a:pt x="548809" y="132621"/>
                </a:cubicBezTo>
                <a:cubicBezTo>
                  <a:pt x="548735" y="133322"/>
                  <a:pt x="548643" y="133949"/>
                  <a:pt x="548532" y="134502"/>
                </a:cubicBezTo>
                <a:cubicBezTo>
                  <a:pt x="548422" y="135056"/>
                  <a:pt x="548237" y="135554"/>
                  <a:pt x="547979" y="135996"/>
                </a:cubicBezTo>
                <a:cubicBezTo>
                  <a:pt x="547721" y="136439"/>
                  <a:pt x="547389" y="136863"/>
                  <a:pt x="546983" y="137269"/>
                </a:cubicBezTo>
                <a:cubicBezTo>
                  <a:pt x="546577" y="137674"/>
                  <a:pt x="545378" y="138338"/>
                  <a:pt x="543387" y="139261"/>
                </a:cubicBezTo>
                <a:cubicBezTo>
                  <a:pt x="541395" y="140183"/>
                  <a:pt x="538813" y="141086"/>
                  <a:pt x="535641" y="141972"/>
                </a:cubicBezTo>
                <a:cubicBezTo>
                  <a:pt x="532469" y="142857"/>
                  <a:pt x="528799" y="143650"/>
                  <a:pt x="524630" y="144351"/>
                </a:cubicBezTo>
                <a:cubicBezTo>
                  <a:pt x="520462" y="145052"/>
                  <a:pt x="516018" y="145402"/>
                  <a:pt x="511296" y="145402"/>
                </a:cubicBezTo>
                <a:cubicBezTo>
                  <a:pt x="503108" y="145402"/>
                  <a:pt x="495934" y="144257"/>
                  <a:pt x="489774" y="141968"/>
                </a:cubicBezTo>
                <a:cubicBezTo>
                  <a:pt x="483614" y="139679"/>
                  <a:pt x="478432" y="136282"/>
                  <a:pt x="474227" y="131777"/>
                </a:cubicBezTo>
                <a:cubicBezTo>
                  <a:pt x="470022" y="127273"/>
                  <a:pt x="466850" y="121624"/>
                  <a:pt x="464710" y="114830"/>
                </a:cubicBezTo>
                <a:cubicBezTo>
                  <a:pt x="462571" y="108036"/>
                  <a:pt x="461501" y="100134"/>
                  <a:pt x="461501" y="91125"/>
                </a:cubicBezTo>
                <a:cubicBezTo>
                  <a:pt x="461501" y="82559"/>
                  <a:pt x="462608" y="74860"/>
                  <a:pt x="464821" y="68029"/>
                </a:cubicBezTo>
                <a:cubicBezTo>
                  <a:pt x="467034" y="61199"/>
                  <a:pt x="470225" y="55402"/>
                  <a:pt x="474393" y="50639"/>
                </a:cubicBezTo>
                <a:cubicBezTo>
                  <a:pt x="478561" y="45876"/>
                  <a:pt x="483596" y="42221"/>
                  <a:pt x="489497" y="39674"/>
                </a:cubicBezTo>
                <a:cubicBezTo>
                  <a:pt x="495399" y="37126"/>
                  <a:pt x="502001" y="35853"/>
                  <a:pt x="509305" y="35853"/>
                </a:cubicBezTo>
                <a:cubicBezTo>
                  <a:pt x="517124" y="35853"/>
                  <a:pt x="523782" y="37107"/>
                  <a:pt x="529278" y="39615"/>
                </a:cubicBezTo>
                <a:cubicBezTo>
                  <a:pt x="534774" y="42123"/>
                  <a:pt x="539292" y="45498"/>
                  <a:pt x="542833" y="49740"/>
                </a:cubicBezTo>
                <a:cubicBezTo>
                  <a:pt x="546374" y="53982"/>
                  <a:pt x="548975" y="58961"/>
                  <a:pt x="550635" y="64678"/>
                </a:cubicBezTo>
                <a:cubicBezTo>
                  <a:pt x="552294" y="70396"/>
                  <a:pt x="553124" y="76500"/>
                  <a:pt x="553124" y="82992"/>
                </a:cubicBezTo>
                <a:lnTo>
                  <a:pt x="553124" y="86312"/>
                </a:lnTo>
                <a:moveTo>
                  <a:pt x="534756" y="80890"/>
                </a:moveTo>
                <a:cubicBezTo>
                  <a:pt x="534977" y="71299"/>
                  <a:pt x="532856" y="63775"/>
                  <a:pt x="528393" y="58316"/>
                </a:cubicBezTo>
                <a:cubicBezTo>
                  <a:pt x="523930" y="52857"/>
                  <a:pt x="517309" y="50127"/>
                  <a:pt x="508530" y="50127"/>
                </a:cubicBezTo>
                <a:cubicBezTo>
                  <a:pt x="504030" y="50127"/>
                  <a:pt x="500083" y="50976"/>
                  <a:pt x="496690" y="52672"/>
                </a:cubicBezTo>
                <a:cubicBezTo>
                  <a:pt x="493296" y="54369"/>
                  <a:pt x="490456" y="56619"/>
                  <a:pt x="488169" y="59422"/>
                </a:cubicBezTo>
                <a:cubicBezTo>
                  <a:pt x="485882" y="62226"/>
                  <a:pt x="484112" y="65490"/>
                  <a:pt x="482858" y="69215"/>
                </a:cubicBezTo>
                <a:cubicBezTo>
                  <a:pt x="481604" y="72941"/>
                  <a:pt x="480903" y="76832"/>
                  <a:pt x="480755" y="80890"/>
                </a:cubicBezTo>
                <a:lnTo>
                  <a:pt x="534756" y="80890"/>
                </a:lnTo>
                <a:close/>
                <a:moveTo>
                  <a:pt x="643520" y="113391"/>
                </a:moveTo>
                <a:cubicBezTo>
                  <a:pt x="643520" y="118486"/>
                  <a:pt x="642579" y="123028"/>
                  <a:pt x="640698" y="127016"/>
                </a:cubicBezTo>
                <a:cubicBezTo>
                  <a:pt x="638817" y="131002"/>
                  <a:pt x="636143" y="134362"/>
                  <a:pt x="632676" y="137096"/>
                </a:cubicBezTo>
                <a:cubicBezTo>
                  <a:pt x="629208" y="139828"/>
                  <a:pt x="625077" y="141894"/>
                  <a:pt x="620282" y="143296"/>
                </a:cubicBezTo>
                <a:cubicBezTo>
                  <a:pt x="615487" y="144700"/>
                  <a:pt x="610212" y="145402"/>
                  <a:pt x="604458" y="145402"/>
                </a:cubicBezTo>
                <a:cubicBezTo>
                  <a:pt x="600917" y="145402"/>
                  <a:pt x="597542" y="145125"/>
                  <a:pt x="594333" y="144572"/>
                </a:cubicBezTo>
                <a:cubicBezTo>
                  <a:pt x="591124" y="144019"/>
                  <a:pt x="588247" y="143318"/>
                  <a:pt x="585702" y="142470"/>
                </a:cubicBezTo>
                <a:cubicBezTo>
                  <a:pt x="583157" y="141621"/>
                  <a:pt x="580999" y="140736"/>
                  <a:pt x="579229" y="139814"/>
                </a:cubicBezTo>
                <a:cubicBezTo>
                  <a:pt x="577458" y="138892"/>
                  <a:pt x="576167" y="138062"/>
                  <a:pt x="575356" y="137324"/>
                </a:cubicBezTo>
                <a:cubicBezTo>
                  <a:pt x="574544" y="136586"/>
                  <a:pt x="573954" y="135554"/>
                  <a:pt x="573585" y="134226"/>
                </a:cubicBezTo>
                <a:cubicBezTo>
                  <a:pt x="573216" y="132898"/>
                  <a:pt x="573032" y="131090"/>
                  <a:pt x="573032" y="128804"/>
                </a:cubicBezTo>
                <a:cubicBezTo>
                  <a:pt x="573032" y="127402"/>
                  <a:pt x="573106" y="126222"/>
                  <a:pt x="573253" y="125263"/>
                </a:cubicBezTo>
                <a:cubicBezTo>
                  <a:pt x="573401" y="124304"/>
                  <a:pt x="573585" y="123529"/>
                  <a:pt x="573807" y="122939"/>
                </a:cubicBezTo>
                <a:cubicBezTo>
                  <a:pt x="574028" y="122349"/>
                  <a:pt x="574341" y="121924"/>
                  <a:pt x="574747" y="121666"/>
                </a:cubicBezTo>
                <a:cubicBezTo>
                  <a:pt x="575153" y="121408"/>
                  <a:pt x="575614" y="121279"/>
                  <a:pt x="576130" y="121279"/>
                </a:cubicBezTo>
                <a:cubicBezTo>
                  <a:pt x="576942" y="121279"/>
                  <a:pt x="578141" y="121777"/>
                  <a:pt x="579727" y="122773"/>
                </a:cubicBezTo>
                <a:cubicBezTo>
                  <a:pt x="581313" y="123769"/>
                  <a:pt x="583268" y="124857"/>
                  <a:pt x="585591" y="126037"/>
                </a:cubicBezTo>
                <a:cubicBezTo>
                  <a:pt x="587915" y="127218"/>
                  <a:pt x="590663" y="128306"/>
                  <a:pt x="593835" y="129302"/>
                </a:cubicBezTo>
                <a:cubicBezTo>
                  <a:pt x="597008" y="130297"/>
                  <a:pt x="600659" y="130795"/>
                  <a:pt x="604790" y="130795"/>
                </a:cubicBezTo>
                <a:cubicBezTo>
                  <a:pt x="607889" y="130795"/>
                  <a:pt x="610692" y="130463"/>
                  <a:pt x="613200" y="129799"/>
                </a:cubicBezTo>
                <a:cubicBezTo>
                  <a:pt x="615708" y="129133"/>
                  <a:pt x="617885" y="128153"/>
                  <a:pt x="619729" y="126860"/>
                </a:cubicBezTo>
                <a:cubicBezTo>
                  <a:pt x="621573" y="125567"/>
                  <a:pt x="622993" y="123922"/>
                  <a:pt x="623989" y="121926"/>
                </a:cubicBezTo>
                <a:cubicBezTo>
                  <a:pt x="624985" y="119929"/>
                  <a:pt x="625483" y="117564"/>
                  <a:pt x="625483" y="114830"/>
                </a:cubicBezTo>
                <a:cubicBezTo>
                  <a:pt x="625483" y="112024"/>
                  <a:pt x="624764" y="109661"/>
                  <a:pt x="623325" y="107741"/>
                </a:cubicBezTo>
                <a:cubicBezTo>
                  <a:pt x="621887" y="105821"/>
                  <a:pt x="619987" y="104123"/>
                  <a:pt x="617626" y="102647"/>
                </a:cubicBezTo>
                <a:cubicBezTo>
                  <a:pt x="615266" y="101170"/>
                  <a:pt x="612610" y="99859"/>
                  <a:pt x="609659" y="98716"/>
                </a:cubicBezTo>
                <a:cubicBezTo>
                  <a:pt x="606708" y="97570"/>
                  <a:pt x="603665" y="96370"/>
                  <a:pt x="600530" y="95116"/>
                </a:cubicBezTo>
                <a:cubicBezTo>
                  <a:pt x="597395" y="93859"/>
                  <a:pt x="594333" y="92437"/>
                  <a:pt x="591346" y="90849"/>
                </a:cubicBezTo>
                <a:cubicBezTo>
                  <a:pt x="588358" y="89260"/>
                  <a:pt x="585684" y="87321"/>
                  <a:pt x="583323" y="85032"/>
                </a:cubicBezTo>
                <a:cubicBezTo>
                  <a:pt x="580962" y="82743"/>
                  <a:pt x="579063" y="80011"/>
                  <a:pt x="577624" y="76837"/>
                </a:cubicBezTo>
                <a:cubicBezTo>
                  <a:pt x="576186" y="73662"/>
                  <a:pt x="575466" y="69860"/>
                  <a:pt x="575466" y="65429"/>
                </a:cubicBezTo>
                <a:cubicBezTo>
                  <a:pt x="575466" y="61514"/>
                  <a:pt x="576223" y="57767"/>
                  <a:pt x="577735" y="54187"/>
                </a:cubicBezTo>
                <a:cubicBezTo>
                  <a:pt x="579247" y="50604"/>
                  <a:pt x="581516" y="47466"/>
                  <a:pt x="584540" y="44771"/>
                </a:cubicBezTo>
                <a:cubicBezTo>
                  <a:pt x="587565" y="42073"/>
                  <a:pt x="591346" y="39913"/>
                  <a:pt x="595883" y="38290"/>
                </a:cubicBezTo>
                <a:cubicBezTo>
                  <a:pt x="600419" y="36665"/>
                  <a:pt x="605712" y="35853"/>
                  <a:pt x="611762" y="35853"/>
                </a:cubicBezTo>
                <a:cubicBezTo>
                  <a:pt x="614417" y="35853"/>
                  <a:pt x="617073" y="36077"/>
                  <a:pt x="619729" y="36527"/>
                </a:cubicBezTo>
                <a:cubicBezTo>
                  <a:pt x="622385" y="36976"/>
                  <a:pt x="624782" y="37538"/>
                  <a:pt x="626922" y="38211"/>
                </a:cubicBezTo>
                <a:cubicBezTo>
                  <a:pt x="629061" y="38884"/>
                  <a:pt x="630887" y="39614"/>
                  <a:pt x="632399" y="40400"/>
                </a:cubicBezTo>
                <a:cubicBezTo>
                  <a:pt x="633911" y="41186"/>
                  <a:pt x="635055" y="41879"/>
                  <a:pt x="635829" y="42478"/>
                </a:cubicBezTo>
                <a:cubicBezTo>
                  <a:pt x="636604" y="43077"/>
                  <a:pt x="637120" y="43598"/>
                  <a:pt x="637379" y="44041"/>
                </a:cubicBezTo>
                <a:cubicBezTo>
                  <a:pt x="637637" y="44484"/>
                  <a:pt x="637821" y="44982"/>
                  <a:pt x="637932" y="45535"/>
                </a:cubicBezTo>
                <a:cubicBezTo>
                  <a:pt x="638042" y="46088"/>
                  <a:pt x="638153" y="46771"/>
                  <a:pt x="638264" y="47582"/>
                </a:cubicBezTo>
                <a:cubicBezTo>
                  <a:pt x="638374" y="48394"/>
                  <a:pt x="638430" y="49389"/>
                  <a:pt x="638430" y="50570"/>
                </a:cubicBezTo>
                <a:cubicBezTo>
                  <a:pt x="638430" y="51824"/>
                  <a:pt x="638374" y="52912"/>
                  <a:pt x="638264" y="53834"/>
                </a:cubicBezTo>
                <a:cubicBezTo>
                  <a:pt x="638153" y="54756"/>
                  <a:pt x="637969" y="55512"/>
                  <a:pt x="637710" y="56103"/>
                </a:cubicBezTo>
                <a:cubicBezTo>
                  <a:pt x="637452" y="56693"/>
                  <a:pt x="637139" y="57117"/>
                  <a:pt x="636770" y="57375"/>
                </a:cubicBezTo>
                <a:cubicBezTo>
                  <a:pt x="636401" y="57633"/>
                  <a:pt x="635995" y="57762"/>
                  <a:pt x="635553" y="57762"/>
                </a:cubicBezTo>
                <a:cubicBezTo>
                  <a:pt x="634889" y="57762"/>
                  <a:pt x="633930" y="57351"/>
                  <a:pt x="632676" y="56528"/>
                </a:cubicBezTo>
                <a:cubicBezTo>
                  <a:pt x="631422" y="55705"/>
                  <a:pt x="629799" y="54825"/>
                  <a:pt x="627807" y="53889"/>
                </a:cubicBezTo>
                <a:cubicBezTo>
                  <a:pt x="625815" y="52954"/>
                  <a:pt x="623473" y="52074"/>
                  <a:pt x="620780" y="51251"/>
                </a:cubicBezTo>
                <a:cubicBezTo>
                  <a:pt x="618087" y="50428"/>
                  <a:pt x="615008" y="50017"/>
                  <a:pt x="611540" y="50017"/>
                </a:cubicBezTo>
                <a:cubicBezTo>
                  <a:pt x="608442" y="50017"/>
                  <a:pt x="605712" y="50368"/>
                  <a:pt x="603352" y="51071"/>
                </a:cubicBezTo>
                <a:cubicBezTo>
                  <a:pt x="600991" y="51772"/>
                  <a:pt x="599055" y="52769"/>
                  <a:pt x="597542" y="54062"/>
                </a:cubicBezTo>
                <a:cubicBezTo>
                  <a:pt x="596030" y="55356"/>
                  <a:pt x="594887" y="56890"/>
                  <a:pt x="594112" y="58665"/>
                </a:cubicBezTo>
                <a:cubicBezTo>
                  <a:pt x="593337" y="60438"/>
                  <a:pt x="592950" y="62359"/>
                  <a:pt x="592950" y="64429"/>
                </a:cubicBezTo>
                <a:cubicBezTo>
                  <a:pt x="592950" y="67309"/>
                  <a:pt x="593688" y="69727"/>
                  <a:pt x="595163" y="71684"/>
                </a:cubicBezTo>
                <a:cubicBezTo>
                  <a:pt x="596639" y="73642"/>
                  <a:pt x="598557" y="75359"/>
                  <a:pt x="600917" y="76837"/>
                </a:cubicBezTo>
                <a:cubicBezTo>
                  <a:pt x="603278" y="78312"/>
                  <a:pt x="605971" y="79641"/>
                  <a:pt x="608995" y="80824"/>
                </a:cubicBezTo>
                <a:cubicBezTo>
                  <a:pt x="612020" y="82004"/>
                  <a:pt x="615100" y="83223"/>
                  <a:pt x="618235" y="84479"/>
                </a:cubicBezTo>
                <a:cubicBezTo>
                  <a:pt x="621370" y="85733"/>
                  <a:pt x="624469" y="87136"/>
                  <a:pt x="627530" y="88687"/>
                </a:cubicBezTo>
                <a:cubicBezTo>
                  <a:pt x="630592" y="90239"/>
                  <a:pt x="633303" y="92122"/>
                  <a:pt x="635663" y="94338"/>
                </a:cubicBezTo>
                <a:cubicBezTo>
                  <a:pt x="638024" y="96553"/>
                  <a:pt x="639924" y="99212"/>
                  <a:pt x="641362" y="102315"/>
                </a:cubicBezTo>
                <a:cubicBezTo>
                  <a:pt x="642801" y="105416"/>
                  <a:pt x="643520" y="109108"/>
                  <a:pt x="643520" y="113391"/>
                </a:cubicBezTo>
                <a:close/>
                <a:moveTo>
                  <a:pt x="718676" y="133230"/>
                </a:moveTo>
                <a:cubicBezTo>
                  <a:pt x="718676" y="135369"/>
                  <a:pt x="718529" y="137066"/>
                  <a:pt x="718234" y="138320"/>
                </a:cubicBezTo>
                <a:cubicBezTo>
                  <a:pt x="717939" y="139574"/>
                  <a:pt x="717496" y="140496"/>
                  <a:pt x="716906" y="141086"/>
                </a:cubicBezTo>
                <a:cubicBezTo>
                  <a:pt x="716316" y="141677"/>
                  <a:pt x="715431" y="142230"/>
                  <a:pt x="714250" y="142746"/>
                </a:cubicBezTo>
                <a:cubicBezTo>
                  <a:pt x="713070" y="143263"/>
                  <a:pt x="711724" y="143687"/>
                  <a:pt x="710211" y="144019"/>
                </a:cubicBezTo>
                <a:cubicBezTo>
                  <a:pt x="708699" y="144351"/>
                  <a:pt x="707094" y="144627"/>
                  <a:pt x="705398" y="144849"/>
                </a:cubicBezTo>
                <a:cubicBezTo>
                  <a:pt x="703701" y="145070"/>
                  <a:pt x="702004" y="145181"/>
                  <a:pt x="700308" y="145181"/>
                </a:cubicBezTo>
                <a:cubicBezTo>
                  <a:pt x="695144" y="145181"/>
                  <a:pt x="690717" y="144497"/>
                  <a:pt x="687029" y="143130"/>
                </a:cubicBezTo>
                <a:cubicBezTo>
                  <a:pt x="683340" y="141761"/>
                  <a:pt x="680316" y="139689"/>
                  <a:pt x="677955" y="136916"/>
                </a:cubicBezTo>
                <a:cubicBezTo>
                  <a:pt x="675594" y="134143"/>
                  <a:pt x="673879" y="130631"/>
                  <a:pt x="672810" y="126380"/>
                </a:cubicBezTo>
                <a:cubicBezTo>
                  <a:pt x="671740" y="122128"/>
                  <a:pt x="671205" y="117119"/>
                  <a:pt x="671205" y="111351"/>
                </a:cubicBezTo>
                <a:lnTo>
                  <a:pt x="671205" y="53004"/>
                </a:lnTo>
                <a:lnTo>
                  <a:pt x="657262" y="53004"/>
                </a:lnTo>
                <a:cubicBezTo>
                  <a:pt x="656156" y="53004"/>
                  <a:pt x="655271" y="52414"/>
                  <a:pt x="654607" y="51234"/>
                </a:cubicBezTo>
                <a:cubicBezTo>
                  <a:pt x="653943" y="50053"/>
                  <a:pt x="653611" y="48135"/>
                  <a:pt x="653611" y="45480"/>
                </a:cubicBezTo>
                <a:cubicBezTo>
                  <a:pt x="653611" y="44078"/>
                  <a:pt x="653703" y="42898"/>
                  <a:pt x="653887" y="41939"/>
                </a:cubicBezTo>
                <a:cubicBezTo>
                  <a:pt x="654072" y="40980"/>
                  <a:pt x="654312" y="40187"/>
                  <a:pt x="654607" y="39560"/>
                </a:cubicBezTo>
                <a:cubicBezTo>
                  <a:pt x="654902" y="38932"/>
                  <a:pt x="655289" y="38490"/>
                  <a:pt x="655769" y="38232"/>
                </a:cubicBezTo>
                <a:cubicBezTo>
                  <a:pt x="656248" y="37973"/>
                  <a:pt x="656783" y="37844"/>
                  <a:pt x="657373" y="37844"/>
                </a:cubicBezTo>
                <a:lnTo>
                  <a:pt x="671205" y="37844"/>
                </a:lnTo>
                <a:lnTo>
                  <a:pt x="671205" y="14164"/>
                </a:lnTo>
                <a:cubicBezTo>
                  <a:pt x="671205" y="13648"/>
                  <a:pt x="671334" y="13168"/>
                  <a:pt x="671592" y="12725"/>
                </a:cubicBezTo>
                <a:cubicBezTo>
                  <a:pt x="671851" y="12283"/>
                  <a:pt x="672330" y="11896"/>
                  <a:pt x="673031" y="11564"/>
                </a:cubicBezTo>
                <a:cubicBezTo>
                  <a:pt x="673732" y="11232"/>
                  <a:pt x="674672" y="10992"/>
                  <a:pt x="675853" y="10844"/>
                </a:cubicBezTo>
                <a:cubicBezTo>
                  <a:pt x="677033" y="10697"/>
                  <a:pt x="678508" y="10623"/>
                  <a:pt x="680279" y="10623"/>
                </a:cubicBezTo>
                <a:cubicBezTo>
                  <a:pt x="682123" y="10623"/>
                  <a:pt x="683635" y="10697"/>
                  <a:pt x="684816" y="10844"/>
                </a:cubicBezTo>
                <a:cubicBezTo>
                  <a:pt x="685996" y="10992"/>
                  <a:pt x="686918" y="11232"/>
                  <a:pt x="687582" y="11564"/>
                </a:cubicBezTo>
                <a:cubicBezTo>
                  <a:pt x="688246" y="11896"/>
                  <a:pt x="688726" y="12283"/>
                  <a:pt x="689021" y="12725"/>
                </a:cubicBezTo>
                <a:cubicBezTo>
                  <a:pt x="689316" y="13168"/>
                  <a:pt x="689463" y="13648"/>
                  <a:pt x="689463" y="14164"/>
                </a:cubicBezTo>
                <a:lnTo>
                  <a:pt x="689463" y="37844"/>
                </a:lnTo>
                <a:lnTo>
                  <a:pt x="715025" y="37844"/>
                </a:lnTo>
                <a:cubicBezTo>
                  <a:pt x="715615" y="37844"/>
                  <a:pt x="716131" y="37973"/>
                  <a:pt x="716574" y="38232"/>
                </a:cubicBezTo>
                <a:cubicBezTo>
                  <a:pt x="717017" y="38490"/>
                  <a:pt x="717404" y="38932"/>
                  <a:pt x="717736" y="39560"/>
                </a:cubicBezTo>
                <a:cubicBezTo>
                  <a:pt x="718068" y="40187"/>
                  <a:pt x="718308" y="40980"/>
                  <a:pt x="718455" y="41939"/>
                </a:cubicBezTo>
                <a:cubicBezTo>
                  <a:pt x="718603" y="42898"/>
                  <a:pt x="718676" y="44078"/>
                  <a:pt x="718676" y="45480"/>
                </a:cubicBezTo>
                <a:cubicBezTo>
                  <a:pt x="718676" y="48135"/>
                  <a:pt x="718344" y="50053"/>
                  <a:pt x="717681" y="51234"/>
                </a:cubicBezTo>
                <a:cubicBezTo>
                  <a:pt x="717017" y="52414"/>
                  <a:pt x="716131" y="53004"/>
                  <a:pt x="715025" y="53004"/>
                </a:cubicBezTo>
                <a:lnTo>
                  <a:pt x="689463" y="53004"/>
                </a:lnTo>
                <a:lnTo>
                  <a:pt x="689463" y="108716"/>
                </a:lnTo>
                <a:cubicBezTo>
                  <a:pt x="689463" y="115595"/>
                  <a:pt x="690478" y="120793"/>
                  <a:pt x="692506" y="124308"/>
                </a:cubicBezTo>
                <a:cubicBezTo>
                  <a:pt x="694535" y="127822"/>
                  <a:pt x="698168" y="129578"/>
                  <a:pt x="703406" y="129578"/>
                </a:cubicBezTo>
                <a:cubicBezTo>
                  <a:pt x="705103" y="129578"/>
                  <a:pt x="706615" y="129412"/>
                  <a:pt x="707943" y="129080"/>
                </a:cubicBezTo>
                <a:cubicBezTo>
                  <a:pt x="709271" y="128748"/>
                  <a:pt x="710451" y="128398"/>
                  <a:pt x="711484" y="128029"/>
                </a:cubicBezTo>
                <a:cubicBezTo>
                  <a:pt x="712517" y="127660"/>
                  <a:pt x="713402" y="127310"/>
                  <a:pt x="714140" y="126978"/>
                </a:cubicBezTo>
                <a:cubicBezTo>
                  <a:pt x="714877" y="126646"/>
                  <a:pt x="715541" y="126480"/>
                  <a:pt x="716131" y="126480"/>
                </a:cubicBezTo>
                <a:cubicBezTo>
                  <a:pt x="716500" y="126480"/>
                  <a:pt x="716851" y="126572"/>
                  <a:pt x="717183" y="126756"/>
                </a:cubicBezTo>
                <a:cubicBezTo>
                  <a:pt x="717515" y="126941"/>
                  <a:pt x="717773" y="127291"/>
                  <a:pt x="717957" y="127808"/>
                </a:cubicBezTo>
                <a:cubicBezTo>
                  <a:pt x="718142" y="128324"/>
                  <a:pt x="718308" y="129025"/>
                  <a:pt x="718455" y="129910"/>
                </a:cubicBezTo>
                <a:cubicBezTo>
                  <a:pt x="718603" y="130795"/>
                  <a:pt x="718676" y="131902"/>
                  <a:pt x="718676" y="1332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6232C-F98C-4EE1-AC0D-354E022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76" y="4284787"/>
            <a:ext cx="2078965" cy="1300032"/>
          </a:xfrm>
          <a:custGeom xmlns:a="http://schemas.openxmlformats.org/drawingml/2006/main">
            <a:pathLst>
              <a:path w="2078965" h="1300032">
                <a:moveTo>
                  <a:pt x="0" y="216672"/>
                </a:moveTo>
                <a:cubicBezTo>
                  <a:pt x="0" y="97027"/>
                  <a:pt x="97027" y="0"/>
                  <a:pt x="216672" y="0"/>
                </a:cubicBezTo>
                <a:lnTo>
                  <a:pt x="1862293" y="0"/>
                </a:lnTo>
                <a:cubicBezTo>
                  <a:pt x="1981938" y="0"/>
                  <a:pt x="2078965" y="97027"/>
                  <a:pt x="2078965" y="216672"/>
                </a:cubicBezTo>
                <a:lnTo>
                  <a:pt x="2078965" y="1083360"/>
                </a:lnTo>
                <a:cubicBezTo>
                  <a:pt x="2078965" y="1203004"/>
                  <a:pt x="1981938" y="1300032"/>
                  <a:pt x="1862293" y="1300032"/>
                </a:cubicBezTo>
                <a:lnTo>
                  <a:pt x="216672" y="1300032"/>
                </a:lnTo>
                <a:cubicBezTo>
                  <a:pt x="97027" y="1300032"/>
                  <a:pt x="0" y="1203004"/>
                  <a:pt x="0" y="1083360"/>
                </a:cubicBezTo>
                <a:lnTo>
                  <a:pt x="0" y="216672"/>
                </a:lnTo>
                <a:close/>
              </a:path>
            </a:pathLst>
          </a:custGeom>
          <a:solidFill xmlns:a="http://schemas.openxmlformats.org/drawingml/2006/main">
            <a:srgbClr val="DDB1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0AD15-0A5A-4538-80CD-651159B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76" y="4284787"/>
            <a:ext cx="2078965" cy="1300032"/>
          </a:xfrm>
          <a:custGeom xmlns:a="http://schemas.openxmlformats.org/drawingml/2006/main">
            <a:pathLst>
              <a:path w="2078965" h="1300032" fill="none">
                <a:moveTo>
                  <a:pt x="0" y="216672"/>
                </a:moveTo>
                <a:cubicBezTo>
                  <a:pt x="0" y="97027"/>
                  <a:pt x="97027" y="0"/>
                  <a:pt x="216672" y="0"/>
                </a:cubicBezTo>
                <a:lnTo>
                  <a:pt x="1862293" y="0"/>
                </a:lnTo>
                <a:cubicBezTo>
                  <a:pt x="1981938" y="0"/>
                  <a:pt x="2078965" y="97027"/>
                  <a:pt x="2078965" y="216672"/>
                </a:cubicBezTo>
                <a:lnTo>
                  <a:pt x="2078965" y="1083360"/>
                </a:lnTo>
                <a:cubicBezTo>
                  <a:pt x="2078965" y="1203004"/>
                  <a:pt x="1981938" y="1300032"/>
                  <a:pt x="1862293" y="1300032"/>
                </a:cubicBezTo>
                <a:lnTo>
                  <a:pt x="216672" y="1300032"/>
                </a:lnTo>
                <a:cubicBezTo>
                  <a:pt x="97027" y="1300032"/>
                  <a:pt x="0" y="1203004"/>
                  <a:pt x="0" y="1083360"/>
                </a:cubicBezTo>
                <a:lnTo>
                  <a:pt x="0" y="216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09" cap="flat">
            <a:solidFill>
              <a:srgbClr val="000000"/>
            </a:solidFill>
            <a:miter/>
          </a:ln>
        </p:spPr>
      </p:sp>
      <p:sp>
        <p:nvSpPr>
          <p:cNvPr id="85" name="Text NativeCallAnalysis">
            <a:extLst xmlns:a="http://schemas.openxmlformats.org/drawingml/2006/main">
              <a:ext uri="{FF2B5EF4-FFF2-40B4-BE49-F238E27FC236}">
                <a16:creationId xmlns:a16="http://schemas.microsoft.com/office/drawing/2014/main" id="{57061B87-8B97-460B-9EA2-D9BC1840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33" y="4856541"/>
            <a:ext cx="1740151" cy="194533"/>
          </a:xfrm>
          <a:custGeom xmlns:a="http://schemas.openxmlformats.org/drawingml/2006/main">
            <a:pathLst>
              <a:path w="1740151" h="194533">
                <a:moveTo>
                  <a:pt x="108222" y="146495"/>
                </a:moveTo>
                <a:cubicBezTo>
                  <a:pt x="108222" y="147972"/>
                  <a:pt x="107982" y="149229"/>
                  <a:pt x="107502" y="150264"/>
                </a:cubicBezTo>
                <a:cubicBezTo>
                  <a:pt x="107023" y="151299"/>
                  <a:pt x="106396" y="152150"/>
                  <a:pt x="105621" y="152816"/>
                </a:cubicBezTo>
                <a:cubicBezTo>
                  <a:pt x="104847" y="153480"/>
                  <a:pt x="103980" y="153959"/>
                  <a:pt x="103021" y="154254"/>
                </a:cubicBezTo>
                <a:cubicBezTo>
                  <a:pt x="102062" y="154550"/>
                  <a:pt x="101103" y="154697"/>
                  <a:pt x="100144" y="154697"/>
                </a:cubicBezTo>
                <a:lnTo>
                  <a:pt x="94058" y="154697"/>
                </a:lnTo>
                <a:cubicBezTo>
                  <a:pt x="92140" y="154697"/>
                  <a:pt x="90461" y="154492"/>
                  <a:pt x="89023" y="154082"/>
                </a:cubicBezTo>
                <a:cubicBezTo>
                  <a:pt x="87584" y="153671"/>
                  <a:pt x="86219" y="152925"/>
                  <a:pt x="84928" y="151844"/>
                </a:cubicBezTo>
                <a:cubicBezTo>
                  <a:pt x="83637" y="150763"/>
                  <a:pt x="82347" y="149290"/>
                  <a:pt x="81056" y="147425"/>
                </a:cubicBezTo>
                <a:cubicBezTo>
                  <a:pt x="79765" y="145560"/>
                  <a:pt x="78344" y="143189"/>
                  <a:pt x="76795" y="140312"/>
                </a:cubicBezTo>
                <a:lnTo>
                  <a:pt x="31648" y="58869"/>
                </a:lnTo>
                <a:cubicBezTo>
                  <a:pt x="29287" y="54664"/>
                  <a:pt x="26908" y="50256"/>
                  <a:pt x="24510" y="45646"/>
                </a:cubicBezTo>
                <a:cubicBezTo>
                  <a:pt x="22113" y="41035"/>
                  <a:pt x="19881" y="36553"/>
                  <a:pt x="17816" y="32201"/>
                </a:cubicBezTo>
                <a:lnTo>
                  <a:pt x="17594" y="32201"/>
                </a:lnTo>
                <a:cubicBezTo>
                  <a:pt x="17742" y="37512"/>
                  <a:pt x="17852" y="42935"/>
                  <a:pt x="17926" y="48467"/>
                </a:cubicBezTo>
                <a:cubicBezTo>
                  <a:pt x="18000" y="54000"/>
                  <a:pt x="18037" y="59496"/>
                  <a:pt x="18037" y="64955"/>
                </a:cubicBezTo>
                <a:lnTo>
                  <a:pt x="18037" y="151377"/>
                </a:lnTo>
                <a:cubicBezTo>
                  <a:pt x="18037" y="151894"/>
                  <a:pt x="17889" y="152392"/>
                  <a:pt x="17594" y="152871"/>
                </a:cubicBezTo>
                <a:cubicBezTo>
                  <a:pt x="17299" y="153351"/>
                  <a:pt x="16801" y="153720"/>
                  <a:pt x="16100" y="153978"/>
                </a:cubicBezTo>
                <a:cubicBezTo>
                  <a:pt x="15400" y="154236"/>
                  <a:pt x="14477" y="154457"/>
                  <a:pt x="13334" y="154642"/>
                </a:cubicBezTo>
                <a:cubicBezTo>
                  <a:pt x="12191" y="154826"/>
                  <a:pt x="10734" y="154918"/>
                  <a:pt x="8963" y="154918"/>
                </a:cubicBezTo>
                <a:cubicBezTo>
                  <a:pt x="7193" y="154918"/>
                  <a:pt x="5736" y="154826"/>
                  <a:pt x="4592" y="154642"/>
                </a:cubicBezTo>
                <a:cubicBezTo>
                  <a:pt x="3449" y="154457"/>
                  <a:pt x="2545" y="154236"/>
                  <a:pt x="1881" y="153978"/>
                </a:cubicBezTo>
                <a:cubicBezTo>
                  <a:pt x="1217" y="153720"/>
                  <a:pt x="738" y="153351"/>
                  <a:pt x="443" y="152871"/>
                </a:cubicBezTo>
                <a:cubicBezTo>
                  <a:pt x="148" y="152392"/>
                  <a:pt x="0" y="151894"/>
                  <a:pt x="0" y="151377"/>
                </a:cubicBezTo>
                <a:lnTo>
                  <a:pt x="0" y="19254"/>
                </a:lnTo>
                <a:cubicBezTo>
                  <a:pt x="0" y="16303"/>
                  <a:pt x="811" y="14201"/>
                  <a:pt x="2434" y="12947"/>
                </a:cubicBezTo>
                <a:cubicBezTo>
                  <a:pt x="4057" y="11693"/>
                  <a:pt x="5828" y="11066"/>
                  <a:pt x="7746" y="11066"/>
                </a:cubicBezTo>
                <a:lnTo>
                  <a:pt x="16820" y="11066"/>
                </a:lnTo>
                <a:cubicBezTo>
                  <a:pt x="18959" y="11066"/>
                  <a:pt x="20748" y="11250"/>
                  <a:pt x="22187" y="11619"/>
                </a:cubicBezTo>
                <a:cubicBezTo>
                  <a:pt x="23625" y="11988"/>
                  <a:pt x="24916" y="12596"/>
                  <a:pt x="26059" y="13445"/>
                </a:cubicBezTo>
                <a:cubicBezTo>
                  <a:pt x="27203" y="14293"/>
                  <a:pt x="28309" y="15473"/>
                  <a:pt x="29379" y="16986"/>
                </a:cubicBezTo>
                <a:cubicBezTo>
                  <a:pt x="30449" y="18498"/>
                  <a:pt x="31611" y="20398"/>
                  <a:pt x="32865" y="22684"/>
                </a:cubicBezTo>
                <a:lnTo>
                  <a:pt x="67611" y="85537"/>
                </a:lnTo>
                <a:cubicBezTo>
                  <a:pt x="69750" y="89373"/>
                  <a:pt x="71816" y="93117"/>
                  <a:pt x="73808" y="96769"/>
                </a:cubicBezTo>
                <a:cubicBezTo>
                  <a:pt x="75799" y="100420"/>
                  <a:pt x="77717" y="104017"/>
                  <a:pt x="79562" y="107558"/>
                </a:cubicBezTo>
                <a:cubicBezTo>
                  <a:pt x="81406" y="111099"/>
                  <a:pt x="83232" y="114584"/>
                  <a:pt x="85039" y="118015"/>
                </a:cubicBezTo>
                <a:cubicBezTo>
                  <a:pt x="86847" y="121445"/>
                  <a:pt x="88635" y="124894"/>
                  <a:pt x="90406" y="128361"/>
                </a:cubicBezTo>
                <a:lnTo>
                  <a:pt x="90517" y="128361"/>
                </a:lnTo>
                <a:cubicBezTo>
                  <a:pt x="90369" y="122528"/>
                  <a:pt x="90277" y="116455"/>
                  <a:pt x="90240" y="110141"/>
                </a:cubicBezTo>
                <a:cubicBezTo>
                  <a:pt x="90203" y="103826"/>
                  <a:pt x="90185" y="97753"/>
                  <a:pt x="90185" y="91921"/>
                </a:cubicBezTo>
                <a:lnTo>
                  <a:pt x="90185" y="14167"/>
                </a:lnTo>
                <a:cubicBezTo>
                  <a:pt x="90185" y="13651"/>
                  <a:pt x="90332" y="13172"/>
                  <a:pt x="90627" y="12729"/>
                </a:cubicBezTo>
                <a:cubicBezTo>
                  <a:pt x="90922" y="12284"/>
                  <a:pt x="91420" y="11896"/>
                  <a:pt x="92121" y="11564"/>
                </a:cubicBezTo>
                <a:cubicBezTo>
                  <a:pt x="92822" y="11232"/>
                  <a:pt x="93744" y="10992"/>
                  <a:pt x="94888" y="10844"/>
                </a:cubicBezTo>
                <a:cubicBezTo>
                  <a:pt x="96031" y="10697"/>
                  <a:pt x="97525" y="10623"/>
                  <a:pt x="99369" y="10623"/>
                </a:cubicBezTo>
                <a:cubicBezTo>
                  <a:pt x="100992" y="10623"/>
                  <a:pt x="102394" y="10697"/>
                  <a:pt x="103574" y="10844"/>
                </a:cubicBezTo>
                <a:cubicBezTo>
                  <a:pt x="104754" y="10992"/>
                  <a:pt x="105676" y="11233"/>
                  <a:pt x="106340" y="11567"/>
                </a:cubicBezTo>
                <a:cubicBezTo>
                  <a:pt x="107004" y="11899"/>
                  <a:pt x="107484" y="12286"/>
                  <a:pt x="107779" y="12729"/>
                </a:cubicBezTo>
                <a:cubicBezTo>
                  <a:pt x="108074" y="13172"/>
                  <a:pt x="108222" y="13652"/>
                  <a:pt x="108222" y="14171"/>
                </a:cubicBezTo>
                <a:lnTo>
                  <a:pt x="108222" y="146495"/>
                </a:lnTo>
                <a:close/>
                <a:moveTo>
                  <a:pt x="219321" y="151599"/>
                </a:moveTo>
                <a:cubicBezTo>
                  <a:pt x="219321" y="152484"/>
                  <a:pt x="219026" y="153148"/>
                  <a:pt x="218436" y="153591"/>
                </a:cubicBezTo>
                <a:cubicBezTo>
                  <a:pt x="217845" y="154033"/>
                  <a:pt x="217034" y="154365"/>
                  <a:pt x="216001" y="154586"/>
                </a:cubicBezTo>
                <a:cubicBezTo>
                  <a:pt x="214968" y="154808"/>
                  <a:pt x="213456" y="154918"/>
                  <a:pt x="211464" y="154918"/>
                </a:cubicBezTo>
                <a:cubicBezTo>
                  <a:pt x="209546" y="154918"/>
                  <a:pt x="208015" y="154808"/>
                  <a:pt x="206872" y="154586"/>
                </a:cubicBezTo>
                <a:cubicBezTo>
                  <a:pt x="205729" y="154365"/>
                  <a:pt x="204899" y="154033"/>
                  <a:pt x="204382" y="153591"/>
                </a:cubicBezTo>
                <a:cubicBezTo>
                  <a:pt x="203866" y="153148"/>
                  <a:pt x="203608" y="152484"/>
                  <a:pt x="203608" y="151599"/>
                </a:cubicBezTo>
                <a:lnTo>
                  <a:pt x="203608" y="141640"/>
                </a:lnTo>
                <a:cubicBezTo>
                  <a:pt x="199255" y="146287"/>
                  <a:pt x="194405" y="149920"/>
                  <a:pt x="189056" y="152539"/>
                </a:cubicBezTo>
                <a:cubicBezTo>
                  <a:pt x="183708" y="155158"/>
                  <a:pt x="178046" y="156468"/>
                  <a:pt x="172071" y="156468"/>
                </a:cubicBezTo>
                <a:cubicBezTo>
                  <a:pt x="166833" y="156468"/>
                  <a:pt x="162093" y="155783"/>
                  <a:pt x="157851" y="154414"/>
                </a:cubicBezTo>
                <a:cubicBezTo>
                  <a:pt x="153610" y="153044"/>
                  <a:pt x="149995" y="151064"/>
                  <a:pt x="147007" y="148473"/>
                </a:cubicBezTo>
                <a:cubicBezTo>
                  <a:pt x="144019" y="145881"/>
                  <a:pt x="141696" y="142699"/>
                  <a:pt x="140036" y="138925"/>
                </a:cubicBezTo>
                <a:cubicBezTo>
                  <a:pt x="138376" y="135149"/>
                  <a:pt x="137546" y="130854"/>
                  <a:pt x="137546" y="126041"/>
                </a:cubicBezTo>
                <a:cubicBezTo>
                  <a:pt x="137546" y="120416"/>
                  <a:pt x="138689" y="115531"/>
                  <a:pt x="140976" y="111386"/>
                </a:cubicBezTo>
                <a:cubicBezTo>
                  <a:pt x="143263" y="107238"/>
                  <a:pt x="146546" y="103795"/>
                  <a:pt x="150825" y="101057"/>
                </a:cubicBezTo>
                <a:cubicBezTo>
                  <a:pt x="155103" y="98318"/>
                  <a:pt x="160341" y="96264"/>
                  <a:pt x="166538" y="94894"/>
                </a:cubicBezTo>
                <a:cubicBezTo>
                  <a:pt x="172735" y="93525"/>
                  <a:pt x="179706" y="92840"/>
                  <a:pt x="187452" y="92840"/>
                </a:cubicBezTo>
                <a:lnTo>
                  <a:pt x="201173" y="92840"/>
                </a:lnTo>
                <a:lnTo>
                  <a:pt x="201173" y="85122"/>
                </a:lnTo>
                <a:cubicBezTo>
                  <a:pt x="201173" y="81300"/>
                  <a:pt x="200767" y="77919"/>
                  <a:pt x="199956" y="74980"/>
                </a:cubicBezTo>
                <a:cubicBezTo>
                  <a:pt x="199145" y="72038"/>
                  <a:pt x="197835" y="69593"/>
                  <a:pt x="196028" y="67645"/>
                </a:cubicBezTo>
                <a:cubicBezTo>
                  <a:pt x="194220" y="65697"/>
                  <a:pt x="191878" y="64228"/>
                  <a:pt x="189001" y="63236"/>
                </a:cubicBezTo>
                <a:cubicBezTo>
                  <a:pt x="186124" y="62243"/>
                  <a:pt x="182583" y="61746"/>
                  <a:pt x="178378" y="61746"/>
                </a:cubicBezTo>
                <a:cubicBezTo>
                  <a:pt x="173878" y="61746"/>
                  <a:pt x="169839" y="62275"/>
                  <a:pt x="166261" y="63333"/>
                </a:cubicBezTo>
                <a:cubicBezTo>
                  <a:pt x="162683" y="64391"/>
                  <a:pt x="159548" y="65559"/>
                  <a:pt x="156855" y="66836"/>
                </a:cubicBezTo>
                <a:cubicBezTo>
                  <a:pt x="154163" y="68113"/>
                  <a:pt x="151913" y="69281"/>
                  <a:pt x="150105" y="70339"/>
                </a:cubicBezTo>
                <a:cubicBezTo>
                  <a:pt x="148298" y="71397"/>
                  <a:pt x="146952" y="71926"/>
                  <a:pt x="146067" y="71926"/>
                </a:cubicBezTo>
                <a:cubicBezTo>
                  <a:pt x="145476" y="71926"/>
                  <a:pt x="144960" y="71779"/>
                  <a:pt x="144517" y="71484"/>
                </a:cubicBezTo>
                <a:cubicBezTo>
                  <a:pt x="144075" y="71189"/>
                  <a:pt x="143687" y="70746"/>
                  <a:pt x="143355" y="70156"/>
                </a:cubicBezTo>
                <a:cubicBezTo>
                  <a:pt x="143023" y="69566"/>
                  <a:pt x="142784" y="68810"/>
                  <a:pt x="142636" y="67887"/>
                </a:cubicBezTo>
                <a:cubicBezTo>
                  <a:pt x="142489" y="66965"/>
                  <a:pt x="142415" y="65951"/>
                  <a:pt x="142415" y="64844"/>
                </a:cubicBezTo>
                <a:cubicBezTo>
                  <a:pt x="142415" y="63000"/>
                  <a:pt x="142544" y="61543"/>
                  <a:pt x="142802" y="60474"/>
                </a:cubicBezTo>
                <a:cubicBezTo>
                  <a:pt x="143060" y="59404"/>
                  <a:pt x="143687" y="58389"/>
                  <a:pt x="144683" y="57430"/>
                </a:cubicBezTo>
                <a:cubicBezTo>
                  <a:pt x="145679" y="56471"/>
                  <a:pt x="147394" y="55355"/>
                  <a:pt x="149829" y="54080"/>
                </a:cubicBezTo>
                <a:cubicBezTo>
                  <a:pt x="152263" y="52803"/>
                  <a:pt x="155067" y="51636"/>
                  <a:pt x="158239" y="50580"/>
                </a:cubicBezTo>
                <a:cubicBezTo>
                  <a:pt x="161411" y="49524"/>
                  <a:pt x="164878" y="48651"/>
                  <a:pt x="168640" y="47959"/>
                </a:cubicBezTo>
                <a:cubicBezTo>
                  <a:pt x="172403" y="47265"/>
                  <a:pt x="176202" y="46918"/>
                  <a:pt x="180038" y="46918"/>
                </a:cubicBezTo>
                <a:cubicBezTo>
                  <a:pt x="187194" y="46918"/>
                  <a:pt x="193280" y="47730"/>
                  <a:pt x="198296" y="49353"/>
                </a:cubicBezTo>
                <a:cubicBezTo>
                  <a:pt x="203313" y="50976"/>
                  <a:pt x="207370" y="53355"/>
                  <a:pt x="210468" y="56490"/>
                </a:cubicBezTo>
                <a:cubicBezTo>
                  <a:pt x="213567" y="59625"/>
                  <a:pt x="215817" y="63517"/>
                  <a:pt x="217218" y="68164"/>
                </a:cubicBezTo>
                <a:cubicBezTo>
                  <a:pt x="218620" y="72812"/>
                  <a:pt x="219321" y="78234"/>
                  <a:pt x="219321" y="84431"/>
                </a:cubicBezTo>
                <a:lnTo>
                  <a:pt x="219321" y="151599"/>
                </a:lnTo>
                <a:moveTo>
                  <a:pt x="201173" y="106008"/>
                </a:moveTo>
                <a:lnTo>
                  <a:pt x="185571" y="106008"/>
                </a:lnTo>
                <a:cubicBezTo>
                  <a:pt x="180554" y="106008"/>
                  <a:pt x="176202" y="106436"/>
                  <a:pt x="172513" y="107291"/>
                </a:cubicBezTo>
                <a:cubicBezTo>
                  <a:pt x="168825" y="108144"/>
                  <a:pt x="165763" y="109405"/>
                  <a:pt x="163329" y="111074"/>
                </a:cubicBezTo>
                <a:cubicBezTo>
                  <a:pt x="160894" y="112743"/>
                  <a:pt x="159105" y="114748"/>
                  <a:pt x="157962" y="117088"/>
                </a:cubicBezTo>
                <a:cubicBezTo>
                  <a:pt x="156819" y="119425"/>
                  <a:pt x="156247" y="122116"/>
                  <a:pt x="156247" y="125159"/>
                </a:cubicBezTo>
                <a:cubicBezTo>
                  <a:pt x="156247" y="130355"/>
                  <a:pt x="157888" y="134493"/>
                  <a:pt x="161171" y="137573"/>
                </a:cubicBezTo>
                <a:cubicBezTo>
                  <a:pt x="164454" y="140653"/>
                  <a:pt x="169046" y="142193"/>
                  <a:pt x="174948" y="142193"/>
                </a:cubicBezTo>
                <a:cubicBezTo>
                  <a:pt x="179743" y="142193"/>
                  <a:pt x="184188" y="140969"/>
                  <a:pt x="188282" y="138521"/>
                </a:cubicBezTo>
                <a:cubicBezTo>
                  <a:pt x="192376" y="136070"/>
                  <a:pt x="196673" y="132322"/>
                  <a:pt x="201173" y="127275"/>
                </a:cubicBezTo>
                <a:lnTo>
                  <a:pt x="201173" y="106008"/>
                </a:lnTo>
                <a:close/>
                <a:moveTo>
                  <a:pt x="302143" y="144295"/>
                </a:moveTo>
                <a:cubicBezTo>
                  <a:pt x="302143" y="146435"/>
                  <a:pt x="301995" y="148131"/>
                  <a:pt x="301700" y="149386"/>
                </a:cubicBezTo>
                <a:cubicBezTo>
                  <a:pt x="301405" y="150640"/>
                  <a:pt x="300963" y="151562"/>
                  <a:pt x="300372" y="152152"/>
                </a:cubicBezTo>
                <a:cubicBezTo>
                  <a:pt x="299782" y="152742"/>
                  <a:pt x="298897" y="153295"/>
                  <a:pt x="297717" y="153812"/>
                </a:cubicBezTo>
                <a:cubicBezTo>
                  <a:pt x="296536" y="154328"/>
                  <a:pt x="295190" y="154752"/>
                  <a:pt x="293678" y="155084"/>
                </a:cubicBezTo>
                <a:cubicBezTo>
                  <a:pt x="292165" y="155416"/>
                  <a:pt x="290561" y="155693"/>
                  <a:pt x="288864" y="155914"/>
                </a:cubicBezTo>
                <a:cubicBezTo>
                  <a:pt x="287167" y="156136"/>
                  <a:pt x="285471" y="156246"/>
                  <a:pt x="283774" y="156246"/>
                </a:cubicBezTo>
                <a:cubicBezTo>
                  <a:pt x="278610" y="156246"/>
                  <a:pt x="274184" y="155563"/>
                  <a:pt x="270495" y="154196"/>
                </a:cubicBezTo>
                <a:cubicBezTo>
                  <a:pt x="266807" y="152826"/>
                  <a:pt x="263782" y="150755"/>
                  <a:pt x="261421" y="147982"/>
                </a:cubicBezTo>
                <a:cubicBezTo>
                  <a:pt x="259061" y="145208"/>
                  <a:pt x="257346" y="141696"/>
                  <a:pt x="256276" y="137445"/>
                </a:cubicBezTo>
                <a:cubicBezTo>
                  <a:pt x="255206" y="133194"/>
                  <a:pt x="254671" y="128185"/>
                  <a:pt x="254671" y="122417"/>
                </a:cubicBezTo>
                <a:lnTo>
                  <a:pt x="254671" y="64070"/>
                </a:lnTo>
                <a:lnTo>
                  <a:pt x="240729" y="64070"/>
                </a:lnTo>
                <a:cubicBezTo>
                  <a:pt x="239622" y="64070"/>
                  <a:pt x="238737" y="63480"/>
                  <a:pt x="238073" y="62299"/>
                </a:cubicBezTo>
                <a:cubicBezTo>
                  <a:pt x="237409" y="61119"/>
                  <a:pt x="237077" y="59201"/>
                  <a:pt x="237077" y="56545"/>
                </a:cubicBezTo>
                <a:cubicBezTo>
                  <a:pt x="237077" y="55144"/>
                  <a:pt x="237169" y="53963"/>
                  <a:pt x="237354" y="53004"/>
                </a:cubicBezTo>
                <a:cubicBezTo>
                  <a:pt x="237538" y="52045"/>
                  <a:pt x="237778" y="51252"/>
                  <a:pt x="238073" y="50625"/>
                </a:cubicBezTo>
                <a:cubicBezTo>
                  <a:pt x="238368" y="49998"/>
                  <a:pt x="238755" y="49555"/>
                  <a:pt x="239235" y="49297"/>
                </a:cubicBezTo>
                <a:cubicBezTo>
                  <a:pt x="239714" y="49039"/>
                  <a:pt x="240249" y="48910"/>
                  <a:pt x="240839" y="48910"/>
                </a:cubicBezTo>
                <a:lnTo>
                  <a:pt x="254671" y="48910"/>
                </a:lnTo>
                <a:lnTo>
                  <a:pt x="254671" y="25230"/>
                </a:lnTo>
                <a:cubicBezTo>
                  <a:pt x="254671" y="24713"/>
                  <a:pt x="254801" y="24234"/>
                  <a:pt x="255059" y="23791"/>
                </a:cubicBezTo>
                <a:cubicBezTo>
                  <a:pt x="255317" y="23348"/>
                  <a:pt x="255796" y="22961"/>
                  <a:pt x="256497" y="22629"/>
                </a:cubicBezTo>
                <a:cubicBezTo>
                  <a:pt x="257198" y="22297"/>
                  <a:pt x="258139" y="22057"/>
                  <a:pt x="259319" y="21910"/>
                </a:cubicBezTo>
                <a:cubicBezTo>
                  <a:pt x="260499" y="21762"/>
                  <a:pt x="261975" y="21689"/>
                  <a:pt x="263745" y="21689"/>
                </a:cubicBezTo>
                <a:cubicBezTo>
                  <a:pt x="265590" y="21689"/>
                  <a:pt x="267102" y="21762"/>
                  <a:pt x="268282" y="21910"/>
                </a:cubicBezTo>
                <a:cubicBezTo>
                  <a:pt x="269462" y="22057"/>
                  <a:pt x="270385" y="22297"/>
                  <a:pt x="271049" y="22629"/>
                </a:cubicBezTo>
                <a:cubicBezTo>
                  <a:pt x="271712" y="22961"/>
                  <a:pt x="272192" y="23348"/>
                  <a:pt x="272487" y="23791"/>
                </a:cubicBezTo>
                <a:cubicBezTo>
                  <a:pt x="272782" y="24234"/>
                  <a:pt x="272930" y="24713"/>
                  <a:pt x="272930" y="25230"/>
                </a:cubicBezTo>
                <a:lnTo>
                  <a:pt x="272930" y="48910"/>
                </a:lnTo>
                <a:lnTo>
                  <a:pt x="298491" y="48910"/>
                </a:lnTo>
                <a:cubicBezTo>
                  <a:pt x="299081" y="48910"/>
                  <a:pt x="299598" y="49039"/>
                  <a:pt x="300040" y="49297"/>
                </a:cubicBezTo>
                <a:cubicBezTo>
                  <a:pt x="300483" y="49555"/>
                  <a:pt x="300870" y="49998"/>
                  <a:pt x="301202" y="50625"/>
                </a:cubicBezTo>
                <a:cubicBezTo>
                  <a:pt x="301534" y="51252"/>
                  <a:pt x="301774" y="52045"/>
                  <a:pt x="301922" y="53004"/>
                </a:cubicBezTo>
                <a:cubicBezTo>
                  <a:pt x="302069" y="53963"/>
                  <a:pt x="302143" y="55144"/>
                  <a:pt x="302143" y="56545"/>
                </a:cubicBezTo>
                <a:cubicBezTo>
                  <a:pt x="302143" y="59201"/>
                  <a:pt x="301811" y="61119"/>
                  <a:pt x="301147" y="62299"/>
                </a:cubicBezTo>
                <a:cubicBezTo>
                  <a:pt x="300483" y="63480"/>
                  <a:pt x="299598" y="64070"/>
                  <a:pt x="298491" y="64070"/>
                </a:cubicBezTo>
                <a:lnTo>
                  <a:pt x="272930" y="64070"/>
                </a:lnTo>
                <a:lnTo>
                  <a:pt x="272930" y="119782"/>
                </a:lnTo>
                <a:cubicBezTo>
                  <a:pt x="272930" y="126661"/>
                  <a:pt x="273944" y="131858"/>
                  <a:pt x="275973" y="135374"/>
                </a:cubicBezTo>
                <a:cubicBezTo>
                  <a:pt x="278001" y="138887"/>
                  <a:pt x="281635" y="140644"/>
                  <a:pt x="286872" y="140644"/>
                </a:cubicBezTo>
                <a:cubicBezTo>
                  <a:pt x="288569" y="140644"/>
                  <a:pt x="290081" y="140478"/>
                  <a:pt x="291409" y="140146"/>
                </a:cubicBezTo>
                <a:cubicBezTo>
                  <a:pt x="292737" y="139814"/>
                  <a:pt x="293917" y="139463"/>
                  <a:pt x="294950" y="139095"/>
                </a:cubicBezTo>
                <a:cubicBezTo>
                  <a:pt x="295983" y="138726"/>
                  <a:pt x="296868" y="138375"/>
                  <a:pt x="297606" y="138043"/>
                </a:cubicBezTo>
                <a:cubicBezTo>
                  <a:pt x="298344" y="137711"/>
                  <a:pt x="299008" y="137545"/>
                  <a:pt x="299598" y="137545"/>
                </a:cubicBezTo>
                <a:cubicBezTo>
                  <a:pt x="299967" y="137545"/>
                  <a:pt x="300317" y="137638"/>
                  <a:pt x="300649" y="137822"/>
                </a:cubicBezTo>
                <a:cubicBezTo>
                  <a:pt x="300981" y="138006"/>
                  <a:pt x="301239" y="138357"/>
                  <a:pt x="301424" y="138873"/>
                </a:cubicBezTo>
                <a:cubicBezTo>
                  <a:pt x="301608" y="139390"/>
                  <a:pt x="301774" y="140090"/>
                  <a:pt x="301922" y="140976"/>
                </a:cubicBezTo>
                <a:cubicBezTo>
                  <a:pt x="302069" y="141861"/>
                  <a:pt x="302143" y="142968"/>
                  <a:pt x="302143" y="144295"/>
                </a:cubicBezTo>
                <a:close/>
                <a:moveTo>
                  <a:pt x="344533" y="151488"/>
                </a:moveTo>
                <a:cubicBezTo>
                  <a:pt x="344533" y="152078"/>
                  <a:pt x="344386" y="152576"/>
                  <a:pt x="344090" y="152982"/>
                </a:cubicBezTo>
                <a:cubicBezTo>
                  <a:pt x="343795" y="153388"/>
                  <a:pt x="343316" y="153738"/>
                  <a:pt x="342652" y="154033"/>
                </a:cubicBezTo>
                <a:cubicBezTo>
                  <a:pt x="341988" y="154328"/>
                  <a:pt x="341066" y="154550"/>
                  <a:pt x="339885" y="154697"/>
                </a:cubicBezTo>
                <a:cubicBezTo>
                  <a:pt x="338705" y="154845"/>
                  <a:pt x="337193" y="154918"/>
                  <a:pt x="335349" y="154918"/>
                </a:cubicBezTo>
                <a:cubicBezTo>
                  <a:pt x="333578" y="154918"/>
                  <a:pt x="332103" y="154845"/>
                  <a:pt x="330922" y="154697"/>
                </a:cubicBezTo>
                <a:cubicBezTo>
                  <a:pt x="329742" y="154550"/>
                  <a:pt x="328801" y="154328"/>
                  <a:pt x="328101" y="154033"/>
                </a:cubicBezTo>
                <a:cubicBezTo>
                  <a:pt x="327400" y="153738"/>
                  <a:pt x="326920" y="153388"/>
                  <a:pt x="326662" y="152982"/>
                </a:cubicBezTo>
                <a:cubicBezTo>
                  <a:pt x="326404" y="152576"/>
                  <a:pt x="326275" y="152078"/>
                  <a:pt x="326275" y="151488"/>
                </a:cubicBezTo>
                <a:lnTo>
                  <a:pt x="326275" y="51898"/>
                </a:lnTo>
                <a:cubicBezTo>
                  <a:pt x="326275" y="51381"/>
                  <a:pt x="326404" y="50902"/>
                  <a:pt x="326662" y="50459"/>
                </a:cubicBezTo>
                <a:cubicBezTo>
                  <a:pt x="326920" y="50017"/>
                  <a:pt x="327400" y="49648"/>
                  <a:pt x="328101" y="49353"/>
                </a:cubicBezTo>
                <a:cubicBezTo>
                  <a:pt x="328801" y="49057"/>
                  <a:pt x="329742" y="48836"/>
                  <a:pt x="330922" y="48689"/>
                </a:cubicBezTo>
                <a:cubicBezTo>
                  <a:pt x="332103" y="48541"/>
                  <a:pt x="333578" y="48467"/>
                  <a:pt x="335349" y="48467"/>
                </a:cubicBezTo>
                <a:cubicBezTo>
                  <a:pt x="337193" y="48467"/>
                  <a:pt x="338705" y="48541"/>
                  <a:pt x="339885" y="48689"/>
                </a:cubicBezTo>
                <a:cubicBezTo>
                  <a:pt x="341066" y="48836"/>
                  <a:pt x="341988" y="49057"/>
                  <a:pt x="342652" y="49353"/>
                </a:cubicBezTo>
                <a:cubicBezTo>
                  <a:pt x="343316" y="49648"/>
                  <a:pt x="343795" y="50017"/>
                  <a:pt x="344090" y="50459"/>
                </a:cubicBezTo>
                <a:cubicBezTo>
                  <a:pt x="344386" y="50902"/>
                  <a:pt x="344533" y="51381"/>
                  <a:pt x="344533" y="51898"/>
                </a:cubicBezTo>
                <a:lnTo>
                  <a:pt x="344533" y="151488"/>
                </a:lnTo>
                <a:moveTo>
                  <a:pt x="346636" y="18148"/>
                </a:moveTo>
                <a:cubicBezTo>
                  <a:pt x="346636" y="22426"/>
                  <a:pt x="345824" y="25340"/>
                  <a:pt x="344201" y="26889"/>
                </a:cubicBezTo>
                <a:cubicBezTo>
                  <a:pt x="342578" y="28439"/>
                  <a:pt x="339590" y="29213"/>
                  <a:pt x="335238" y="29213"/>
                </a:cubicBezTo>
                <a:cubicBezTo>
                  <a:pt x="330959" y="29213"/>
                  <a:pt x="328027" y="28457"/>
                  <a:pt x="326441" y="26945"/>
                </a:cubicBezTo>
                <a:cubicBezTo>
                  <a:pt x="324855" y="25432"/>
                  <a:pt x="324062" y="22574"/>
                  <a:pt x="324062" y="18369"/>
                </a:cubicBezTo>
                <a:cubicBezTo>
                  <a:pt x="324062" y="14090"/>
                  <a:pt x="324873" y="11176"/>
                  <a:pt x="326496" y="9627"/>
                </a:cubicBezTo>
                <a:cubicBezTo>
                  <a:pt x="328119" y="8078"/>
                  <a:pt x="331107" y="7303"/>
                  <a:pt x="335459" y="7303"/>
                </a:cubicBezTo>
                <a:cubicBezTo>
                  <a:pt x="339738" y="7303"/>
                  <a:pt x="342670" y="8059"/>
                  <a:pt x="344256" y="9572"/>
                </a:cubicBezTo>
                <a:cubicBezTo>
                  <a:pt x="345842" y="11084"/>
                  <a:pt x="346636" y="13943"/>
                  <a:pt x="346636" y="18148"/>
                </a:cubicBezTo>
                <a:close/>
                <a:moveTo>
                  <a:pt x="460062" y="51676"/>
                </a:moveTo>
                <a:cubicBezTo>
                  <a:pt x="460062" y="51971"/>
                  <a:pt x="460044" y="52285"/>
                  <a:pt x="460007" y="52617"/>
                </a:cubicBezTo>
                <a:cubicBezTo>
                  <a:pt x="459970" y="52949"/>
                  <a:pt x="459915" y="53299"/>
                  <a:pt x="459841" y="53668"/>
                </a:cubicBezTo>
                <a:cubicBezTo>
                  <a:pt x="459767" y="54037"/>
                  <a:pt x="459675" y="54443"/>
                  <a:pt x="459564" y="54885"/>
                </a:cubicBezTo>
                <a:cubicBezTo>
                  <a:pt x="459454" y="55328"/>
                  <a:pt x="459325" y="55808"/>
                  <a:pt x="459177" y="56324"/>
                </a:cubicBezTo>
                <a:lnTo>
                  <a:pt x="425206" y="150935"/>
                </a:lnTo>
                <a:cubicBezTo>
                  <a:pt x="424911" y="151746"/>
                  <a:pt x="424523" y="152410"/>
                  <a:pt x="424044" y="152927"/>
                </a:cubicBezTo>
                <a:cubicBezTo>
                  <a:pt x="423564" y="153443"/>
                  <a:pt x="422845" y="153849"/>
                  <a:pt x="421886" y="154144"/>
                </a:cubicBezTo>
                <a:cubicBezTo>
                  <a:pt x="420927" y="154439"/>
                  <a:pt x="419710" y="154642"/>
                  <a:pt x="418234" y="154752"/>
                </a:cubicBezTo>
                <a:cubicBezTo>
                  <a:pt x="416759" y="154863"/>
                  <a:pt x="414915" y="154918"/>
                  <a:pt x="412702" y="154918"/>
                </a:cubicBezTo>
                <a:cubicBezTo>
                  <a:pt x="410488" y="154918"/>
                  <a:pt x="408644" y="154845"/>
                  <a:pt x="407169" y="154697"/>
                </a:cubicBezTo>
                <a:cubicBezTo>
                  <a:pt x="405693" y="154550"/>
                  <a:pt x="404495" y="154328"/>
                  <a:pt x="403572" y="154033"/>
                </a:cubicBezTo>
                <a:cubicBezTo>
                  <a:pt x="402650" y="153738"/>
                  <a:pt x="401931" y="153332"/>
                  <a:pt x="401415" y="152816"/>
                </a:cubicBezTo>
                <a:cubicBezTo>
                  <a:pt x="400898" y="152300"/>
                  <a:pt x="400492" y="151672"/>
                  <a:pt x="400197" y="150935"/>
                </a:cubicBezTo>
                <a:lnTo>
                  <a:pt x="366337" y="56324"/>
                </a:lnTo>
                <a:cubicBezTo>
                  <a:pt x="366042" y="55439"/>
                  <a:pt x="365802" y="54664"/>
                  <a:pt x="365617" y="54000"/>
                </a:cubicBezTo>
                <a:cubicBezTo>
                  <a:pt x="365433" y="53336"/>
                  <a:pt x="365322" y="52838"/>
                  <a:pt x="365285" y="52506"/>
                </a:cubicBezTo>
                <a:cubicBezTo>
                  <a:pt x="365249" y="52174"/>
                  <a:pt x="365230" y="51898"/>
                  <a:pt x="365230" y="51676"/>
                </a:cubicBezTo>
                <a:cubicBezTo>
                  <a:pt x="365230" y="51086"/>
                  <a:pt x="365378" y="50570"/>
                  <a:pt x="365673" y="50127"/>
                </a:cubicBezTo>
                <a:cubicBezTo>
                  <a:pt x="365968" y="49685"/>
                  <a:pt x="366466" y="49334"/>
                  <a:pt x="367167" y="49076"/>
                </a:cubicBezTo>
                <a:cubicBezTo>
                  <a:pt x="367867" y="48818"/>
                  <a:pt x="368790" y="48652"/>
                  <a:pt x="369933" y="48578"/>
                </a:cubicBezTo>
                <a:cubicBezTo>
                  <a:pt x="371076" y="48504"/>
                  <a:pt x="372497" y="48467"/>
                  <a:pt x="374193" y="48467"/>
                </a:cubicBezTo>
                <a:cubicBezTo>
                  <a:pt x="376333" y="48467"/>
                  <a:pt x="378048" y="48523"/>
                  <a:pt x="379339" y="48633"/>
                </a:cubicBezTo>
                <a:cubicBezTo>
                  <a:pt x="380630" y="48744"/>
                  <a:pt x="381626" y="48947"/>
                  <a:pt x="382326" y="49242"/>
                </a:cubicBezTo>
                <a:cubicBezTo>
                  <a:pt x="383027" y="49537"/>
                  <a:pt x="383544" y="49906"/>
                  <a:pt x="383876" y="50348"/>
                </a:cubicBezTo>
                <a:cubicBezTo>
                  <a:pt x="384208" y="50791"/>
                  <a:pt x="384521" y="51344"/>
                  <a:pt x="384816" y="52008"/>
                </a:cubicBezTo>
                <a:lnTo>
                  <a:pt x="412923" y="134115"/>
                </a:lnTo>
                <a:lnTo>
                  <a:pt x="413365" y="135443"/>
                </a:lnTo>
                <a:lnTo>
                  <a:pt x="413697" y="134115"/>
                </a:lnTo>
                <a:lnTo>
                  <a:pt x="441472" y="52008"/>
                </a:lnTo>
                <a:cubicBezTo>
                  <a:pt x="441620" y="51344"/>
                  <a:pt x="441878" y="50791"/>
                  <a:pt x="442247" y="50348"/>
                </a:cubicBezTo>
                <a:cubicBezTo>
                  <a:pt x="442616" y="49906"/>
                  <a:pt x="443150" y="49537"/>
                  <a:pt x="443851" y="49242"/>
                </a:cubicBezTo>
                <a:cubicBezTo>
                  <a:pt x="444552" y="48947"/>
                  <a:pt x="445511" y="48744"/>
                  <a:pt x="446728" y="48633"/>
                </a:cubicBezTo>
                <a:cubicBezTo>
                  <a:pt x="447945" y="48523"/>
                  <a:pt x="449550" y="48467"/>
                  <a:pt x="451542" y="48467"/>
                </a:cubicBezTo>
                <a:cubicBezTo>
                  <a:pt x="453239" y="48467"/>
                  <a:pt x="454640" y="48504"/>
                  <a:pt x="455747" y="48578"/>
                </a:cubicBezTo>
                <a:cubicBezTo>
                  <a:pt x="456853" y="48652"/>
                  <a:pt x="457720" y="48836"/>
                  <a:pt x="458347" y="49131"/>
                </a:cubicBezTo>
                <a:cubicBezTo>
                  <a:pt x="458974" y="49426"/>
                  <a:pt x="459417" y="49777"/>
                  <a:pt x="459675" y="50182"/>
                </a:cubicBezTo>
                <a:cubicBezTo>
                  <a:pt x="459933" y="50588"/>
                  <a:pt x="460062" y="51086"/>
                  <a:pt x="460062" y="51676"/>
                </a:cubicBezTo>
                <a:close/>
                <a:moveTo>
                  <a:pt x="561963" y="97377"/>
                </a:moveTo>
                <a:cubicBezTo>
                  <a:pt x="561963" y="100254"/>
                  <a:pt x="561244" y="102301"/>
                  <a:pt x="559805" y="103519"/>
                </a:cubicBezTo>
                <a:cubicBezTo>
                  <a:pt x="558367" y="104736"/>
                  <a:pt x="556725" y="105345"/>
                  <a:pt x="554881" y="105345"/>
                </a:cubicBezTo>
                <a:lnTo>
                  <a:pt x="489594" y="105345"/>
                </a:lnTo>
                <a:cubicBezTo>
                  <a:pt x="489594" y="110893"/>
                  <a:pt x="490147" y="115888"/>
                  <a:pt x="491254" y="120328"/>
                </a:cubicBezTo>
                <a:cubicBezTo>
                  <a:pt x="492361" y="124768"/>
                  <a:pt x="494205" y="128579"/>
                  <a:pt x="496787" y="131760"/>
                </a:cubicBezTo>
                <a:cubicBezTo>
                  <a:pt x="499369" y="134942"/>
                  <a:pt x="502725" y="137384"/>
                  <a:pt x="506856" y="139088"/>
                </a:cubicBezTo>
                <a:cubicBezTo>
                  <a:pt x="510988" y="140789"/>
                  <a:pt x="516041" y="141640"/>
                  <a:pt x="522016" y="141640"/>
                </a:cubicBezTo>
                <a:cubicBezTo>
                  <a:pt x="526738" y="141640"/>
                  <a:pt x="530943" y="141252"/>
                  <a:pt x="534631" y="140478"/>
                </a:cubicBezTo>
                <a:cubicBezTo>
                  <a:pt x="538320" y="139703"/>
                  <a:pt x="541510" y="138836"/>
                  <a:pt x="544203" y="137877"/>
                </a:cubicBezTo>
                <a:cubicBezTo>
                  <a:pt x="546895" y="136918"/>
                  <a:pt x="549109" y="136052"/>
                  <a:pt x="550842" y="135277"/>
                </a:cubicBezTo>
                <a:cubicBezTo>
                  <a:pt x="552576" y="134502"/>
                  <a:pt x="553885" y="134115"/>
                  <a:pt x="554771" y="134115"/>
                </a:cubicBezTo>
                <a:cubicBezTo>
                  <a:pt x="555287" y="134115"/>
                  <a:pt x="555748" y="134244"/>
                  <a:pt x="556154" y="134502"/>
                </a:cubicBezTo>
                <a:cubicBezTo>
                  <a:pt x="556559" y="134761"/>
                  <a:pt x="556873" y="135148"/>
                  <a:pt x="557094" y="135664"/>
                </a:cubicBezTo>
                <a:cubicBezTo>
                  <a:pt x="557316" y="136181"/>
                  <a:pt x="557482" y="136900"/>
                  <a:pt x="557592" y="137822"/>
                </a:cubicBezTo>
                <a:cubicBezTo>
                  <a:pt x="557703" y="138744"/>
                  <a:pt x="557758" y="139869"/>
                  <a:pt x="557758" y="141197"/>
                </a:cubicBezTo>
                <a:cubicBezTo>
                  <a:pt x="557758" y="142156"/>
                  <a:pt x="557721" y="142986"/>
                  <a:pt x="557648" y="143687"/>
                </a:cubicBezTo>
                <a:cubicBezTo>
                  <a:pt x="557574" y="144388"/>
                  <a:pt x="557482" y="145015"/>
                  <a:pt x="557371" y="145568"/>
                </a:cubicBezTo>
                <a:cubicBezTo>
                  <a:pt x="557260" y="146121"/>
                  <a:pt x="557076" y="146619"/>
                  <a:pt x="556818" y="147062"/>
                </a:cubicBezTo>
                <a:cubicBezTo>
                  <a:pt x="556559" y="147504"/>
                  <a:pt x="556227" y="147929"/>
                  <a:pt x="555822" y="148334"/>
                </a:cubicBezTo>
                <a:cubicBezTo>
                  <a:pt x="555416" y="148740"/>
                  <a:pt x="554217" y="149404"/>
                  <a:pt x="552225" y="150326"/>
                </a:cubicBezTo>
                <a:cubicBezTo>
                  <a:pt x="550234" y="151248"/>
                  <a:pt x="547652" y="152152"/>
                  <a:pt x="544480" y="153037"/>
                </a:cubicBezTo>
                <a:cubicBezTo>
                  <a:pt x="541307" y="153922"/>
                  <a:pt x="537637" y="154716"/>
                  <a:pt x="533469" y="155416"/>
                </a:cubicBezTo>
                <a:cubicBezTo>
                  <a:pt x="529301" y="156117"/>
                  <a:pt x="524857" y="156468"/>
                  <a:pt x="520135" y="156468"/>
                </a:cubicBezTo>
                <a:cubicBezTo>
                  <a:pt x="511947" y="156468"/>
                  <a:pt x="504772" y="155323"/>
                  <a:pt x="498613" y="153034"/>
                </a:cubicBezTo>
                <a:cubicBezTo>
                  <a:pt x="492453" y="150745"/>
                  <a:pt x="487270" y="147348"/>
                  <a:pt x="483065" y="142843"/>
                </a:cubicBezTo>
                <a:cubicBezTo>
                  <a:pt x="478861" y="138338"/>
                  <a:pt x="475688" y="132689"/>
                  <a:pt x="473549" y="125895"/>
                </a:cubicBezTo>
                <a:cubicBezTo>
                  <a:pt x="471410" y="119102"/>
                  <a:pt x="470340" y="111200"/>
                  <a:pt x="470340" y="102191"/>
                </a:cubicBezTo>
                <a:cubicBezTo>
                  <a:pt x="470340" y="93624"/>
                  <a:pt x="471447" y="85926"/>
                  <a:pt x="473660" y="79095"/>
                </a:cubicBezTo>
                <a:cubicBezTo>
                  <a:pt x="475873" y="72264"/>
                  <a:pt x="479063" y="66467"/>
                  <a:pt x="483231" y="61705"/>
                </a:cubicBezTo>
                <a:cubicBezTo>
                  <a:pt x="487399" y="56942"/>
                  <a:pt x="492434" y="53287"/>
                  <a:pt x="498336" y="50739"/>
                </a:cubicBezTo>
                <a:cubicBezTo>
                  <a:pt x="504238" y="48192"/>
                  <a:pt x="510840" y="46918"/>
                  <a:pt x="518143" y="46918"/>
                </a:cubicBezTo>
                <a:cubicBezTo>
                  <a:pt x="525963" y="46918"/>
                  <a:pt x="532621" y="48172"/>
                  <a:pt x="538117" y="50680"/>
                </a:cubicBezTo>
                <a:cubicBezTo>
                  <a:pt x="543613" y="53189"/>
                  <a:pt x="548131" y="56564"/>
                  <a:pt x="551672" y="60805"/>
                </a:cubicBezTo>
                <a:cubicBezTo>
                  <a:pt x="555213" y="65047"/>
                  <a:pt x="557814" y="70027"/>
                  <a:pt x="559473" y="75744"/>
                </a:cubicBezTo>
                <a:cubicBezTo>
                  <a:pt x="561133" y="81461"/>
                  <a:pt x="561963" y="87566"/>
                  <a:pt x="561963" y="94058"/>
                </a:cubicBezTo>
                <a:lnTo>
                  <a:pt x="561963" y="97377"/>
                </a:lnTo>
                <a:moveTo>
                  <a:pt x="543594" y="91955"/>
                </a:moveTo>
                <a:cubicBezTo>
                  <a:pt x="543816" y="82365"/>
                  <a:pt x="541695" y="74840"/>
                  <a:pt x="537232" y="69381"/>
                </a:cubicBezTo>
                <a:cubicBezTo>
                  <a:pt x="532768" y="63922"/>
                  <a:pt x="526148" y="61193"/>
                  <a:pt x="517369" y="61193"/>
                </a:cubicBezTo>
                <a:cubicBezTo>
                  <a:pt x="512869" y="61193"/>
                  <a:pt x="508922" y="62041"/>
                  <a:pt x="505529" y="63738"/>
                </a:cubicBezTo>
                <a:cubicBezTo>
                  <a:pt x="502135" y="65435"/>
                  <a:pt x="499295" y="67685"/>
                  <a:pt x="497008" y="70488"/>
                </a:cubicBezTo>
                <a:cubicBezTo>
                  <a:pt x="494721" y="73291"/>
                  <a:pt x="492951" y="76556"/>
                  <a:pt x="491697" y="80281"/>
                </a:cubicBezTo>
                <a:cubicBezTo>
                  <a:pt x="490443" y="84006"/>
                  <a:pt x="489742" y="87898"/>
                  <a:pt x="489594" y="91955"/>
                </a:cubicBezTo>
                <a:lnTo>
                  <a:pt x="543594" y="91955"/>
                </a:lnTo>
                <a:close/>
                <a:moveTo>
                  <a:pt x="740124" y="133894"/>
                </a:moveTo>
                <a:cubicBezTo>
                  <a:pt x="740124" y="135074"/>
                  <a:pt x="740087" y="136107"/>
                  <a:pt x="740013" y="136992"/>
                </a:cubicBezTo>
                <a:cubicBezTo>
                  <a:pt x="739939" y="137877"/>
                  <a:pt x="739810" y="138652"/>
                  <a:pt x="739626" y="139316"/>
                </a:cubicBezTo>
                <a:cubicBezTo>
                  <a:pt x="739441" y="139980"/>
                  <a:pt x="739202" y="140570"/>
                  <a:pt x="738907" y="141086"/>
                </a:cubicBezTo>
                <a:cubicBezTo>
                  <a:pt x="738611" y="141603"/>
                  <a:pt x="738095" y="142233"/>
                  <a:pt x="737357" y="142978"/>
                </a:cubicBezTo>
                <a:cubicBezTo>
                  <a:pt x="736620" y="143720"/>
                  <a:pt x="735070" y="144853"/>
                  <a:pt x="732710" y="146377"/>
                </a:cubicBezTo>
                <a:cubicBezTo>
                  <a:pt x="730349" y="147901"/>
                  <a:pt x="727417" y="149388"/>
                  <a:pt x="723913" y="150838"/>
                </a:cubicBezTo>
                <a:cubicBezTo>
                  <a:pt x="720409" y="152288"/>
                  <a:pt x="716388" y="153514"/>
                  <a:pt x="711851" y="154517"/>
                </a:cubicBezTo>
                <a:cubicBezTo>
                  <a:pt x="707314" y="155522"/>
                  <a:pt x="702353" y="156025"/>
                  <a:pt x="696968" y="156025"/>
                </a:cubicBezTo>
                <a:cubicBezTo>
                  <a:pt x="687673" y="156025"/>
                  <a:pt x="679281" y="154476"/>
                  <a:pt x="671794" y="151377"/>
                </a:cubicBezTo>
                <a:cubicBezTo>
                  <a:pt x="664306" y="148279"/>
                  <a:pt x="657925" y="143705"/>
                  <a:pt x="652650" y="137656"/>
                </a:cubicBezTo>
                <a:cubicBezTo>
                  <a:pt x="647376" y="131607"/>
                  <a:pt x="643318" y="124138"/>
                  <a:pt x="640478" y="115248"/>
                </a:cubicBezTo>
                <a:cubicBezTo>
                  <a:pt x="637638" y="106359"/>
                  <a:pt x="636218" y="96123"/>
                  <a:pt x="636218" y="84541"/>
                </a:cubicBezTo>
                <a:cubicBezTo>
                  <a:pt x="636218" y="72664"/>
                  <a:pt x="637749" y="62078"/>
                  <a:pt x="640810" y="52783"/>
                </a:cubicBezTo>
                <a:cubicBezTo>
                  <a:pt x="643872" y="43488"/>
                  <a:pt x="648169" y="35613"/>
                  <a:pt x="653701" y="29158"/>
                </a:cubicBezTo>
                <a:cubicBezTo>
                  <a:pt x="659234" y="22703"/>
                  <a:pt x="665855" y="17779"/>
                  <a:pt x="673564" y="14385"/>
                </a:cubicBezTo>
                <a:cubicBezTo>
                  <a:pt x="681273" y="10992"/>
                  <a:pt x="689812" y="9295"/>
                  <a:pt x="699181" y="9295"/>
                </a:cubicBezTo>
                <a:cubicBezTo>
                  <a:pt x="703312" y="9295"/>
                  <a:pt x="707333" y="9686"/>
                  <a:pt x="711243" y="10467"/>
                </a:cubicBezTo>
                <a:cubicBezTo>
                  <a:pt x="715152" y="11249"/>
                  <a:pt x="718767" y="12234"/>
                  <a:pt x="722087" y="13424"/>
                </a:cubicBezTo>
                <a:cubicBezTo>
                  <a:pt x="725407" y="14614"/>
                  <a:pt x="728357" y="15990"/>
                  <a:pt x="730939" y="17553"/>
                </a:cubicBezTo>
                <a:cubicBezTo>
                  <a:pt x="733521" y="19114"/>
                  <a:pt x="735310" y="20396"/>
                  <a:pt x="736306" y="21402"/>
                </a:cubicBezTo>
                <a:cubicBezTo>
                  <a:pt x="737302" y="22404"/>
                  <a:pt x="737948" y="23164"/>
                  <a:pt x="738243" y="23680"/>
                </a:cubicBezTo>
                <a:cubicBezTo>
                  <a:pt x="738538" y="24197"/>
                  <a:pt x="738777" y="24805"/>
                  <a:pt x="738962" y="25506"/>
                </a:cubicBezTo>
                <a:cubicBezTo>
                  <a:pt x="739146" y="26207"/>
                  <a:pt x="739294" y="27037"/>
                  <a:pt x="739405" y="27996"/>
                </a:cubicBezTo>
                <a:cubicBezTo>
                  <a:pt x="739515" y="28955"/>
                  <a:pt x="739571" y="30098"/>
                  <a:pt x="739571" y="31426"/>
                </a:cubicBezTo>
                <a:cubicBezTo>
                  <a:pt x="739571" y="32902"/>
                  <a:pt x="739497" y="34156"/>
                  <a:pt x="739349" y="35189"/>
                </a:cubicBezTo>
                <a:cubicBezTo>
                  <a:pt x="739202" y="36221"/>
                  <a:pt x="738980" y="37088"/>
                  <a:pt x="738685" y="37789"/>
                </a:cubicBezTo>
                <a:cubicBezTo>
                  <a:pt x="738390" y="38490"/>
                  <a:pt x="738040" y="39006"/>
                  <a:pt x="737634" y="39338"/>
                </a:cubicBezTo>
                <a:cubicBezTo>
                  <a:pt x="737228" y="39670"/>
                  <a:pt x="736730" y="39836"/>
                  <a:pt x="736140" y="39836"/>
                </a:cubicBezTo>
                <a:cubicBezTo>
                  <a:pt x="735107" y="39836"/>
                  <a:pt x="733669" y="39111"/>
                  <a:pt x="731825" y="37661"/>
                </a:cubicBezTo>
                <a:cubicBezTo>
                  <a:pt x="729980" y="36211"/>
                  <a:pt x="727601" y="34612"/>
                  <a:pt x="724687" y="32865"/>
                </a:cubicBezTo>
                <a:cubicBezTo>
                  <a:pt x="721773" y="31117"/>
                  <a:pt x="718232" y="29519"/>
                  <a:pt x="714064" y="28069"/>
                </a:cubicBezTo>
                <a:cubicBezTo>
                  <a:pt x="709896" y="26619"/>
                  <a:pt x="704898" y="25894"/>
                  <a:pt x="699070" y="25894"/>
                </a:cubicBezTo>
                <a:cubicBezTo>
                  <a:pt x="692726" y="25894"/>
                  <a:pt x="686954" y="27166"/>
                  <a:pt x="681753" y="29711"/>
                </a:cubicBezTo>
                <a:cubicBezTo>
                  <a:pt x="676552" y="32256"/>
                  <a:pt x="672107" y="36000"/>
                  <a:pt x="668419" y="40943"/>
                </a:cubicBezTo>
                <a:cubicBezTo>
                  <a:pt x="664730" y="45885"/>
                  <a:pt x="661872" y="51916"/>
                  <a:pt x="659843" y="59035"/>
                </a:cubicBezTo>
                <a:cubicBezTo>
                  <a:pt x="657814" y="66154"/>
                  <a:pt x="656800" y="74287"/>
                  <a:pt x="656800" y="83435"/>
                </a:cubicBezTo>
                <a:cubicBezTo>
                  <a:pt x="656800" y="92508"/>
                  <a:pt x="657777" y="100531"/>
                  <a:pt x="659732" y="107502"/>
                </a:cubicBezTo>
                <a:cubicBezTo>
                  <a:pt x="661687" y="114474"/>
                  <a:pt x="664490" y="120302"/>
                  <a:pt x="668142" y="124986"/>
                </a:cubicBezTo>
                <a:cubicBezTo>
                  <a:pt x="671794" y="129670"/>
                  <a:pt x="676275" y="133211"/>
                  <a:pt x="681587" y="135609"/>
                </a:cubicBezTo>
                <a:cubicBezTo>
                  <a:pt x="686898" y="138006"/>
                  <a:pt x="692911" y="139205"/>
                  <a:pt x="699624" y="139205"/>
                </a:cubicBezTo>
                <a:cubicBezTo>
                  <a:pt x="705304" y="139205"/>
                  <a:pt x="710265" y="138499"/>
                  <a:pt x="714507" y="137085"/>
                </a:cubicBezTo>
                <a:cubicBezTo>
                  <a:pt x="718749" y="135672"/>
                  <a:pt x="722364" y="134092"/>
                  <a:pt x="725351" y="132345"/>
                </a:cubicBezTo>
                <a:cubicBezTo>
                  <a:pt x="728339" y="130597"/>
                  <a:pt x="730792" y="129017"/>
                  <a:pt x="732710" y="127604"/>
                </a:cubicBezTo>
                <a:cubicBezTo>
                  <a:pt x="734628" y="126190"/>
                  <a:pt x="736140" y="125484"/>
                  <a:pt x="737247" y="125484"/>
                </a:cubicBezTo>
                <a:cubicBezTo>
                  <a:pt x="737763" y="125484"/>
                  <a:pt x="738206" y="125595"/>
                  <a:pt x="738575" y="125816"/>
                </a:cubicBezTo>
                <a:cubicBezTo>
                  <a:pt x="738943" y="126037"/>
                  <a:pt x="739239" y="126461"/>
                  <a:pt x="739460" y="127088"/>
                </a:cubicBezTo>
                <a:cubicBezTo>
                  <a:pt x="739681" y="127715"/>
                  <a:pt x="739847" y="128582"/>
                  <a:pt x="739958" y="129689"/>
                </a:cubicBezTo>
                <a:cubicBezTo>
                  <a:pt x="740068" y="130795"/>
                  <a:pt x="740124" y="132197"/>
                  <a:pt x="740124" y="133894"/>
                </a:cubicBezTo>
                <a:close/>
                <a:moveTo>
                  <a:pt x="838230" y="151599"/>
                </a:moveTo>
                <a:cubicBezTo>
                  <a:pt x="838230" y="152484"/>
                  <a:pt x="837935" y="153148"/>
                  <a:pt x="837345" y="153591"/>
                </a:cubicBezTo>
                <a:cubicBezTo>
                  <a:pt x="836754" y="154033"/>
                  <a:pt x="835943" y="154365"/>
                  <a:pt x="834910" y="154586"/>
                </a:cubicBezTo>
                <a:cubicBezTo>
                  <a:pt x="833877" y="154808"/>
                  <a:pt x="832365" y="154918"/>
                  <a:pt x="830373" y="154918"/>
                </a:cubicBezTo>
                <a:cubicBezTo>
                  <a:pt x="828455" y="154918"/>
                  <a:pt x="826925" y="154808"/>
                  <a:pt x="825781" y="154586"/>
                </a:cubicBezTo>
                <a:cubicBezTo>
                  <a:pt x="824638" y="154365"/>
                  <a:pt x="823808" y="154033"/>
                  <a:pt x="823291" y="153591"/>
                </a:cubicBezTo>
                <a:cubicBezTo>
                  <a:pt x="822775" y="153148"/>
                  <a:pt x="822517" y="152484"/>
                  <a:pt x="822517" y="151599"/>
                </a:cubicBezTo>
                <a:lnTo>
                  <a:pt x="822517" y="141640"/>
                </a:lnTo>
                <a:cubicBezTo>
                  <a:pt x="818164" y="146287"/>
                  <a:pt x="813314" y="149920"/>
                  <a:pt x="807965" y="152539"/>
                </a:cubicBezTo>
                <a:cubicBezTo>
                  <a:pt x="802617" y="155158"/>
                  <a:pt x="796955" y="156468"/>
                  <a:pt x="790980" y="156468"/>
                </a:cubicBezTo>
                <a:cubicBezTo>
                  <a:pt x="785742" y="156468"/>
                  <a:pt x="781002" y="155783"/>
                  <a:pt x="776760" y="154414"/>
                </a:cubicBezTo>
                <a:cubicBezTo>
                  <a:pt x="772519" y="153044"/>
                  <a:pt x="768904" y="151064"/>
                  <a:pt x="765916" y="148473"/>
                </a:cubicBezTo>
                <a:cubicBezTo>
                  <a:pt x="762928" y="145881"/>
                  <a:pt x="760605" y="142699"/>
                  <a:pt x="758945" y="138925"/>
                </a:cubicBezTo>
                <a:cubicBezTo>
                  <a:pt x="757285" y="135149"/>
                  <a:pt x="756455" y="130854"/>
                  <a:pt x="756455" y="126041"/>
                </a:cubicBezTo>
                <a:cubicBezTo>
                  <a:pt x="756455" y="120416"/>
                  <a:pt x="757599" y="115531"/>
                  <a:pt x="759885" y="111386"/>
                </a:cubicBezTo>
                <a:cubicBezTo>
                  <a:pt x="762172" y="107238"/>
                  <a:pt x="765455" y="103795"/>
                  <a:pt x="769734" y="101057"/>
                </a:cubicBezTo>
                <a:cubicBezTo>
                  <a:pt x="774013" y="98318"/>
                  <a:pt x="779250" y="96264"/>
                  <a:pt x="785447" y="94894"/>
                </a:cubicBezTo>
                <a:cubicBezTo>
                  <a:pt x="791644" y="93525"/>
                  <a:pt x="798615" y="92840"/>
                  <a:pt x="806361" y="92840"/>
                </a:cubicBezTo>
                <a:lnTo>
                  <a:pt x="820082" y="92840"/>
                </a:lnTo>
                <a:lnTo>
                  <a:pt x="820082" y="85122"/>
                </a:lnTo>
                <a:cubicBezTo>
                  <a:pt x="820082" y="81300"/>
                  <a:pt x="819677" y="77919"/>
                  <a:pt x="818865" y="74980"/>
                </a:cubicBezTo>
                <a:cubicBezTo>
                  <a:pt x="818054" y="72038"/>
                  <a:pt x="816744" y="69593"/>
                  <a:pt x="814937" y="67645"/>
                </a:cubicBezTo>
                <a:cubicBezTo>
                  <a:pt x="813129" y="65697"/>
                  <a:pt x="810787" y="64228"/>
                  <a:pt x="807910" y="63236"/>
                </a:cubicBezTo>
                <a:cubicBezTo>
                  <a:pt x="805033" y="62243"/>
                  <a:pt x="801492" y="61746"/>
                  <a:pt x="797287" y="61746"/>
                </a:cubicBezTo>
                <a:cubicBezTo>
                  <a:pt x="792787" y="61746"/>
                  <a:pt x="788748" y="62275"/>
                  <a:pt x="785170" y="63333"/>
                </a:cubicBezTo>
                <a:cubicBezTo>
                  <a:pt x="781592" y="64391"/>
                  <a:pt x="778457" y="65559"/>
                  <a:pt x="775765" y="66836"/>
                </a:cubicBezTo>
                <a:cubicBezTo>
                  <a:pt x="773072" y="68113"/>
                  <a:pt x="770822" y="69281"/>
                  <a:pt x="769015" y="70339"/>
                </a:cubicBezTo>
                <a:cubicBezTo>
                  <a:pt x="767207" y="71397"/>
                  <a:pt x="765861" y="71926"/>
                  <a:pt x="764976" y="71926"/>
                </a:cubicBezTo>
                <a:cubicBezTo>
                  <a:pt x="764385" y="71926"/>
                  <a:pt x="763869" y="71779"/>
                  <a:pt x="763426" y="71484"/>
                </a:cubicBezTo>
                <a:cubicBezTo>
                  <a:pt x="762984" y="71189"/>
                  <a:pt x="762597" y="70746"/>
                  <a:pt x="762265" y="70156"/>
                </a:cubicBezTo>
                <a:cubicBezTo>
                  <a:pt x="761933" y="69566"/>
                  <a:pt x="761693" y="68810"/>
                  <a:pt x="761545" y="67887"/>
                </a:cubicBezTo>
                <a:cubicBezTo>
                  <a:pt x="761398" y="66965"/>
                  <a:pt x="761324" y="65951"/>
                  <a:pt x="761324" y="64844"/>
                </a:cubicBezTo>
                <a:cubicBezTo>
                  <a:pt x="761324" y="63000"/>
                  <a:pt x="761453" y="61543"/>
                  <a:pt x="761711" y="60474"/>
                </a:cubicBezTo>
                <a:cubicBezTo>
                  <a:pt x="761969" y="59404"/>
                  <a:pt x="762597" y="58389"/>
                  <a:pt x="763592" y="57430"/>
                </a:cubicBezTo>
                <a:cubicBezTo>
                  <a:pt x="764588" y="56471"/>
                  <a:pt x="766303" y="55355"/>
                  <a:pt x="768738" y="54080"/>
                </a:cubicBezTo>
                <a:cubicBezTo>
                  <a:pt x="771172" y="52803"/>
                  <a:pt x="773976" y="51636"/>
                  <a:pt x="777148" y="50580"/>
                </a:cubicBezTo>
                <a:cubicBezTo>
                  <a:pt x="780320" y="49524"/>
                  <a:pt x="783787" y="48651"/>
                  <a:pt x="787549" y="47959"/>
                </a:cubicBezTo>
                <a:cubicBezTo>
                  <a:pt x="791312" y="47265"/>
                  <a:pt x="795111" y="46918"/>
                  <a:pt x="798947" y="46918"/>
                </a:cubicBezTo>
                <a:cubicBezTo>
                  <a:pt x="806103" y="46918"/>
                  <a:pt x="812189" y="47730"/>
                  <a:pt x="817205" y="49353"/>
                </a:cubicBezTo>
                <a:cubicBezTo>
                  <a:pt x="822222" y="50976"/>
                  <a:pt x="826279" y="53355"/>
                  <a:pt x="829377" y="56490"/>
                </a:cubicBezTo>
                <a:cubicBezTo>
                  <a:pt x="832476" y="59625"/>
                  <a:pt x="834726" y="63517"/>
                  <a:pt x="836127" y="68164"/>
                </a:cubicBezTo>
                <a:cubicBezTo>
                  <a:pt x="837529" y="72812"/>
                  <a:pt x="838230" y="78234"/>
                  <a:pt x="838230" y="84431"/>
                </a:cubicBezTo>
                <a:lnTo>
                  <a:pt x="838230" y="151599"/>
                </a:lnTo>
                <a:moveTo>
                  <a:pt x="820082" y="106008"/>
                </a:moveTo>
                <a:lnTo>
                  <a:pt x="804480" y="106008"/>
                </a:lnTo>
                <a:cubicBezTo>
                  <a:pt x="799463" y="106008"/>
                  <a:pt x="795111" y="106436"/>
                  <a:pt x="791422" y="107291"/>
                </a:cubicBezTo>
                <a:cubicBezTo>
                  <a:pt x="787734" y="108144"/>
                  <a:pt x="784672" y="109405"/>
                  <a:pt x="782238" y="111074"/>
                </a:cubicBezTo>
                <a:cubicBezTo>
                  <a:pt x="779804" y="112743"/>
                  <a:pt x="778015" y="114748"/>
                  <a:pt x="776871" y="117088"/>
                </a:cubicBezTo>
                <a:cubicBezTo>
                  <a:pt x="775728" y="119425"/>
                  <a:pt x="775156" y="122116"/>
                  <a:pt x="775156" y="125159"/>
                </a:cubicBezTo>
                <a:cubicBezTo>
                  <a:pt x="775156" y="130355"/>
                  <a:pt x="776797" y="134493"/>
                  <a:pt x="780080" y="137573"/>
                </a:cubicBezTo>
                <a:cubicBezTo>
                  <a:pt x="783363" y="140653"/>
                  <a:pt x="787955" y="142193"/>
                  <a:pt x="793857" y="142193"/>
                </a:cubicBezTo>
                <a:cubicBezTo>
                  <a:pt x="798652" y="142193"/>
                  <a:pt x="803097" y="140969"/>
                  <a:pt x="807191" y="138521"/>
                </a:cubicBezTo>
                <a:cubicBezTo>
                  <a:pt x="811285" y="136070"/>
                  <a:pt x="815582" y="132322"/>
                  <a:pt x="820082" y="127275"/>
                </a:cubicBezTo>
                <a:lnTo>
                  <a:pt x="820082" y="106008"/>
                </a:lnTo>
                <a:close/>
                <a:moveTo>
                  <a:pt x="890016" y="151485"/>
                </a:moveTo>
                <a:cubicBezTo>
                  <a:pt x="890016" y="152075"/>
                  <a:pt x="889869" y="152574"/>
                  <a:pt x="889574" y="152982"/>
                </a:cubicBezTo>
                <a:cubicBezTo>
                  <a:pt x="889278" y="153388"/>
                  <a:pt x="888799" y="153738"/>
                  <a:pt x="888135" y="154033"/>
                </a:cubicBezTo>
                <a:cubicBezTo>
                  <a:pt x="887471" y="154328"/>
                  <a:pt x="886549" y="154550"/>
                  <a:pt x="885369" y="154697"/>
                </a:cubicBezTo>
                <a:cubicBezTo>
                  <a:pt x="884188" y="154845"/>
                  <a:pt x="882676" y="154918"/>
                  <a:pt x="880832" y="154918"/>
                </a:cubicBezTo>
                <a:cubicBezTo>
                  <a:pt x="879061" y="154918"/>
                  <a:pt x="877586" y="154845"/>
                  <a:pt x="876406" y="154697"/>
                </a:cubicBezTo>
                <a:cubicBezTo>
                  <a:pt x="875225" y="154550"/>
                  <a:pt x="874285" y="154328"/>
                  <a:pt x="873584" y="154033"/>
                </a:cubicBezTo>
                <a:cubicBezTo>
                  <a:pt x="872883" y="153738"/>
                  <a:pt x="872403" y="153388"/>
                  <a:pt x="872145" y="152982"/>
                </a:cubicBezTo>
                <a:cubicBezTo>
                  <a:pt x="871887" y="152574"/>
                  <a:pt x="871758" y="152075"/>
                  <a:pt x="871758" y="151485"/>
                </a:cubicBezTo>
                <a:lnTo>
                  <a:pt x="871758" y="3544"/>
                </a:lnTo>
                <a:cubicBezTo>
                  <a:pt x="871758" y="2954"/>
                  <a:pt x="871887" y="2438"/>
                  <a:pt x="872145" y="1995"/>
                </a:cubicBezTo>
                <a:cubicBezTo>
                  <a:pt x="872403" y="1550"/>
                  <a:pt x="872883" y="1180"/>
                  <a:pt x="873584" y="885"/>
                </a:cubicBezTo>
                <a:cubicBezTo>
                  <a:pt x="874285" y="590"/>
                  <a:pt x="875225" y="369"/>
                  <a:pt x="876406" y="221"/>
                </a:cubicBezTo>
                <a:cubicBezTo>
                  <a:pt x="877586" y="74"/>
                  <a:pt x="879061" y="0"/>
                  <a:pt x="880832" y="0"/>
                </a:cubicBezTo>
                <a:cubicBezTo>
                  <a:pt x="882676" y="0"/>
                  <a:pt x="884188" y="74"/>
                  <a:pt x="885369" y="221"/>
                </a:cubicBezTo>
                <a:cubicBezTo>
                  <a:pt x="886549" y="369"/>
                  <a:pt x="887471" y="590"/>
                  <a:pt x="888135" y="885"/>
                </a:cubicBezTo>
                <a:cubicBezTo>
                  <a:pt x="888799" y="1180"/>
                  <a:pt x="889278" y="1550"/>
                  <a:pt x="889574" y="1995"/>
                </a:cubicBezTo>
                <a:cubicBezTo>
                  <a:pt x="889869" y="2438"/>
                  <a:pt x="890016" y="2954"/>
                  <a:pt x="890016" y="3544"/>
                </a:cubicBezTo>
                <a:lnTo>
                  <a:pt x="890016" y="151485"/>
                </a:lnTo>
                <a:close/>
                <a:moveTo>
                  <a:pt x="942139" y="151485"/>
                </a:moveTo>
                <a:cubicBezTo>
                  <a:pt x="942139" y="152075"/>
                  <a:pt x="941992" y="152574"/>
                  <a:pt x="941697" y="152982"/>
                </a:cubicBezTo>
                <a:cubicBezTo>
                  <a:pt x="941402" y="153388"/>
                  <a:pt x="940922" y="153738"/>
                  <a:pt x="940258" y="154033"/>
                </a:cubicBezTo>
                <a:cubicBezTo>
                  <a:pt x="939594" y="154328"/>
                  <a:pt x="938672" y="154550"/>
                  <a:pt x="937492" y="154697"/>
                </a:cubicBezTo>
                <a:cubicBezTo>
                  <a:pt x="936311" y="154845"/>
                  <a:pt x="934799" y="154918"/>
                  <a:pt x="932955" y="154918"/>
                </a:cubicBezTo>
                <a:cubicBezTo>
                  <a:pt x="931184" y="154918"/>
                  <a:pt x="929709" y="154845"/>
                  <a:pt x="928529" y="154697"/>
                </a:cubicBezTo>
                <a:cubicBezTo>
                  <a:pt x="927348" y="154550"/>
                  <a:pt x="926408" y="154328"/>
                  <a:pt x="925707" y="154033"/>
                </a:cubicBezTo>
                <a:cubicBezTo>
                  <a:pt x="925006" y="153738"/>
                  <a:pt x="924527" y="153388"/>
                  <a:pt x="924268" y="152982"/>
                </a:cubicBezTo>
                <a:cubicBezTo>
                  <a:pt x="924010" y="152574"/>
                  <a:pt x="923881" y="152075"/>
                  <a:pt x="923881" y="151485"/>
                </a:cubicBezTo>
                <a:lnTo>
                  <a:pt x="923881" y="3544"/>
                </a:lnTo>
                <a:cubicBezTo>
                  <a:pt x="923881" y="2954"/>
                  <a:pt x="924010" y="2438"/>
                  <a:pt x="924268" y="1995"/>
                </a:cubicBezTo>
                <a:cubicBezTo>
                  <a:pt x="924527" y="1550"/>
                  <a:pt x="925006" y="1180"/>
                  <a:pt x="925707" y="885"/>
                </a:cubicBezTo>
                <a:cubicBezTo>
                  <a:pt x="926408" y="590"/>
                  <a:pt x="927348" y="369"/>
                  <a:pt x="928529" y="221"/>
                </a:cubicBezTo>
                <a:cubicBezTo>
                  <a:pt x="929709" y="74"/>
                  <a:pt x="931184" y="0"/>
                  <a:pt x="932955" y="0"/>
                </a:cubicBezTo>
                <a:cubicBezTo>
                  <a:pt x="934799" y="0"/>
                  <a:pt x="936311" y="74"/>
                  <a:pt x="937492" y="221"/>
                </a:cubicBezTo>
                <a:cubicBezTo>
                  <a:pt x="938672" y="369"/>
                  <a:pt x="939594" y="590"/>
                  <a:pt x="940258" y="885"/>
                </a:cubicBezTo>
                <a:cubicBezTo>
                  <a:pt x="940922" y="1180"/>
                  <a:pt x="941402" y="1550"/>
                  <a:pt x="941697" y="1995"/>
                </a:cubicBezTo>
                <a:cubicBezTo>
                  <a:pt x="941992" y="2438"/>
                  <a:pt x="942139" y="2954"/>
                  <a:pt x="942139" y="3544"/>
                </a:cubicBezTo>
                <a:lnTo>
                  <a:pt x="942139" y="151485"/>
                </a:lnTo>
                <a:close/>
                <a:moveTo>
                  <a:pt x="1135417" y="147504"/>
                </a:moveTo>
                <a:cubicBezTo>
                  <a:pt x="1136007" y="149127"/>
                  <a:pt x="1136320" y="150437"/>
                  <a:pt x="1136357" y="151433"/>
                </a:cubicBezTo>
                <a:cubicBezTo>
                  <a:pt x="1136394" y="152429"/>
                  <a:pt x="1136118" y="153185"/>
                  <a:pt x="1135527" y="153701"/>
                </a:cubicBezTo>
                <a:cubicBezTo>
                  <a:pt x="1134937" y="154218"/>
                  <a:pt x="1133960" y="154550"/>
                  <a:pt x="1132595" y="154697"/>
                </a:cubicBezTo>
                <a:cubicBezTo>
                  <a:pt x="1131230" y="154845"/>
                  <a:pt x="1129404" y="154918"/>
                  <a:pt x="1127117" y="154918"/>
                </a:cubicBezTo>
                <a:cubicBezTo>
                  <a:pt x="1124831" y="154918"/>
                  <a:pt x="1123005" y="154863"/>
                  <a:pt x="1121640" y="154752"/>
                </a:cubicBezTo>
                <a:cubicBezTo>
                  <a:pt x="1120275" y="154642"/>
                  <a:pt x="1119242" y="154457"/>
                  <a:pt x="1118542" y="154199"/>
                </a:cubicBezTo>
                <a:cubicBezTo>
                  <a:pt x="1117841" y="153941"/>
                  <a:pt x="1117324" y="153591"/>
                  <a:pt x="1116992" y="153148"/>
                </a:cubicBezTo>
                <a:cubicBezTo>
                  <a:pt x="1116660" y="152705"/>
                  <a:pt x="1116347" y="152152"/>
                  <a:pt x="1116052" y="151488"/>
                </a:cubicBezTo>
                <a:lnTo>
                  <a:pt x="1103769" y="116631"/>
                </a:lnTo>
                <a:lnTo>
                  <a:pt x="1044236" y="116631"/>
                </a:lnTo>
                <a:lnTo>
                  <a:pt x="1032507" y="151045"/>
                </a:lnTo>
                <a:cubicBezTo>
                  <a:pt x="1032285" y="151709"/>
                  <a:pt x="1031990" y="152281"/>
                  <a:pt x="1031621" y="152761"/>
                </a:cubicBezTo>
                <a:cubicBezTo>
                  <a:pt x="1031253" y="153240"/>
                  <a:pt x="1030718" y="153646"/>
                  <a:pt x="1030017" y="153978"/>
                </a:cubicBezTo>
                <a:cubicBezTo>
                  <a:pt x="1029316" y="154310"/>
                  <a:pt x="1028320" y="154550"/>
                  <a:pt x="1027029" y="154697"/>
                </a:cubicBezTo>
                <a:cubicBezTo>
                  <a:pt x="1025738" y="154845"/>
                  <a:pt x="1024060" y="154918"/>
                  <a:pt x="1021994" y="154918"/>
                </a:cubicBezTo>
                <a:cubicBezTo>
                  <a:pt x="1019855" y="154918"/>
                  <a:pt x="1018103" y="154826"/>
                  <a:pt x="1016738" y="154642"/>
                </a:cubicBezTo>
                <a:cubicBezTo>
                  <a:pt x="1015373" y="154457"/>
                  <a:pt x="1014414" y="154107"/>
                  <a:pt x="1013861" y="153591"/>
                </a:cubicBezTo>
                <a:cubicBezTo>
                  <a:pt x="1013308" y="153074"/>
                  <a:pt x="1013050" y="152318"/>
                  <a:pt x="1013086" y="151322"/>
                </a:cubicBezTo>
                <a:cubicBezTo>
                  <a:pt x="1013123" y="150326"/>
                  <a:pt x="1013437" y="149017"/>
                  <a:pt x="1014027" y="147394"/>
                </a:cubicBezTo>
                <a:lnTo>
                  <a:pt x="1062052" y="14385"/>
                </a:lnTo>
                <a:cubicBezTo>
                  <a:pt x="1062347" y="13574"/>
                  <a:pt x="1062734" y="12910"/>
                  <a:pt x="1063214" y="12393"/>
                </a:cubicBezTo>
                <a:cubicBezTo>
                  <a:pt x="1063693" y="11877"/>
                  <a:pt x="1064394" y="11471"/>
                  <a:pt x="1065316" y="11176"/>
                </a:cubicBezTo>
                <a:cubicBezTo>
                  <a:pt x="1066238" y="10881"/>
                  <a:pt x="1067419" y="10678"/>
                  <a:pt x="1068857" y="10568"/>
                </a:cubicBezTo>
                <a:cubicBezTo>
                  <a:pt x="1070296" y="10457"/>
                  <a:pt x="1072121" y="10402"/>
                  <a:pt x="1074335" y="10402"/>
                </a:cubicBezTo>
                <a:cubicBezTo>
                  <a:pt x="1076695" y="10402"/>
                  <a:pt x="1078650" y="10457"/>
                  <a:pt x="1080199" y="10568"/>
                </a:cubicBezTo>
                <a:cubicBezTo>
                  <a:pt x="1081749" y="10678"/>
                  <a:pt x="1083003" y="10881"/>
                  <a:pt x="1083962" y="11176"/>
                </a:cubicBezTo>
                <a:cubicBezTo>
                  <a:pt x="1084921" y="11471"/>
                  <a:pt x="1085658" y="11896"/>
                  <a:pt x="1086175" y="12449"/>
                </a:cubicBezTo>
                <a:cubicBezTo>
                  <a:pt x="1086691" y="13002"/>
                  <a:pt x="1087097" y="13684"/>
                  <a:pt x="1087392" y="14496"/>
                </a:cubicBezTo>
                <a:lnTo>
                  <a:pt x="1135417" y="147504"/>
                </a:lnTo>
                <a:moveTo>
                  <a:pt x="1073781" y="30098"/>
                </a:moveTo>
                <a:lnTo>
                  <a:pt x="1073671" y="30098"/>
                </a:lnTo>
                <a:lnTo>
                  <a:pt x="1048994" y="101472"/>
                </a:lnTo>
                <a:lnTo>
                  <a:pt x="1098790" y="101472"/>
                </a:lnTo>
                <a:lnTo>
                  <a:pt x="1073781" y="30098"/>
                </a:lnTo>
                <a:close/>
                <a:moveTo>
                  <a:pt x="1243515" y="151488"/>
                </a:moveTo>
                <a:cubicBezTo>
                  <a:pt x="1243515" y="152078"/>
                  <a:pt x="1243367" y="152576"/>
                  <a:pt x="1243072" y="152982"/>
                </a:cubicBezTo>
                <a:cubicBezTo>
                  <a:pt x="1242777" y="153388"/>
                  <a:pt x="1242298" y="153738"/>
                  <a:pt x="1241634" y="154033"/>
                </a:cubicBezTo>
                <a:cubicBezTo>
                  <a:pt x="1240970" y="154328"/>
                  <a:pt x="1240048" y="154550"/>
                  <a:pt x="1238867" y="154697"/>
                </a:cubicBezTo>
                <a:cubicBezTo>
                  <a:pt x="1237687" y="154845"/>
                  <a:pt x="1236212" y="154918"/>
                  <a:pt x="1234441" y="154918"/>
                </a:cubicBezTo>
                <a:cubicBezTo>
                  <a:pt x="1232597" y="154918"/>
                  <a:pt x="1231084" y="154845"/>
                  <a:pt x="1229904" y="154697"/>
                </a:cubicBezTo>
                <a:cubicBezTo>
                  <a:pt x="1228724" y="154550"/>
                  <a:pt x="1227802" y="154328"/>
                  <a:pt x="1227138" y="154033"/>
                </a:cubicBezTo>
                <a:cubicBezTo>
                  <a:pt x="1226474" y="153738"/>
                  <a:pt x="1225994" y="153388"/>
                  <a:pt x="1225699" y="152982"/>
                </a:cubicBezTo>
                <a:cubicBezTo>
                  <a:pt x="1225404" y="152576"/>
                  <a:pt x="1225257" y="152078"/>
                  <a:pt x="1225257" y="151488"/>
                </a:cubicBezTo>
                <a:lnTo>
                  <a:pt x="1225257" y="93172"/>
                </a:lnTo>
                <a:cubicBezTo>
                  <a:pt x="1225257" y="87492"/>
                  <a:pt x="1224814" y="82918"/>
                  <a:pt x="1223929" y="79451"/>
                </a:cubicBezTo>
                <a:cubicBezTo>
                  <a:pt x="1223043" y="75984"/>
                  <a:pt x="1221752" y="72996"/>
                  <a:pt x="1220056" y="70488"/>
                </a:cubicBezTo>
                <a:cubicBezTo>
                  <a:pt x="1218359" y="67980"/>
                  <a:pt x="1216164" y="66062"/>
                  <a:pt x="1213472" y="64734"/>
                </a:cubicBezTo>
                <a:cubicBezTo>
                  <a:pt x="1210779" y="63406"/>
                  <a:pt x="1207662" y="62742"/>
                  <a:pt x="1204121" y="62742"/>
                </a:cubicBezTo>
                <a:cubicBezTo>
                  <a:pt x="1199548" y="62742"/>
                  <a:pt x="1194974" y="64365"/>
                  <a:pt x="1190400" y="67611"/>
                </a:cubicBezTo>
                <a:cubicBezTo>
                  <a:pt x="1185826" y="70857"/>
                  <a:pt x="1181031" y="75615"/>
                  <a:pt x="1176015" y="81885"/>
                </a:cubicBezTo>
                <a:lnTo>
                  <a:pt x="1176015" y="151488"/>
                </a:lnTo>
                <a:cubicBezTo>
                  <a:pt x="1176015" y="152078"/>
                  <a:pt x="1175867" y="152576"/>
                  <a:pt x="1175572" y="152982"/>
                </a:cubicBezTo>
                <a:cubicBezTo>
                  <a:pt x="1175277" y="153388"/>
                  <a:pt x="1174797" y="153738"/>
                  <a:pt x="1174134" y="154033"/>
                </a:cubicBezTo>
                <a:cubicBezTo>
                  <a:pt x="1173470" y="154328"/>
                  <a:pt x="1172547" y="154550"/>
                  <a:pt x="1171367" y="154697"/>
                </a:cubicBezTo>
                <a:cubicBezTo>
                  <a:pt x="1170187" y="154845"/>
                  <a:pt x="1168675" y="154918"/>
                  <a:pt x="1166830" y="154918"/>
                </a:cubicBezTo>
                <a:cubicBezTo>
                  <a:pt x="1165060" y="154918"/>
                  <a:pt x="1163584" y="154845"/>
                  <a:pt x="1162404" y="154697"/>
                </a:cubicBezTo>
                <a:cubicBezTo>
                  <a:pt x="1161224" y="154550"/>
                  <a:pt x="1160283" y="154328"/>
                  <a:pt x="1159582" y="154033"/>
                </a:cubicBezTo>
                <a:cubicBezTo>
                  <a:pt x="1158881" y="153738"/>
                  <a:pt x="1158402" y="153388"/>
                  <a:pt x="1158144" y="152982"/>
                </a:cubicBezTo>
                <a:cubicBezTo>
                  <a:pt x="1157886" y="152576"/>
                  <a:pt x="1157756" y="152078"/>
                  <a:pt x="1157756" y="151488"/>
                </a:cubicBezTo>
                <a:lnTo>
                  <a:pt x="1157756" y="51898"/>
                </a:lnTo>
                <a:cubicBezTo>
                  <a:pt x="1157756" y="51308"/>
                  <a:pt x="1157867" y="50810"/>
                  <a:pt x="1158088" y="50404"/>
                </a:cubicBezTo>
                <a:cubicBezTo>
                  <a:pt x="1158310" y="49998"/>
                  <a:pt x="1158752" y="49629"/>
                  <a:pt x="1159416" y="49297"/>
                </a:cubicBezTo>
                <a:cubicBezTo>
                  <a:pt x="1160080" y="48965"/>
                  <a:pt x="1160929" y="48744"/>
                  <a:pt x="1161961" y="48633"/>
                </a:cubicBezTo>
                <a:cubicBezTo>
                  <a:pt x="1162994" y="48523"/>
                  <a:pt x="1164359" y="48467"/>
                  <a:pt x="1166056" y="48467"/>
                </a:cubicBezTo>
                <a:cubicBezTo>
                  <a:pt x="1167679" y="48467"/>
                  <a:pt x="1169025" y="48523"/>
                  <a:pt x="1170095" y="48633"/>
                </a:cubicBezTo>
                <a:cubicBezTo>
                  <a:pt x="1171164" y="48744"/>
                  <a:pt x="1171994" y="48965"/>
                  <a:pt x="1172584" y="49297"/>
                </a:cubicBezTo>
                <a:cubicBezTo>
                  <a:pt x="1173175" y="49629"/>
                  <a:pt x="1173599" y="49998"/>
                  <a:pt x="1173857" y="50404"/>
                </a:cubicBezTo>
                <a:cubicBezTo>
                  <a:pt x="1174115" y="50810"/>
                  <a:pt x="1174244" y="51308"/>
                  <a:pt x="1174244" y="51898"/>
                </a:cubicBezTo>
                <a:lnTo>
                  <a:pt x="1174244" y="65066"/>
                </a:lnTo>
                <a:cubicBezTo>
                  <a:pt x="1179851" y="58795"/>
                  <a:pt x="1185439" y="54203"/>
                  <a:pt x="1191009" y="51289"/>
                </a:cubicBezTo>
                <a:cubicBezTo>
                  <a:pt x="1196578" y="48375"/>
                  <a:pt x="1202203" y="46918"/>
                  <a:pt x="1207884" y="46918"/>
                </a:cubicBezTo>
                <a:cubicBezTo>
                  <a:pt x="1214523" y="46918"/>
                  <a:pt x="1220111" y="48043"/>
                  <a:pt x="1224648" y="50293"/>
                </a:cubicBezTo>
                <a:cubicBezTo>
                  <a:pt x="1229185" y="52543"/>
                  <a:pt x="1232855" y="55549"/>
                  <a:pt x="1235658" y="59312"/>
                </a:cubicBezTo>
                <a:cubicBezTo>
                  <a:pt x="1238462" y="63074"/>
                  <a:pt x="1240472" y="67482"/>
                  <a:pt x="1241689" y="72535"/>
                </a:cubicBezTo>
                <a:cubicBezTo>
                  <a:pt x="1242906" y="77588"/>
                  <a:pt x="1243515" y="83656"/>
                  <a:pt x="1243515" y="90738"/>
                </a:cubicBezTo>
                <a:lnTo>
                  <a:pt x="1243515" y="151488"/>
                </a:lnTo>
                <a:close/>
                <a:moveTo>
                  <a:pt x="1351758" y="151599"/>
                </a:moveTo>
                <a:cubicBezTo>
                  <a:pt x="1351758" y="152484"/>
                  <a:pt x="1351463" y="153148"/>
                  <a:pt x="1350873" y="153591"/>
                </a:cubicBezTo>
                <a:cubicBezTo>
                  <a:pt x="1350283" y="154033"/>
                  <a:pt x="1349471" y="154365"/>
                  <a:pt x="1348439" y="154586"/>
                </a:cubicBezTo>
                <a:cubicBezTo>
                  <a:pt x="1347406" y="154808"/>
                  <a:pt x="1345894" y="154918"/>
                  <a:pt x="1343902" y="154918"/>
                </a:cubicBezTo>
                <a:cubicBezTo>
                  <a:pt x="1341984" y="154918"/>
                  <a:pt x="1340453" y="154808"/>
                  <a:pt x="1339310" y="154586"/>
                </a:cubicBezTo>
                <a:cubicBezTo>
                  <a:pt x="1338166" y="154365"/>
                  <a:pt x="1337336" y="154033"/>
                  <a:pt x="1336820" y="153591"/>
                </a:cubicBezTo>
                <a:cubicBezTo>
                  <a:pt x="1336303" y="153148"/>
                  <a:pt x="1336045" y="152484"/>
                  <a:pt x="1336045" y="151599"/>
                </a:cubicBezTo>
                <a:lnTo>
                  <a:pt x="1336045" y="141640"/>
                </a:lnTo>
                <a:cubicBezTo>
                  <a:pt x="1331693" y="146287"/>
                  <a:pt x="1326842" y="149920"/>
                  <a:pt x="1321494" y="152539"/>
                </a:cubicBezTo>
                <a:cubicBezTo>
                  <a:pt x="1316146" y="155158"/>
                  <a:pt x="1310484" y="156468"/>
                  <a:pt x="1304508" y="156468"/>
                </a:cubicBezTo>
                <a:cubicBezTo>
                  <a:pt x="1299271" y="156468"/>
                  <a:pt x="1294531" y="155783"/>
                  <a:pt x="1290289" y="154414"/>
                </a:cubicBezTo>
                <a:cubicBezTo>
                  <a:pt x="1286047" y="153044"/>
                  <a:pt x="1282432" y="151064"/>
                  <a:pt x="1279445" y="148473"/>
                </a:cubicBezTo>
                <a:cubicBezTo>
                  <a:pt x="1276457" y="145881"/>
                  <a:pt x="1274133" y="142699"/>
                  <a:pt x="1272473" y="138925"/>
                </a:cubicBezTo>
                <a:cubicBezTo>
                  <a:pt x="1270814" y="135149"/>
                  <a:pt x="1269984" y="130854"/>
                  <a:pt x="1269984" y="126041"/>
                </a:cubicBezTo>
                <a:cubicBezTo>
                  <a:pt x="1269984" y="120416"/>
                  <a:pt x="1271127" y="115531"/>
                  <a:pt x="1273414" y="111386"/>
                </a:cubicBezTo>
                <a:cubicBezTo>
                  <a:pt x="1275701" y="107238"/>
                  <a:pt x="1278984" y="103795"/>
                  <a:pt x="1283262" y="101057"/>
                </a:cubicBezTo>
                <a:cubicBezTo>
                  <a:pt x="1287541" y="98318"/>
                  <a:pt x="1292779" y="96264"/>
                  <a:pt x="1298975" y="94894"/>
                </a:cubicBezTo>
                <a:cubicBezTo>
                  <a:pt x="1305172" y="93525"/>
                  <a:pt x="1312144" y="92840"/>
                  <a:pt x="1319889" y="92840"/>
                </a:cubicBezTo>
                <a:lnTo>
                  <a:pt x="1333611" y="92840"/>
                </a:lnTo>
                <a:lnTo>
                  <a:pt x="1333611" y="85122"/>
                </a:lnTo>
                <a:cubicBezTo>
                  <a:pt x="1333611" y="81300"/>
                  <a:pt x="1333205" y="77919"/>
                  <a:pt x="1332394" y="74980"/>
                </a:cubicBezTo>
                <a:cubicBezTo>
                  <a:pt x="1331582" y="72038"/>
                  <a:pt x="1330273" y="69593"/>
                  <a:pt x="1328465" y="67645"/>
                </a:cubicBezTo>
                <a:cubicBezTo>
                  <a:pt x="1326658" y="65697"/>
                  <a:pt x="1324316" y="64228"/>
                  <a:pt x="1321439" y="63236"/>
                </a:cubicBezTo>
                <a:cubicBezTo>
                  <a:pt x="1318562" y="62243"/>
                  <a:pt x="1315021" y="61746"/>
                  <a:pt x="1310816" y="61746"/>
                </a:cubicBezTo>
                <a:cubicBezTo>
                  <a:pt x="1306316" y="61746"/>
                  <a:pt x="1302277" y="62275"/>
                  <a:pt x="1298699" y="63333"/>
                </a:cubicBezTo>
                <a:cubicBezTo>
                  <a:pt x="1295121" y="64391"/>
                  <a:pt x="1291986" y="65559"/>
                  <a:pt x="1289293" y="66836"/>
                </a:cubicBezTo>
                <a:cubicBezTo>
                  <a:pt x="1286600" y="68113"/>
                  <a:pt x="1284350" y="69281"/>
                  <a:pt x="1282543" y="70339"/>
                </a:cubicBezTo>
                <a:cubicBezTo>
                  <a:pt x="1280736" y="71397"/>
                  <a:pt x="1279389" y="71926"/>
                  <a:pt x="1278504" y="71926"/>
                </a:cubicBezTo>
                <a:cubicBezTo>
                  <a:pt x="1277914" y="71926"/>
                  <a:pt x="1277398" y="71779"/>
                  <a:pt x="1276955" y="71484"/>
                </a:cubicBezTo>
                <a:cubicBezTo>
                  <a:pt x="1276512" y="71189"/>
                  <a:pt x="1276125" y="70746"/>
                  <a:pt x="1275793" y="70156"/>
                </a:cubicBezTo>
                <a:cubicBezTo>
                  <a:pt x="1275461" y="69566"/>
                  <a:pt x="1275221" y="68810"/>
                  <a:pt x="1275074" y="67887"/>
                </a:cubicBezTo>
                <a:cubicBezTo>
                  <a:pt x="1274926" y="66965"/>
                  <a:pt x="1274852" y="65951"/>
                  <a:pt x="1274852" y="64844"/>
                </a:cubicBezTo>
                <a:cubicBezTo>
                  <a:pt x="1274852" y="63000"/>
                  <a:pt x="1274982" y="61543"/>
                  <a:pt x="1275240" y="60474"/>
                </a:cubicBezTo>
                <a:cubicBezTo>
                  <a:pt x="1275498" y="59404"/>
                  <a:pt x="1276125" y="58389"/>
                  <a:pt x="1277121" y="57430"/>
                </a:cubicBezTo>
                <a:cubicBezTo>
                  <a:pt x="1278117" y="56471"/>
                  <a:pt x="1279832" y="55355"/>
                  <a:pt x="1282266" y="54080"/>
                </a:cubicBezTo>
                <a:cubicBezTo>
                  <a:pt x="1284701" y="52803"/>
                  <a:pt x="1287504" y="51636"/>
                  <a:pt x="1290676" y="50580"/>
                </a:cubicBezTo>
                <a:cubicBezTo>
                  <a:pt x="1293848" y="49524"/>
                  <a:pt x="1297316" y="48651"/>
                  <a:pt x="1301078" y="47959"/>
                </a:cubicBezTo>
                <a:cubicBezTo>
                  <a:pt x="1304840" y="47265"/>
                  <a:pt x="1308639" y="46918"/>
                  <a:pt x="1312475" y="46918"/>
                </a:cubicBezTo>
                <a:cubicBezTo>
                  <a:pt x="1319631" y="46918"/>
                  <a:pt x="1325717" y="47730"/>
                  <a:pt x="1330734" y="49353"/>
                </a:cubicBezTo>
                <a:cubicBezTo>
                  <a:pt x="1335750" y="50976"/>
                  <a:pt x="1339808" y="53355"/>
                  <a:pt x="1342906" y="56490"/>
                </a:cubicBezTo>
                <a:cubicBezTo>
                  <a:pt x="1346004" y="59625"/>
                  <a:pt x="1348254" y="63517"/>
                  <a:pt x="1349656" y="68164"/>
                </a:cubicBezTo>
                <a:cubicBezTo>
                  <a:pt x="1351058" y="72812"/>
                  <a:pt x="1351758" y="78234"/>
                  <a:pt x="1351758" y="84431"/>
                </a:cubicBezTo>
                <a:lnTo>
                  <a:pt x="1351758" y="151599"/>
                </a:lnTo>
                <a:moveTo>
                  <a:pt x="1333611" y="106008"/>
                </a:moveTo>
                <a:lnTo>
                  <a:pt x="1318008" y="106008"/>
                </a:lnTo>
                <a:cubicBezTo>
                  <a:pt x="1312992" y="106008"/>
                  <a:pt x="1308639" y="106436"/>
                  <a:pt x="1304951" y="107291"/>
                </a:cubicBezTo>
                <a:cubicBezTo>
                  <a:pt x="1301262" y="108144"/>
                  <a:pt x="1298201" y="109405"/>
                  <a:pt x="1295766" y="111074"/>
                </a:cubicBezTo>
                <a:cubicBezTo>
                  <a:pt x="1293332" y="112743"/>
                  <a:pt x="1291543" y="114748"/>
                  <a:pt x="1290400" y="117088"/>
                </a:cubicBezTo>
                <a:cubicBezTo>
                  <a:pt x="1289256" y="119425"/>
                  <a:pt x="1288684" y="122116"/>
                  <a:pt x="1288684" y="125159"/>
                </a:cubicBezTo>
                <a:cubicBezTo>
                  <a:pt x="1288684" y="130355"/>
                  <a:pt x="1290326" y="134493"/>
                  <a:pt x="1293609" y="137573"/>
                </a:cubicBezTo>
                <a:cubicBezTo>
                  <a:pt x="1296891" y="140653"/>
                  <a:pt x="1301484" y="142193"/>
                  <a:pt x="1307385" y="142193"/>
                </a:cubicBezTo>
                <a:cubicBezTo>
                  <a:pt x="1312180" y="142193"/>
                  <a:pt x="1316625" y="140969"/>
                  <a:pt x="1320719" y="138521"/>
                </a:cubicBezTo>
                <a:cubicBezTo>
                  <a:pt x="1324814" y="136070"/>
                  <a:pt x="1329111" y="132322"/>
                  <a:pt x="1333611" y="127275"/>
                </a:cubicBezTo>
                <a:lnTo>
                  <a:pt x="1333611" y="106008"/>
                </a:lnTo>
                <a:close/>
                <a:moveTo>
                  <a:pt x="1403544" y="151485"/>
                </a:moveTo>
                <a:cubicBezTo>
                  <a:pt x="1403544" y="152075"/>
                  <a:pt x="1403397" y="152574"/>
                  <a:pt x="1403102" y="152982"/>
                </a:cubicBezTo>
                <a:cubicBezTo>
                  <a:pt x="1402807" y="153388"/>
                  <a:pt x="1402327" y="153738"/>
                  <a:pt x="1401663" y="154033"/>
                </a:cubicBezTo>
                <a:cubicBezTo>
                  <a:pt x="1400999" y="154328"/>
                  <a:pt x="1400077" y="154550"/>
                  <a:pt x="1398897" y="154697"/>
                </a:cubicBezTo>
                <a:cubicBezTo>
                  <a:pt x="1397716" y="154845"/>
                  <a:pt x="1396204" y="154918"/>
                  <a:pt x="1394360" y="154918"/>
                </a:cubicBezTo>
                <a:cubicBezTo>
                  <a:pt x="1392589" y="154918"/>
                  <a:pt x="1391114" y="154845"/>
                  <a:pt x="1389934" y="154697"/>
                </a:cubicBezTo>
                <a:cubicBezTo>
                  <a:pt x="1388753" y="154550"/>
                  <a:pt x="1387813" y="154328"/>
                  <a:pt x="1387112" y="154033"/>
                </a:cubicBezTo>
                <a:cubicBezTo>
                  <a:pt x="1386411" y="153738"/>
                  <a:pt x="1385932" y="153388"/>
                  <a:pt x="1385673" y="152982"/>
                </a:cubicBezTo>
                <a:cubicBezTo>
                  <a:pt x="1385415" y="152574"/>
                  <a:pt x="1385286" y="152075"/>
                  <a:pt x="1385286" y="151485"/>
                </a:cubicBezTo>
                <a:lnTo>
                  <a:pt x="1385286" y="3544"/>
                </a:lnTo>
                <a:cubicBezTo>
                  <a:pt x="1385286" y="2954"/>
                  <a:pt x="1385415" y="2438"/>
                  <a:pt x="1385673" y="1995"/>
                </a:cubicBezTo>
                <a:cubicBezTo>
                  <a:pt x="1385932" y="1550"/>
                  <a:pt x="1386411" y="1180"/>
                  <a:pt x="1387112" y="885"/>
                </a:cubicBezTo>
                <a:cubicBezTo>
                  <a:pt x="1387813" y="590"/>
                  <a:pt x="1388753" y="369"/>
                  <a:pt x="1389934" y="221"/>
                </a:cubicBezTo>
                <a:cubicBezTo>
                  <a:pt x="1391114" y="74"/>
                  <a:pt x="1392589" y="0"/>
                  <a:pt x="1394360" y="0"/>
                </a:cubicBezTo>
                <a:cubicBezTo>
                  <a:pt x="1396204" y="0"/>
                  <a:pt x="1397716" y="74"/>
                  <a:pt x="1398897" y="221"/>
                </a:cubicBezTo>
                <a:cubicBezTo>
                  <a:pt x="1400077" y="369"/>
                  <a:pt x="1400999" y="590"/>
                  <a:pt x="1401663" y="885"/>
                </a:cubicBezTo>
                <a:cubicBezTo>
                  <a:pt x="1402327" y="1180"/>
                  <a:pt x="1402807" y="1550"/>
                  <a:pt x="1403102" y="1995"/>
                </a:cubicBezTo>
                <a:cubicBezTo>
                  <a:pt x="1403397" y="2438"/>
                  <a:pt x="1403544" y="2954"/>
                  <a:pt x="1403544" y="3544"/>
                </a:cubicBezTo>
                <a:lnTo>
                  <a:pt x="1403544" y="151485"/>
                </a:lnTo>
                <a:close/>
                <a:moveTo>
                  <a:pt x="1482779" y="154254"/>
                </a:moveTo>
                <a:lnTo>
                  <a:pt x="1469500" y="190882"/>
                </a:lnTo>
                <a:cubicBezTo>
                  <a:pt x="1469057" y="192062"/>
                  <a:pt x="1467932" y="192966"/>
                  <a:pt x="1466125" y="193593"/>
                </a:cubicBezTo>
                <a:cubicBezTo>
                  <a:pt x="1464318" y="194220"/>
                  <a:pt x="1461570" y="194533"/>
                  <a:pt x="1457881" y="194533"/>
                </a:cubicBezTo>
                <a:cubicBezTo>
                  <a:pt x="1455963" y="194533"/>
                  <a:pt x="1454414" y="194441"/>
                  <a:pt x="1453233" y="194257"/>
                </a:cubicBezTo>
                <a:cubicBezTo>
                  <a:pt x="1452053" y="194072"/>
                  <a:pt x="1451149" y="193759"/>
                  <a:pt x="1450522" y="193316"/>
                </a:cubicBezTo>
                <a:cubicBezTo>
                  <a:pt x="1449895" y="192873"/>
                  <a:pt x="1449545" y="192283"/>
                  <a:pt x="1449471" y="191546"/>
                </a:cubicBezTo>
                <a:cubicBezTo>
                  <a:pt x="1449397" y="190808"/>
                  <a:pt x="1449582" y="189923"/>
                  <a:pt x="1450024" y="188890"/>
                </a:cubicBezTo>
                <a:lnTo>
                  <a:pt x="1463746" y="154254"/>
                </a:lnTo>
                <a:cubicBezTo>
                  <a:pt x="1463082" y="153959"/>
                  <a:pt x="1462455" y="153480"/>
                  <a:pt x="1461865" y="152816"/>
                </a:cubicBezTo>
                <a:cubicBezTo>
                  <a:pt x="1461274" y="152152"/>
                  <a:pt x="1460869" y="151451"/>
                  <a:pt x="1460647" y="150713"/>
                </a:cubicBezTo>
                <a:lnTo>
                  <a:pt x="1425127" y="55549"/>
                </a:lnTo>
                <a:cubicBezTo>
                  <a:pt x="1424537" y="54000"/>
                  <a:pt x="1424242" y="52783"/>
                  <a:pt x="1424242" y="51898"/>
                </a:cubicBezTo>
                <a:cubicBezTo>
                  <a:pt x="1424242" y="51012"/>
                  <a:pt x="1424537" y="50312"/>
                  <a:pt x="1425127" y="49795"/>
                </a:cubicBezTo>
                <a:cubicBezTo>
                  <a:pt x="1425717" y="49279"/>
                  <a:pt x="1426676" y="48928"/>
                  <a:pt x="1428004" y="48744"/>
                </a:cubicBezTo>
                <a:cubicBezTo>
                  <a:pt x="1429332" y="48560"/>
                  <a:pt x="1431102" y="48467"/>
                  <a:pt x="1433315" y="48467"/>
                </a:cubicBezTo>
                <a:cubicBezTo>
                  <a:pt x="1435529" y="48467"/>
                  <a:pt x="1437262" y="48523"/>
                  <a:pt x="1438516" y="48633"/>
                </a:cubicBezTo>
                <a:cubicBezTo>
                  <a:pt x="1439770" y="48744"/>
                  <a:pt x="1440766" y="48947"/>
                  <a:pt x="1441504" y="49242"/>
                </a:cubicBezTo>
                <a:cubicBezTo>
                  <a:pt x="1442242" y="49537"/>
                  <a:pt x="1442776" y="49961"/>
                  <a:pt x="1443108" y="50514"/>
                </a:cubicBezTo>
                <a:cubicBezTo>
                  <a:pt x="1443440" y="51068"/>
                  <a:pt x="1443791" y="51824"/>
                  <a:pt x="1444160" y="52783"/>
                </a:cubicBezTo>
                <a:lnTo>
                  <a:pt x="1472598" y="132677"/>
                </a:lnTo>
                <a:lnTo>
                  <a:pt x="1472930" y="132677"/>
                </a:lnTo>
                <a:lnTo>
                  <a:pt x="1500373" y="52340"/>
                </a:lnTo>
                <a:cubicBezTo>
                  <a:pt x="1500816" y="50939"/>
                  <a:pt x="1501350" y="50035"/>
                  <a:pt x="1501977" y="49629"/>
                </a:cubicBezTo>
                <a:cubicBezTo>
                  <a:pt x="1502605" y="49223"/>
                  <a:pt x="1503545" y="48928"/>
                  <a:pt x="1504799" y="48744"/>
                </a:cubicBezTo>
                <a:cubicBezTo>
                  <a:pt x="1506053" y="48560"/>
                  <a:pt x="1507861" y="48467"/>
                  <a:pt x="1510221" y="48467"/>
                </a:cubicBezTo>
                <a:cubicBezTo>
                  <a:pt x="1512287" y="48467"/>
                  <a:pt x="1513984" y="48560"/>
                  <a:pt x="1515311" y="48744"/>
                </a:cubicBezTo>
                <a:cubicBezTo>
                  <a:pt x="1516639" y="48928"/>
                  <a:pt x="1517617" y="49279"/>
                  <a:pt x="1518244" y="49795"/>
                </a:cubicBezTo>
                <a:cubicBezTo>
                  <a:pt x="1518871" y="50312"/>
                  <a:pt x="1519184" y="51012"/>
                  <a:pt x="1519184" y="51898"/>
                </a:cubicBezTo>
                <a:cubicBezTo>
                  <a:pt x="1519184" y="52783"/>
                  <a:pt x="1518963" y="53889"/>
                  <a:pt x="1518521" y="55217"/>
                </a:cubicBezTo>
                <a:lnTo>
                  <a:pt x="1482779" y="154254"/>
                </a:lnTo>
                <a:close/>
                <a:moveTo>
                  <a:pt x="1600324" y="124457"/>
                </a:moveTo>
                <a:cubicBezTo>
                  <a:pt x="1600324" y="129552"/>
                  <a:pt x="1599384" y="134093"/>
                  <a:pt x="1597503" y="138081"/>
                </a:cubicBezTo>
                <a:cubicBezTo>
                  <a:pt x="1595621" y="142067"/>
                  <a:pt x="1592947" y="145427"/>
                  <a:pt x="1589480" y="148161"/>
                </a:cubicBezTo>
                <a:cubicBezTo>
                  <a:pt x="1586013" y="150893"/>
                  <a:pt x="1581882" y="152960"/>
                  <a:pt x="1577087" y="154362"/>
                </a:cubicBezTo>
                <a:cubicBezTo>
                  <a:pt x="1572291" y="155766"/>
                  <a:pt x="1567017" y="156468"/>
                  <a:pt x="1561263" y="156468"/>
                </a:cubicBezTo>
                <a:cubicBezTo>
                  <a:pt x="1557722" y="156468"/>
                  <a:pt x="1554347" y="156191"/>
                  <a:pt x="1551138" y="155638"/>
                </a:cubicBezTo>
                <a:cubicBezTo>
                  <a:pt x="1547929" y="155084"/>
                  <a:pt x="1545052" y="154384"/>
                  <a:pt x="1542507" y="153535"/>
                </a:cubicBezTo>
                <a:cubicBezTo>
                  <a:pt x="1539961" y="152687"/>
                  <a:pt x="1537804" y="151802"/>
                  <a:pt x="1536033" y="150879"/>
                </a:cubicBezTo>
                <a:cubicBezTo>
                  <a:pt x="1534263" y="149957"/>
                  <a:pt x="1532972" y="149127"/>
                  <a:pt x="1532160" y="148390"/>
                </a:cubicBezTo>
                <a:cubicBezTo>
                  <a:pt x="1531349" y="147652"/>
                  <a:pt x="1530759" y="146619"/>
                  <a:pt x="1530390" y="145291"/>
                </a:cubicBezTo>
                <a:cubicBezTo>
                  <a:pt x="1530021" y="143963"/>
                  <a:pt x="1529836" y="142156"/>
                  <a:pt x="1529836" y="139869"/>
                </a:cubicBezTo>
                <a:cubicBezTo>
                  <a:pt x="1529836" y="138468"/>
                  <a:pt x="1529910" y="137287"/>
                  <a:pt x="1530058" y="136328"/>
                </a:cubicBezTo>
                <a:cubicBezTo>
                  <a:pt x="1530205" y="135369"/>
                  <a:pt x="1530390" y="134595"/>
                  <a:pt x="1530611" y="134004"/>
                </a:cubicBezTo>
                <a:cubicBezTo>
                  <a:pt x="1530832" y="133414"/>
                  <a:pt x="1531146" y="132990"/>
                  <a:pt x="1531552" y="132732"/>
                </a:cubicBezTo>
                <a:cubicBezTo>
                  <a:pt x="1531957" y="132474"/>
                  <a:pt x="1532418" y="132345"/>
                  <a:pt x="1532935" y="132345"/>
                </a:cubicBezTo>
                <a:cubicBezTo>
                  <a:pt x="1533746" y="132345"/>
                  <a:pt x="1534945" y="132843"/>
                  <a:pt x="1536531" y="133838"/>
                </a:cubicBezTo>
                <a:cubicBezTo>
                  <a:pt x="1538117" y="134834"/>
                  <a:pt x="1540072" y="135922"/>
                  <a:pt x="1542396" y="137103"/>
                </a:cubicBezTo>
                <a:cubicBezTo>
                  <a:pt x="1544720" y="138283"/>
                  <a:pt x="1547468" y="139371"/>
                  <a:pt x="1550640" y="140367"/>
                </a:cubicBezTo>
                <a:cubicBezTo>
                  <a:pt x="1553812" y="141363"/>
                  <a:pt x="1557464" y="141861"/>
                  <a:pt x="1561595" y="141861"/>
                </a:cubicBezTo>
                <a:cubicBezTo>
                  <a:pt x="1564693" y="141861"/>
                  <a:pt x="1567496" y="141529"/>
                  <a:pt x="1570005" y="140865"/>
                </a:cubicBezTo>
                <a:cubicBezTo>
                  <a:pt x="1572513" y="140199"/>
                  <a:pt x="1574689" y="139219"/>
                  <a:pt x="1576533" y="137926"/>
                </a:cubicBezTo>
                <a:cubicBezTo>
                  <a:pt x="1578378" y="136632"/>
                  <a:pt x="1579798" y="134988"/>
                  <a:pt x="1580794" y="132991"/>
                </a:cubicBezTo>
                <a:cubicBezTo>
                  <a:pt x="1581789" y="130995"/>
                  <a:pt x="1582287" y="128630"/>
                  <a:pt x="1582287" y="125895"/>
                </a:cubicBezTo>
                <a:cubicBezTo>
                  <a:pt x="1582287" y="123090"/>
                  <a:pt x="1581568" y="120727"/>
                  <a:pt x="1580130" y="118807"/>
                </a:cubicBezTo>
                <a:cubicBezTo>
                  <a:pt x="1578691" y="116886"/>
                  <a:pt x="1576791" y="115188"/>
                  <a:pt x="1574431" y="113713"/>
                </a:cubicBezTo>
                <a:cubicBezTo>
                  <a:pt x="1572070" y="112235"/>
                  <a:pt x="1569414" y="110925"/>
                  <a:pt x="1566464" y="109781"/>
                </a:cubicBezTo>
                <a:cubicBezTo>
                  <a:pt x="1563513" y="108635"/>
                  <a:pt x="1560470" y="107435"/>
                  <a:pt x="1557334" y="106181"/>
                </a:cubicBezTo>
                <a:cubicBezTo>
                  <a:pt x="1554199" y="104925"/>
                  <a:pt x="1551138" y="103503"/>
                  <a:pt x="1548150" y="101914"/>
                </a:cubicBezTo>
                <a:cubicBezTo>
                  <a:pt x="1545162" y="100326"/>
                  <a:pt x="1542488" y="98387"/>
                  <a:pt x="1540127" y="96098"/>
                </a:cubicBezTo>
                <a:cubicBezTo>
                  <a:pt x="1537767" y="93809"/>
                  <a:pt x="1535867" y="91077"/>
                  <a:pt x="1534429" y="87902"/>
                </a:cubicBezTo>
                <a:cubicBezTo>
                  <a:pt x="1532990" y="84728"/>
                  <a:pt x="1532271" y="80925"/>
                  <a:pt x="1532271" y="76494"/>
                </a:cubicBezTo>
                <a:cubicBezTo>
                  <a:pt x="1532271" y="72580"/>
                  <a:pt x="1533027" y="68833"/>
                  <a:pt x="1534539" y="65252"/>
                </a:cubicBezTo>
                <a:cubicBezTo>
                  <a:pt x="1536052" y="61670"/>
                  <a:pt x="1538320" y="58531"/>
                  <a:pt x="1541345" y="55836"/>
                </a:cubicBezTo>
                <a:cubicBezTo>
                  <a:pt x="1544369" y="53139"/>
                  <a:pt x="1548150" y="50979"/>
                  <a:pt x="1552687" y="49356"/>
                </a:cubicBezTo>
                <a:cubicBezTo>
                  <a:pt x="1557224" y="47731"/>
                  <a:pt x="1562517" y="46918"/>
                  <a:pt x="1568566" y="46918"/>
                </a:cubicBezTo>
                <a:cubicBezTo>
                  <a:pt x="1571222" y="46918"/>
                  <a:pt x="1573878" y="47143"/>
                  <a:pt x="1576533" y="47592"/>
                </a:cubicBezTo>
                <a:cubicBezTo>
                  <a:pt x="1579189" y="48042"/>
                  <a:pt x="1581587" y="48603"/>
                  <a:pt x="1583726" y="49276"/>
                </a:cubicBezTo>
                <a:cubicBezTo>
                  <a:pt x="1585865" y="49950"/>
                  <a:pt x="1587691" y="50679"/>
                  <a:pt x="1589203" y="51465"/>
                </a:cubicBezTo>
                <a:cubicBezTo>
                  <a:pt x="1590716" y="52252"/>
                  <a:pt x="1591859" y="52944"/>
                  <a:pt x="1592634" y="53544"/>
                </a:cubicBezTo>
                <a:cubicBezTo>
                  <a:pt x="1593408" y="54143"/>
                  <a:pt x="1593925" y="54664"/>
                  <a:pt x="1594183" y="55107"/>
                </a:cubicBezTo>
                <a:cubicBezTo>
                  <a:pt x="1594441" y="55549"/>
                  <a:pt x="1594626" y="56047"/>
                  <a:pt x="1594736" y="56601"/>
                </a:cubicBezTo>
                <a:cubicBezTo>
                  <a:pt x="1594847" y="57154"/>
                  <a:pt x="1594957" y="57836"/>
                  <a:pt x="1595068" y="58648"/>
                </a:cubicBezTo>
                <a:cubicBezTo>
                  <a:pt x="1595179" y="59459"/>
                  <a:pt x="1595234" y="60455"/>
                  <a:pt x="1595234" y="61635"/>
                </a:cubicBezTo>
                <a:cubicBezTo>
                  <a:pt x="1595234" y="62889"/>
                  <a:pt x="1595179" y="63978"/>
                  <a:pt x="1595068" y="64900"/>
                </a:cubicBezTo>
                <a:cubicBezTo>
                  <a:pt x="1594957" y="65822"/>
                  <a:pt x="1594773" y="66578"/>
                  <a:pt x="1594515" y="67168"/>
                </a:cubicBezTo>
                <a:cubicBezTo>
                  <a:pt x="1594257" y="67758"/>
                  <a:pt x="1593943" y="68183"/>
                  <a:pt x="1593574" y="68441"/>
                </a:cubicBezTo>
                <a:cubicBezTo>
                  <a:pt x="1593205" y="68699"/>
                  <a:pt x="1592800" y="68828"/>
                  <a:pt x="1592357" y="68828"/>
                </a:cubicBezTo>
                <a:cubicBezTo>
                  <a:pt x="1591693" y="68828"/>
                  <a:pt x="1590734" y="68417"/>
                  <a:pt x="1589480" y="67594"/>
                </a:cubicBezTo>
                <a:cubicBezTo>
                  <a:pt x="1588226" y="66771"/>
                  <a:pt x="1586603" y="65891"/>
                  <a:pt x="1584611" y="64955"/>
                </a:cubicBezTo>
                <a:cubicBezTo>
                  <a:pt x="1582619" y="64019"/>
                  <a:pt x="1580277" y="63140"/>
                  <a:pt x="1577584" y="62317"/>
                </a:cubicBezTo>
                <a:cubicBezTo>
                  <a:pt x="1574892" y="61494"/>
                  <a:pt x="1571812" y="61082"/>
                  <a:pt x="1568345" y="61082"/>
                </a:cubicBezTo>
                <a:cubicBezTo>
                  <a:pt x="1565246" y="61082"/>
                  <a:pt x="1562517" y="61434"/>
                  <a:pt x="1560156" y="62137"/>
                </a:cubicBezTo>
                <a:cubicBezTo>
                  <a:pt x="1557796" y="62838"/>
                  <a:pt x="1555859" y="63835"/>
                  <a:pt x="1554347" y="65128"/>
                </a:cubicBezTo>
                <a:cubicBezTo>
                  <a:pt x="1552834" y="66421"/>
                  <a:pt x="1551691" y="67955"/>
                  <a:pt x="1550916" y="69731"/>
                </a:cubicBezTo>
                <a:cubicBezTo>
                  <a:pt x="1550142" y="71503"/>
                  <a:pt x="1549755" y="73425"/>
                  <a:pt x="1549755" y="75495"/>
                </a:cubicBezTo>
                <a:cubicBezTo>
                  <a:pt x="1549755" y="78374"/>
                  <a:pt x="1550492" y="80793"/>
                  <a:pt x="1551968" y="82750"/>
                </a:cubicBezTo>
                <a:cubicBezTo>
                  <a:pt x="1553443" y="84707"/>
                  <a:pt x="1555361" y="86425"/>
                  <a:pt x="1557722" y="87902"/>
                </a:cubicBezTo>
                <a:cubicBezTo>
                  <a:pt x="1560082" y="89378"/>
                  <a:pt x="1562775" y="90707"/>
                  <a:pt x="1565800" y="91889"/>
                </a:cubicBezTo>
                <a:cubicBezTo>
                  <a:pt x="1568824" y="93070"/>
                  <a:pt x="1571904" y="94288"/>
                  <a:pt x="1575039" y="95545"/>
                </a:cubicBezTo>
                <a:cubicBezTo>
                  <a:pt x="1578175" y="96799"/>
                  <a:pt x="1581273" y="98201"/>
                  <a:pt x="1584335" y="99753"/>
                </a:cubicBezTo>
                <a:cubicBezTo>
                  <a:pt x="1587396" y="101304"/>
                  <a:pt x="1590107" y="103188"/>
                  <a:pt x="1592468" y="105403"/>
                </a:cubicBezTo>
                <a:cubicBezTo>
                  <a:pt x="1594828" y="107619"/>
                  <a:pt x="1596728" y="110278"/>
                  <a:pt x="1598167" y="113381"/>
                </a:cubicBezTo>
                <a:cubicBezTo>
                  <a:pt x="1599605" y="116482"/>
                  <a:pt x="1600324" y="120174"/>
                  <a:pt x="1600324" y="124457"/>
                </a:cubicBezTo>
                <a:close/>
                <a:moveTo>
                  <a:pt x="1644672" y="151488"/>
                </a:moveTo>
                <a:cubicBezTo>
                  <a:pt x="1644672" y="152078"/>
                  <a:pt x="1644524" y="152576"/>
                  <a:pt x="1644229" y="152982"/>
                </a:cubicBezTo>
                <a:cubicBezTo>
                  <a:pt x="1643934" y="153388"/>
                  <a:pt x="1643454" y="153738"/>
                  <a:pt x="1642790" y="154033"/>
                </a:cubicBezTo>
                <a:cubicBezTo>
                  <a:pt x="1642126" y="154328"/>
                  <a:pt x="1641204" y="154550"/>
                  <a:pt x="1640024" y="154697"/>
                </a:cubicBezTo>
                <a:cubicBezTo>
                  <a:pt x="1638844" y="154845"/>
                  <a:pt x="1637331" y="154918"/>
                  <a:pt x="1635487" y="154918"/>
                </a:cubicBezTo>
                <a:cubicBezTo>
                  <a:pt x="1633717" y="154918"/>
                  <a:pt x="1632241" y="154845"/>
                  <a:pt x="1631061" y="154697"/>
                </a:cubicBezTo>
                <a:cubicBezTo>
                  <a:pt x="1629881" y="154550"/>
                  <a:pt x="1628940" y="154328"/>
                  <a:pt x="1628239" y="154033"/>
                </a:cubicBezTo>
                <a:cubicBezTo>
                  <a:pt x="1627538" y="153738"/>
                  <a:pt x="1627059" y="153388"/>
                  <a:pt x="1626801" y="152982"/>
                </a:cubicBezTo>
                <a:cubicBezTo>
                  <a:pt x="1626542" y="152576"/>
                  <a:pt x="1626413" y="152078"/>
                  <a:pt x="1626413" y="151488"/>
                </a:cubicBezTo>
                <a:lnTo>
                  <a:pt x="1626413" y="51898"/>
                </a:lnTo>
                <a:cubicBezTo>
                  <a:pt x="1626413" y="51381"/>
                  <a:pt x="1626542" y="50902"/>
                  <a:pt x="1626801" y="50459"/>
                </a:cubicBezTo>
                <a:cubicBezTo>
                  <a:pt x="1627059" y="50017"/>
                  <a:pt x="1627538" y="49648"/>
                  <a:pt x="1628239" y="49353"/>
                </a:cubicBezTo>
                <a:cubicBezTo>
                  <a:pt x="1628940" y="49057"/>
                  <a:pt x="1629881" y="48836"/>
                  <a:pt x="1631061" y="48689"/>
                </a:cubicBezTo>
                <a:cubicBezTo>
                  <a:pt x="1632241" y="48541"/>
                  <a:pt x="1633717" y="48467"/>
                  <a:pt x="1635487" y="48467"/>
                </a:cubicBezTo>
                <a:cubicBezTo>
                  <a:pt x="1637331" y="48467"/>
                  <a:pt x="1638844" y="48541"/>
                  <a:pt x="1640024" y="48689"/>
                </a:cubicBezTo>
                <a:cubicBezTo>
                  <a:pt x="1641204" y="48836"/>
                  <a:pt x="1642126" y="49057"/>
                  <a:pt x="1642790" y="49353"/>
                </a:cubicBezTo>
                <a:cubicBezTo>
                  <a:pt x="1643454" y="49648"/>
                  <a:pt x="1643934" y="50017"/>
                  <a:pt x="1644229" y="50459"/>
                </a:cubicBezTo>
                <a:cubicBezTo>
                  <a:pt x="1644524" y="50902"/>
                  <a:pt x="1644672" y="51381"/>
                  <a:pt x="1644672" y="51898"/>
                </a:cubicBezTo>
                <a:lnTo>
                  <a:pt x="1644672" y="151488"/>
                </a:lnTo>
                <a:moveTo>
                  <a:pt x="1646774" y="18148"/>
                </a:moveTo>
                <a:cubicBezTo>
                  <a:pt x="1646774" y="22426"/>
                  <a:pt x="1645963" y="25340"/>
                  <a:pt x="1644340" y="26889"/>
                </a:cubicBezTo>
                <a:cubicBezTo>
                  <a:pt x="1642717" y="28439"/>
                  <a:pt x="1639729" y="29213"/>
                  <a:pt x="1635376" y="29213"/>
                </a:cubicBezTo>
                <a:cubicBezTo>
                  <a:pt x="1631098" y="29213"/>
                  <a:pt x="1628165" y="28457"/>
                  <a:pt x="1626579" y="26945"/>
                </a:cubicBezTo>
                <a:cubicBezTo>
                  <a:pt x="1624993" y="25432"/>
                  <a:pt x="1624200" y="22574"/>
                  <a:pt x="1624200" y="18369"/>
                </a:cubicBezTo>
                <a:cubicBezTo>
                  <a:pt x="1624200" y="14090"/>
                  <a:pt x="1625012" y="11176"/>
                  <a:pt x="1626635" y="9627"/>
                </a:cubicBezTo>
                <a:cubicBezTo>
                  <a:pt x="1628258" y="8078"/>
                  <a:pt x="1631245" y="7303"/>
                  <a:pt x="1635598" y="7303"/>
                </a:cubicBezTo>
                <a:cubicBezTo>
                  <a:pt x="1639876" y="7303"/>
                  <a:pt x="1642809" y="8059"/>
                  <a:pt x="1644395" y="9572"/>
                </a:cubicBezTo>
                <a:cubicBezTo>
                  <a:pt x="1645981" y="11084"/>
                  <a:pt x="1646774" y="13943"/>
                  <a:pt x="1646774" y="18148"/>
                </a:cubicBezTo>
                <a:close/>
                <a:moveTo>
                  <a:pt x="1740151" y="124457"/>
                </a:moveTo>
                <a:cubicBezTo>
                  <a:pt x="1740151" y="129552"/>
                  <a:pt x="1739210" y="134093"/>
                  <a:pt x="1737329" y="138081"/>
                </a:cubicBezTo>
                <a:cubicBezTo>
                  <a:pt x="1735448" y="142067"/>
                  <a:pt x="1732774" y="145427"/>
                  <a:pt x="1729306" y="148161"/>
                </a:cubicBezTo>
                <a:cubicBezTo>
                  <a:pt x="1725839" y="150893"/>
                  <a:pt x="1721708" y="152960"/>
                  <a:pt x="1716913" y="154362"/>
                </a:cubicBezTo>
                <a:cubicBezTo>
                  <a:pt x="1712118" y="155766"/>
                  <a:pt x="1706843" y="156468"/>
                  <a:pt x="1701089" y="156468"/>
                </a:cubicBezTo>
                <a:cubicBezTo>
                  <a:pt x="1697548" y="156468"/>
                  <a:pt x="1694173" y="156191"/>
                  <a:pt x="1690964" y="155638"/>
                </a:cubicBezTo>
                <a:cubicBezTo>
                  <a:pt x="1687755" y="155084"/>
                  <a:pt x="1684878" y="154384"/>
                  <a:pt x="1682333" y="153535"/>
                </a:cubicBezTo>
                <a:cubicBezTo>
                  <a:pt x="1679788" y="152687"/>
                  <a:pt x="1677630" y="151802"/>
                  <a:pt x="1675859" y="150879"/>
                </a:cubicBezTo>
                <a:cubicBezTo>
                  <a:pt x="1674089" y="149957"/>
                  <a:pt x="1672798" y="149127"/>
                  <a:pt x="1671987" y="148390"/>
                </a:cubicBezTo>
                <a:cubicBezTo>
                  <a:pt x="1671175" y="147652"/>
                  <a:pt x="1670585" y="146619"/>
                  <a:pt x="1670216" y="145291"/>
                </a:cubicBezTo>
                <a:cubicBezTo>
                  <a:pt x="1669847" y="143963"/>
                  <a:pt x="1669663" y="142156"/>
                  <a:pt x="1669663" y="139869"/>
                </a:cubicBezTo>
                <a:cubicBezTo>
                  <a:pt x="1669663" y="138468"/>
                  <a:pt x="1669737" y="137287"/>
                  <a:pt x="1669884" y="136328"/>
                </a:cubicBezTo>
                <a:cubicBezTo>
                  <a:pt x="1670032" y="135369"/>
                  <a:pt x="1670216" y="134595"/>
                  <a:pt x="1670437" y="134004"/>
                </a:cubicBezTo>
                <a:cubicBezTo>
                  <a:pt x="1670659" y="133414"/>
                  <a:pt x="1670972" y="132990"/>
                  <a:pt x="1671378" y="132732"/>
                </a:cubicBezTo>
                <a:cubicBezTo>
                  <a:pt x="1671784" y="132474"/>
                  <a:pt x="1672245" y="132345"/>
                  <a:pt x="1672761" y="132345"/>
                </a:cubicBezTo>
                <a:cubicBezTo>
                  <a:pt x="1673573" y="132345"/>
                  <a:pt x="1674771" y="132843"/>
                  <a:pt x="1676357" y="133838"/>
                </a:cubicBezTo>
                <a:cubicBezTo>
                  <a:pt x="1677944" y="134834"/>
                  <a:pt x="1679898" y="135922"/>
                  <a:pt x="1682222" y="137103"/>
                </a:cubicBezTo>
                <a:cubicBezTo>
                  <a:pt x="1684546" y="138283"/>
                  <a:pt x="1687294" y="139371"/>
                  <a:pt x="1690466" y="140367"/>
                </a:cubicBezTo>
                <a:cubicBezTo>
                  <a:pt x="1693638" y="141363"/>
                  <a:pt x="1697290" y="141861"/>
                  <a:pt x="1701421" y="141861"/>
                </a:cubicBezTo>
                <a:cubicBezTo>
                  <a:pt x="1704519" y="141861"/>
                  <a:pt x="1707323" y="141529"/>
                  <a:pt x="1709831" y="140865"/>
                </a:cubicBezTo>
                <a:cubicBezTo>
                  <a:pt x="1712339" y="140199"/>
                  <a:pt x="1714515" y="139219"/>
                  <a:pt x="1716360" y="137926"/>
                </a:cubicBezTo>
                <a:cubicBezTo>
                  <a:pt x="1718204" y="136632"/>
                  <a:pt x="1719624" y="134988"/>
                  <a:pt x="1720620" y="132991"/>
                </a:cubicBezTo>
                <a:cubicBezTo>
                  <a:pt x="1721616" y="130995"/>
                  <a:pt x="1722114" y="128630"/>
                  <a:pt x="1722114" y="125895"/>
                </a:cubicBezTo>
                <a:cubicBezTo>
                  <a:pt x="1722114" y="123090"/>
                  <a:pt x="1721394" y="120727"/>
                  <a:pt x="1719956" y="118807"/>
                </a:cubicBezTo>
                <a:cubicBezTo>
                  <a:pt x="1718517" y="116886"/>
                  <a:pt x="1716618" y="115188"/>
                  <a:pt x="1714257" y="113713"/>
                </a:cubicBezTo>
                <a:cubicBezTo>
                  <a:pt x="1711896" y="112235"/>
                  <a:pt x="1709241" y="110925"/>
                  <a:pt x="1706290" y="109781"/>
                </a:cubicBezTo>
                <a:cubicBezTo>
                  <a:pt x="1703339" y="108635"/>
                  <a:pt x="1700296" y="107435"/>
                  <a:pt x="1697161" y="106181"/>
                </a:cubicBezTo>
                <a:cubicBezTo>
                  <a:pt x="1694026" y="104925"/>
                  <a:pt x="1690964" y="103503"/>
                  <a:pt x="1687976" y="101914"/>
                </a:cubicBezTo>
                <a:cubicBezTo>
                  <a:pt x="1684989" y="100326"/>
                  <a:pt x="1682314" y="98387"/>
                  <a:pt x="1679954" y="96098"/>
                </a:cubicBezTo>
                <a:cubicBezTo>
                  <a:pt x="1677593" y="93809"/>
                  <a:pt x="1675694" y="91077"/>
                  <a:pt x="1674255" y="87902"/>
                </a:cubicBezTo>
                <a:cubicBezTo>
                  <a:pt x="1672816" y="84728"/>
                  <a:pt x="1672097" y="80925"/>
                  <a:pt x="1672097" y="76494"/>
                </a:cubicBezTo>
                <a:cubicBezTo>
                  <a:pt x="1672097" y="72580"/>
                  <a:pt x="1672853" y="68833"/>
                  <a:pt x="1674366" y="65252"/>
                </a:cubicBezTo>
                <a:cubicBezTo>
                  <a:pt x="1675878" y="61670"/>
                  <a:pt x="1678146" y="58531"/>
                  <a:pt x="1681171" y="55836"/>
                </a:cubicBezTo>
                <a:cubicBezTo>
                  <a:pt x="1684196" y="53139"/>
                  <a:pt x="1687976" y="50979"/>
                  <a:pt x="1692513" y="49356"/>
                </a:cubicBezTo>
                <a:cubicBezTo>
                  <a:pt x="1697050" y="47731"/>
                  <a:pt x="1702343" y="46918"/>
                  <a:pt x="1708392" y="46918"/>
                </a:cubicBezTo>
                <a:cubicBezTo>
                  <a:pt x="1711048" y="46918"/>
                  <a:pt x="1713704" y="47143"/>
                  <a:pt x="1716360" y="47592"/>
                </a:cubicBezTo>
                <a:cubicBezTo>
                  <a:pt x="1719015" y="48042"/>
                  <a:pt x="1721413" y="48603"/>
                  <a:pt x="1723552" y="49276"/>
                </a:cubicBezTo>
                <a:cubicBezTo>
                  <a:pt x="1725692" y="49950"/>
                  <a:pt x="1727517" y="50679"/>
                  <a:pt x="1729030" y="51465"/>
                </a:cubicBezTo>
                <a:cubicBezTo>
                  <a:pt x="1730542" y="52252"/>
                  <a:pt x="1731685" y="52944"/>
                  <a:pt x="1732460" y="53544"/>
                </a:cubicBezTo>
                <a:cubicBezTo>
                  <a:pt x="1733235" y="54143"/>
                  <a:pt x="1733751" y="54664"/>
                  <a:pt x="1734009" y="55107"/>
                </a:cubicBezTo>
                <a:cubicBezTo>
                  <a:pt x="1734267" y="55549"/>
                  <a:pt x="1734452" y="56047"/>
                  <a:pt x="1734562" y="56601"/>
                </a:cubicBezTo>
                <a:cubicBezTo>
                  <a:pt x="1734673" y="57154"/>
                  <a:pt x="1734784" y="57836"/>
                  <a:pt x="1734894" y="58648"/>
                </a:cubicBezTo>
                <a:cubicBezTo>
                  <a:pt x="1735005" y="59459"/>
                  <a:pt x="1735060" y="60455"/>
                  <a:pt x="1735060" y="61635"/>
                </a:cubicBezTo>
                <a:cubicBezTo>
                  <a:pt x="1735060" y="62889"/>
                  <a:pt x="1735005" y="63978"/>
                  <a:pt x="1734894" y="64900"/>
                </a:cubicBezTo>
                <a:cubicBezTo>
                  <a:pt x="1734784" y="65822"/>
                  <a:pt x="1734599" y="66578"/>
                  <a:pt x="1734341" y="67168"/>
                </a:cubicBezTo>
                <a:cubicBezTo>
                  <a:pt x="1734083" y="67758"/>
                  <a:pt x="1733769" y="68183"/>
                  <a:pt x="1733401" y="68441"/>
                </a:cubicBezTo>
                <a:cubicBezTo>
                  <a:pt x="1733032" y="68699"/>
                  <a:pt x="1732626" y="68828"/>
                  <a:pt x="1732183" y="68828"/>
                </a:cubicBezTo>
                <a:cubicBezTo>
                  <a:pt x="1731519" y="68828"/>
                  <a:pt x="1730560" y="68417"/>
                  <a:pt x="1729306" y="67594"/>
                </a:cubicBezTo>
                <a:cubicBezTo>
                  <a:pt x="1728052" y="66771"/>
                  <a:pt x="1726429" y="65891"/>
                  <a:pt x="1724437" y="64955"/>
                </a:cubicBezTo>
                <a:cubicBezTo>
                  <a:pt x="1722446" y="64019"/>
                  <a:pt x="1720103" y="63140"/>
                  <a:pt x="1717411" y="62317"/>
                </a:cubicBezTo>
                <a:cubicBezTo>
                  <a:pt x="1714718" y="61494"/>
                  <a:pt x="1711638" y="61082"/>
                  <a:pt x="1708171" y="61082"/>
                </a:cubicBezTo>
                <a:cubicBezTo>
                  <a:pt x="1705073" y="61082"/>
                  <a:pt x="1702343" y="61434"/>
                  <a:pt x="1699983" y="62137"/>
                </a:cubicBezTo>
                <a:cubicBezTo>
                  <a:pt x="1697622" y="62838"/>
                  <a:pt x="1695685" y="63835"/>
                  <a:pt x="1694173" y="65128"/>
                </a:cubicBezTo>
                <a:cubicBezTo>
                  <a:pt x="1692661" y="66421"/>
                  <a:pt x="1691517" y="67955"/>
                  <a:pt x="1690743" y="69731"/>
                </a:cubicBezTo>
                <a:cubicBezTo>
                  <a:pt x="1689968" y="71503"/>
                  <a:pt x="1689581" y="73425"/>
                  <a:pt x="1689581" y="75495"/>
                </a:cubicBezTo>
                <a:cubicBezTo>
                  <a:pt x="1689581" y="78374"/>
                  <a:pt x="1690319" y="80793"/>
                  <a:pt x="1691794" y="82750"/>
                </a:cubicBezTo>
                <a:cubicBezTo>
                  <a:pt x="1693269" y="84707"/>
                  <a:pt x="1695187" y="86425"/>
                  <a:pt x="1697548" y="87902"/>
                </a:cubicBezTo>
                <a:cubicBezTo>
                  <a:pt x="1699909" y="89378"/>
                  <a:pt x="1702601" y="90707"/>
                  <a:pt x="1705626" y="91889"/>
                </a:cubicBezTo>
                <a:cubicBezTo>
                  <a:pt x="1708651" y="93070"/>
                  <a:pt x="1711730" y="94288"/>
                  <a:pt x="1714866" y="95545"/>
                </a:cubicBezTo>
                <a:cubicBezTo>
                  <a:pt x="1718001" y="96799"/>
                  <a:pt x="1721099" y="98201"/>
                  <a:pt x="1724161" y="99753"/>
                </a:cubicBezTo>
                <a:cubicBezTo>
                  <a:pt x="1727222" y="101304"/>
                  <a:pt x="1729933" y="103188"/>
                  <a:pt x="1732294" y="105403"/>
                </a:cubicBezTo>
                <a:cubicBezTo>
                  <a:pt x="1734655" y="107619"/>
                  <a:pt x="1736554" y="110278"/>
                  <a:pt x="1737993" y="113381"/>
                </a:cubicBezTo>
                <a:cubicBezTo>
                  <a:pt x="1739431" y="116482"/>
                  <a:pt x="1740151" y="120174"/>
                  <a:pt x="1740151" y="1244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31F13-6E55-44AB-BCF2-E58C2498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069" y="5009439"/>
            <a:ext cx="1359741" cy="385396"/>
          </a:xfrm>
          <a:custGeom xmlns:a="http://schemas.openxmlformats.org/drawingml/2006/main">
            <a:pathLst>
              <a:path w="1359741" h="385396">
                <a:moveTo>
                  <a:pt x="1359741" y="79386"/>
                </a:moveTo>
                <a:lnTo>
                  <a:pt x="1359741" y="306010"/>
                </a:lnTo>
                <a:lnTo>
                  <a:pt x="209661" y="306010"/>
                </a:lnTo>
                <a:lnTo>
                  <a:pt x="209661" y="385396"/>
                </a:lnTo>
                <a:lnTo>
                  <a:pt x="0" y="192698"/>
                </a:lnTo>
                <a:lnTo>
                  <a:pt x="209661" y="0"/>
                </a:lnTo>
                <a:lnTo>
                  <a:pt x="209661" y="79386"/>
                </a:lnTo>
                <a:lnTo>
                  <a:pt x="1359741" y="79386"/>
                </a:lnTo>
                <a:close/>
              </a:path>
            </a:pathLst>
          </a:custGeom>
          <a:solidFill xmlns:a="http://schemas.openxmlformats.org/drawingml/2006/main">
            <a:srgbClr val="B5A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Reply">
            <a:extLst xmlns:a="http://schemas.openxmlformats.org/drawingml/2006/main">
              <a:ext uri="{FF2B5EF4-FFF2-40B4-BE49-F238E27FC236}">
                <a16:creationId xmlns:a16="http://schemas.microsoft.com/office/drawing/2014/main" id="{30F8F460-994A-4C46-8E69-D8EFC36D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721" y="5121204"/>
            <a:ext cx="482733" cy="194766"/>
          </a:xfrm>
          <a:custGeom xmlns:a="http://schemas.openxmlformats.org/drawingml/2006/main">
            <a:pathLst>
              <a:path w="482733" h="194766">
                <a:moveTo>
                  <a:pt x="95610" y="151559"/>
                </a:moveTo>
                <a:cubicBezTo>
                  <a:pt x="95610" y="152150"/>
                  <a:pt x="95500" y="152667"/>
                  <a:pt x="95278" y="153110"/>
                </a:cubicBezTo>
                <a:cubicBezTo>
                  <a:pt x="95057" y="153553"/>
                  <a:pt x="94576" y="153922"/>
                  <a:pt x="93838" y="154218"/>
                </a:cubicBezTo>
                <a:cubicBezTo>
                  <a:pt x="93099" y="154513"/>
                  <a:pt x="92065" y="154735"/>
                  <a:pt x="90736" y="154882"/>
                </a:cubicBezTo>
                <a:cubicBezTo>
                  <a:pt x="89406" y="155030"/>
                  <a:pt x="87634" y="155104"/>
                  <a:pt x="85418" y="155104"/>
                </a:cubicBezTo>
                <a:cubicBezTo>
                  <a:pt x="83498" y="155104"/>
                  <a:pt x="81928" y="155030"/>
                  <a:pt x="80709" y="154882"/>
                </a:cubicBezTo>
                <a:cubicBezTo>
                  <a:pt x="79491" y="154735"/>
                  <a:pt x="78512" y="154495"/>
                  <a:pt x="77774" y="154162"/>
                </a:cubicBezTo>
                <a:cubicBezTo>
                  <a:pt x="77035" y="153830"/>
                  <a:pt x="76463" y="153368"/>
                  <a:pt x="76056" y="152777"/>
                </a:cubicBezTo>
                <a:cubicBezTo>
                  <a:pt x="75650" y="152186"/>
                  <a:pt x="75299" y="151448"/>
                  <a:pt x="75004" y="150562"/>
                </a:cubicBezTo>
                <a:lnTo>
                  <a:pt x="61820" y="116771"/>
                </a:lnTo>
                <a:cubicBezTo>
                  <a:pt x="60269" y="112930"/>
                  <a:pt x="58663" y="109404"/>
                  <a:pt x="57001" y="106191"/>
                </a:cubicBezTo>
                <a:cubicBezTo>
                  <a:pt x="55339" y="102978"/>
                  <a:pt x="53363" y="100208"/>
                  <a:pt x="51073" y="97882"/>
                </a:cubicBezTo>
                <a:cubicBezTo>
                  <a:pt x="48784" y="95555"/>
                  <a:pt x="46088" y="93746"/>
                  <a:pt x="42986" y="92453"/>
                </a:cubicBezTo>
                <a:cubicBezTo>
                  <a:pt x="39884" y="91160"/>
                  <a:pt x="36154" y="90514"/>
                  <a:pt x="31796" y="90514"/>
                </a:cubicBezTo>
                <a:lnTo>
                  <a:pt x="19056" y="90514"/>
                </a:lnTo>
                <a:lnTo>
                  <a:pt x="19056" y="151559"/>
                </a:lnTo>
                <a:cubicBezTo>
                  <a:pt x="19056" y="152150"/>
                  <a:pt x="18889" y="152667"/>
                  <a:pt x="18557" y="153110"/>
                </a:cubicBezTo>
                <a:cubicBezTo>
                  <a:pt x="18225" y="153553"/>
                  <a:pt x="17708" y="153904"/>
                  <a:pt x="17006" y="154162"/>
                </a:cubicBezTo>
                <a:cubicBezTo>
                  <a:pt x="16304" y="154421"/>
                  <a:pt x="15344" y="154642"/>
                  <a:pt x="14126" y="154827"/>
                </a:cubicBezTo>
                <a:cubicBezTo>
                  <a:pt x="12907" y="155012"/>
                  <a:pt x="11374" y="155104"/>
                  <a:pt x="9528" y="155104"/>
                </a:cubicBezTo>
                <a:cubicBezTo>
                  <a:pt x="7681" y="155104"/>
                  <a:pt x="6149" y="155012"/>
                  <a:pt x="4930" y="154827"/>
                </a:cubicBezTo>
                <a:cubicBezTo>
                  <a:pt x="3711" y="154642"/>
                  <a:pt x="2733" y="154421"/>
                  <a:pt x="1994" y="154162"/>
                </a:cubicBezTo>
                <a:cubicBezTo>
                  <a:pt x="1256" y="153904"/>
                  <a:pt x="739" y="153553"/>
                  <a:pt x="443" y="153110"/>
                </a:cubicBezTo>
                <a:cubicBezTo>
                  <a:pt x="148" y="152667"/>
                  <a:pt x="0" y="152150"/>
                  <a:pt x="0" y="151559"/>
                </a:cubicBezTo>
                <a:lnTo>
                  <a:pt x="0" y="18834"/>
                </a:lnTo>
                <a:cubicBezTo>
                  <a:pt x="0" y="15954"/>
                  <a:pt x="757" y="13941"/>
                  <a:pt x="2271" y="12796"/>
                </a:cubicBezTo>
                <a:cubicBezTo>
                  <a:pt x="3785" y="11651"/>
                  <a:pt x="5392" y="11079"/>
                  <a:pt x="7090" y="11079"/>
                </a:cubicBezTo>
                <a:lnTo>
                  <a:pt x="37557" y="11079"/>
                </a:lnTo>
                <a:cubicBezTo>
                  <a:pt x="41176" y="11079"/>
                  <a:pt x="44186" y="11171"/>
                  <a:pt x="46587" y="11356"/>
                </a:cubicBezTo>
                <a:cubicBezTo>
                  <a:pt x="48987" y="11540"/>
                  <a:pt x="51147" y="11744"/>
                  <a:pt x="53068" y="11965"/>
                </a:cubicBezTo>
                <a:cubicBezTo>
                  <a:pt x="58607" y="12925"/>
                  <a:pt x="63500" y="14439"/>
                  <a:pt x="67747" y="16507"/>
                </a:cubicBezTo>
                <a:cubicBezTo>
                  <a:pt x="71994" y="18576"/>
                  <a:pt x="75558" y="21198"/>
                  <a:pt x="78438" y="24373"/>
                </a:cubicBezTo>
                <a:cubicBezTo>
                  <a:pt x="81319" y="27549"/>
                  <a:pt x="83479" y="31187"/>
                  <a:pt x="84919" y="35286"/>
                </a:cubicBezTo>
                <a:cubicBezTo>
                  <a:pt x="86360" y="39385"/>
                  <a:pt x="87080" y="43909"/>
                  <a:pt x="87080" y="48858"/>
                </a:cubicBezTo>
                <a:cubicBezTo>
                  <a:pt x="87080" y="53659"/>
                  <a:pt x="86433" y="57961"/>
                  <a:pt x="85141" y="61765"/>
                </a:cubicBezTo>
                <a:cubicBezTo>
                  <a:pt x="83848" y="65568"/>
                  <a:pt x="81983" y="68929"/>
                  <a:pt x="79546" y="71846"/>
                </a:cubicBezTo>
                <a:cubicBezTo>
                  <a:pt x="77109" y="74764"/>
                  <a:pt x="74191" y="77293"/>
                  <a:pt x="70794" y="79435"/>
                </a:cubicBezTo>
                <a:cubicBezTo>
                  <a:pt x="67396" y="81577"/>
                  <a:pt x="63593" y="83387"/>
                  <a:pt x="59383" y="84864"/>
                </a:cubicBezTo>
                <a:cubicBezTo>
                  <a:pt x="61746" y="85898"/>
                  <a:pt x="63888" y="87209"/>
                  <a:pt x="65808" y="88797"/>
                </a:cubicBezTo>
                <a:cubicBezTo>
                  <a:pt x="67729" y="90385"/>
                  <a:pt x="69520" y="92287"/>
                  <a:pt x="71182" y="94503"/>
                </a:cubicBezTo>
                <a:cubicBezTo>
                  <a:pt x="72843" y="96718"/>
                  <a:pt x="74413" y="99267"/>
                  <a:pt x="75890" y="102147"/>
                </a:cubicBezTo>
                <a:cubicBezTo>
                  <a:pt x="77367" y="105028"/>
                  <a:pt x="78844" y="108277"/>
                  <a:pt x="80322" y="111896"/>
                </a:cubicBezTo>
                <a:lnTo>
                  <a:pt x="93173" y="143471"/>
                </a:lnTo>
                <a:cubicBezTo>
                  <a:pt x="94207" y="146130"/>
                  <a:pt x="94872" y="147995"/>
                  <a:pt x="95167" y="149066"/>
                </a:cubicBezTo>
                <a:cubicBezTo>
                  <a:pt x="95463" y="150137"/>
                  <a:pt x="95610" y="150968"/>
                  <a:pt x="95610" y="151559"/>
                </a:cubicBezTo>
                <a:moveTo>
                  <a:pt x="66916" y="50852"/>
                </a:moveTo>
                <a:cubicBezTo>
                  <a:pt x="66916" y="45239"/>
                  <a:pt x="65661" y="40493"/>
                  <a:pt x="63149" y="36616"/>
                </a:cubicBezTo>
                <a:cubicBezTo>
                  <a:pt x="60638" y="32738"/>
                  <a:pt x="56428" y="29950"/>
                  <a:pt x="50520" y="28251"/>
                </a:cubicBezTo>
                <a:cubicBezTo>
                  <a:pt x="48673" y="27734"/>
                  <a:pt x="46587" y="27365"/>
                  <a:pt x="44260" y="27143"/>
                </a:cubicBezTo>
                <a:cubicBezTo>
                  <a:pt x="41933" y="26922"/>
                  <a:pt x="38887" y="26811"/>
                  <a:pt x="35120" y="26811"/>
                </a:cubicBezTo>
                <a:lnTo>
                  <a:pt x="19056" y="26811"/>
                </a:lnTo>
                <a:lnTo>
                  <a:pt x="19056" y="75115"/>
                </a:lnTo>
                <a:lnTo>
                  <a:pt x="37668" y="75115"/>
                </a:lnTo>
                <a:cubicBezTo>
                  <a:pt x="42690" y="75115"/>
                  <a:pt x="47030" y="74505"/>
                  <a:pt x="50686" y="73287"/>
                </a:cubicBezTo>
                <a:cubicBezTo>
                  <a:pt x="54342" y="72068"/>
                  <a:pt x="57388" y="70369"/>
                  <a:pt x="59826" y="68190"/>
                </a:cubicBezTo>
                <a:cubicBezTo>
                  <a:pt x="62263" y="66011"/>
                  <a:pt x="64054" y="63445"/>
                  <a:pt x="65199" y="60491"/>
                </a:cubicBezTo>
                <a:cubicBezTo>
                  <a:pt x="66344" y="57536"/>
                  <a:pt x="66916" y="54323"/>
                  <a:pt x="66916" y="50852"/>
                </a:cubicBezTo>
                <a:close/>
                <a:moveTo>
                  <a:pt x="202327" y="97494"/>
                </a:moveTo>
                <a:cubicBezTo>
                  <a:pt x="202327" y="100374"/>
                  <a:pt x="201607" y="102424"/>
                  <a:pt x="200167" y="103643"/>
                </a:cubicBezTo>
                <a:cubicBezTo>
                  <a:pt x="198727" y="104861"/>
                  <a:pt x="197083" y="105471"/>
                  <a:pt x="195237" y="105471"/>
                </a:cubicBezTo>
                <a:lnTo>
                  <a:pt x="129872" y="105471"/>
                </a:lnTo>
                <a:cubicBezTo>
                  <a:pt x="129872" y="111026"/>
                  <a:pt x="130425" y="116027"/>
                  <a:pt x="131533" y="120472"/>
                </a:cubicBezTo>
                <a:cubicBezTo>
                  <a:pt x="132641" y="124917"/>
                  <a:pt x="134488" y="128733"/>
                  <a:pt x="137073" y="131918"/>
                </a:cubicBezTo>
                <a:cubicBezTo>
                  <a:pt x="139658" y="135103"/>
                  <a:pt x="143018" y="137549"/>
                  <a:pt x="147155" y="139254"/>
                </a:cubicBezTo>
                <a:cubicBezTo>
                  <a:pt x="151291" y="140958"/>
                  <a:pt x="156350" y="141809"/>
                  <a:pt x="162333" y="141809"/>
                </a:cubicBezTo>
                <a:cubicBezTo>
                  <a:pt x="167060" y="141809"/>
                  <a:pt x="171269" y="141422"/>
                  <a:pt x="174962" y="140646"/>
                </a:cubicBezTo>
                <a:cubicBezTo>
                  <a:pt x="178655" y="139870"/>
                  <a:pt x="181850" y="139003"/>
                  <a:pt x="184546" y="138042"/>
                </a:cubicBezTo>
                <a:cubicBezTo>
                  <a:pt x="187241" y="137082"/>
                  <a:pt x="189457" y="136214"/>
                  <a:pt x="191193" y="135439"/>
                </a:cubicBezTo>
                <a:cubicBezTo>
                  <a:pt x="192929" y="134663"/>
                  <a:pt x="194240" y="134276"/>
                  <a:pt x="195126" y="134276"/>
                </a:cubicBezTo>
                <a:cubicBezTo>
                  <a:pt x="195643" y="134276"/>
                  <a:pt x="196105" y="134405"/>
                  <a:pt x="196511" y="134663"/>
                </a:cubicBezTo>
                <a:cubicBezTo>
                  <a:pt x="196917" y="134922"/>
                  <a:pt x="197231" y="135310"/>
                  <a:pt x="197452" y="135827"/>
                </a:cubicBezTo>
                <a:cubicBezTo>
                  <a:pt x="197674" y="136344"/>
                  <a:pt x="197840" y="137064"/>
                  <a:pt x="197951" y="137987"/>
                </a:cubicBezTo>
                <a:cubicBezTo>
                  <a:pt x="198062" y="138910"/>
                  <a:pt x="198117" y="140037"/>
                  <a:pt x="198117" y="141366"/>
                </a:cubicBezTo>
                <a:cubicBezTo>
                  <a:pt x="198117" y="142326"/>
                  <a:pt x="198080" y="143157"/>
                  <a:pt x="198006" y="143859"/>
                </a:cubicBezTo>
                <a:cubicBezTo>
                  <a:pt x="197933" y="144561"/>
                  <a:pt x="197840" y="145188"/>
                  <a:pt x="197729" y="145742"/>
                </a:cubicBezTo>
                <a:cubicBezTo>
                  <a:pt x="197619" y="146296"/>
                  <a:pt x="197434" y="146795"/>
                  <a:pt x="197176" y="147238"/>
                </a:cubicBezTo>
                <a:cubicBezTo>
                  <a:pt x="196917" y="147681"/>
                  <a:pt x="196585" y="148106"/>
                  <a:pt x="196178" y="148512"/>
                </a:cubicBezTo>
                <a:cubicBezTo>
                  <a:pt x="195772" y="148918"/>
                  <a:pt x="194572" y="149583"/>
                  <a:pt x="192578" y="150506"/>
                </a:cubicBezTo>
                <a:cubicBezTo>
                  <a:pt x="190584" y="151429"/>
                  <a:pt x="187999" y="152334"/>
                  <a:pt x="184823" y="153220"/>
                </a:cubicBezTo>
                <a:cubicBezTo>
                  <a:pt x="181647" y="154107"/>
                  <a:pt x="177972" y="154901"/>
                  <a:pt x="173799" y="155602"/>
                </a:cubicBezTo>
                <a:cubicBezTo>
                  <a:pt x="169626" y="156304"/>
                  <a:pt x="165176" y="156655"/>
                  <a:pt x="160449" y="156655"/>
                </a:cubicBezTo>
                <a:cubicBezTo>
                  <a:pt x="152251" y="156655"/>
                  <a:pt x="145068" y="155509"/>
                  <a:pt x="138901" y="153217"/>
                </a:cubicBezTo>
                <a:cubicBezTo>
                  <a:pt x="132734" y="150925"/>
                  <a:pt x="127545" y="147524"/>
                  <a:pt x="123335" y="143014"/>
                </a:cubicBezTo>
                <a:cubicBezTo>
                  <a:pt x="119125" y="138504"/>
                  <a:pt x="115949" y="132848"/>
                  <a:pt x="113807" y="126046"/>
                </a:cubicBezTo>
                <a:cubicBezTo>
                  <a:pt x="111665" y="119244"/>
                  <a:pt x="110594" y="111333"/>
                  <a:pt x="110594" y="102313"/>
                </a:cubicBezTo>
                <a:cubicBezTo>
                  <a:pt x="110594" y="93736"/>
                  <a:pt x="111702" y="86028"/>
                  <a:pt x="113918" y="79190"/>
                </a:cubicBezTo>
                <a:cubicBezTo>
                  <a:pt x="116134" y="72351"/>
                  <a:pt x="119328" y="66547"/>
                  <a:pt x="123501" y="61778"/>
                </a:cubicBezTo>
                <a:cubicBezTo>
                  <a:pt x="127674" y="57010"/>
                  <a:pt x="132715" y="53350"/>
                  <a:pt x="138624" y="50800"/>
                </a:cubicBezTo>
                <a:cubicBezTo>
                  <a:pt x="144533" y="48250"/>
                  <a:pt x="151143" y="46974"/>
                  <a:pt x="158455" y="46974"/>
                </a:cubicBezTo>
                <a:cubicBezTo>
                  <a:pt x="166284" y="46974"/>
                  <a:pt x="172950" y="48230"/>
                  <a:pt x="178452" y="50741"/>
                </a:cubicBezTo>
                <a:cubicBezTo>
                  <a:pt x="183955" y="53252"/>
                  <a:pt x="188479" y="56631"/>
                  <a:pt x="192024" y="60878"/>
                </a:cubicBezTo>
                <a:cubicBezTo>
                  <a:pt x="195569" y="65125"/>
                  <a:pt x="198173" y="70111"/>
                  <a:pt x="199834" y="75835"/>
                </a:cubicBezTo>
                <a:cubicBezTo>
                  <a:pt x="201496" y="81559"/>
                  <a:pt x="202327" y="87671"/>
                  <a:pt x="202327" y="94170"/>
                </a:cubicBezTo>
                <a:lnTo>
                  <a:pt x="202327" y="97494"/>
                </a:lnTo>
                <a:moveTo>
                  <a:pt x="183936" y="92065"/>
                </a:moveTo>
                <a:cubicBezTo>
                  <a:pt x="184158" y="82464"/>
                  <a:pt x="182034" y="74930"/>
                  <a:pt x="177566" y="69464"/>
                </a:cubicBezTo>
                <a:cubicBezTo>
                  <a:pt x="173097" y="63999"/>
                  <a:pt x="166469" y="61266"/>
                  <a:pt x="157679" y="61266"/>
                </a:cubicBezTo>
                <a:cubicBezTo>
                  <a:pt x="153174" y="61266"/>
                  <a:pt x="149223" y="62115"/>
                  <a:pt x="145825" y="63814"/>
                </a:cubicBezTo>
                <a:cubicBezTo>
                  <a:pt x="142428" y="65513"/>
                  <a:pt x="139584" y="67766"/>
                  <a:pt x="137294" y="70572"/>
                </a:cubicBezTo>
                <a:cubicBezTo>
                  <a:pt x="135005" y="73379"/>
                  <a:pt x="133232" y="76647"/>
                  <a:pt x="131976" y="80377"/>
                </a:cubicBezTo>
                <a:cubicBezTo>
                  <a:pt x="130721" y="84107"/>
                  <a:pt x="130019" y="88003"/>
                  <a:pt x="129872" y="92065"/>
                </a:cubicBezTo>
                <a:lnTo>
                  <a:pt x="183936" y="92065"/>
                </a:lnTo>
                <a:close/>
                <a:moveTo>
                  <a:pt x="321968" y="100319"/>
                </a:moveTo>
                <a:cubicBezTo>
                  <a:pt x="321968" y="109041"/>
                  <a:pt x="321026" y="116877"/>
                  <a:pt x="319143" y="123827"/>
                </a:cubicBezTo>
                <a:cubicBezTo>
                  <a:pt x="317260" y="130777"/>
                  <a:pt x="314490" y="136674"/>
                  <a:pt x="310834" y="141518"/>
                </a:cubicBezTo>
                <a:cubicBezTo>
                  <a:pt x="307178" y="146361"/>
                  <a:pt x="302654" y="150094"/>
                  <a:pt x="297262" y="152718"/>
                </a:cubicBezTo>
                <a:cubicBezTo>
                  <a:pt x="291871" y="155343"/>
                  <a:pt x="285703" y="156655"/>
                  <a:pt x="278761" y="156655"/>
                </a:cubicBezTo>
                <a:cubicBezTo>
                  <a:pt x="275806" y="156655"/>
                  <a:pt x="273073" y="156360"/>
                  <a:pt x="270562" y="155769"/>
                </a:cubicBezTo>
                <a:cubicBezTo>
                  <a:pt x="268051" y="155178"/>
                  <a:pt x="265595" y="154255"/>
                  <a:pt x="263195" y="152999"/>
                </a:cubicBezTo>
                <a:cubicBezTo>
                  <a:pt x="260794" y="151741"/>
                  <a:pt x="258412" y="150151"/>
                  <a:pt x="256049" y="148228"/>
                </a:cubicBezTo>
                <a:cubicBezTo>
                  <a:pt x="253685" y="146305"/>
                  <a:pt x="251174" y="144050"/>
                  <a:pt x="248515" y="141463"/>
                </a:cubicBezTo>
                <a:lnTo>
                  <a:pt x="248515" y="191228"/>
                </a:lnTo>
                <a:cubicBezTo>
                  <a:pt x="248515" y="191816"/>
                  <a:pt x="248368" y="192332"/>
                  <a:pt x="248072" y="192775"/>
                </a:cubicBezTo>
                <a:cubicBezTo>
                  <a:pt x="247777" y="193219"/>
                  <a:pt x="247297" y="193587"/>
                  <a:pt x="246632" y="193880"/>
                </a:cubicBezTo>
                <a:cubicBezTo>
                  <a:pt x="245967" y="194175"/>
                  <a:pt x="245044" y="194397"/>
                  <a:pt x="243862" y="194545"/>
                </a:cubicBezTo>
                <a:cubicBezTo>
                  <a:pt x="242680" y="194692"/>
                  <a:pt x="241166" y="194766"/>
                  <a:pt x="239320" y="194766"/>
                </a:cubicBezTo>
                <a:cubicBezTo>
                  <a:pt x="237547" y="194766"/>
                  <a:pt x="236070" y="194692"/>
                  <a:pt x="234888" y="194545"/>
                </a:cubicBezTo>
                <a:cubicBezTo>
                  <a:pt x="233707" y="194397"/>
                  <a:pt x="232765" y="194175"/>
                  <a:pt x="232063" y="193880"/>
                </a:cubicBezTo>
                <a:cubicBezTo>
                  <a:pt x="231362" y="193584"/>
                  <a:pt x="230881" y="193215"/>
                  <a:pt x="230623" y="192772"/>
                </a:cubicBezTo>
                <a:cubicBezTo>
                  <a:pt x="230364" y="192329"/>
                  <a:pt x="230235" y="191812"/>
                  <a:pt x="230235" y="191221"/>
                </a:cubicBezTo>
                <a:lnTo>
                  <a:pt x="230235" y="51960"/>
                </a:lnTo>
                <a:cubicBezTo>
                  <a:pt x="230235" y="51295"/>
                  <a:pt x="230346" y="50760"/>
                  <a:pt x="230568" y="50353"/>
                </a:cubicBezTo>
                <a:cubicBezTo>
                  <a:pt x="230789" y="49947"/>
                  <a:pt x="231232" y="49596"/>
                  <a:pt x="231897" y="49301"/>
                </a:cubicBezTo>
                <a:cubicBezTo>
                  <a:pt x="232562" y="49005"/>
                  <a:pt x="233411" y="48802"/>
                  <a:pt x="234445" y="48692"/>
                </a:cubicBezTo>
                <a:cubicBezTo>
                  <a:pt x="235479" y="48581"/>
                  <a:pt x="236735" y="48525"/>
                  <a:pt x="238212" y="48525"/>
                </a:cubicBezTo>
                <a:cubicBezTo>
                  <a:pt x="239763" y="48525"/>
                  <a:pt x="241037" y="48581"/>
                  <a:pt x="242034" y="48692"/>
                </a:cubicBezTo>
                <a:cubicBezTo>
                  <a:pt x="243031" y="48802"/>
                  <a:pt x="243862" y="49005"/>
                  <a:pt x="244527" y="49301"/>
                </a:cubicBezTo>
                <a:cubicBezTo>
                  <a:pt x="245192" y="49596"/>
                  <a:pt x="245653" y="49948"/>
                  <a:pt x="245912" y="50357"/>
                </a:cubicBezTo>
                <a:cubicBezTo>
                  <a:pt x="246170" y="50763"/>
                  <a:pt x="246300" y="51299"/>
                  <a:pt x="246300" y="51963"/>
                </a:cubicBezTo>
                <a:lnTo>
                  <a:pt x="246300" y="65383"/>
                </a:lnTo>
                <a:cubicBezTo>
                  <a:pt x="249328" y="62278"/>
                  <a:pt x="252245" y="59580"/>
                  <a:pt x="255052" y="57288"/>
                </a:cubicBezTo>
                <a:cubicBezTo>
                  <a:pt x="257858" y="54996"/>
                  <a:pt x="260684" y="53093"/>
                  <a:pt x="263527" y="51579"/>
                </a:cubicBezTo>
                <a:cubicBezTo>
                  <a:pt x="266371" y="50063"/>
                  <a:pt x="269288" y="48917"/>
                  <a:pt x="272279" y="48141"/>
                </a:cubicBezTo>
                <a:cubicBezTo>
                  <a:pt x="275271" y="47363"/>
                  <a:pt x="278428" y="46974"/>
                  <a:pt x="281752" y="46974"/>
                </a:cubicBezTo>
                <a:cubicBezTo>
                  <a:pt x="288990" y="46974"/>
                  <a:pt x="295157" y="48379"/>
                  <a:pt x="300254" y="51188"/>
                </a:cubicBezTo>
                <a:cubicBezTo>
                  <a:pt x="305350" y="53997"/>
                  <a:pt x="309504" y="57842"/>
                  <a:pt x="312717" y="62724"/>
                </a:cubicBezTo>
                <a:cubicBezTo>
                  <a:pt x="315930" y="67603"/>
                  <a:pt x="318275" y="73277"/>
                  <a:pt x="319752" y="79747"/>
                </a:cubicBezTo>
                <a:cubicBezTo>
                  <a:pt x="321229" y="86214"/>
                  <a:pt x="321968" y="93072"/>
                  <a:pt x="321968" y="100319"/>
                </a:cubicBezTo>
                <a:moveTo>
                  <a:pt x="302691" y="102424"/>
                </a:moveTo>
                <a:cubicBezTo>
                  <a:pt x="302691" y="97321"/>
                  <a:pt x="302303" y="92384"/>
                  <a:pt x="301528" y="87613"/>
                </a:cubicBezTo>
                <a:cubicBezTo>
                  <a:pt x="300752" y="82842"/>
                  <a:pt x="299423" y="78608"/>
                  <a:pt x="297539" y="74910"/>
                </a:cubicBezTo>
                <a:cubicBezTo>
                  <a:pt x="295656" y="71213"/>
                  <a:pt x="293126" y="68255"/>
                  <a:pt x="289950" y="66037"/>
                </a:cubicBezTo>
                <a:cubicBezTo>
                  <a:pt x="286774" y="63816"/>
                  <a:pt x="282823" y="62706"/>
                  <a:pt x="278096" y="62706"/>
                </a:cubicBezTo>
                <a:cubicBezTo>
                  <a:pt x="275732" y="62706"/>
                  <a:pt x="273406" y="63058"/>
                  <a:pt x="271116" y="63762"/>
                </a:cubicBezTo>
                <a:cubicBezTo>
                  <a:pt x="268827" y="64464"/>
                  <a:pt x="266500" y="65573"/>
                  <a:pt x="264136" y="67089"/>
                </a:cubicBezTo>
                <a:cubicBezTo>
                  <a:pt x="261773" y="68606"/>
                  <a:pt x="259299" y="70603"/>
                  <a:pt x="256714" y="73082"/>
                </a:cubicBezTo>
                <a:cubicBezTo>
                  <a:pt x="254129" y="75561"/>
                  <a:pt x="251396" y="78614"/>
                  <a:pt x="248515" y="82240"/>
                </a:cubicBezTo>
                <a:lnTo>
                  <a:pt x="248515" y="121944"/>
                </a:lnTo>
                <a:cubicBezTo>
                  <a:pt x="253538" y="128085"/>
                  <a:pt x="258302" y="132785"/>
                  <a:pt x="262807" y="136041"/>
                </a:cubicBezTo>
                <a:cubicBezTo>
                  <a:pt x="267312" y="139296"/>
                  <a:pt x="272039" y="140923"/>
                  <a:pt x="276988" y="140923"/>
                </a:cubicBezTo>
                <a:cubicBezTo>
                  <a:pt x="281567" y="140923"/>
                  <a:pt x="285500" y="139814"/>
                  <a:pt x="288787" y="137596"/>
                </a:cubicBezTo>
                <a:cubicBezTo>
                  <a:pt x="292074" y="135375"/>
                  <a:pt x="294733" y="132416"/>
                  <a:pt x="296764" y="128719"/>
                </a:cubicBezTo>
                <a:cubicBezTo>
                  <a:pt x="298795" y="125021"/>
                  <a:pt x="300290" y="120879"/>
                  <a:pt x="301251" y="116293"/>
                </a:cubicBezTo>
                <a:cubicBezTo>
                  <a:pt x="302211" y="111707"/>
                  <a:pt x="302691" y="107084"/>
                  <a:pt x="302691" y="102424"/>
                </a:cubicBezTo>
                <a:close/>
                <a:moveTo>
                  <a:pt x="367635" y="151666"/>
                </a:moveTo>
                <a:cubicBezTo>
                  <a:pt x="367635" y="152257"/>
                  <a:pt x="367487" y="152757"/>
                  <a:pt x="367192" y="153165"/>
                </a:cubicBezTo>
                <a:cubicBezTo>
                  <a:pt x="366896" y="153571"/>
                  <a:pt x="366416" y="153922"/>
                  <a:pt x="365752" y="154218"/>
                </a:cubicBezTo>
                <a:cubicBezTo>
                  <a:pt x="365087" y="154513"/>
                  <a:pt x="364164" y="154735"/>
                  <a:pt x="362982" y="154882"/>
                </a:cubicBezTo>
                <a:cubicBezTo>
                  <a:pt x="361800" y="155030"/>
                  <a:pt x="360286" y="155104"/>
                  <a:pt x="358440" y="155104"/>
                </a:cubicBezTo>
                <a:cubicBezTo>
                  <a:pt x="356667" y="155104"/>
                  <a:pt x="355190" y="155030"/>
                  <a:pt x="354008" y="154882"/>
                </a:cubicBezTo>
                <a:cubicBezTo>
                  <a:pt x="352826" y="154735"/>
                  <a:pt x="351885" y="154513"/>
                  <a:pt x="351183" y="154218"/>
                </a:cubicBezTo>
                <a:cubicBezTo>
                  <a:pt x="350481" y="153922"/>
                  <a:pt x="350001" y="153571"/>
                  <a:pt x="349743" y="153165"/>
                </a:cubicBezTo>
                <a:cubicBezTo>
                  <a:pt x="349484" y="152757"/>
                  <a:pt x="349355" y="152257"/>
                  <a:pt x="349355" y="151666"/>
                </a:cubicBezTo>
                <a:lnTo>
                  <a:pt x="349355" y="3549"/>
                </a:lnTo>
                <a:cubicBezTo>
                  <a:pt x="349355" y="2958"/>
                  <a:pt x="349484" y="2441"/>
                  <a:pt x="349743" y="1998"/>
                </a:cubicBezTo>
                <a:cubicBezTo>
                  <a:pt x="350001" y="1552"/>
                  <a:pt x="350481" y="1182"/>
                  <a:pt x="351183" y="886"/>
                </a:cubicBezTo>
                <a:cubicBezTo>
                  <a:pt x="351885" y="591"/>
                  <a:pt x="352826" y="369"/>
                  <a:pt x="354008" y="222"/>
                </a:cubicBezTo>
                <a:cubicBezTo>
                  <a:pt x="355190" y="74"/>
                  <a:pt x="356667" y="0"/>
                  <a:pt x="358440" y="0"/>
                </a:cubicBezTo>
                <a:cubicBezTo>
                  <a:pt x="360286" y="0"/>
                  <a:pt x="361800" y="74"/>
                  <a:pt x="362982" y="222"/>
                </a:cubicBezTo>
                <a:cubicBezTo>
                  <a:pt x="364164" y="369"/>
                  <a:pt x="365087" y="591"/>
                  <a:pt x="365752" y="886"/>
                </a:cubicBezTo>
                <a:cubicBezTo>
                  <a:pt x="366416" y="1182"/>
                  <a:pt x="366896" y="1552"/>
                  <a:pt x="367192" y="1998"/>
                </a:cubicBezTo>
                <a:cubicBezTo>
                  <a:pt x="367487" y="2441"/>
                  <a:pt x="367635" y="2958"/>
                  <a:pt x="367635" y="3549"/>
                </a:cubicBezTo>
                <a:lnTo>
                  <a:pt x="367635" y="151666"/>
                </a:lnTo>
                <a:close/>
                <a:moveTo>
                  <a:pt x="446284" y="154439"/>
                </a:moveTo>
                <a:lnTo>
                  <a:pt x="432989" y="191110"/>
                </a:lnTo>
                <a:cubicBezTo>
                  <a:pt x="432546" y="192292"/>
                  <a:pt x="431419" y="193197"/>
                  <a:pt x="429610" y="193824"/>
                </a:cubicBezTo>
                <a:cubicBezTo>
                  <a:pt x="427800" y="194452"/>
                  <a:pt x="425049" y="194766"/>
                  <a:pt x="421356" y="194766"/>
                </a:cubicBezTo>
                <a:cubicBezTo>
                  <a:pt x="419436" y="194766"/>
                  <a:pt x="417885" y="194674"/>
                  <a:pt x="416703" y="194489"/>
                </a:cubicBezTo>
                <a:cubicBezTo>
                  <a:pt x="415521" y="194305"/>
                  <a:pt x="414616" y="193991"/>
                  <a:pt x="413989" y="193548"/>
                </a:cubicBezTo>
                <a:cubicBezTo>
                  <a:pt x="413361" y="193104"/>
                  <a:pt x="413010" y="192513"/>
                  <a:pt x="412936" y="191775"/>
                </a:cubicBezTo>
                <a:cubicBezTo>
                  <a:pt x="412862" y="191036"/>
                  <a:pt x="413047" y="190150"/>
                  <a:pt x="413490" y="189116"/>
                </a:cubicBezTo>
                <a:lnTo>
                  <a:pt x="427228" y="154439"/>
                </a:lnTo>
                <a:cubicBezTo>
                  <a:pt x="426563" y="154144"/>
                  <a:pt x="425935" y="153664"/>
                  <a:pt x="425344" y="152999"/>
                </a:cubicBezTo>
                <a:cubicBezTo>
                  <a:pt x="424754" y="152334"/>
                  <a:pt x="424347" y="151633"/>
                  <a:pt x="424126" y="150894"/>
                </a:cubicBezTo>
                <a:lnTo>
                  <a:pt x="388563" y="55616"/>
                </a:lnTo>
                <a:cubicBezTo>
                  <a:pt x="387972" y="54065"/>
                  <a:pt x="387676" y="52846"/>
                  <a:pt x="387676" y="51960"/>
                </a:cubicBezTo>
                <a:cubicBezTo>
                  <a:pt x="387676" y="51074"/>
                  <a:pt x="387972" y="50372"/>
                  <a:pt x="388563" y="49855"/>
                </a:cubicBezTo>
                <a:cubicBezTo>
                  <a:pt x="389154" y="49338"/>
                  <a:pt x="390114" y="48987"/>
                  <a:pt x="391443" y="48802"/>
                </a:cubicBezTo>
                <a:cubicBezTo>
                  <a:pt x="392773" y="48618"/>
                  <a:pt x="394545" y="48525"/>
                  <a:pt x="396761" y="48525"/>
                </a:cubicBezTo>
                <a:cubicBezTo>
                  <a:pt x="398977" y="48525"/>
                  <a:pt x="400713" y="48581"/>
                  <a:pt x="401968" y="48692"/>
                </a:cubicBezTo>
                <a:cubicBezTo>
                  <a:pt x="403224" y="48802"/>
                  <a:pt x="404221" y="49005"/>
                  <a:pt x="404959" y="49301"/>
                </a:cubicBezTo>
                <a:cubicBezTo>
                  <a:pt x="405698" y="49596"/>
                  <a:pt x="406233" y="50021"/>
                  <a:pt x="406566" y="50575"/>
                </a:cubicBezTo>
                <a:cubicBezTo>
                  <a:pt x="406898" y="51129"/>
                  <a:pt x="407249" y="51886"/>
                  <a:pt x="407618" y="52846"/>
                </a:cubicBezTo>
                <a:lnTo>
                  <a:pt x="436091" y="132835"/>
                </a:lnTo>
                <a:lnTo>
                  <a:pt x="436423" y="132835"/>
                </a:lnTo>
                <a:lnTo>
                  <a:pt x="463899" y="52403"/>
                </a:lnTo>
                <a:cubicBezTo>
                  <a:pt x="464342" y="51000"/>
                  <a:pt x="464878" y="50095"/>
                  <a:pt x="465505" y="49689"/>
                </a:cubicBezTo>
                <a:cubicBezTo>
                  <a:pt x="466133" y="49282"/>
                  <a:pt x="467075" y="48987"/>
                  <a:pt x="468330" y="48802"/>
                </a:cubicBezTo>
                <a:cubicBezTo>
                  <a:pt x="469586" y="48618"/>
                  <a:pt x="471396" y="48525"/>
                  <a:pt x="473759" y="48525"/>
                </a:cubicBezTo>
                <a:cubicBezTo>
                  <a:pt x="475827" y="48525"/>
                  <a:pt x="477526" y="48618"/>
                  <a:pt x="478855" y="48802"/>
                </a:cubicBezTo>
                <a:cubicBezTo>
                  <a:pt x="480185" y="48987"/>
                  <a:pt x="481163" y="49338"/>
                  <a:pt x="481791" y="49855"/>
                </a:cubicBezTo>
                <a:cubicBezTo>
                  <a:pt x="482419" y="50372"/>
                  <a:pt x="482733" y="51074"/>
                  <a:pt x="482733" y="51960"/>
                </a:cubicBezTo>
                <a:cubicBezTo>
                  <a:pt x="482733" y="52846"/>
                  <a:pt x="482511" y="53954"/>
                  <a:pt x="482068" y="55283"/>
                </a:cubicBezTo>
                <a:lnTo>
                  <a:pt x="446284" y="1544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24746-4DEB-44C9-9685-A718EA6C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26" y="6293186"/>
            <a:ext cx="1359741" cy="385396"/>
          </a:xfrm>
          <a:custGeom xmlns:a="http://schemas.openxmlformats.org/drawingml/2006/main">
            <a:pathLst>
              <a:path w="1359741" h="385396">
                <a:moveTo>
                  <a:pt x="1359741" y="79386"/>
                </a:moveTo>
                <a:lnTo>
                  <a:pt x="1359741" y="306010"/>
                </a:lnTo>
                <a:lnTo>
                  <a:pt x="209661" y="306010"/>
                </a:lnTo>
                <a:lnTo>
                  <a:pt x="209661" y="385396"/>
                </a:lnTo>
                <a:lnTo>
                  <a:pt x="0" y="192698"/>
                </a:lnTo>
                <a:lnTo>
                  <a:pt x="209661" y="0"/>
                </a:lnTo>
                <a:lnTo>
                  <a:pt x="209661" y="79386"/>
                </a:lnTo>
                <a:lnTo>
                  <a:pt x="1359741" y="79386"/>
                </a:lnTo>
                <a:close/>
              </a:path>
            </a:pathLst>
          </a:custGeom>
          <a:solidFill xmlns:a="http://schemas.openxmlformats.org/drawingml/2006/main">
            <a:srgbClr val="B5A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equest">
            <a:extLst xmlns:a="http://schemas.openxmlformats.org/drawingml/2006/main">
              <a:ext uri="{FF2B5EF4-FFF2-40B4-BE49-F238E27FC236}">
                <a16:creationId xmlns:a16="http://schemas.microsoft.com/office/drawing/2014/main" id="{23FC047D-03A3-4ABD-B65A-A6F2EFA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939" y="6417105"/>
            <a:ext cx="718677" cy="183468"/>
          </a:xfrm>
          <a:custGeom xmlns:a="http://schemas.openxmlformats.org/drawingml/2006/main">
            <a:pathLst>
              <a:path w="718677" h="183468">
                <a:moveTo>
                  <a:pt x="95496" y="140312"/>
                </a:moveTo>
                <a:cubicBezTo>
                  <a:pt x="95496" y="140902"/>
                  <a:pt x="95385" y="141418"/>
                  <a:pt x="95164" y="141861"/>
                </a:cubicBezTo>
                <a:cubicBezTo>
                  <a:pt x="94943" y="142304"/>
                  <a:pt x="94463" y="142672"/>
                  <a:pt x="93726" y="142968"/>
                </a:cubicBezTo>
                <a:cubicBezTo>
                  <a:pt x="92988" y="143263"/>
                  <a:pt x="91955" y="143484"/>
                  <a:pt x="90627" y="143631"/>
                </a:cubicBezTo>
                <a:cubicBezTo>
                  <a:pt x="89299" y="143779"/>
                  <a:pt x="87529" y="143853"/>
                  <a:pt x="85316" y="143853"/>
                </a:cubicBezTo>
                <a:cubicBezTo>
                  <a:pt x="83398" y="143853"/>
                  <a:pt x="81830" y="143779"/>
                  <a:pt x="80613" y="143631"/>
                </a:cubicBezTo>
                <a:cubicBezTo>
                  <a:pt x="79396" y="143484"/>
                  <a:pt x="78418" y="143244"/>
                  <a:pt x="77681" y="142912"/>
                </a:cubicBezTo>
                <a:cubicBezTo>
                  <a:pt x="76943" y="142580"/>
                  <a:pt x="76371" y="142119"/>
                  <a:pt x="75965" y="141529"/>
                </a:cubicBezTo>
                <a:cubicBezTo>
                  <a:pt x="75560" y="140939"/>
                  <a:pt x="75209" y="140201"/>
                  <a:pt x="74914" y="139316"/>
                </a:cubicBezTo>
                <a:lnTo>
                  <a:pt x="61746" y="105566"/>
                </a:lnTo>
                <a:cubicBezTo>
                  <a:pt x="60197" y="101730"/>
                  <a:pt x="58592" y="98207"/>
                  <a:pt x="56933" y="94998"/>
                </a:cubicBezTo>
                <a:cubicBezTo>
                  <a:pt x="55273" y="91789"/>
                  <a:pt x="53299" y="89023"/>
                  <a:pt x="51012" y="86699"/>
                </a:cubicBezTo>
                <a:cubicBezTo>
                  <a:pt x="48726" y="84375"/>
                  <a:pt x="46033" y="82568"/>
                  <a:pt x="42935" y="81277"/>
                </a:cubicBezTo>
                <a:cubicBezTo>
                  <a:pt x="39836" y="79986"/>
                  <a:pt x="36111" y="79340"/>
                  <a:pt x="31758" y="79340"/>
                </a:cubicBezTo>
                <a:lnTo>
                  <a:pt x="19033" y="79340"/>
                </a:lnTo>
                <a:lnTo>
                  <a:pt x="19033" y="140312"/>
                </a:lnTo>
                <a:cubicBezTo>
                  <a:pt x="19033" y="140902"/>
                  <a:pt x="18867" y="141418"/>
                  <a:pt x="18535" y="141861"/>
                </a:cubicBezTo>
                <a:cubicBezTo>
                  <a:pt x="18203" y="142304"/>
                  <a:pt x="17687" y="142654"/>
                  <a:pt x="16986" y="142912"/>
                </a:cubicBezTo>
                <a:cubicBezTo>
                  <a:pt x="16285" y="143170"/>
                  <a:pt x="15326" y="143392"/>
                  <a:pt x="14109" y="143576"/>
                </a:cubicBezTo>
                <a:cubicBezTo>
                  <a:pt x="12891" y="143761"/>
                  <a:pt x="11361" y="143853"/>
                  <a:pt x="9516" y="143853"/>
                </a:cubicBezTo>
                <a:cubicBezTo>
                  <a:pt x="7672" y="143853"/>
                  <a:pt x="6141" y="143761"/>
                  <a:pt x="4924" y="143576"/>
                </a:cubicBezTo>
                <a:cubicBezTo>
                  <a:pt x="3707" y="143392"/>
                  <a:pt x="2730" y="143170"/>
                  <a:pt x="1992" y="142912"/>
                </a:cubicBezTo>
                <a:cubicBezTo>
                  <a:pt x="1254" y="142654"/>
                  <a:pt x="738" y="142304"/>
                  <a:pt x="443" y="141861"/>
                </a:cubicBezTo>
                <a:cubicBezTo>
                  <a:pt x="148" y="141418"/>
                  <a:pt x="0" y="140902"/>
                  <a:pt x="0" y="140312"/>
                </a:cubicBezTo>
                <a:lnTo>
                  <a:pt x="0" y="7746"/>
                </a:lnTo>
                <a:cubicBezTo>
                  <a:pt x="0" y="4869"/>
                  <a:pt x="756" y="2859"/>
                  <a:pt x="2268" y="1715"/>
                </a:cubicBezTo>
                <a:cubicBezTo>
                  <a:pt x="3781" y="572"/>
                  <a:pt x="5385" y="0"/>
                  <a:pt x="7082" y="0"/>
                </a:cubicBezTo>
                <a:lnTo>
                  <a:pt x="37512" y="0"/>
                </a:lnTo>
                <a:cubicBezTo>
                  <a:pt x="41127" y="0"/>
                  <a:pt x="44133" y="92"/>
                  <a:pt x="46531" y="277"/>
                </a:cubicBezTo>
                <a:cubicBezTo>
                  <a:pt x="48928" y="461"/>
                  <a:pt x="51086" y="664"/>
                  <a:pt x="53004" y="885"/>
                </a:cubicBezTo>
                <a:cubicBezTo>
                  <a:pt x="58537" y="1844"/>
                  <a:pt x="63424" y="3357"/>
                  <a:pt x="67666" y="5422"/>
                </a:cubicBezTo>
                <a:cubicBezTo>
                  <a:pt x="71908" y="7488"/>
                  <a:pt x="75467" y="10107"/>
                  <a:pt x="78344" y="13279"/>
                </a:cubicBezTo>
                <a:cubicBezTo>
                  <a:pt x="81221" y="16451"/>
                  <a:pt x="83379" y="20084"/>
                  <a:pt x="84818" y="24178"/>
                </a:cubicBezTo>
                <a:cubicBezTo>
                  <a:pt x="86256" y="28273"/>
                  <a:pt x="86976" y="32791"/>
                  <a:pt x="86976" y="37734"/>
                </a:cubicBezTo>
                <a:cubicBezTo>
                  <a:pt x="86976" y="42529"/>
                  <a:pt x="86330" y="46826"/>
                  <a:pt x="85039" y="50625"/>
                </a:cubicBezTo>
                <a:cubicBezTo>
                  <a:pt x="83748" y="54424"/>
                  <a:pt x="81885" y="57781"/>
                  <a:pt x="79451" y="60695"/>
                </a:cubicBezTo>
                <a:cubicBezTo>
                  <a:pt x="77017" y="63609"/>
                  <a:pt x="74103" y="66135"/>
                  <a:pt x="70709" y="68275"/>
                </a:cubicBezTo>
                <a:cubicBezTo>
                  <a:pt x="67316" y="70414"/>
                  <a:pt x="63517" y="72221"/>
                  <a:pt x="59312" y="73697"/>
                </a:cubicBezTo>
                <a:cubicBezTo>
                  <a:pt x="61672" y="74730"/>
                  <a:pt x="63812" y="76039"/>
                  <a:pt x="65730" y="77625"/>
                </a:cubicBezTo>
                <a:cubicBezTo>
                  <a:pt x="67648" y="79211"/>
                  <a:pt x="69437" y="81111"/>
                  <a:pt x="71096" y="83324"/>
                </a:cubicBezTo>
                <a:cubicBezTo>
                  <a:pt x="72756" y="85537"/>
                  <a:pt x="74324" y="88082"/>
                  <a:pt x="75799" y="90959"/>
                </a:cubicBezTo>
                <a:cubicBezTo>
                  <a:pt x="77275" y="93836"/>
                  <a:pt x="78750" y="97082"/>
                  <a:pt x="80226" y="100697"/>
                </a:cubicBezTo>
                <a:lnTo>
                  <a:pt x="93062" y="132234"/>
                </a:lnTo>
                <a:cubicBezTo>
                  <a:pt x="94094" y="134890"/>
                  <a:pt x="94758" y="136752"/>
                  <a:pt x="95053" y="137822"/>
                </a:cubicBezTo>
                <a:cubicBezTo>
                  <a:pt x="95349" y="138892"/>
                  <a:pt x="95496" y="139722"/>
                  <a:pt x="95496" y="140312"/>
                </a:cubicBezTo>
                <a:moveTo>
                  <a:pt x="66836" y="39726"/>
                </a:moveTo>
                <a:cubicBezTo>
                  <a:pt x="66836" y="34119"/>
                  <a:pt x="65582" y="29379"/>
                  <a:pt x="63074" y="25506"/>
                </a:cubicBezTo>
                <a:cubicBezTo>
                  <a:pt x="60566" y="21633"/>
                  <a:pt x="56361" y="18848"/>
                  <a:pt x="50459" y="17152"/>
                </a:cubicBezTo>
                <a:cubicBezTo>
                  <a:pt x="48615" y="16635"/>
                  <a:pt x="46531" y="16266"/>
                  <a:pt x="44207" y="16045"/>
                </a:cubicBezTo>
                <a:cubicBezTo>
                  <a:pt x="41883" y="15824"/>
                  <a:pt x="38840" y="15713"/>
                  <a:pt x="35078" y="15713"/>
                </a:cubicBezTo>
                <a:lnTo>
                  <a:pt x="19033" y="15713"/>
                </a:lnTo>
                <a:lnTo>
                  <a:pt x="19033" y="63959"/>
                </a:lnTo>
                <a:lnTo>
                  <a:pt x="37623" y="63959"/>
                </a:lnTo>
                <a:cubicBezTo>
                  <a:pt x="42639" y="63959"/>
                  <a:pt x="46973" y="63351"/>
                  <a:pt x="50625" y="62133"/>
                </a:cubicBezTo>
                <a:cubicBezTo>
                  <a:pt x="54277" y="60916"/>
                  <a:pt x="57320" y="59219"/>
                  <a:pt x="59754" y="57043"/>
                </a:cubicBezTo>
                <a:cubicBezTo>
                  <a:pt x="62189" y="54867"/>
                  <a:pt x="63978" y="52303"/>
                  <a:pt x="65121" y="49353"/>
                </a:cubicBezTo>
                <a:cubicBezTo>
                  <a:pt x="66264" y="46402"/>
                  <a:pt x="66836" y="43193"/>
                  <a:pt x="66836" y="39726"/>
                </a:cubicBezTo>
                <a:close/>
                <a:moveTo>
                  <a:pt x="202312" y="86312"/>
                </a:moveTo>
                <a:cubicBezTo>
                  <a:pt x="202312" y="89189"/>
                  <a:pt x="201592" y="91236"/>
                  <a:pt x="200154" y="92453"/>
                </a:cubicBezTo>
                <a:cubicBezTo>
                  <a:pt x="198715" y="93670"/>
                  <a:pt x="197074" y="94279"/>
                  <a:pt x="195230" y="94279"/>
                </a:cubicBezTo>
                <a:lnTo>
                  <a:pt x="129943" y="94279"/>
                </a:lnTo>
                <a:cubicBezTo>
                  <a:pt x="129943" y="99828"/>
                  <a:pt x="130496" y="104822"/>
                  <a:pt x="131603" y="109262"/>
                </a:cubicBezTo>
                <a:cubicBezTo>
                  <a:pt x="132709" y="113702"/>
                  <a:pt x="134553" y="117513"/>
                  <a:pt x="137135" y="120695"/>
                </a:cubicBezTo>
                <a:cubicBezTo>
                  <a:pt x="139717" y="123876"/>
                  <a:pt x="143074" y="126318"/>
                  <a:pt x="147205" y="128022"/>
                </a:cubicBezTo>
                <a:cubicBezTo>
                  <a:pt x="151336" y="129723"/>
                  <a:pt x="156389" y="130574"/>
                  <a:pt x="162365" y="130574"/>
                </a:cubicBezTo>
                <a:cubicBezTo>
                  <a:pt x="167086" y="130574"/>
                  <a:pt x="171291" y="130187"/>
                  <a:pt x="174980" y="129412"/>
                </a:cubicBezTo>
                <a:cubicBezTo>
                  <a:pt x="178668" y="128638"/>
                  <a:pt x="181859" y="127771"/>
                  <a:pt x="184551" y="126812"/>
                </a:cubicBezTo>
                <a:cubicBezTo>
                  <a:pt x="187244" y="125853"/>
                  <a:pt x="189457" y="124986"/>
                  <a:pt x="191191" y="124211"/>
                </a:cubicBezTo>
                <a:cubicBezTo>
                  <a:pt x="192924" y="123437"/>
                  <a:pt x="194234" y="123049"/>
                  <a:pt x="195119" y="123049"/>
                </a:cubicBezTo>
                <a:cubicBezTo>
                  <a:pt x="195635" y="123049"/>
                  <a:pt x="196097" y="123179"/>
                  <a:pt x="196502" y="123437"/>
                </a:cubicBezTo>
                <a:cubicBezTo>
                  <a:pt x="196908" y="123695"/>
                  <a:pt x="197222" y="124082"/>
                  <a:pt x="197443" y="124599"/>
                </a:cubicBezTo>
                <a:cubicBezTo>
                  <a:pt x="197664" y="125115"/>
                  <a:pt x="197830" y="125834"/>
                  <a:pt x="197941" y="126756"/>
                </a:cubicBezTo>
                <a:cubicBezTo>
                  <a:pt x="198051" y="127679"/>
                  <a:pt x="198107" y="128804"/>
                  <a:pt x="198107" y="130131"/>
                </a:cubicBezTo>
                <a:cubicBezTo>
                  <a:pt x="198107" y="131090"/>
                  <a:pt x="198070" y="131920"/>
                  <a:pt x="197996" y="132621"/>
                </a:cubicBezTo>
                <a:cubicBezTo>
                  <a:pt x="197922" y="133322"/>
                  <a:pt x="197830" y="133949"/>
                  <a:pt x="197719" y="134502"/>
                </a:cubicBezTo>
                <a:cubicBezTo>
                  <a:pt x="197609" y="135056"/>
                  <a:pt x="197424" y="135554"/>
                  <a:pt x="197166" y="135996"/>
                </a:cubicBezTo>
                <a:cubicBezTo>
                  <a:pt x="196908" y="136439"/>
                  <a:pt x="196576" y="136863"/>
                  <a:pt x="196170" y="137269"/>
                </a:cubicBezTo>
                <a:cubicBezTo>
                  <a:pt x="195765" y="137674"/>
                  <a:pt x="194566" y="138338"/>
                  <a:pt x="192574" y="139261"/>
                </a:cubicBezTo>
                <a:cubicBezTo>
                  <a:pt x="190582" y="140183"/>
                  <a:pt x="188000" y="141086"/>
                  <a:pt x="184828" y="141972"/>
                </a:cubicBezTo>
                <a:cubicBezTo>
                  <a:pt x="181656" y="142857"/>
                  <a:pt x="177986" y="143650"/>
                  <a:pt x="173818" y="144351"/>
                </a:cubicBezTo>
                <a:cubicBezTo>
                  <a:pt x="169650" y="145052"/>
                  <a:pt x="165205" y="145402"/>
                  <a:pt x="160484" y="145402"/>
                </a:cubicBezTo>
                <a:cubicBezTo>
                  <a:pt x="152295" y="145402"/>
                  <a:pt x="145121" y="144257"/>
                  <a:pt x="138961" y="141968"/>
                </a:cubicBezTo>
                <a:cubicBezTo>
                  <a:pt x="132801" y="139679"/>
                  <a:pt x="127619" y="136282"/>
                  <a:pt x="123414" y="131777"/>
                </a:cubicBezTo>
                <a:cubicBezTo>
                  <a:pt x="119209" y="127273"/>
                  <a:pt x="116037" y="121624"/>
                  <a:pt x="113898" y="114830"/>
                </a:cubicBezTo>
                <a:cubicBezTo>
                  <a:pt x="111758" y="108036"/>
                  <a:pt x="110689" y="100134"/>
                  <a:pt x="110689" y="91125"/>
                </a:cubicBezTo>
                <a:cubicBezTo>
                  <a:pt x="110689" y="82559"/>
                  <a:pt x="111795" y="74860"/>
                  <a:pt x="114008" y="68029"/>
                </a:cubicBezTo>
                <a:cubicBezTo>
                  <a:pt x="116221" y="61199"/>
                  <a:pt x="119412" y="55402"/>
                  <a:pt x="123580" y="50639"/>
                </a:cubicBezTo>
                <a:cubicBezTo>
                  <a:pt x="127748" y="45876"/>
                  <a:pt x="132783" y="42221"/>
                  <a:pt x="138684" y="39674"/>
                </a:cubicBezTo>
                <a:cubicBezTo>
                  <a:pt x="144586" y="37126"/>
                  <a:pt x="151189" y="35853"/>
                  <a:pt x="158492" y="35853"/>
                </a:cubicBezTo>
                <a:cubicBezTo>
                  <a:pt x="166312" y="35853"/>
                  <a:pt x="172969" y="37107"/>
                  <a:pt x="178465" y="39615"/>
                </a:cubicBezTo>
                <a:cubicBezTo>
                  <a:pt x="183961" y="42123"/>
                  <a:pt x="188480" y="45498"/>
                  <a:pt x="192021" y="49740"/>
                </a:cubicBezTo>
                <a:cubicBezTo>
                  <a:pt x="195562" y="53982"/>
                  <a:pt x="198162" y="58961"/>
                  <a:pt x="199822" y="64678"/>
                </a:cubicBezTo>
                <a:cubicBezTo>
                  <a:pt x="201482" y="70396"/>
                  <a:pt x="202312" y="76500"/>
                  <a:pt x="202312" y="82992"/>
                </a:cubicBezTo>
                <a:lnTo>
                  <a:pt x="202312" y="86312"/>
                </a:lnTo>
                <a:moveTo>
                  <a:pt x="183943" y="80890"/>
                </a:moveTo>
                <a:cubicBezTo>
                  <a:pt x="184164" y="71299"/>
                  <a:pt x="182043" y="63775"/>
                  <a:pt x="177580" y="58316"/>
                </a:cubicBezTo>
                <a:cubicBezTo>
                  <a:pt x="173117" y="52857"/>
                  <a:pt x="166496" y="50127"/>
                  <a:pt x="157717" y="50127"/>
                </a:cubicBezTo>
                <a:cubicBezTo>
                  <a:pt x="153217" y="50127"/>
                  <a:pt x="149271" y="50976"/>
                  <a:pt x="145877" y="52672"/>
                </a:cubicBezTo>
                <a:cubicBezTo>
                  <a:pt x="142484" y="54369"/>
                  <a:pt x="139644" y="56619"/>
                  <a:pt x="137357" y="59422"/>
                </a:cubicBezTo>
                <a:cubicBezTo>
                  <a:pt x="135070" y="62226"/>
                  <a:pt x="133299" y="65490"/>
                  <a:pt x="132045" y="69215"/>
                </a:cubicBezTo>
                <a:cubicBezTo>
                  <a:pt x="130791" y="72941"/>
                  <a:pt x="130090" y="76832"/>
                  <a:pt x="129943" y="80890"/>
                </a:cubicBezTo>
                <a:lnTo>
                  <a:pt x="183943" y="80890"/>
                </a:lnTo>
                <a:close/>
                <a:moveTo>
                  <a:pt x="315502" y="179927"/>
                </a:moveTo>
                <a:cubicBezTo>
                  <a:pt x="315502" y="180517"/>
                  <a:pt x="315336" y="181033"/>
                  <a:pt x="315004" y="181476"/>
                </a:cubicBezTo>
                <a:cubicBezTo>
                  <a:pt x="314672" y="181918"/>
                  <a:pt x="314174" y="182287"/>
                  <a:pt x="313510" y="182582"/>
                </a:cubicBezTo>
                <a:cubicBezTo>
                  <a:pt x="312846" y="182877"/>
                  <a:pt x="311924" y="183099"/>
                  <a:pt x="310744" y="183246"/>
                </a:cubicBezTo>
                <a:cubicBezTo>
                  <a:pt x="309564" y="183394"/>
                  <a:pt x="308088" y="183468"/>
                  <a:pt x="306318" y="183468"/>
                </a:cubicBezTo>
                <a:cubicBezTo>
                  <a:pt x="304473" y="183468"/>
                  <a:pt x="302979" y="183394"/>
                  <a:pt x="301836" y="183246"/>
                </a:cubicBezTo>
                <a:cubicBezTo>
                  <a:pt x="300693" y="183099"/>
                  <a:pt x="299752" y="182877"/>
                  <a:pt x="299014" y="182582"/>
                </a:cubicBezTo>
                <a:cubicBezTo>
                  <a:pt x="298277" y="182290"/>
                  <a:pt x="297779" y="181922"/>
                  <a:pt x="297520" y="181479"/>
                </a:cubicBezTo>
                <a:cubicBezTo>
                  <a:pt x="297262" y="181037"/>
                  <a:pt x="297133" y="180521"/>
                  <a:pt x="297133" y="179934"/>
                </a:cubicBezTo>
                <a:lnTo>
                  <a:pt x="297133" y="129008"/>
                </a:lnTo>
                <a:cubicBezTo>
                  <a:pt x="294109" y="132035"/>
                  <a:pt x="291232" y="134600"/>
                  <a:pt x="288502" y="136705"/>
                </a:cubicBezTo>
                <a:cubicBezTo>
                  <a:pt x="285772" y="138810"/>
                  <a:pt x="283080" y="140509"/>
                  <a:pt x="280424" y="141802"/>
                </a:cubicBezTo>
                <a:cubicBezTo>
                  <a:pt x="277768" y="143093"/>
                  <a:pt x="275094" y="144015"/>
                  <a:pt x="272402" y="144569"/>
                </a:cubicBezTo>
                <a:cubicBezTo>
                  <a:pt x="269709" y="145124"/>
                  <a:pt x="266924" y="145402"/>
                  <a:pt x="264047" y="145402"/>
                </a:cubicBezTo>
                <a:cubicBezTo>
                  <a:pt x="256817" y="145402"/>
                  <a:pt x="250658" y="143981"/>
                  <a:pt x="245567" y="141138"/>
                </a:cubicBezTo>
                <a:cubicBezTo>
                  <a:pt x="240477" y="138296"/>
                  <a:pt x="236328" y="134456"/>
                  <a:pt x="233119" y="129620"/>
                </a:cubicBezTo>
                <a:cubicBezTo>
                  <a:pt x="229910" y="124781"/>
                  <a:pt x="227567" y="119095"/>
                  <a:pt x="226092" y="112561"/>
                </a:cubicBezTo>
                <a:cubicBezTo>
                  <a:pt x="224617" y="106026"/>
                  <a:pt x="223879" y="99139"/>
                  <a:pt x="223879" y="91900"/>
                </a:cubicBezTo>
                <a:cubicBezTo>
                  <a:pt x="223879" y="83335"/>
                  <a:pt x="224801" y="75601"/>
                  <a:pt x="226645" y="68697"/>
                </a:cubicBezTo>
                <a:cubicBezTo>
                  <a:pt x="228490" y="61792"/>
                  <a:pt x="231238" y="55903"/>
                  <a:pt x="234889" y="51030"/>
                </a:cubicBezTo>
                <a:cubicBezTo>
                  <a:pt x="238541" y="46154"/>
                  <a:pt x="243041" y="42405"/>
                  <a:pt x="248389" y="39784"/>
                </a:cubicBezTo>
                <a:cubicBezTo>
                  <a:pt x="253738" y="37163"/>
                  <a:pt x="259916" y="35853"/>
                  <a:pt x="266924" y="35853"/>
                </a:cubicBezTo>
                <a:cubicBezTo>
                  <a:pt x="269875" y="35853"/>
                  <a:pt x="272641" y="36167"/>
                  <a:pt x="275223" y="36797"/>
                </a:cubicBezTo>
                <a:cubicBezTo>
                  <a:pt x="277805" y="37424"/>
                  <a:pt x="280369" y="38421"/>
                  <a:pt x="282914" y="39788"/>
                </a:cubicBezTo>
                <a:cubicBezTo>
                  <a:pt x="285459" y="41153"/>
                  <a:pt x="288041" y="42924"/>
                  <a:pt x="290660" y="45103"/>
                </a:cubicBezTo>
                <a:cubicBezTo>
                  <a:pt x="293279" y="47281"/>
                  <a:pt x="296137" y="49884"/>
                  <a:pt x="299236" y="52911"/>
                </a:cubicBezTo>
                <a:lnTo>
                  <a:pt x="299236" y="40836"/>
                </a:lnTo>
                <a:cubicBezTo>
                  <a:pt x="299236" y="40172"/>
                  <a:pt x="299383" y="39637"/>
                  <a:pt x="299678" y="39231"/>
                </a:cubicBezTo>
                <a:cubicBezTo>
                  <a:pt x="299973" y="38823"/>
                  <a:pt x="300453" y="38471"/>
                  <a:pt x="301117" y="38176"/>
                </a:cubicBezTo>
                <a:cubicBezTo>
                  <a:pt x="301781" y="37881"/>
                  <a:pt x="302629" y="37678"/>
                  <a:pt x="303662" y="37568"/>
                </a:cubicBezTo>
                <a:cubicBezTo>
                  <a:pt x="304695" y="37457"/>
                  <a:pt x="305986" y="37402"/>
                  <a:pt x="307535" y="37402"/>
                </a:cubicBezTo>
                <a:cubicBezTo>
                  <a:pt x="309010" y="37402"/>
                  <a:pt x="310264" y="37457"/>
                  <a:pt x="311297" y="37568"/>
                </a:cubicBezTo>
                <a:cubicBezTo>
                  <a:pt x="312330" y="37678"/>
                  <a:pt x="313160" y="37881"/>
                  <a:pt x="313787" y="38176"/>
                </a:cubicBezTo>
                <a:cubicBezTo>
                  <a:pt x="314414" y="38471"/>
                  <a:pt x="314857" y="38822"/>
                  <a:pt x="315115" y="39228"/>
                </a:cubicBezTo>
                <a:cubicBezTo>
                  <a:pt x="315373" y="39633"/>
                  <a:pt x="315502" y="40168"/>
                  <a:pt x="315502" y="40832"/>
                </a:cubicBezTo>
                <a:lnTo>
                  <a:pt x="315502" y="179927"/>
                </a:lnTo>
                <a:moveTo>
                  <a:pt x="297133" y="70412"/>
                </a:moveTo>
                <a:cubicBezTo>
                  <a:pt x="292191" y="64277"/>
                  <a:pt x="287414" y="59603"/>
                  <a:pt x="282803" y="56390"/>
                </a:cubicBezTo>
                <a:cubicBezTo>
                  <a:pt x="278193" y="53174"/>
                  <a:pt x="273379" y="51566"/>
                  <a:pt x="268363" y="51566"/>
                </a:cubicBezTo>
                <a:cubicBezTo>
                  <a:pt x="263715" y="51566"/>
                  <a:pt x="259768" y="52675"/>
                  <a:pt x="256522" y="54892"/>
                </a:cubicBezTo>
                <a:cubicBezTo>
                  <a:pt x="253276" y="57108"/>
                  <a:pt x="250639" y="60025"/>
                  <a:pt x="248611" y="63644"/>
                </a:cubicBezTo>
                <a:cubicBezTo>
                  <a:pt x="246582" y="67264"/>
                  <a:pt x="245106" y="71364"/>
                  <a:pt x="244184" y="75945"/>
                </a:cubicBezTo>
                <a:cubicBezTo>
                  <a:pt x="243262" y="80525"/>
                  <a:pt x="242801" y="85180"/>
                  <a:pt x="242801" y="89908"/>
                </a:cubicBezTo>
                <a:cubicBezTo>
                  <a:pt x="242801" y="95005"/>
                  <a:pt x="243188" y="99955"/>
                  <a:pt x="243963" y="104757"/>
                </a:cubicBezTo>
                <a:cubicBezTo>
                  <a:pt x="244738" y="109559"/>
                  <a:pt x="246084" y="113806"/>
                  <a:pt x="248002" y="117499"/>
                </a:cubicBezTo>
                <a:cubicBezTo>
                  <a:pt x="249920" y="121193"/>
                  <a:pt x="252465" y="124166"/>
                  <a:pt x="255637" y="126421"/>
                </a:cubicBezTo>
                <a:cubicBezTo>
                  <a:pt x="258809" y="128673"/>
                  <a:pt x="262793" y="129799"/>
                  <a:pt x="267588" y="129799"/>
                </a:cubicBezTo>
                <a:cubicBezTo>
                  <a:pt x="270022" y="129799"/>
                  <a:pt x="272365" y="129468"/>
                  <a:pt x="274615" y="128804"/>
                </a:cubicBezTo>
                <a:cubicBezTo>
                  <a:pt x="276865" y="128137"/>
                  <a:pt x="279170" y="127028"/>
                  <a:pt x="281531" y="125477"/>
                </a:cubicBezTo>
                <a:cubicBezTo>
                  <a:pt x="283891" y="123925"/>
                  <a:pt x="286363" y="121912"/>
                  <a:pt x="288945" y="119436"/>
                </a:cubicBezTo>
                <a:cubicBezTo>
                  <a:pt x="291527" y="116960"/>
                  <a:pt x="294256" y="113911"/>
                  <a:pt x="297133" y="110289"/>
                </a:cubicBezTo>
                <a:lnTo>
                  <a:pt x="297133" y="70412"/>
                </a:lnTo>
                <a:close/>
                <a:moveTo>
                  <a:pt x="434479" y="140422"/>
                </a:moveTo>
                <a:cubicBezTo>
                  <a:pt x="434479" y="141013"/>
                  <a:pt x="434350" y="141511"/>
                  <a:pt x="434092" y="141916"/>
                </a:cubicBezTo>
                <a:cubicBezTo>
                  <a:pt x="433834" y="142322"/>
                  <a:pt x="433373" y="142672"/>
                  <a:pt x="432709" y="142968"/>
                </a:cubicBezTo>
                <a:cubicBezTo>
                  <a:pt x="432045" y="143263"/>
                  <a:pt x="431178" y="143484"/>
                  <a:pt x="430108" y="143631"/>
                </a:cubicBezTo>
                <a:cubicBezTo>
                  <a:pt x="429039" y="143779"/>
                  <a:pt x="427729" y="143853"/>
                  <a:pt x="426180" y="143853"/>
                </a:cubicBezTo>
                <a:cubicBezTo>
                  <a:pt x="424483" y="143853"/>
                  <a:pt x="423100" y="143779"/>
                  <a:pt x="422030" y="143631"/>
                </a:cubicBezTo>
                <a:cubicBezTo>
                  <a:pt x="420961" y="143484"/>
                  <a:pt x="420112" y="143263"/>
                  <a:pt x="419485" y="142968"/>
                </a:cubicBezTo>
                <a:cubicBezTo>
                  <a:pt x="418858" y="142672"/>
                  <a:pt x="418434" y="142322"/>
                  <a:pt x="418213" y="141916"/>
                </a:cubicBezTo>
                <a:cubicBezTo>
                  <a:pt x="417991" y="141511"/>
                  <a:pt x="417881" y="141013"/>
                  <a:pt x="417881" y="140422"/>
                </a:cubicBezTo>
                <a:lnTo>
                  <a:pt x="417881" y="127254"/>
                </a:lnTo>
                <a:cubicBezTo>
                  <a:pt x="412200" y="133564"/>
                  <a:pt x="406594" y="138167"/>
                  <a:pt x="401061" y="141062"/>
                </a:cubicBezTo>
                <a:cubicBezTo>
                  <a:pt x="395528" y="143955"/>
                  <a:pt x="389922" y="145402"/>
                  <a:pt x="384241" y="145402"/>
                </a:cubicBezTo>
                <a:cubicBezTo>
                  <a:pt x="377602" y="145402"/>
                  <a:pt x="372014" y="144294"/>
                  <a:pt x="367477" y="142079"/>
                </a:cubicBezTo>
                <a:cubicBezTo>
                  <a:pt x="362940" y="139863"/>
                  <a:pt x="359270" y="136855"/>
                  <a:pt x="356467" y="133053"/>
                </a:cubicBezTo>
                <a:cubicBezTo>
                  <a:pt x="353663" y="129250"/>
                  <a:pt x="351653" y="124819"/>
                  <a:pt x="350436" y="119761"/>
                </a:cubicBezTo>
                <a:cubicBezTo>
                  <a:pt x="349219" y="114701"/>
                  <a:pt x="348610" y="108552"/>
                  <a:pt x="348610" y="101316"/>
                </a:cubicBezTo>
                <a:lnTo>
                  <a:pt x="348610" y="40836"/>
                </a:lnTo>
                <a:cubicBezTo>
                  <a:pt x="348610" y="40245"/>
                  <a:pt x="348739" y="39747"/>
                  <a:pt x="348997" y="39342"/>
                </a:cubicBezTo>
                <a:cubicBezTo>
                  <a:pt x="349256" y="38934"/>
                  <a:pt x="349754" y="38564"/>
                  <a:pt x="350491" y="38232"/>
                </a:cubicBezTo>
                <a:cubicBezTo>
                  <a:pt x="351229" y="37900"/>
                  <a:pt x="352188" y="37678"/>
                  <a:pt x="353368" y="37568"/>
                </a:cubicBezTo>
                <a:cubicBezTo>
                  <a:pt x="354549" y="37457"/>
                  <a:pt x="356024" y="37402"/>
                  <a:pt x="357795" y="37402"/>
                </a:cubicBezTo>
                <a:cubicBezTo>
                  <a:pt x="359565" y="37402"/>
                  <a:pt x="361041" y="37457"/>
                  <a:pt x="362221" y="37568"/>
                </a:cubicBezTo>
                <a:cubicBezTo>
                  <a:pt x="363401" y="37678"/>
                  <a:pt x="364342" y="37900"/>
                  <a:pt x="365043" y="38232"/>
                </a:cubicBezTo>
                <a:cubicBezTo>
                  <a:pt x="365743" y="38564"/>
                  <a:pt x="366241" y="38934"/>
                  <a:pt x="366536" y="39342"/>
                </a:cubicBezTo>
                <a:cubicBezTo>
                  <a:pt x="366832" y="39747"/>
                  <a:pt x="366979" y="40245"/>
                  <a:pt x="366979" y="40836"/>
                </a:cubicBezTo>
                <a:lnTo>
                  <a:pt x="366979" y="98888"/>
                </a:lnTo>
                <a:cubicBezTo>
                  <a:pt x="366979" y="104723"/>
                  <a:pt x="367403" y="109395"/>
                  <a:pt x="368252" y="112904"/>
                </a:cubicBezTo>
                <a:cubicBezTo>
                  <a:pt x="369100" y="116412"/>
                  <a:pt x="370391" y="119405"/>
                  <a:pt x="372125" y="121881"/>
                </a:cubicBezTo>
                <a:cubicBezTo>
                  <a:pt x="373858" y="124354"/>
                  <a:pt x="376053" y="126275"/>
                  <a:pt x="378709" y="127642"/>
                </a:cubicBezTo>
                <a:cubicBezTo>
                  <a:pt x="381364" y="129006"/>
                  <a:pt x="384463" y="129689"/>
                  <a:pt x="388004" y="129689"/>
                </a:cubicBezTo>
                <a:cubicBezTo>
                  <a:pt x="392577" y="129689"/>
                  <a:pt x="397133" y="128057"/>
                  <a:pt x="401670" y="124792"/>
                </a:cubicBezTo>
                <a:cubicBezTo>
                  <a:pt x="406207" y="121528"/>
                  <a:pt x="411020" y="116742"/>
                  <a:pt x="416110" y="110435"/>
                </a:cubicBezTo>
                <a:lnTo>
                  <a:pt x="416110" y="40832"/>
                </a:lnTo>
                <a:cubicBezTo>
                  <a:pt x="416110" y="40242"/>
                  <a:pt x="416239" y="39744"/>
                  <a:pt x="416498" y="39338"/>
                </a:cubicBezTo>
                <a:cubicBezTo>
                  <a:pt x="416756" y="38932"/>
                  <a:pt x="417254" y="38564"/>
                  <a:pt x="417991" y="38232"/>
                </a:cubicBezTo>
                <a:cubicBezTo>
                  <a:pt x="418729" y="37900"/>
                  <a:pt x="419670" y="37678"/>
                  <a:pt x="420813" y="37568"/>
                </a:cubicBezTo>
                <a:cubicBezTo>
                  <a:pt x="421957" y="37457"/>
                  <a:pt x="423450" y="37402"/>
                  <a:pt x="425295" y="37402"/>
                </a:cubicBezTo>
                <a:cubicBezTo>
                  <a:pt x="427065" y="37402"/>
                  <a:pt x="428541" y="37457"/>
                  <a:pt x="429721" y="37568"/>
                </a:cubicBezTo>
                <a:cubicBezTo>
                  <a:pt x="430901" y="37678"/>
                  <a:pt x="431823" y="37900"/>
                  <a:pt x="432487" y="38232"/>
                </a:cubicBezTo>
                <a:cubicBezTo>
                  <a:pt x="433151" y="38564"/>
                  <a:pt x="433649" y="38932"/>
                  <a:pt x="433981" y="39338"/>
                </a:cubicBezTo>
                <a:cubicBezTo>
                  <a:pt x="434313" y="39744"/>
                  <a:pt x="434479" y="40242"/>
                  <a:pt x="434479" y="40832"/>
                </a:cubicBezTo>
                <a:lnTo>
                  <a:pt x="434479" y="140422"/>
                </a:lnTo>
                <a:close/>
                <a:moveTo>
                  <a:pt x="553125" y="86312"/>
                </a:moveTo>
                <a:cubicBezTo>
                  <a:pt x="553125" y="89189"/>
                  <a:pt x="552406" y="91236"/>
                  <a:pt x="550967" y="92453"/>
                </a:cubicBezTo>
                <a:cubicBezTo>
                  <a:pt x="549529" y="93670"/>
                  <a:pt x="547887" y="94279"/>
                  <a:pt x="546043" y="94279"/>
                </a:cubicBezTo>
                <a:lnTo>
                  <a:pt x="480756" y="94279"/>
                </a:lnTo>
                <a:cubicBezTo>
                  <a:pt x="480756" y="99828"/>
                  <a:pt x="481309" y="104822"/>
                  <a:pt x="482416" y="109262"/>
                </a:cubicBezTo>
                <a:cubicBezTo>
                  <a:pt x="483522" y="113702"/>
                  <a:pt x="485367" y="117513"/>
                  <a:pt x="487949" y="120695"/>
                </a:cubicBezTo>
                <a:cubicBezTo>
                  <a:pt x="490531" y="123876"/>
                  <a:pt x="493887" y="126318"/>
                  <a:pt x="498018" y="128022"/>
                </a:cubicBezTo>
                <a:cubicBezTo>
                  <a:pt x="502149" y="129723"/>
                  <a:pt x="507203" y="130574"/>
                  <a:pt x="513178" y="130574"/>
                </a:cubicBezTo>
                <a:cubicBezTo>
                  <a:pt x="517899" y="130574"/>
                  <a:pt x="522104" y="130187"/>
                  <a:pt x="525793" y="129412"/>
                </a:cubicBezTo>
                <a:cubicBezTo>
                  <a:pt x="529481" y="128638"/>
                  <a:pt x="532672" y="127771"/>
                  <a:pt x="535365" y="126812"/>
                </a:cubicBezTo>
                <a:cubicBezTo>
                  <a:pt x="538057" y="125853"/>
                  <a:pt x="540270" y="124986"/>
                  <a:pt x="542004" y="124211"/>
                </a:cubicBezTo>
                <a:cubicBezTo>
                  <a:pt x="543738" y="123437"/>
                  <a:pt x="545047" y="123049"/>
                  <a:pt x="545932" y="123049"/>
                </a:cubicBezTo>
                <a:cubicBezTo>
                  <a:pt x="546449" y="123049"/>
                  <a:pt x="546910" y="123179"/>
                  <a:pt x="547316" y="123437"/>
                </a:cubicBezTo>
                <a:cubicBezTo>
                  <a:pt x="547721" y="123695"/>
                  <a:pt x="548035" y="124082"/>
                  <a:pt x="548256" y="124599"/>
                </a:cubicBezTo>
                <a:cubicBezTo>
                  <a:pt x="548477" y="125115"/>
                  <a:pt x="548643" y="125834"/>
                  <a:pt x="548754" y="126756"/>
                </a:cubicBezTo>
                <a:cubicBezTo>
                  <a:pt x="548865" y="127679"/>
                  <a:pt x="548920" y="128804"/>
                  <a:pt x="548920" y="130131"/>
                </a:cubicBezTo>
                <a:cubicBezTo>
                  <a:pt x="548920" y="131090"/>
                  <a:pt x="548883" y="131920"/>
                  <a:pt x="548809" y="132621"/>
                </a:cubicBezTo>
                <a:cubicBezTo>
                  <a:pt x="548736" y="133322"/>
                  <a:pt x="548643" y="133949"/>
                  <a:pt x="548533" y="134502"/>
                </a:cubicBezTo>
                <a:cubicBezTo>
                  <a:pt x="548422" y="135056"/>
                  <a:pt x="548238" y="135554"/>
                  <a:pt x="547979" y="135996"/>
                </a:cubicBezTo>
                <a:cubicBezTo>
                  <a:pt x="547721" y="136439"/>
                  <a:pt x="547389" y="136863"/>
                  <a:pt x="546984" y="137269"/>
                </a:cubicBezTo>
                <a:cubicBezTo>
                  <a:pt x="546578" y="137674"/>
                  <a:pt x="545379" y="138338"/>
                  <a:pt x="543387" y="139261"/>
                </a:cubicBezTo>
                <a:cubicBezTo>
                  <a:pt x="541395" y="140183"/>
                  <a:pt x="538813" y="141086"/>
                  <a:pt x="535641" y="141972"/>
                </a:cubicBezTo>
                <a:cubicBezTo>
                  <a:pt x="532469" y="142857"/>
                  <a:pt x="528799" y="143650"/>
                  <a:pt x="524631" y="144351"/>
                </a:cubicBezTo>
                <a:cubicBezTo>
                  <a:pt x="520463" y="145052"/>
                  <a:pt x="516018" y="145402"/>
                  <a:pt x="511297" y="145402"/>
                </a:cubicBezTo>
                <a:cubicBezTo>
                  <a:pt x="503108" y="145402"/>
                  <a:pt x="495934" y="144257"/>
                  <a:pt x="489774" y="141968"/>
                </a:cubicBezTo>
                <a:cubicBezTo>
                  <a:pt x="483615" y="139679"/>
                  <a:pt x="478432" y="136282"/>
                  <a:pt x="474227" y="131777"/>
                </a:cubicBezTo>
                <a:cubicBezTo>
                  <a:pt x="470022" y="127273"/>
                  <a:pt x="466850" y="121624"/>
                  <a:pt x="464711" y="114830"/>
                </a:cubicBezTo>
                <a:cubicBezTo>
                  <a:pt x="462571" y="108036"/>
                  <a:pt x="461502" y="100134"/>
                  <a:pt x="461502" y="91125"/>
                </a:cubicBezTo>
                <a:cubicBezTo>
                  <a:pt x="461502" y="82559"/>
                  <a:pt x="462608" y="74860"/>
                  <a:pt x="464821" y="68029"/>
                </a:cubicBezTo>
                <a:cubicBezTo>
                  <a:pt x="467035" y="61199"/>
                  <a:pt x="470225" y="55402"/>
                  <a:pt x="474393" y="50639"/>
                </a:cubicBezTo>
                <a:cubicBezTo>
                  <a:pt x="478561" y="45876"/>
                  <a:pt x="483596" y="42221"/>
                  <a:pt x="489498" y="39674"/>
                </a:cubicBezTo>
                <a:cubicBezTo>
                  <a:pt x="495399" y="37126"/>
                  <a:pt x="502002" y="35853"/>
                  <a:pt x="509305" y="35853"/>
                </a:cubicBezTo>
                <a:cubicBezTo>
                  <a:pt x="517125" y="35853"/>
                  <a:pt x="523783" y="37107"/>
                  <a:pt x="529279" y="39615"/>
                </a:cubicBezTo>
                <a:cubicBezTo>
                  <a:pt x="534775" y="42123"/>
                  <a:pt x="539293" y="45498"/>
                  <a:pt x="542834" y="49740"/>
                </a:cubicBezTo>
                <a:cubicBezTo>
                  <a:pt x="546375" y="53982"/>
                  <a:pt x="548975" y="58961"/>
                  <a:pt x="550635" y="64678"/>
                </a:cubicBezTo>
                <a:cubicBezTo>
                  <a:pt x="552295" y="70396"/>
                  <a:pt x="553125" y="76500"/>
                  <a:pt x="553125" y="82992"/>
                </a:cubicBezTo>
                <a:lnTo>
                  <a:pt x="553125" y="86312"/>
                </a:lnTo>
                <a:moveTo>
                  <a:pt x="534756" y="80890"/>
                </a:moveTo>
                <a:cubicBezTo>
                  <a:pt x="534977" y="71299"/>
                  <a:pt x="532856" y="63775"/>
                  <a:pt x="528393" y="58316"/>
                </a:cubicBezTo>
                <a:cubicBezTo>
                  <a:pt x="523930" y="52857"/>
                  <a:pt x="517309" y="50127"/>
                  <a:pt x="508531" y="50127"/>
                </a:cubicBezTo>
                <a:cubicBezTo>
                  <a:pt x="504031" y="50127"/>
                  <a:pt x="500084" y="50976"/>
                  <a:pt x="496690" y="52672"/>
                </a:cubicBezTo>
                <a:cubicBezTo>
                  <a:pt x="493297" y="54369"/>
                  <a:pt x="490457" y="56619"/>
                  <a:pt x="488170" y="59422"/>
                </a:cubicBezTo>
                <a:cubicBezTo>
                  <a:pt x="485883" y="62226"/>
                  <a:pt x="484113" y="65490"/>
                  <a:pt x="482858" y="69215"/>
                </a:cubicBezTo>
                <a:cubicBezTo>
                  <a:pt x="481604" y="72941"/>
                  <a:pt x="480903" y="76832"/>
                  <a:pt x="480756" y="80890"/>
                </a:cubicBezTo>
                <a:lnTo>
                  <a:pt x="534756" y="80890"/>
                </a:lnTo>
                <a:close/>
                <a:moveTo>
                  <a:pt x="643520" y="113391"/>
                </a:moveTo>
                <a:cubicBezTo>
                  <a:pt x="643520" y="118486"/>
                  <a:pt x="642580" y="123028"/>
                  <a:pt x="640698" y="127016"/>
                </a:cubicBezTo>
                <a:cubicBezTo>
                  <a:pt x="638817" y="131002"/>
                  <a:pt x="636143" y="134362"/>
                  <a:pt x="632676" y="137096"/>
                </a:cubicBezTo>
                <a:cubicBezTo>
                  <a:pt x="629209" y="139828"/>
                  <a:pt x="625078" y="141894"/>
                  <a:pt x="620282" y="143296"/>
                </a:cubicBezTo>
                <a:cubicBezTo>
                  <a:pt x="615487" y="144700"/>
                  <a:pt x="610213" y="145402"/>
                  <a:pt x="604459" y="145402"/>
                </a:cubicBezTo>
                <a:cubicBezTo>
                  <a:pt x="600918" y="145402"/>
                  <a:pt x="597543" y="145125"/>
                  <a:pt x="594334" y="144572"/>
                </a:cubicBezTo>
                <a:cubicBezTo>
                  <a:pt x="591125" y="144019"/>
                  <a:pt x="588248" y="143318"/>
                  <a:pt x="585702" y="142470"/>
                </a:cubicBezTo>
                <a:cubicBezTo>
                  <a:pt x="583157" y="141621"/>
                  <a:pt x="581000" y="140736"/>
                  <a:pt x="579229" y="139814"/>
                </a:cubicBezTo>
                <a:cubicBezTo>
                  <a:pt x="577459" y="138892"/>
                  <a:pt x="576168" y="138062"/>
                  <a:pt x="575356" y="137324"/>
                </a:cubicBezTo>
                <a:cubicBezTo>
                  <a:pt x="574545" y="136586"/>
                  <a:pt x="573954" y="135554"/>
                  <a:pt x="573586" y="134226"/>
                </a:cubicBezTo>
                <a:cubicBezTo>
                  <a:pt x="573217" y="132898"/>
                  <a:pt x="573032" y="131090"/>
                  <a:pt x="573032" y="128804"/>
                </a:cubicBezTo>
                <a:cubicBezTo>
                  <a:pt x="573032" y="127402"/>
                  <a:pt x="573106" y="126222"/>
                  <a:pt x="573254" y="125263"/>
                </a:cubicBezTo>
                <a:cubicBezTo>
                  <a:pt x="573401" y="124304"/>
                  <a:pt x="573586" y="123529"/>
                  <a:pt x="573807" y="122939"/>
                </a:cubicBezTo>
                <a:cubicBezTo>
                  <a:pt x="574028" y="122349"/>
                  <a:pt x="574342" y="121924"/>
                  <a:pt x="574747" y="121666"/>
                </a:cubicBezTo>
                <a:cubicBezTo>
                  <a:pt x="575153" y="121408"/>
                  <a:pt x="575614" y="121279"/>
                  <a:pt x="576131" y="121279"/>
                </a:cubicBezTo>
                <a:cubicBezTo>
                  <a:pt x="576942" y="121279"/>
                  <a:pt x="578141" y="121777"/>
                  <a:pt x="579727" y="122773"/>
                </a:cubicBezTo>
                <a:cubicBezTo>
                  <a:pt x="581313" y="123769"/>
                  <a:pt x="583268" y="124857"/>
                  <a:pt x="585592" y="126037"/>
                </a:cubicBezTo>
                <a:cubicBezTo>
                  <a:pt x="587916" y="127218"/>
                  <a:pt x="590664" y="128306"/>
                  <a:pt x="593836" y="129302"/>
                </a:cubicBezTo>
                <a:cubicBezTo>
                  <a:pt x="597008" y="130297"/>
                  <a:pt x="600659" y="130795"/>
                  <a:pt x="604791" y="130795"/>
                </a:cubicBezTo>
                <a:cubicBezTo>
                  <a:pt x="607889" y="130795"/>
                  <a:pt x="610692" y="130463"/>
                  <a:pt x="613200" y="129799"/>
                </a:cubicBezTo>
                <a:cubicBezTo>
                  <a:pt x="615709" y="129133"/>
                  <a:pt x="617885" y="128153"/>
                  <a:pt x="619729" y="126860"/>
                </a:cubicBezTo>
                <a:cubicBezTo>
                  <a:pt x="621573" y="125567"/>
                  <a:pt x="622994" y="123922"/>
                  <a:pt x="623989" y="121926"/>
                </a:cubicBezTo>
                <a:cubicBezTo>
                  <a:pt x="624985" y="119929"/>
                  <a:pt x="625483" y="117564"/>
                  <a:pt x="625483" y="114830"/>
                </a:cubicBezTo>
                <a:cubicBezTo>
                  <a:pt x="625483" y="112024"/>
                  <a:pt x="624764" y="109661"/>
                  <a:pt x="623325" y="107741"/>
                </a:cubicBezTo>
                <a:cubicBezTo>
                  <a:pt x="621887" y="105821"/>
                  <a:pt x="619987" y="104123"/>
                  <a:pt x="617627" y="102647"/>
                </a:cubicBezTo>
                <a:cubicBezTo>
                  <a:pt x="615266" y="101170"/>
                  <a:pt x="612610" y="99859"/>
                  <a:pt x="609659" y="98716"/>
                </a:cubicBezTo>
                <a:cubicBezTo>
                  <a:pt x="606709" y="97570"/>
                  <a:pt x="603666" y="96370"/>
                  <a:pt x="600530" y="95116"/>
                </a:cubicBezTo>
                <a:cubicBezTo>
                  <a:pt x="597395" y="93859"/>
                  <a:pt x="594334" y="92437"/>
                  <a:pt x="591346" y="90849"/>
                </a:cubicBezTo>
                <a:cubicBezTo>
                  <a:pt x="588358" y="89260"/>
                  <a:pt x="585684" y="87321"/>
                  <a:pt x="583323" y="85032"/>
                </a:cubicBezTo>
                <a:cubicBezTo>
                  <a:pt x="580963" y="82743"/>
                  <a:pt x="579063" y="80011"/>
                  <a:pt x="577625" y="76837"/>
                </a:cubicBezTo>
                <a:cubicBezTo>
                  <a:pt x="576186" y="73662"/>
                  <a:pt x="575467" y="69860"/>
                  <a:pt x="575467" y="65429"/>
                </a:cubicBezTo>
                <a:cubicBezTo>
                  <a:pt x="575467" y="61514"/>
                  <a:pt x="576223" y="57767"/>
                  <a:pt x="577735" y="54187"/>
                </a:cubicBezTo>
                <a:cubicBezTo>
                  <a:pt x="579248" y="50604"/>
                  <a:pt x="581516" y="47466"/>
                  <a:pt x="584541" y="44771"/>
                </a:cubicBezTo>
                <a:cubicBezTo>
                  <a:pt x="587565" y="42073"/>
                  <a:pt x="591346" y="39913"/>
                  <a:pt x="595883" y="38290"/>
                </a:cubicBezTo>
                <a:cubicBezTo>
                  <a:pt x="600420" y="36665"/>
                  <a:pt x="605713" y="35853"/>
                  <a:pt x="611762" y="35853"/>
                </a:cubicBezTo>
                <a:cubicBezTo>
                  <a:pt x="614418" y="35853"/>
                  <a:pt x="617073" y="36077"/>
                  <a:pt x="619729" y="36527"/>
                </a:cubicBezTo>
                <a:cubicBezTo>
                  <a:pt x="622385" y="36976"/>
                  <a:pt x="624782" y="37538"/>
                  <a:pt x="626922" y="38211"/>
                </a:cubicBezTo>
                <a:cubicBezTo>
                  <a:pt x="629061" y="38884"/>
                  <a:pt x="630887" y="39614"/>
                  <a:pt x="632399" y="40400"/>
                </a:cubicBezTo>
                <a:cubicBezTo>
                  <a:pt x="633912" y="41186"/>
                  <a:pt x="635055" y="41879"/>
                  <a:pt x="635830" y="42478"/>
                </a:cubicBezTo>
                <a:cubicBezTo>
                  <a:pt x="636604" y="43077"/>
                  <a:pt x="637121" y="43598"/>
                  <a:pt x="637379" y="44041"/>
                </a:cubicBezTo>
                <a:cubicBezTo>
                  <a:pt x="637637" y="44484"/>
                  <a:pt x="637821" y="44982"/>
                  <a:pt x="637932" y="45535"/>
                </a:cubicBezTo>
                <a:cubicBezTo>
                  <a:pt x="638043" y="46088"/>
                  <a:pt x="638153" y="46771"/>
                  <a:pt x="638264" y="47582"/>
                </a:cubicBezTo>
                <a:cubicBezTo>
                  <a:pt x="638375" y="48394"/>
                  <a:pt x="638430" y="49389"/>
                  <a:pt x="638430" y="50570"/>
                </a:cubicBezTo>
                <a:cubicBezTo>
                  <a:pt x="638430" y="51824"/>
                  <a:pt x="638375" y="52912"/>
                  <a:pt x="638264" y="53834"/>
                </a:cubicBezTo>
                <a:cubicBezTo>
                  <a:pt x="638153" y="54756"/>
                  <a:pt x="637969" y="55512"/>
                  <a:pt x="637711" y="56103"/>
                </a:cubicBezTo>
                <a:cubicBezTo>
                  <a:pt x="637453" y="56693"/>
                  <a:pt x="637139" y="57117"/>
                  <a:pt x="636770" y="57375"/>
                </a:cubicBezTo>
                <a:cubicBezTo>
                  <a:pt x="636401" y="57633"/>
                  <a:pt x="635996" y="57762"/>
                  <a:pt x="635553" y="57762"/>
                </a:cubicBezTo>
                <a:cubicBezTo>
                  <a:pt x="634889" y="57762"/>
                  <a:pt x="633930" y="57351"/>
                  <a:pt x="632676" y="56528"/>
                </a:cubicBezTo>
                <a:cubicBezTo>
                  <a:pt x="631422" y="55705"/>
                  <a:pt x="629799" y="54825"/>
                  <a:pt x="627807" y="53889"/>
                </a:cubicBezTo>
                <a:cubicBezTo>
                  <a:pt x="625815" y="52954"/>
                  <a:pt x="623473" y="52074"/>
                  <a:pt x="620780" y="51251"/>
                </a:cubicBezTo>
                <a:cubicBezTo>
                  <a:pt x="618088" y="50428"/>
                  <a:pt x="615008" y="50017"/>
                  <a:pt x="611541" y="50017"/>
                </a:cubicBezTo>
                <a:cubicBezTo>
                  <a:pt x="608442" y="50017"/>
                  <a:pt x="605713" y="50368"/>
                  <a:pt x="603352" y="51071"/>
                </a:cubicBezTo>
                <a:cubicBezTo>
                  <a:pt x="600991" y="51772"/>
                  <a:pt x="599055" y="52769"/>
                  <a:pt x="597543" y="54062"/>
                </a:cubicBezTo>
                <a:cubicBezTo>
                  <a:pt x="596030" y="55356"/>
                  <a:pt x="594887" y="56890"/>
                  <a:pt x="594112" y="58665"/>
                </a:cubicBezTo>
                <a:cubicBezTo>
                  <a:pt x="593338" y="60438"/>
                  <a:pt x="592950" y="62359"/>
                  <a:pt x="592950" y="64429"/>
                </a:cubicBezTo>
                <a:cubicBezTo>
                  <a:pt x="592950" y="67309"/>
                  <a:pt x="593688" y="69727"/>
                  <a:pt x="595164" y="71684"/>
                </a:cubicBezTo>
                <a:cubicBezTo>
                  <a:pt x="596639" y="73642"/>
                  <a:pt x="598557" y="75359"/>
                  <a:pt x="600918" y="76837"/>
                </a:cubicBezTo>
                <a:cubicBezTo>
                  <a:pt x="603278" y="78312"/>
                  <a:pt x="605971" y="79641"/>
                  <a:pt x="608996" y="80824"/>
                </a:cubicBezTo>
                <a:cubicBezTo>
                  <a:pt x="612020" y="82004"/>
                  <a:pt x="615100" y="83223"/>
                  <a:pt x="618235" y="84479"/>
                </a:cubicBezTo>
                <a:cubicBezTo>
                  <a:pt x="621371" y="85733"/>
                  <a:pt x="624469" y="87136"/>
                  <a:pt x="627530" y="88687"/>
                </a:cubicBezTo>
                <a:cubicBezTo>
                  <a:pt x="630592" y="90239"/>
                  <a:pt x="633303" y="92122"/>
                  <a:pt x="635664" y="94338"/>
                </a:cubicBezTo>
                <a:cubicBezTo>
                  <a:pt x="638024" y="96553"/>
                  <a:pt x="639924" y="99212"/>
                  <a:pt x="641362" y="102315"/>
                </a:cubicBezTo>
                <a:cubicBezTo>
                  <a:pt x="642801" y="105416"/>
                  <a:pt x="643520" y="109108"/>
                  <a:pt x="643520" y="113391"/>
                </a:cubicBezTo>
                <a:close/>
                <a:moveTo>
                  <a:pt x="718677" y="133230"/>
                </a:moveTo>
                <a:cubicBezTo>
                  <a:pt x="718677" y="135369"/>
                  <a:pt x="718529" y="137066"/>
                  <a:pt x="718234" y="138320"/>
                </a:cubicBezTo>
                <a:cubicBezTo>
                  <a:pt x="717939" y="139574"/>
                  <a:pt x="717497" y="140496"/>
                  <a:pt x="716907" y="141086"/>
                </a:cubicBezTo>
                <a:cubicBezTo>
                  <a:pt x="716316" y="141677"/>
                  <a:pt x="715431" y="142230"/>
                  <a:pt x="714251" y="142746"/>
                </a:cubicBezTo>
                <a:cubicBezTo>
                  <a:pt x="713070" y="143263"/>
                  <a:pt x="711724" y="143687"/>
                  <a:pt x="710212" y="144019"/>
                </a:cubicBezTo>
                <a:cubicBezTo>
                  <a:pt x="708700" y="144351"/>
                  <a:pt x="707095" y="144627"/>
                  <a:pt x="705398" y="144849"/>
                </a:cubicBezTo>
                <a:cubicBezTo>
                  <a:pt x="703702" y="145070"/>
                  <a:pt x="702005" y="145181"/>
                  <a:pt x="700308" y="145181"/>
                </a:cubicBezTo>
                <a:cubicBezTo>
                  <a:pt x="695144" y="145181"/>
                  <a:pt x="690718" y="144497"/>
                  <a:pt x="687029" y="143130"/>
                </a:cubicBezTo>
                <a:cubicBezTo>
                  <a:pt x="683341" y="141761"/>
                  <a:pt x="680316" y="139689"/>
                  <a:pt x="677956" y="136916"/>
                </a:cubicBezTo>
                <a:cubicBezTo>
                  <a:pt x="675595" y="134143"/>
                  <a:pt x="673880" y="130631"/>
                  <a:pt x="672810" y="126380"/>
                </a:cubicBezTo>
                <a:cubicBezTo>
                  <a:pt x="671740" y="122128"/>
                  <a:pt x="671206" y="117119"/>
                  <a:pt x="671206" y="111351"/>
                </a:cubicBezTo>
                <a:lnTo>
                  <a:pt x="671206" y="53004"/>
                </a:lnTo>
                <a:lnTo>
                  <a:pt x="657263" y="53004"/>
                </a:lnTo>
                <a:cubicBezTo>
                  <a:pt x="656156" y="53004"/>
                  <a:pt x="655271" y="52414"/>
                  <a:pt x="654607" y="51234"/>
                </a:cubicBezTo>
                <a:cubicBezTo>
                  <a:pt x="653943" y="50053"/>
                  <a:pt x="653611" y="48135"/>
                  <a:pt x="653611" y="45480"/>
                </a:cubicBezTo>
                <a:cubicBezTo>
                  <a:pt x="653611" y="44078"/>
                  <a:pt x="653704" y="42898"/>
                  <a:pt x="653888" y="41939"/>
                </a:cubicBezTo>
                <a:cubicBezTo>
                  <a:pt x="654072" y="40980"/>
                  <a:pt x="654312" y="40187"/>
                  <a:pt x="654607" y="39560"/>
                </a:cubicBezTo>
                <a:cubicBezTo>
                  <a:pt x="654902" y="38932"/>
                  <a:pt x="655290" y="38490"/>
                  <a:pt x="655769" y="38232"/>
                </a:cubicBezTo>
                <a:cubicBezTo>
                  <a:pt x="656249" y="37973"/>
                  <a:pt x="656783" y="37844"/>
                  <a:pt x="657374" y="37844"/>
                </a:cubicBezTo>
                <a:lnTo>
                  <a:pt x="671206" y="37844"/>
                </a:lnTo>
                <a:lnTo>
                  <a:pt x="671206" y="14164"/>
                </a:lnTo>
                <a:cubicBezTo>
                  <a:pt x="671206" y="13648"/>
                  <a:pt x="671335" y="13168"/>
                  <a:pt x="671593" y="12725"/>
                </a:cubicBezTo>
                <a:cubicBezTo>
                  <a:pt x="671851" y="12283"/>
                  <a:pt x="672331" y="11896"/>
                  <a:pt x="673031" y="11564"/>
                </a:cubicBezTo>
                <a:cubicBezTo>
                  <a:pt x="673732" y="11232"/>
                  <a:pt x="674673" y="10992"/>
                  <a:pt x="675853" y="10844"/>
                </a:cubicBezTo>
                <a:cubicBezTo>
                  <a:pt x="677033" y="10697"/>
                  <a:pt x="678509" y="10623"/>
                  <a:pt x="680279" y="10623"/>
                </a:cubicBezTo>
                <a:cubicBezTo>
                  <a:pt x="682124" y="10623"/>
                  <a:pt x="683636" y="10697"/>
                  <a:pt x="684816" y="10844"/>
                </a:cubicBezTo>
                <a:cubicBezTo>
                  <a:pt x="685997" y="10992"/>
                  <a:pt x="686919" y="11232"/>
                  <a:pt x="687583" y="11564"/>
                </a:cubicBezTo>
                <a:cubicBezTo>
                  <a:pt x="688247" y="11896"/>
                  <a:pt x="688726" y="12283"/>
                  <a:pt x="689021" y="12725"/>
                </a:cubicBezTo>
                <a:cubicBezTo>
                  <a:pt x="689316" y="13168"/>
                  <a:pt x="689464" y="13648"/>
                  <a:pt x="689464" y="14164"/>
                </a:cubicBezTo>
                <a:lnTo>
                  <a:pt x="689464" y="37844"/>
                </a:lnTo>
                <a:lnTo>
                  <a:pt x="715025" y="37844"/>
                </a:lnTo>
                <a:cubicBezTo>
                  <a:pt x="715616" y="37844"/>
                  <a:pt x="716132" y="37973"/>
                  <a:pt x="716575" y="38232"/>
                </a:cubicBezTo>
                <a:cubicBezTo>
                  <a:pt x="717017" y="38490"/>
                  <a:pt x="717404" y="38932"/>
                  <a:pt x="717736" y="39560"/>
                </a:cubicBezTo>
                <a:cubicBezTo>
                  <a:pt x="718068" y="40187"/>
                  <a:pt x="718308" y="40980"/>
                  <a:pt x="718456" y="41939"/>
                </a:cubicBezTo>
                <a:cubicBezTo>
                  <a:pt x="718603" y="42898"/>
                  <a:pt x="718677" y="44078"/>
                  <a:pt x="718677" y="45480"/>
                </a:cubicBezTo>
                <a:cubicBezTo>
                  <a:pt x="718677" y="48135"/>
                  <a:pt x="718345" y="50053"/>
                  <a:pt x="717681" y="51234"/>
                </a:cubicBezTo>
                <a:cubicBezTo>
                  <a:pt x="717017" y="52414"/>
                  <a:pt x="716132" y="53004"/>
                  <a:pt x="715025" y="53004"/>
                </a:cubicBezTo>
                <a:lnTo>
                  <a:pt x="689464" y="53004"/>
                </a:lnTo>
                <a:lnTo>
                  <a:pt x="689464" y="108716"/>
                </a:lnTo>
                <a:cubicBezTo>
                  <a:pt x="689464" y="115595"/>
                  <a:pt x="690478" y="120793"/>
                  <a:pt x="692507" y="124308"/>
                </a:cubicBezTo>
                <a:cubicBezTo>
                  <a:pt x="694536" y="127822"/>
                  <a:pt x="698169" y="129578"/>
                  <a:pt x="703406" y="129578"/>
                </a:cubicBezTo>
                <a:cubicBezTo>
                  <a:pt x="705103" y="129578"/>
                  <a:pt x="706616" y="129412"/>
                  <a:pt x="707943" y="129080"/>
                </a:cubicBezTo>
                <a:cubicBezTo>
                  <a:pt x="709271" y="128748"/>
                  <a:pt x="710452" y="128398"/>
                  <a:pt x="711484" y="128029"/>
                </a:cubicBezTo>
                <a:cubicBezTo>
                  <a:pt x="712517" y="127660"/>
                  <a:pt x="713402" y="127310"/>
                  <a:pt x="714140" y="126978"/>
                </a:cubicBezTo>
                <a:cubicBezTo>
                  <a:pt x="714878" y="126646"/>
                  <a:pt x="715542" y="126480"/>
                  <a:pt x="716132" y="126480"/>
                </a:cubicBezTo>
                <a:cubicBezTo>
                  <a:pt x="716501" y="126480"/>
                  <a:pt x="716851" y="126572"/>
                  <a:pt x="717183" y="126756"/>
                </a:cubicBezTo>
                <a:cubicBezTo>
                  <a:pt x="717515" y="126941"/>
                  <a:pt x="717773" y="127291"/>
                  <a:pt x="717958" y="127808"/>
                </a:cubicBezTo>
                <a:cubicBezTo>
                  <a:pt x="718142" y="128324"/>
                  <a:pt x="718308" y="129025"/>
                  <a:pt x="718456" y="129910"/>
                </a:cubicBezTo>
                <a:cubicBezTo>
                  <a:pt x="718603" y="130795"/>
                  <a:pt x="718677" y="131902"/>
                  <a:pt x="718677" y="1332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EE7C6-3F9E-4327-ABCC-F4E8E1D8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069" y="6812928"/>
            <a:ext cx="1359741" cy="385396"/>
          </a:xfrm>
          <a:custGeom xmlns:a="http://schemas.openxmlformats.org/drawingml/2006/main">
            <a:pathLst>
              <a:path w="1359741" h="385396">
                <a:moveTo>
                  <a:pt x="0" y="79386"/>
                </a:moveTo>
                <a:lnTo>
                  <a:pt x="1150080" y="79386"/>
                </a:lnTo>
                <a:lnTo>
                  <a:pt x="1150080" y="0"/>
                </a:lnTo>
                <a:lnTo>
                  <a:pt x="1359741" y="192698"/>
                </a:lnTo>
                <a:lnTo>
                  <a:pt x="1150080" y="385396"/>
                </a:lnTo>
                <a:lnTo>
                  <a:pt x="1150080" y="306010"/>
                </a:lnTo>
                <a:lnTo>
                  <a:pt x="0" y="306010"/>
                </a:lnTo>
                <a:lnTo>
                  <a:pt x="0" y="79386"/>
                </a:lnTo>
                <a:close/>
              </a:path>
            </a:pathLst>
          </a:custGeom>
          <a:solidFill xmlns:a="http://schemas.openxmlformats.org/drawingml/2006/main">
            <a:srgbClr val="B5AA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Reply">
            <a:extLst xmlns:a="http://schemas.openxmlformats.org/drawingml/2006/main">
              <a:ext uri="{FF2B5EF4-FFF2-40B4-BE49-F238E27FC236}">
                <a16:creationId xmlns:a16="http://schemas.microsoft.com/office/drawing/2014/main" id="{1ECD8176-3461-4AAA-841A-D58C6FCA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985" y="6925216"/>
            <a:ext cx="483742" cy="194533"/>
          </a:xfrm>
          <a:custGeom xmlns:a="http://schemas.openxmlformats.org/drawingml/2006/main">
            <a:pathLst>
              <a:path w="483742" h="194533">
                <a:moveTo>
                  <a:pt x="95496" y="151377"/>
                </a:moveTo>
                <a:cubicBezTo>
                  <a:pt x="95496" y="151968"/>
                  <a:pt x="95385" y="152484"/>
                  <a:pt x="95164" y="152927"/>
                </a:cubicBezTo>
                <a:cubicBezTo>
                  <a:pt x="94943" y="153369"/>
                  <a:pt x="94463" y="153738"/>
                  <a:pt x="93726" y="154033"/>
                </a:cubicBezTo>
                <a:cubicBezTo>
                  <a:pt x="92988" y="154328"/>
                  <a:pt x="91955" y="154550"/>
                  <a:pt x="90627" y="154697"/>
                </a:cubicBezTo>
                <a:cubicBezTo>
                  <a:pt x="89299" y="154845"/>
                  <a:pt x="87529" y="154918"/>
                  <a:pt x="85316" y="154918"/>
                </a:cubicBezTo>
                <a:cubicBezTo>
                  <a:pt x="83398" y="154918"/>
                  <a:pt x="81830" y="154845"/>
                  <a:pt x="80613" y="154697"/>
                </a:cubicBezTo>
                <a:cubicBezTo>
                  <a:pt x="79396" y="154550"/>
                  <a:pt x="78418" y="154310"/>
                  <a:pt x="77681" y="153978"/>
                </a:cubicBezTo>
                <a:cubicBezTo>
                  <a:pt x="76943" y="153646"/>
                  <a:pt x="76371" y="153185"/>
                  <a:pt x="75965" y="152595"/>
                </a:cubicBezTo>
                <a:cubicBezTo>
                  <a:pt x="75560" y="152004"/>
                  <a:pt x="75209" y="151267"/>
                  <a:pt x="74914" y="150381"/>
                </a:cubicBezTo>
                <a:lnTo>
                  <a:pt x="61746" y="116631"/>
                </a:lnTo>
                <a:cubicBezTo>
                  <a:pt x="60197" y="112795"/>
                  <a:pt x="58592" y="109273"/>
                  <a:pt x="56933" y="106064"/>
                </a:cubicBezTo>
                <a:cubicBezTo>
                  <a:pt x="55273" y="102855"/>
                  <a:pt x="53299" y="100088"/>
                  <a:pt x="51012" y="97765"/>
                </a:cubicBezTo>
                <a:cubicBezTo>
                  <a:pt x="48726" y="95441"/>
                  <a:pt x="46033" y="93633"/>
                  <a:pt x="42935" y="92342"/>
                </a:cubicBezTo>
                <a:cubicBezTo>
                  <a:pt x="39836" y="91051"/>
                  <a:pt x="36111" y="90406"/>
                  <a:pt x="31758" y="90406"/>
                </a:cubicBezTo>
                <a:lnTo>
                  <a:pt x="19033" y="90406"/>
                </a:lnTo>
                <a:lnTo>
                  <a:pt x="19033" y="151377"/>
                </a:lnTo>
                <a:cubicBezTo>
                  <a:pt x="19033" y="151968"/>
                  <a:pt x="18867" y="152484"/>
                  <a:pt x="18535" y="152927"/>
                </a:cubicBezTo>
                <a:cubicBezTo>
                  <a:pt x="18203" y="153369"/>
                  <a:pt x="17687" y="153720"/>
                  <a:pt x="16986" y="153978"/>
                </a:cubicBezTo>
                <a:cubicBezTo>
                  <a:pt x="16285" y="154236"/>
                  <a:pt x="15326" y="154457"/>
                  <a:pt x="14109" y="154642"/>
                </a:cubicBezTo>
                <a:cubicBezTo>
                  <a:pt x="12891" y="154826"/>
                  <a:pt x="11361" y="154918"/>
                  <a:pt x="9516" y="154918"/>
                </a:cubicBezTo>
                <a:cubicBezTo>
                  <a:pt x="7672" y="154918"/>
                  <a:pt x="6141" y="154826"/>
                  <a:pt x="4924" y="154642"/>
                </a:cubicBezTo>
                <a:cubicBezTo>
                  <a:pt x="3707" y="154457"/>
                  <a:pt x="2730" y="154236"/>
                  <a:pt x="1992" y="153978"/>
                </a:cubicBezTo>
                <a:cubicBezTo>
                  <a:pt x="1254" y="153720"/>
                  <a:pt x="738" y="153369"/>
                  <a:pt x="443" y="152927"/>
                </a:cubicBezTo>
                <a:cubicBezTo>
                  <a:pt x="148" y="152484"/>
                  <a:pt x="0" y="151968"/>
                  <a:pt x="0" y="151377"/>
                </a:cubicBezTo>
                <a:lnTo>
                  <a:pt x="0" y="18812"/>
                </a:lnTo>
                <a:cubicBezTo>
                  <a:pt x="0" y="15934"/>
                  <a:pt x="756" y="13924"/>
                  <a:pt x="2268" y="12781"/>
                </a:cubicBezTo>
                <a:cubicBezTo>
                  <a:pt x="3781" y="11637"/>
                  <a:pt x="5385" y="11066"/>
                  <a:pt x="7082" y="11066"/>
                </a:cubicBezTo>
                <a:lnTo>
                  <a:pt x="37512" y="11066"/>
                </a:lnTo>
                <a:cubicBezTo>
                  <a:pt x="41127" y="11066"/>
                  <a:pt x="44133" y="11158"/>
                  <a:pt x="46531" y="11342"/>
                </a:cubicBezTo>
                <a:cubicBezTo>
                  <a:pt x="48928" y="11527"/>
                  <a:pt x="51086" y="11730"/>
                  <a:pt x="53004" y="11951"/>
                </a:cubicBezTo>
                <a:cubicBezTo>
                  <a:pt x="58537" y="12910"/>
                  <a:pt x="63424" y="14422"/>
                  <a:pt x="67666" y="16488"/>
                </a:cubicBezTo>
                <a:cubicBezTo>
                  <a:pt x="71908" y="18553"/>
                  <a:pt x="75467" y="21172"/>
                  <a:pt x="78344" y="24344"/>
                </a:cubicBezTo>
                <a:cubicBezTo>
                  <a:pt x="81221" y="27516"/>
                  <a:pt x="83379" y="31150"/>
                  <a:pt x="84818" y="35244"/>
                </a:cubicBezTo>
                <a:cubicBezTo>
                  <a:pt x="86256" y="39338"/>
                  <a:pt x="86976" y="43857"/>
                  <a:pt x="86976" y="48799"/>
                </a:cubicBezTo>
                <a:cubicBezTo>
                  <a:pt x="86976" y="53594"/>
                  <a:pt x="86330" y="57892"/>
                  <a:pt x="85039" y="61691"/>
                </a:cubicBezTo>
                <a:cubicBezTo>
                  <a:pt x="83748" y="65490"/>
                  <a:pt x="81885" y="68846"/>
                  <a:pt x="79451" y="71760"/>
                </a:cubicBezTo>
                <a:cubicBezTo>
                  <a:pt x="77017" y="74674"/>
                  <a:pt x="74103" y="77201"/>
                  <a:pt x="70709" y="79340"/>
                </a:cubicBezTo>
                <a:cubicBezTo>
                  <a:pt x="67316" y="81480"/>
                  <a:pt x="63517" y="83287"/>
                  <a:pt x="59312" y="84762"/>
                </a:cubicBezTo>
                <a:cubicBezTo>
                  <a:pt x="61672" y="85795"/>
                  <a:pt x="63812" y="87105"/>
                  <a:pt x="65730" y="88691"/>
                </a:cubicBezTo>
                <a:cubicBezTo>
                  <a:pt x="67648" y="90277"/>
                  <a:pt x="69437" y="92176"/>
                  <a:pt x="71096" y="94390"/>
                </a:cubicBezTo>
                <a:cubicBezTo>
                  <a:pt x="72756" y="96603"/>
                  <a:pt x="74324" y="99148"/>
                  <a:pt x="75799" y="102025"/>
                </a:cubicBezTo>
                <a:cubicBezTo>
                  <a:pt x="77275" y="104902"/>
                  <a:pt x="78750" y="108148"/>
                  <a:pt x="80226" y="111763"/>
                </a:cubicBezTo>
                <a:lnTo>
                  <a:pt x="93062" y="143300"/>
                </a:lnTo>
                <a:cubicBezTo>
                  <a:pt x="94094" y="145955"/>
                  <a:pt x="94758" y="147818"/>
                  <a:pt x="95053" y="148888"/>
                </a:cubicBezTo>
                <a:cubicBezTo>
                  <a:pt x="95349" y="149957"/>
                  <a:pt x="95496" y="150787"/>
                  <a:pt x="95496" y="151377"/>
                </a:cubicBezTo>
                <a:moveTo>
                  <a:pt x="66836" y="50791"/>
                </a:moveTo>
                <a:cubicBezTo>
                  <a:pt x="66836" y="45185"/>
                  <a:pt x="65582" y="40445"/>
                  <a:pt x="63074" y="36572"/>
                </a:cubicBezTo>
                <a:cubicBezTo>
                  <a:pt x="60566" y="32699"/>
                  <a:pt x="56361" y="29914"/>
                  <a:pt x="50459" y="28217"/>
                </a:cubicBezTo>
                <a:cubicBezTo>
                  <a:pt x="48615" y="27701"/>
                  <a:pt x="46531" y="27332"/>
                  <a:pt x="44207" y="27111"/>
                </a:cubicBezTo>
                <a:cubicBezTo>
                  <a:pt x="41883" y="26889"/>
                  <a:pt x="38840" y="26779"/>
                  <a:pt x="35078" y="26779"/>
                </a:cubicBezTo>
                <a:lnTo>
                  <a:pt x="19033" y="26779"/>
                </a:lnTo>
                <a:lnTo>
                  <a:pt x="19033" y="75025"/>
                </a:lnTo>
                <a:lnTo>
                  <a:pt x="37623" y="75025"/>
                </a:lnTo>
                <a:cubicBezTo>
                  <a:pt x="42639" y="75025"/>
                  <a:pt x="46973" y="74416"/>
                  <a:pt x="50625" y="73199"/>
                </a:cubicBezTo>
                <a:cubicBezTo>
                  <a:pt x="54277" y="71982"/>
                  <a:pt x="57320" y="70285"/>
                  <a:pt x="59754" y="68109"/>
                </a:cubicBezTo>
                <a:cubicBezTo>
                  <a:pt x="62189" y="65933"/>
                  <a:pt x="63978" y="63369"/>
                  <a:pt x="65121" y="60418"/>
                </a:cubicBezTo>
                <a:cubicBezTo>
                  <a:pt x="66264" y="57467"/>
                  <a:pt x="66836" y="54258"/>
                  <a:pt x="66836" y="50791"/>
                </a:cubicBezTo>
                <a:close/>
                <a:moveTo>
                  <a:pt x="202539" y="97377"/>
                </a:moveTo>
                <a:cubicBezTo>
                  <a:pt x="202539" y="100254"/>
                  <a:pt x="201820" y="102301"/>
                  <a:pt x="200381" y="103519"/>
                </a:cubicBezTo>
                <a:cubicBezTo>
                  <a:pt x="198943" y="104736"/>
                  <a:pt x="197301" y="105345"/>
                  <a:pt x="195457" y="105345"/>
                </a:cubicBezTo>
                <a:lnTo>
                  <a:pt x="130170" y="105345"/>
                </a:lnTo>
                <a:cubicBezTo>
                  <a:pt x="130170" y="110893"/>
                  <a:pt x="130723" y="115888"/>
                  <a:pt x="131830" y="120328"/>
                </a:cubicBezTo>
                <a:cubicBezTo>
                  <a:pt x="132936" y="124768"/>
                  <a:pt x="134781" y="128579"/>
                  <a:pt x="137362" y="131760"/>
                </a:cubicBezTo>
                <a:cubicBezTo>
                  <a:pt x="139944" y="134942"/>
                  <a:pt x="143301" y="137384"/>
                  <a:pt x="147432" y="139088"/>
                </a:cubicBezTo>
                <a:cubicBezTo>
                  <a:pt x="151563" y="140789"/>
                  <a:pt x="156617" y="141640"/>
                  <a:pt x="162592" y="141640"/>
                </a:cubicBezTo>
                <a:cubicBezTo>
                  <a:pt x="167313" y="141640"/>
                  <a:pt x="171518" y="141252"/>
                  <a:pt x="175207" y="140478"/>
                </a:cubicBezTo>
                <a:cubicBezTo>
                  <a:pt x="178895" y="139703"/>
                  <a:pt x="182086" y="138836"/>
                  <a:pt x="184779" y="137877"/>
                </a:cubicBezTo>
                <a:cubicBezTo>
                  <a:pt x="187471" y="136918"/>
                  <a:pt x="189684" y="136052"/>
                  <a:pt x="191418" y="135277"/>
                </a:cubicBezTo>
                <a:cubicBezTo>
                  <a:pt x="193152" y="134502"/>
                  <a:pt x="194461" y="134115"/>
                  <a:pt x="195346" y="134115"/>
                </a:cubicBezTo>
                <a:cubicBezTo>
                  <a:pt x="195863" y="134115"/>
                  <a:pt x="196324" y="134244"/>
                  <a:pt x="196729" y="134502"/>
                </a:cubicBezTo>
                <a:cubicBezTo>
                  <a:pt x="197135" y="134761"/>
                  <a:pt x="197449" y="135148"/>
                  <a:pt x="197670" y="135664"/>
                </a:cubicBezTo>
                <a:cubicBezTo>
                  <a:pt x="197891" y="136181"/>
                  <a:pt x="198057" y="136900"/>
                  <a:pt x="198168" y="137822"/>
                </a:cubicBezTo>
                <a:cubicBezTo>
                  <a:pt x="198279" y="138744"/>
                  <a:pt x="198334" y="139869"/>
                  <a:pt x="198334" y="141197"/>
                </a:cubicBezTo>
                <a:cubicBezTo>
                  <a:pt x="198334" y="142156"/>
                  <a:pt x="198297" y="142986"/>
                  <a:pt x="198223" y="143687"/>
                </a:cubicBezTo>
                <a:cubicBezTo>
                  <a:pt x="198150" y="144388"/>
                  <a:pt x="198057" y="145015"/>
                  <a:pt x="197947" y="145568"/>
                </a:cubicBezTo>
                <a:cubicBezTo>
                  <a:pt x="197836" y="146121"/>
                  <a:pt x="197652" y="146619"/>
                  <a:pt x="197393" y="147062"/>
                </a:cubicBezTo>
                <a:cubicBezTo>
                  <a:pt x="197135" y="147504"/>
                  <a:pt x="196803" y="147929"/>
                  <a:pt x="196397" y="148334"/>
                </a:cubicBezTo>
                <a:cubicBezTo>
                  <a:pt x="195992" y="148740"/>
                  <a:pt x="194793" y="149404"/>
                  <a:pt x="192801" y="150326"/>
                </a:cubicBezTo>
                <a:cubicBezTo>
                  <a:pt x="190809" y="151248"/>
                  <a:pt x="188227" y="152152"/>
                  <a:pt x="185055" y="153037"/>
                </a:cubicBezTo>
                <a:cubicBezTo>
                  <a:pt x="181883" y="153922"/>
                  <a:pt x="178213" y="154716"/>
                  <a:pt x="174045" y="155416"/>
                </a:cubicBezTo>
                <a:cubicBezTo>
                  <a:pt x="169877" y="156117"/>
                  <a:pt x="165432" y="156468"/>
                  <a:pt x="160711" y="156468"/>
                </a:cubicBezTo>
                <a:cubicBezTo>
                  <a:pt x="152522" y="156468"/>
                  <a:pt x="145348" y="155323"/>
                  <a:pt x="139188" y="153034"/>
                </a:cubicBezTo>
                <a:cubicBezTo>
                  <a:pt x="133028" y="150745"/>
                  <a:pt x="127846" y="147348"/>
                  <a:pt x="123641" y="142843"/>
                </a:cubicBezTo>
                <a:cubicBezTo>
                  <a:pt x="119436" y="138338"/>
                  <a:pt x="116264" y="132689"/>
                  <a:pt x="114125" y="125895"/>
                </a:cubicBezTo>
                <a:cubicBezTo>
                  <a:pt x="111985" y="119102"/>
                  <a:pt x="110916" y="111200"/>
                  <a:pt x="110916" y="102191"/>
                </a:cubicBezTo>
                <a:cubicBezTo>
                  <a:pt x="110916" y="93624"/>
                  <a:pt x="112022" y="85926"/>
                  <a:pt x="114235" y="79095"/>
                </a:cubicBezTo>
                <a:cubicBezTo>
                  <a:pt x="116449" y="72264"/>
                  <a:pt x="119639" y="66467"/>
                  <a:pt x="123807" y="61705"/>
                </a:cubicBezTo>
                <a:cubicBezTo>
                  <a:pt x="127975" y="56942"/>
                  <a:pt x="133010" y="53287"/>
                  <a:pt x="138912" y="50739"/>
                </a:cubicBezTo>
                <a:cubicBezTo>
                  <a:pt x="144813" y="48192"/>
                  <a:pt x="151416" y="46918"/>
                  <a:pt x="158719" y="46918"/>
                </a:cubicBezTo>
                <a:cubicBezTo>
                  <a:pt x="166539" y="46918"/>
                  <a:pt x="173197" y="48172"/>
                  <a:pt x="178692" y="50680"/>
                </a:cubicBezTo>
                <a:cubicBezTo>
                  <a:pt x="184188" y="53189"/>
                  <a:pt x="188707" y="56564"/>
                  <a:pt x="192248" y="60805"/>
                </a:cubicBezTo>
                <a:cubicBezTo>
                  <a:pt x="195789" y="65047"/>
                  <a:pt x="198389" y="70027"/>
                  <a:pt x="200049" y="75744"/>
                </a:cubicBezTo>
                <a:cubicBezTo>
                  <a:pt x="201709" y="81461"/>
                  <a:pt x="202539" y="87566"/>
                  <a:pt x="202539" y="94058"/>
                </a:cubicBezTo>
                <a:lnTo>
                  <a:pt x="202539" y="97377"/>
                </a:lnTo>
                <a:moveTo>
                  <a:pt x="184170" y="91955"/>
                </a:moveTo>
                <a:cubicBezTo>
                  <a:pt x="184391" y="82365"/>
                  <a:pt x="182270" y="74840"/>
                  <a:pt x="177807" y="69381"/>
                </a:cubicBezTo>
                <a:cubicBezTo>
                  <a:pt x="173344" y="63922"/>
                  <a:pt x="166723" y="61193"/>
                  <a:pt x="157945" y="61193"/>
                </a:cubicBezTo>
                <a:cubicBezTo>
                  <a:pt x="153444" y="61193"/>
                  <a:pt x="149498" y="62041"/>
                  <a:pt x="146104" y="63738"/>
                </a:cubicBezTo>
                <a:cubicBezTo>
                  <a:pt x="142711" y="65435"/>
                  <a:pt x="139871" y="67685"/>
                  <a:pt x="137584" y="70488"/>
                </a:cubicBezTo>
                <a:cubicBezTo>
                  <a:pt x="135297" y="73291"/>
                  <a:pt x="133526" y="76556"/>
                  <a:pt x="132272" y="80281"/>
                </a:cubicBezTo>
                <a:cubicBezTo>
                  <a:pt x="131018" y="84006"/>
                  <a:pt x="130317" y="87898"/>
                  <a:pt x="130170" y="91955"/>
                </a:cubicBezTo>
                <a:lnTo>
                  <a:pt x="184170" y="91955"/>
                </a:lnTo>
                <a:close/>
                <a:moveTo>
                  <a:pt x="322037" y="100199"/>
                </a:moveTo>
                <a:cubicBezTo>
                  <a:pt x="322037" y="108911"/>
                  <a:pt x="321096" y="116737"/>
                  <a:pt x="319215" y="123679"/>
                </a:cubicBezTo>
                <a:cubicBezTo>
                  <a:pt x="317334" y="130620"/>
                  <a:pt x="314567" y="136510"/>
                  <a:pt x="310916" y="141349"/>
                </a:cubicBezTo>
                <a:cubicBezTo>
                  <a:pt x="307264" y="146186"/>
                  <a:pt x="302746" y="149915"/>
                  <a:pt x="297360" y="152536"/>
                </a:cubicBezTo>
                <a:cubicBezTo>
                  <a:pt x="291975" y="155157"/>
                  <a:pt x="285815" y="156468"/>
                  <a:pt x="278881" y="156468"/>
                </a:cubicBezTo>
                <a:cubicBezTo>
                  <a:pt x="275930" y="156468"/>
                  <a:pt x="273200" y="156172"/>
                  <a:pt x="270692" y="155582"/>
                </a:cubicBezTo>
                <a:cubicBezTo>
                  <a:pt x="268184" y="154992"/>
                  <a:pt x="265731" y="154070"/>
                  <a:pt x="263334" y="152816"/>
                </a:cubicBezTo>
                <a:cubicBezTo>
                  <a:pt x="260936" y="151560"/>
                  <a:pt x="258557" y="149971"/>
                  <a:pt x="256196" y="148051"/>
                </a:cubicBezTo>
                <a:cubicBezTo>
                  <a:pt x="253836" y="146130"/>
                  <a:pt x="251327" y="143878"/>
                  <a:pt x="248672" y="141294"/>
                </a:cubicBezTo>
                <a:lnTo>
                  <a:pt x="248672" y="190999"/>
                </a:lnTo>
                <a:cubicBezTo>
                  <a:pt x="248672" y="191587"/>
                  <a:pt x="248524" y="192102"/>
                  <a:pt x="248229" y="192545"/>
                </a:cubicBezTo>
                <a:cubicBezTo>
                  <a:pt x="247934" y="192988"/>
                  <a:pt x="247454" y="193355"/>
                  <a:pt x="246791" y="193648"/>
                </a:cubicBezTo>
                <a:cubicBezTo>
                  <a:pt x="246127" y="193943"/>
                  <a:pt x="245204" y="194164"/>
                  <a:pt x="244024" y="194312"/>
                </a:cubicBezTo>
                <a:cubicBezTo>
                  <a:pt x="242844" y="194459"/>
                  <a:pt x="241332" y="194533"/>
                  <a:pt x="239487" y="194533"/>
                </a:cubicBezTo>
                <a:cubicBezTo>
                  <a:pt x="237717" y="194533"/>
                  <a:pt x="236241" y="194459"/>
                  <a:pt x="235061" y="194312"/>
                </a:cubicBezTo>
                <a:cubicBezTo>
                  <a:pt x="233881" y="194164"/>
                  <a:pt x="232940" y="193943"/>
                  <a:pt x="232239" y="193648"/>
                </a:cubicBezTo>
                <a:cubicBezTo>
                  <a:pt x="231538" y="193353"/>
                  <a:pt x="231059" y="192984"/>
                  <a:pt x="230801" y="192541"/>
                </a:cubicBezTo>
                <a:cubicBezTo>
                  <a:pt x="230543" y="192099"/>
                  <a:pt x="230413" y="191582"/>
                  <a:pt x="230413" y="190992"/>
                </a:cubicBezTo>
                <a:lnTo>
                  <a:pt x="230413" y="51898"/>
                </a:lnTo>
                <a:cubicBezTo>
                  <a:pt x="230413" y="51234"/>
                  <a:pt x="230524" y="50699"/>
                  <a:pt x="230745" y="50293"/>
                </a:cubicBezTo>
                <a:cubicBezTo>
                  <a:pt x="230967" y="49887"/>
                  <a:pt x="231409" y="49537"/>
                  <a:pt x="232073" y="49242"/>
                </a:cubicBezTo>
                <a:cubicBezTo>
                  <a:pt x="232737" y="48947"/>
                  <a:pt x="233586" y="48744"/>
                  <a:pt x="234618" y="48633"/>
                </a:cubicBezTo>
                <a:cubicBezTo>
                  <a:pt x="235651" y="48523"/>
                  <a:pt x="236905" y="48467"/>
                  <a:pt x="238381" y="48467"/>
                </a:cubicBezTo>
                <a:cubicBezTo>
                  <a:pt x="239930" y="48467"/>
                  <a:pt x="241202" y="48523"/>
                  <a:pt x="242198" y="48633"/>
                </a:cubicBezTo>
                <a:cubicBezTo>
                  <a:pt x="243194" y="48744"/>
                  <a:pt x="244024" y="48947"/>
                  <a:pt x="244688" y="49242"/>
                </a:cubicBezTo>
                <a:cubicBezTo>
                  <a:pt x="245352" y="49537"/>
                  <a:pt x="245813" y="49889"/>
                  <a:pt x="246071" y="50297"/>
                </a:cubicBezTo>
                <a:cubicBezTo>
                  <a:pt x="246329" y="50702"/>
                  <a:pt x="246459" y="51237"/>
                  <a:pt x="246459" y="51901"/>
                </a:cubicBezTo>
                <a:lnTo>
                  <a:pt x="246459" y="65304"/>
                </a:lnTo>
                <a:cubicBezTo>
                  <a:pt x="249483" y="62204"/>
                  <a:pt x="252397" y="59509"/>
                  <a:pt x="255200" y="57220"/>
                </a:cubicBezTo>
                <a:cubicBezTo>
                  <a:pt x="258004" y="54930"/>
                  <a:pt x="260825" y="53030"/>
                  <a:pt x="263666" y="51517"/>
                </a:cubicBezTo>
                <a:cubicBezTo>
                  <a:pt x="266506" y="50003"/>
                  <a:pt x="269420" y="48858"/>
                  <a:pt x="272407" y="48083"/>
                </a:cubicBezTo>
                <a:cubicBezTo>
                  <a:pt x="275395" y="47307"/>
                  <a:pt x="278549" y="46918"/>
                  <a:pt x="281868" y="46918"/>
                </a:cubicBezTo>
                <a:cubicBezTo>
                  <a:pt x="289098" y="46918"/>
                  <a:pt x="295258" y="48321"/>
                  <a:pt x="300348" y="51127"/>
                </a:cubicBezTo>
                <a:cubicBezTo>
                  <a:pt x="305438" y="53932"/>
                  <a:pt x="309588" y="57773"/>
                  <a:pt x="312797" y="62649"/>
                </a:cubicBezTo>
                <a:cubicBezTo>
                  <a:pt x="316006" y="67522"/>
                  <a:pt x="318348" y="73190"/>
                  <a:pt x="319823" y="79652"/>
                </a:cubicBezTo>
                <a:cubicBezTo>
                  <a:pt x="321299" y="86111"/>
                  <a:pt x="322037" y="92960"/>
                  <a:pt x="322037" y="100199"/>
                </a:cubicBezTo>
                <a:moveTo>
                  <a:pt x="302782" y="102301"/>
                </a:moveTo>
                <a:cubicBezTo>
                  <a:pt x="302782" y="97204"/>
                  <a:pt x="302395" y="92273"/>
                  <a:pt x="301621" y="87508"/>
                </a:cubicBezTo>
                <a:cubicBezTo>
                  <a:pt x="300846" y="82743"/>
                  <a:pt x="299518" y="78514"/>
                  <a:pt x="297637" y="74821"/>
                </a:cubicBezTo>
                <a:cubicBezTo>
                  <a:pt x="295756" y="71128"/>
                  <a:pt x="293229" y="68173"/>
                  <a:pt x="290057" y="65958"/>
                </a:cubicBezTo>
                <a:cubicBezTo>
                  <a:pt x="286885" y="63740"/>
                  <a:pt x="282938" y="62631"/>
                  <a:pt x="278217" y="62631"/>
                </a:cubicBezTo>
                <a:cubicBezTo>
                  <a:pt x="275856" y="62631"/>
                  <a:pt x="273532" y="62983"/>
                  <a:pt x="271246" y="63686"/>
                </a:cubicBezTo>
                <a:cubicBezTo>
                  <a:pt x="268959" y="64387"/>
                  <a:pt x="266635" y="65495"/>
                  <a:pt x="264274" y="67009"/>
                </a:cubicBezTo>
                <a:cubicBezTo>
                  <a:pt x="261914" y="68524"/>
                  <a:pt x="259442" y="70519"/>
                  <a:pt x="256860" y="72995"/>
                </a:cubicBezTo>
                <a:cubicBezTo>
                  <a:pt x="254278" y="75471"/>
                  <a:pt x="251549" y="78520"/>
                  <a:pt x="248672" y="82141"/>
                </a:cubicBezTo>
                <a:lnTo>
                  <a:pt x="248672" y="121798"/>
                </a:lnTo>
                <a:cubicBezTo>
                  <a:pt x="253688" y="127932"/>
                  <a:pt x="258446" y="132626"/>
                  <a:pt x="262946" y="135879"/>
                </a:cubicBezTo>
                <a:cubicBezTo>
                  <a:pt x="267446" y="139129"/>
                  <a:pt x="272168" y="140754"/>
                  <a:pt x="277110" y="140754"/>
                </a:cubicBezTo>
                <a:cubicBezTo>
                  <a:pt x="281684" y="140754"/>
                  <a:pt x="285612" y="139647"/>
                  <a:pt x="288895" y="137431"/>
                </a:cubicBezTo>
                <a:cubicBezTo>
                  <a:pt x="292178" y="135214"/>
                  <a:pt x="294834" y="132258"/>
                  <a:pt x="296862" y="128565"/>
                </a:cubicBezTo>
                <a:cubicBezTo>
                  <a:pt x="298891" y="124872"/>
                  <a:pt x="300385" y="120735"/>
                  <a:pt x="301344" y="116154"/>
                </a:cubicBezTo>
                <a:cubicBezTo>
                  <a:pt x="302303" y="111574"/>
                  <a:pt x="302782" y="106956"/>
                  <a:pt x="302782" y="102301"/>
                </a:cubicBezTo>
                <a:close/>
                <a:moveTo>
                  <a:pt x="368102" y="151485"/>
                </a:moveTo>
                <a:cubicBezTo>
                  <a:pt x="368102" y="152075"/>
                  <a:pt x="367955" y="152574"/>
                  <a:pt x="367659" y="152982"/>
                </a:cubicBezTo>
                <a:cubicBezTo>
                  <a:pt x="367364" y="153388"/>
                  <a:pt x="366885" y="153738"/>
                  <a:pt x="366221" y="154033"/>
                </a:cubicBezTo>
                <a:cubicBezTo>
                  <a:pt x="365557" y="154328"/>
                  <a:pt x="364635" y="154550"/>
                  <a:pt x="363454" y="154697"/>
                </a:cubicBezTo>
                <a:cubicBezTo>
                  <a:pt x="362274" y="154845"/>
                  <a:pt x="360762" y="154918"/>
                  <a:pt x="358918" y="154918"/>
                </a:cubicBezTo>
                <a:cubicBezTo>
                  <a:pt x="357147" y="154918"/>
                  <a:pt x="355672" y="154845"/>
                  <a:pt x="354491" y="154697"/>
                </a:cubicBezTo>
                <a:cubicBezTo>
                  <a:pt x="353311" y="154550"/>
                  <a:pt x="352370" y="154328"/>
                  <a:pt x="351670" y="154033"/>
                </a:cubicBezTo>
                <a:cubicBezTo>
                  <a:pt x="350969" y="153738"/>
                  <a:pt x="350489" y="153388"/>
                  <a:pt x="350231" y="152982"/>
                </a:cubicBezTo>
                <a:cubicBezTo>
                  <a:pt x="349973" y="152574"/>
                  <a:pt x="349844" y="152075"/>
                  <a:pt x="349844" y="151485"/>
                </a:cubicBezTo>
                <a:lnTo>
                  <a:pt x="349844" y="3544"/>
                </a:lnTo>
                <a:cubicBezTo>
                  <a:pt x="349844" y="2954"/>
                  <a:pt x="349973" y="2438"/>
                  <a:pt x="350231" y="1995"/>
                </a:cubicBezTo>
                <a:cubicBezTo>
                  <a:pt x="350489" y="1550"/>
                  <a:pt x="350969" y="1180"/>
                  <a:pt x="351670" y="885"/>
                </a:cubicBezTo>
                <a:cubicBezTo>
                  <a:pt x="352370" y="590"/>
                  <a:pt x="353311" y="369"/>
                  <a:pt x="354491" y="221"/>
                </a:cubicBezTo>
                <a:cubicBezTo>
                  <a:pt x="355672" y="74"/>
                  <a:pt x="357147" y="0"/>
                  <a:pt x="358918" y="0"/>
                </a:cubicBezTo>
                <a:cubicBezTo>
                  <a:pt x="360762" y="0"/>
                  <a:pt x="362274" y="74"/>
                  <a:pt x="363454" y="221"/>
                </a:cubicBezTo>
                <a:cubicBezTo>
                  <a:pt x="364635" y="369"/>
                  <a:pt x="365557" y="590"/>
                  <a:pt x="366221" y="885"/>
                </a:cubicBezTo>
                <a:cubicBezTo>
                  <a:pt x="366885" y="1180"/>
                  <a:pt x="367364" y="1550"/>
                  <a:pt x="367659" y="1995"/>
                </a:cubicBezTo>
                <a:cubicBezTo>
                  <a:pt x="367955" y="2438"/>
                  <a:pt x="368102" y="2954"/>
                  <a:pt x="368102" y="3544"/>
                </a:cubicBezTo>
                <a:lnTo>
                  <a:pt x="368102" y="151485"/>
                </a:lnTo>
                <a:close/>
                <a:moveTo>
                  <a:pt x="447336" y="154254"/>
                </a:moveTo>
                <a:lnTo>
                  <a:pt x="434058" y="190882"/>
                </a:lnTo>
                <a:cubicBezTo>
                  <a:pt x="433615" y="192062"/>
                  <a:pt x="432490" y="192966"/>
                  <a:pt x="430683" y="193593"/>
                </a:cubicBezTo>
                <a:cubicBezTo>
                  <a:pt x="428875" y="194220"/>
                  <a:pt x="426127" y="194533"/>
                  <a:pt x="422439" y="194533"/>
                </a:cubicBezTo>
                <a:cubicBezTo>
                  <a:pt x="420521" y="194533"/>
                  <a:pt x="418972" y="194441"/>
                  <a:pt x="417791" y="194257"/>
                </a:cubicBezTo>
                <a:cubicBezTo>
                  <a:pt x="416611" y="194072"/>
                  <a:pt x="415707" y="193759"/>
                  <a:pt x="415080" y="193316"/>
                </a:cubicBezTo>
                <a:cubicBezTo>
                  <a:pt x="414453" y="192873"/>
                  <a:pt x="414103" y="192283"/>
                  <a:pt x="414029" y="191546"/>
                </a:cubicBezTo>
                <a:cubicBezTo>
                  <a:pt x="413955" y="190808"/>
                  <a:pt x="414140" y="189923"/>
                  <a:pt x="414582" y="188890"/>
                </a:cubicBezTo>
                <a:lnTo>
                  <a:pt x="428304" y="154254"/>
                </a:lnTo>
                <a:cubicBezTo>
                  <a:pt x="427640" y="153959"/>
                  <a:pt x="427013" y="153480"/>
                  <a:pt x="426422" y="152816"/>
                </a:cubicBezTo>
                <a:cubicBezTo>
                  <a:pt x="425832" y="152152"/>
                  <a:pt x="425426" y="151451"/>
                  <a:pt x="425205" y="150713"/>
                </a:cubicBezTo>
                <a:lnTo>
                  <a:pt x="389685" y="55549"/>
                </a:lnTo>
                <a:cubicBezTo>
                  <a:pt x="389094" y="54000"/>
                  <a:pt x="388799" y="52783"/>
                  <a:pt x="388799" y="51898"/>
                </a:cubicBezTo>
                <a:cubicBezTo>
                  <a:pt x="388799" y="51012"/>
                  <a:pt x="389094" y="50312"/>
                  <a:pt x="389685" y="49795"/>
                </a:cubicBezTo>
                <a:cubicBezTo>
                  <a:pt x="390275" y="49279"/>
                  <a:pt x="391234" y="48928"/>
                  <a:pt x="392562" y="48744"/>
                </a:cubicBezTo>
                <a:cubicBezTo>
                  <a:pt x="393890" y="48560"/>
                  <a:pt x="395660" y="48467"/>
                  <a:pt x="397873" y="48467"/>
                </a:cubicBezTo>
                <a:cubicBezTo>
                  <a:pt x="400086" y="48467"/>
                  <a:pt x="401820" y="48523"/>
                  <a:pt x="403074" y="48633"/>
                </a:cubicBezTo>
                <a:cubicBezTo>
                  <a:pt x="404328" y="48744"/>
                  <a:pt x="405324" y="48947"/>
                  <a:pt x="406062" y="49242"/>
                </a:cubicBezTo>
                <a:cubicBezTo>
                  <a:pt x="406799" y="49537"/>
                  <a:pt x="407334" y="49961"/>
                  <a:pt x="407666" y="50514"/>
                </a:cubicBezTo>
                <a:cubicBezTo>
                  <a:pt x="407998" y="51068"/>
                  <a:pt x="408349" y="51824"/>
                  <a:pt x="408717" y="52783"/>
                </a:cubicBezTo>
                <a:lnTo>
                  <a:pt x="437156" y="132677"/>
                </a:lnTo>
                <a:lnTo>
                  <a:pt x="437488" y="132677"/>
                </a:lnTo>
                <a:lnTo>
                  <a:pt x="464931" y="52340"/>
                </a:lnTo>
                <a:cubicBezTo>
                  <a:pt x="465373" y="50939"/>
                  <a:pt x="465908" y="50035"/>
                  <a:pt x="466535" y="49629"/>
                </a:cubicBezTo>
                <a:cubicBezTo>
                  <a:pt x="467162" y="49223"/>
                  <a:pt x="468103" y="48928"/>
                  <a:pt x="469357" y="48744"/>
                </a:cubicBezTo>
                <a:cubicBezTo>
                  <a:pt x="470611" y="48560"/>
                  <a:pt x="472418" y="48467"/>
                  <a:pt x="474779" y="48467"/>
                </a:cubicBezTo>
                <a:cubicBezTo>
                  <a:pt x="476845" y="48467"/>
                  <a:pt x="478541" y="48560"/>
                  <a:pt x="479869" y="48744"/>
                </a:cubicBezTo>
                <a:cubicBezTo>
                  <a:pt x="481197" y="48928"/>
                  <a:pt x="482175" y="49279"/>
                  <a:pt x="482802" y="49795"/>
                </a:cubicBezTo>
                <a:cubicBezTo>
                  <a:pt x="483429" y="50312"/>
                  <a:pt x="483742" y="51012"/>
                  <a:pt x="483742" y="51898"/>
                </a:cubicBezTo>
                <a:cubicBezTo>
                  <a:pt x="483742" y="52783"/>
                  <a:pt x="483521" y="53889"/>
                  <a:pt x="483078" y="55217"/>
                </a:cubicBezTo>
                <a:lnTo>
                  <a:pt x="447336" y="154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875597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2026-09-05T14:21:37.5800000Z</dcterms:created>
  <dcterms:modified xsi:type="dcterms:W3CDTF">2026-09-05T14:21:37.5800000Z</dcterms:modified>
</coreProperties>
</file>